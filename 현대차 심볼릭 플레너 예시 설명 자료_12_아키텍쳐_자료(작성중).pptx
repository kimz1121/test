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53"/>
  </p:notesMasterIdLst>
  <p:sldIdLst>
    <p:sldId id="256" r:id="rId3"/>
    <p:sldId id="257" r:id="rId4"/>
    <p:sldId id="341" r:id="rId5"/>
    <p:sldId id="343" r:id="rId6"/>
    <p:sldId id="313" r:id="rId7"/>
    <p:sldId id="322" r:id="rId8"/>
    <p:sldId id="321" r:id="rId9"/>
    <p:sldId id="2405" r:id="rId10"/>
    <p:sldId id="2406" r:id="rId11"/>
    <p:sldId id="2407" r:id="rId12"/>
    <p:sldId id="2408" r:id="rId13"/>
    <p:sldId id="2409" r:id="rId14"/>
    <p:sldId id="342" r:id="rId15"/>
    <p:sldId id="340" r:id="rId16"/>
    <p:sldId id="339" r:id="rId17"/>
    <p:sldId id="336" r:id="rId18"/>
    <p:sldId id="337" r:id="rId19"/>
    <p:sldId id="338" r:id="rId20"/>
    <p:sldId id="316" r:id="rId21"/>
    <p:sldId id="294" r:id="rId22"/>
    <p:sldId id="260" r:id="rId23"/>
    <p:sldId id="293" r:id="rId24"/>
    <p:sldId id="324" r:id="rId25"/>
    <p:sldId id="325" r:id="rId26"/>
    <p:sldId id="311" r:id="rId27"/>
    <p:sldId id="317" r:id="rId28"/>
    <p:sldId id="318" r:id="rId29"/>
    <p:sldId id="319" r:id="rId30"/>
    <p:sldId id="326" r:id="rId31"/>
    <p:sldId id="327" r:id="rId32"/>
    <p:sldId id="312" r:id="rId33"/>
    <p:sldId id="328" r:id="rId34"/>
    <p:sldId id="298" r:id="rId35"/>
    <p:sldId id="295" r:id="rId36"/>
    <p:sldId id="299" r:id="rId37"/>
    <p:sldId id="297" r:id="rId38"/>
    <p:sldId id="306" r:id="rId39"/>
    <p:sldId id="304" r:id="rId40"/>
    <p:sldId id="310" r:id="rId41"/>
    <p:sldId id="315" r:id="rId42"/>
    <p:sldId id="273" r:id="rId43"/>
    <p:sldId id="303" r:id="rId44"/>
    <p:sldId id="261" r:id="rId45"/>
    <p:sldId id="262" r:id="rId46"/>
    <p:sldId id="263" r:id="rId47"/>
    <p:sldId id="264" r:id="rId48"/>
    <p:sldId id="265" r:id="rId49"/>
    <p:sldId id="266" r:id="rId50"/>
    <p:sldId id="267" r:id="rId51"/>
    <p:sldId id="268" r:id="rId52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A9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67" autoAdjust="0"/>
  </p:normalViewPr>
  <p:slideViewPr>
    <p:cSldViewPr snapToGrid="0">
      <p:cViewPr>
        <p:scale>
          <a:sx n="125" d="100"/>
          <a:sy n="125" d="100"/>
        </p:scale>
        <p:origin x="16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BBC8-A7D9-7DFB-929C-3A298198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017517-07EB-254C-A012-8F53EF8E8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CAFF69-E039-8A5C-17F9-F8C609092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ECD70A-23B5-42D1-F974-AA8B0CC8F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65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E6CCC-38E3-27D9-4410-C86FAD8C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E428DD-FEF9-78DB-14FC-593792764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CA154-C9C5-07B6-BE48-A6A39EB52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757FA-B9BB-317D-B7F6-64771525A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323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3ED8-4E74-0F4B-887E-C5F7FDDC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A147C4-B075-06C1-DDFD-94E736B9D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82638" y="769938"/>
            <a:ext cx="554037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C1F110-1BD1-A65B-4AB9-E559571F8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3E115-9B94-49B7-E592-861D184C1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355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8BE42-4EFD-77ED-46E8-2AC1FE3A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BAC6E5-1DB7-4B71-CBA3-D2B815B7D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82638" y="769938"/>
            <a:ext cx="554037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CCF097-B240-6BDB-4B0E-125EE6A5F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68709A-2B4B-E645-3366-8839BFDA2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406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9103-73B4-72C4-7305-5619D3E2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333694-D94D-2860-B561-BA5BCDA2C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82638" y="769938"/>
            <a:ext cx="554037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F3CDE7-4306-3537-7C69-EBD2C5A2D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90B0B-D11A-2194-6953-A998BC4D4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306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E1F4-C729-8337-019A-C5175F56A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1BD1AB-70B7-DC45-6BF8-7B972AE2E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82638" y="769938"/>
            <a:ext cx="554037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28EED1-82C8-06D7-B5EB-67DA236AB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CE58E5-E9B5-0ED6-14B4-245CAFB71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700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70A5F-1217-6FA8-BEB6-192DA761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A987C7-57DB-ECF3-1A33-1D60AA455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82638" y="769938"/>
            <a:ext cx="554037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CD3C19-E279-6255-53B6-DBE0444A0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50D253-D523-EE9B-269E-80A00B0CA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442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6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23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506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41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42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2025-11-24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73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2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2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4.png"/><Relationship Id="rId10" Type="http://schemas.microsoft.com/office/2007/relationships/hdphoto" Target="../media/hdphoto1.wdp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4.wdp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6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6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6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40.sv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CEA1-45FB-B411-3200-0AB7D612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55F4A-532B-3F13-45AC-2628B2B0CAC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5EFC4F-E212-6097-4D40-6649CC596F8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0AA274E1-5DA7-8774-B2AD-D3CDDE198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485652EA-E70F-2BA7-E728-2B5566363F40}"/>
              </a:ext>
            </a:extLst>
          </p:cNvPr>
          <p:cNvGraphicFramePr>
            <a:graphicFrameLocks noGrp="1"/>
          </p:cNvGraphicFramePr>
          <p:nvPr/>
        </p:nvGraphicFramePr>
        <p:xfrm>
          <a:off x="6493885" y="4762683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7636959E-6725-5F67-FDDB-E2ACEFA9EBA7}"/>
              </a:ext>
            </a:extLst>
          </p:cNvPr>
          <p:cNvGrpSpPr/>
          <p:nvPr/>
        </p:nvGrpSpPr>
        <p:grpSpPr>
          <a:xfrm>
            <a:off x="6983978" y="5043252"/>
            <a:ext cx="783798" cy="517711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923FB506-4023-C279-438D-ABA696420DE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88ADE2-BD82-3C15-4FFF-9E0B2379A7D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A152C1D7-142C-1C5D-2B51-A8C32148AE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2802847-2384-83DE-51FE-0070A62468C8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CAD9809A-D98E-8B9A-337C-4B8FDAF2FA0F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4CFA829B-2463-577D-2CFE-8277CD1728C1}"/>
              </a:ext>
            </a:extLst>
          </p:cNvPr>
          <p:cNvGrpSpPr/>
          <p:nvPr/>
        </p:nvGrpSpPr>
        <p:grpSpPr>
          <a:xfrm>
            <a:off x="7026062" y="5633478"/>
            <a:ext cx="715093" cy="485167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D7CE9AD1-0DA6-77FE-5B32-865F719D7F9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F1F0AAE8-8EE4-8F19-B51B-29178744A145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C2A5D612-72D0-446F-3538-E9FD1703CF6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BE9972EA-B477-D21F-3996-E07CB3C8C19E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4D0859EE-E9FC-99D0-436E-BD1285448705}"/>
              </a:ext>
            </a:extLst>
          </p:cNvPr>
          <p:cNvSpPr txBox="1"/>
          <p:nvPr/>
        </p:nvSpPr>
        <p:spPr>
          <a:xfrm>
            <a:off x="6266025" y="6477609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부품</a:t>
            </a:r>
            <a:r>
              <a:rPr lang="ko-KR" altLang="en-US" sz="1000" dirty="0"/>
              <a:t> 기준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B898550-3562-8C64-50C2-BFDA8895943C}"/>
              </a:ext>
            </a:extLst>
          </p:cNvPr>
          <p:cNvSpPr/>
          <p:nvPr/>
        </p:nvSpPr>
        <p:spPr>
          <a:xfrm>
            <a:off x="8442799" y="5535003"/>
            <a:ext cx="1138968" cy="560922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ko-KR" altLang="en-US" sz="1200" b="1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9D331E69-9BC0-3DAB-97DA-E5E0D0AEC2E0}"/>
              </a:ext>
            </a:extLst>
          </p:cNvPr>
          <p:cNvGrpSpPr/>
          <p:nvPr/>
        </p:nvGrpSpPr>
        <p:grpSpPr>
          <a:xfrm>
            <a:off x="10139938" y="5006304"/>
            <a:ext cx="1606585" cy="1485109"/>
            <a:chOff x="9452164" y="3184556"/>
            <a:chExt cx="2475163" cy="2131186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BB155D59-C8D9-1CAE-24C1-54E49C029EC7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1C0E0706-0E37-4272-24CE-164F3162B634}"/>
                </a:ext>
              </a:extLst>
            </p:cNvPr>
            <p:cNvSpPr/>
            <p:nvPr/>
          </p:nvSpPr>
          <p:spPr>
            <a:xfrm>
              <a:off x="9452164" y="3184556"/>
              <a:ext cx="161425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출력</a:t>
              </a:r>
              <a:endParaRPr lang="ko-KR" altLang="en-US" sz="12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BB15279-1CC4-4615-6832-B49C47934384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8F806C6-130F-26B5-DE5E-2B8A528DCCBF}"/>
              </a:ext>
            </a:extLst>
          </p:cNvPr>
          <p:cNvSpPr/>
          <p:nvPr/>
        </p:nvSpPr>
        <p:spPr>
          <a:xfrm>
            <a:off x="6636289" y="2574828"/>
            <a:ext cx="4950570" cy="1885430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E789EC82-7368-B06D-5A70-887AA3FA470B}"/>
              </a:ext>
            </a:extLst>
          </p:cNvPr>
          <p:cNvGrpSpPr/>
          <p:nvPr/>
        </p:nvGrpSpPr>
        <p:grpSpPr>
          <a:xfrm>
            <a:off x="6678876" y="2660333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33C602CC-E957-6B6B-02A1-0A54923A1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85C567D1-90AD-F93C-BDB3-D78B9C380D5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318FF6C0-BB28-9CE7-E7B5-93C1BE9004DE}"/>
              </a:ext>
            </a:extLst>
          </p:cNvPr>
          <p:cNvSpPr/>
          <p:nvPr/>
        </p:nvSpPr>
        <p:spPr>
          <a:xfrm>
            <a:off x="6772559" y="310185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C97B2F04-0D32-C4CE-DD1A-00F73C663CD5}"/>
              </a:ext>
            </a:extLst>
          </p:cNvPr>
          <p:cNvSpPr/>
          <p:nvPr/>
        </p:nvSpPr>
        <p:spPr>
          <a:xfrm>
            <a:off x="8130599" y="3081093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기록 시스템</a:t>
            </a:r>
            <a:endParaRPr lang="en-US" altLang="ko-KR" sz="1000" dirty="0"/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CF51AD97-481B-C626-2A55-DCA039E27A57}"/>
              </a:ext>
            </a:extLst>
          </p:cNvPr>
          <p:cNvSpPr/>
          <p:nvPr/>
        </p:nvSpPr>
        <p:spPr>
          <a:xfrm>
            <a:off x="9818487" y="3088501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13354392-1DB7-3C42-DCB8-86C9A1D21588}"/>
              </a:ext>
            </a:extLst>
          </p:cNvPr>
          <p:cNvSpPr/>
          <p:nvPr/>
        </p:nvSpPr>
        <p:spPr>
          <a:xfrm>
            <a:off x="5766691" y="2583442"/>
            <a:ext cx="362163" cy="2079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92F8BC9-5386-D154-95C0-97B27DC9244C}"/>
              </a:ext>
            </a:extLst>
          </p:cNvPr>
          <p:cNvGrpSpPr/>
          <p:nvPr/>
        </p:nvGrpSpPr>
        <p:grpSpPr>
          <a:xfrm>
            <a:off x="9133561" y="1255515"/>
            <a:ext cx="1308643" cy="95530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F6A760E-952E-C7B2-4AB1-46A4998EBD4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6035955-F3B9-8EF2-FD92-C1B343F74B3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F0BA2200-013E-90D2-14DA-57C2CC6F6BFC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56842F80-EAA1-6117-06F6-E46DD7FD8D15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033FE40-895F-845A-790B-19361382DC2E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209B8716-9E8D-2EAF-643A-C3988A73F8B4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064FB4C3-0784-FAD3-B040-85A4CA4D0735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84C9B701-0B94-2DF6-0682-338014FEF9EF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49D090FC-474F-00DB-58E4-3FBC4A8283F7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0B8AC133-66BF-F3B5-A353-D65D014885AB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85845D9E-9244-3AAE-413D-59EBB27A27F2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CA5AAF91-3992-BB70-4FC9-D293D1F3527E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4E59459A-BF40-3326-CCA2-C46DCCCE8A3C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CCF57524-0716-E034-FEE4-3F2E87A75B0D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FB3916C7-2B98-BB31-6D03-D24F29990287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36BEAC1A-86D1-7D6B-B3E0-062AEDEF08FB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CE07F614-5966-A477-98C7-C326EE7E11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4F6ADFC2-5CB8-10ED-CE9D-0A2E19EAE8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E3298094-E57C-5631-9EB7-BFBF7A3163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64AED391-B3F7-C6EE-EF40-3ADB48E4122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E61F38F0-34C2-C7E2-C32E-8F115487F65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BD4D4892-D93F-FDBC-A4F6-201D3991B188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FEE60894-0D94-3F31-89F9-2BF9879F123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177993F7-131D-1C19-AF72-34314CED9D14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82FCE860-18B9-BD16-7687-6B0668B0FB87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0DE3F739-6DCE-A734-8920-F309B89E2FEB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8A581293-47C5-68B1-5C56-7F7CE9D4CB0B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70134E-602D-0562-DD91-DF56A7F249D7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BF9B49E-DF41-B8E6-DD49-56C7ACDB56DD}"/>
              </a:ext>
            </a:extLst>
          </p:cNvPr>
          <p:cNvGrpSpPr/>
          <p:nvPr/>
        </p:nvGrpSpPr>
        <p:grpSpPr>
          <a:xfrm>
            <a:off x="10405300" y="1272532"/>
            <a:ext cx="1525175" cy="999873"/>
            <a:chOff x="2438097" y="1177547"/>
            <a:chExt cx="1525175" cy="999873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C2FAFF8-0C46-3B20-A580-9DF6F3CB62AC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BE6BD894-EC77-951E-B7C3-8B0913206202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20D9517-F4C2-ED3C-D2D7-EF0C3A13ED9E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9BA3B751-054C-0FC6-5304-B7CF001CE21E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743BCE7B-C106-E201-5208-B20C3545F3AA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677DD328-9363-7B02-BB87-B1B216B50A2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7491B88-4152-C987-C46C-932AAC5B4FA8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ADEC6D8A-F480-A425-13BD-84498940DC98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C4BC8F27-BD2F-0F21-F269-47C096DFE2C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FA22B76A-F564-0659-5778-9C348C7F6004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436A48CF-4573-A56E-07D2-2344405C3873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A4A9855F-5581-A7C2-43BD-4377E37C17B1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E7BE733A-5C95-298A-B234-9785F5780D91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9C5EAEB5-FC7D-E392-E848-80FB619F4152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2C2744A-B94E-B011-DD7F-3B7B0666AE2D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5562E7B9-0133-CFA8-4556-42B42DE19084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B33568C3-6279-BF13-65D2-D1E466A34152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213081-5669-82E1-98A2-18C63FAB6282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C709F466-D8B2-C37B-86FF-CE481833F531}"/>
              </a:ext>
            </a:extLst>
          </p:cNvPr>
          <p:cNvSpPr/>
          <p:nvPr/>
        </p:nvSpPr>
        <p:spPr>
          <a:xfrm>
            <a:off x="7989543" y="5501591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57E54066-F25F-8F44-B243-9915D7E74FBC}"/>
              </a:ext>
            </a:extLst>
          </p:cNvPr>
          <p:cNvSpPr/>
          <p:nvPr/>
        </p:nvSpPr>
        <p:spPr>
          <a:xfrm>
            <a:off x="9772123" y="5538693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4CF451ED-59FD-CE36-736B-3684FB39BBE1}"/>
              </a:ext>
            </a:extLst>
          </p:cNvPr>
          <p:cNvGrpSpPr/>
          <p:nvPr/>
        </p:nvGrpSpPr>
        <p:grpSpPr>
          <a:xfrm>
            <a:off x="866677" y="5598359"/>
            <a:ext cx="2453484" cy="1170835"/>
            <a:chOff x="983719" y="5744659"/>
            <a:chExt cx="2453484" cy="117083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D0D2A4F-88C3-6031-88D7-BA2E847ADAD4}"/>
                </a:ext>
              </a:extLst>
            </p:cNvPr>
            <p:cNvGrpSpPr/>
            <p:nvPr/>
          </p:nvGrpSpPr>
          <p:grpSpPr>
            <a:xfrm>
              <a:off x="1652753" y="5744659"/>
              <a:ext cx="1115416" cy="689120"/>
              <a:chOff x="1299418" y="1152609"/>
              <a:chExt cx="1544859" cy="1004487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39913B39-CAA0-FD10-7973-E9ADAEE0573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67B848A8-E8E3-6A00-922F-169C8AA0CB6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8890CC6B-24D0-297B-0EEE-6747EAD5CBE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CC371BB4-8BF7-8AF8-CCEF-295F16C181F6}"/>
                    </a:ext>
                  </a:extLst>
                </p:cNvPr>
                <p:cNvCxnSpPr>
                  <a:cxnSpLocks/>
                  <a:endCxn id="62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ECA401A7-1D14-DE61-DC79-2FAB05BEF7EE}"/>
                    </a:ext>
                  </a:extLst>
                </p:cNvPr>
                <p:cNvCxnSpPr>
                  <a:cxnSpLocks/>
                  <a:stCxn id="63" idx="2"/>
                  <a:endCxn id="62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FEA5AAE6-754C-2BC4-6AC8-D471C35B21A4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36BB4384-91BF-DF0D-808D-AD992E517EC9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600BF639-F80F-2A8E-0314-55246777DEEE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6B2BC91B-ADAF-D160-1CD6-EE0B049A053F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4B9E95E7-D789-B7E9-8298-8DF561342D4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E719E072-FD52-7FF6-A988-6DCD74170D97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02EFA400-8874-6D1C-F7A5-0503595878CE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B92FBBA6-980E-D7D8-5DA2-CF590D2010A8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55" name="사각형: 둥근 모서리 54">
                    <a:extLst>
                      <a:ext uri="{FF2B5EF4-FFF2-40B4-BE49-F238E27FC236}">
                        <a16:creationId xmlns:a16="http://schemas.microsoft.com/office/drawing/2014/main" id="{ED2F36A1-A068-56DA-A8CD-BF24325838CD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56" name="그룹 55">
                    <a:extLst>
                      <a:ext uri="{FF2B5EF4-FFF2-40B4-BE49-F238E27FC236}">
                        <a16:creationId xmlns:a16="http://schemas.microsoft.com/office/drawing/2014/main" id="{566E21C5-AE84-1DB1-617F-D48D2E5C184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58" name="타원 57">
                      <a:extLst>
                        <a:ext uri="{FF2B5EF4-FFF2-40B4-BE49-F238E27FC236}">
                          <a16:creationId xmlns:a16="http://schemas.microsoft.com/office/drawing/2014/main" id="{40624719-9064-DC5A-D63E-A57D0DE897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9" name="타원 58">
                      <a:extLst>
                        <a:ext uri="{FF2B5EF4-FFF2-40B4-BE49-F238E27FC236}">
                          <a16:creationId xmlns:a16="http://schemas.microsoft.com/office/drawing/2014/main" id="{D16D8D93-EEE9-AE4B-A488-8027BEEC8C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61" name="타원 60">
                      <a:extLst>
                        <a:ext uri="{FF2B5EF4-FFF2-40B4-BE49-F238E27FC236}">
                          <a16:creationId xmlns:a16="http://schemas.microsoft.com/office/drawing/2014/main" id="{25F0C2C6-AAC2-8310-F92D-E57C53E4D5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57" name="타원 56">
                    <a:extLst>
                      <a:ext uri="{FF2B5EF4-FFF2-40B4-BE49-F238E27FC236}">
                        <a16:creationId xmlns:a16="http://schemas.microsoft.com/office/drawing/2014/main" id="{E2D7DB22-911C-5EBC-B549-AF19C8218324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856DD502-5228-2F07-3750-A6648E3E1AE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440E1E6D-EF81-14BF-40FF-B124BAD945F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5D97799E-C265-5406-EB0C-84090F7AF95E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868F9A29-4858-A33D-D656-F141FB3CCDE2}"/>
                    </a:ext>
                  </a:extLst>
                </p:cNvPr>
                <p:cNvCxnSpPr>
                  <a:cxnSpLocks/>
                  <a:endCxn id="4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DCA51D6C-6888-98A3-08B9-2871692EC640}"/>
                    </a:ext>
                  </a:extLst>
                </p:cNvPr>
                <p:cNvCxnSpPr>
                  <a:cxnSpLocks/>
                  <a:stCxn id="44" idx="7"/>
                  <a:endCxn id="4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6269C2B2-B903-6F3C-C099-89EE98CE8C13}"/>
                    </a:ext>
                  </a:extLst>
                </p:cNvPr>
                <p:cNvCxnSpPr>
                  <a:cxnSpLocks/>
                  <a:stCxn id="47" idx="1"/>
                  <a:endCxn id="4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84BDA599-7392-A107-2973-CB5020B82D61}"/>
                    </a:ext>
                  </a:extLst>
                </p:cNvPr>
                <p:cNvCxnSpPr>
                  <a:cxnSpLocks/>
                  <a:stCxn id="48" idx="7"/>
                  <a:endCxn id="4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8FCFF38-ACB5-DF5A-C586-439534CC61C1}"/>
                </a:ext>
              </a:extLst>
            </p:cNvPr>
            <p:cNvSpPr txBox="1"/>
            <p:nvPr/>
          </p:nvSpPr>
          <p:spPr>
            <a:xfrm>
              <a:off x="983719" y="6515384"/>
              <a:ext cx="245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엔드 아이템 리스트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이미 조립됨 여부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E4704E47-347D-43C4-1B80-4AB5E6319DFA}"/>
              </a:ext>
            </a:extLst>
          </p:cNvPr>
          <p:cNvGrpSpPr/>
          <p:nvPr/>
        </p:nvGrpSpPr>
        <p:grpSpPr>
          <a:xfrm>
            <a:off x="3574172" y="5656196"/>
            <a:ext cx="1525175" cy="1112998"/>
            <a:chOff x="3237674" y="5802496"/>
            <a:chExt cx="1525175" cy="1112998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61988A46-122B-06BB-5DF1-156FA632DC65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9C91A7C7-A578-3886-7FDB-6A3F4017D0A5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819EB86C-9339-0CBC-7B7D-03C5048B094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FA65DFE1-3345-7205-77C4-475E01DF0E8B}"/>
                  </a:ext>
                </a:extLst>
              </p:cNvPr>
              <p:cNvCxnSpPr>
                <a:cxnSpLocks/>
                <a:stCxn id="84" idx="2"/>
                <a:endCxn id="75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44686D4A-4A5C-092F-0A76-9717FF253515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F7C57E27-243C-E239-2D1A-FD334D0EFED7}"/>
                  </a:ext>
                </a:extLst>
              </p:cNvPr>
              <p:cNvCxnSpPr>
                <a:cxnSpLocks/>
                <a:stCxn id="81" idx="1"/>
                <a:endCxn id="77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B98AA4A5-1EF7-5173-1402-36C6CB19CEC3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8AD4A42D-6CD0-3222-8F1C-9193F19A3698}"/>
                  </a:ext>
                </a:extLst>
              </p:cNvPr>
              <p:cNvCxnSpPr>
                <a:cxnSpLocks/>
                <a:stCxn id="85" idx="6"/>
                <a:endCxn id="79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9C3FA1F2-91E9-6822-6154-2FD3D139E9E8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499EED1F-B889-C373-1633-F0D589B6B823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3F0C707B-3A2A-E739-D190-0D18E0C358A0}"/>
                  </a:ext>
                </a:extLst>
              </p:cNvPr>
              <p:cNvCxnSpPr>
                <a:cxnSpLocks/>
                <a:stCxn id="82" idx="3"/>
                <a:endCxn id="75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DE16976D-9307-33B9-90C2-6F1271DE03B8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575EF447-471E-AEBC-45AB-E4D7A2F9125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743873DF-393E-8D36-D585-B32715B436E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D11103C2-6504-2740-D3AD-D9306EC2B6B3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261EAF7D-AE75-37EB-3C98-81D394842239}"/>
                  </a:ext>
                </a:extLst>
              </p:cNvPr>
              <p:cNvCxnSpPr>
                <a:cxnSpLocks/>
                <a:stCxn id="87" idx="4"/>
                <a:endCxn id="86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D74AA640-76E2-6C0A-E21E-BDD0B21D9382}"/>
                  </a:ext>
                </a:extLst>
              </p:cNvPr>
              <p:cNvCxnSpPr>
                <a:cxnSpLocks/>
                <a:stCxn id="81" idx="2"/>
                <a:endCxn id="82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2A58C65-B87F-35FA-89EE-94AADB874E51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125" name="화살표: 아래쪽 124">
            <a:extLst>
              <a:ext uri="{FF2B5EF4-FFF2-40B4-BE49-F238E27FC236}">
                <a16:creationId xmlns:a16="http://schemas.microsoft.com/office/drawing/2014/main" id="{BFB1A6C5-11C2-A922-2C19-D2FBE8A235EF}"/>
              </a:ext>
            </a:extLst>
          </p:cNvPr>
          <p:cNvSpPr/>
          <p:nvPr/>
        </p:nvSpPr>
        <p:spPr>
          <a:xfrm>
            <a:off x="7245049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pic>
        <p:nvPicPr>
          <p:cNvPr id="133" name="그래픽 132" descr="데이터베이스 단색으로 채워진">
            <a:extLst>
              <a:ext uri="{FF2B5EF4-FFF2-40B4-BE49-F238E27FC236}">
                <a16:creationId xmlns:a16="http://schemas.microsoft.com/office/drawing/2014/main" id="{49BA483E-0C14-7D51-741B-405D473E00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293" y="1367718"/>
            <a:ext cx="648000" cy="696546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F896E70A-51C7-D1F0-3C8D-170E8072A3B0}"/>
              </a:ext>
            </a:extLst>
          </p:cNvPr>
          <p:cNvSpPr txBox="1"/>
          <p:nvPr/>
        </p:nvSpPr>
        <p:spPr>
          <a:xfrm>
            <a:off x="6288088" y="2058912"/>
            <a:ext cx="143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부품 특성 정보 데이터</a:t>
            </a:r>
          </a:p>
        </p:txBody>
      </p:sp>
      <p:pic>
        <p:nvPicPr>
          <p:cNvPr id="144" name="그래픽 143" descr="데이터베이스 단색으로 채워진">
            <a:extLst>
              <a:ext uri="{FF2B5EF4-FFF2-40B4-BE49-F238E27FC236}">
                <a16:creationId xmlns:a16="http://schemas.microsoft.com/office/drawing/2014/main" id="{2E0D883F-B103-89C3-C644-BF20818237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9678" y="1361301"/>
            <a:ext cx="648000" cy="696546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CA4B1BCC-9D9C-258D-667B-E2361B5547CC}"/>
              </a:ext>
            </a:extLst>
          </p:cNvPr>
          <p:cNvSpPr txBox="1"/>
          <p:nvPr/>
        </p:nvSpPr>
        <p:spPr>
          <a:xfrm>
            <a:off x="7651968" y="2054829"/>
            <a:ext cx="152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조립 관계 정보 데이터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6BAA71B-C5BC-70DA-44BF-64F7BD104342}"/>
              </a:ext>
            </a:extLst>
          </p:cNvPr>
          <p:cNvGrpSpPr/>
          <p:nvPr/>
        </p:nvGrpSpPr>
        <p:grpSpPr>
          <a:xfrm>
            <a:off x="556781" y="1397673"/>
            <a:ext cx="4862271" cy="3948156"/>
            <a:chOff x="242952" y="1141171"/>
            <a:chExt cx="4862271" cy="3948156"/>
          </a:xfrm>
        </p:grpSpPr>
        <p:cxnSp>
          <p:nvCxnSpPr>
            <p:cNvPr id="270" name="직선 화살표 연결선 269">
              <a:extLst>
                <a:ext uri="{FF2B5EF4-FFF2-40B4-BE49-F238E27FC236}">
                  <a16:creationId xmlns:a16="http://schemas.microsoft.com/office/drawing/2014/main" id="{2A1C621A-A679-686B-EC00-3830270320E5}"/>
                </a:ext>
              </a:extLst>
            </p:cNvPr>
            <p:cNvCxnSpPr>
              <a:cxnSpLocks/>
            </p:cNvCxnSpPr>
            <p:nvPr/>
          </p:nvCxnSpPr>
          <p:spPr>
            <a:xfrm>
              <a:off x="3607834" y="1805162"/>
              <a:ext cx="550879" cy="50033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화살표 연결선 268">
              <a:extLst>
                <a:ext uri="{FF2B5EF4-FFF2-40B4-BE49-F238E27FC236}">
                  <a16:creationId xmlns:a16="http://schemas.microsoft.com/office/drawing/2014/main" id="{CD89D2B8-A2F9-288A-9095-1AF6D21B29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7509" y="2752227"/>
              <a:ext cx="607270" cy="58163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화살표 연결선 272">
              <a:extLst>
                <a:ext uri="{FF2B5EF4-FFF2-40B4-BE49-F238E27FC236}">
                  <a16:creationId xmlns:a16="http://schemas.microsoft.com/office/drawing/2014/main" id="{BC722343-0ADE-CDE6-48AD-DF2D544A50A5}"/>
                </a:ext>
              </a:extLst>
            </p:cNvPr>
            <p:cNvCxnSpPr>
              <a:cxnSpLocks/>
            </p:cNvCxnSpPr>
            <p:nvPr/>
          </p:nvCxnSpPr>
          <p:spPr>
            <a:xfrm>
              <a:off x="2345674" y="2291190"/>
              <a:ext cx="1769840" cy="24136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51DCB257-AEEA-E45E-FB05-91260A374496}"/>
                </a:ext>
              </a:extLst>
            </p:cNvPr>
            <p:cNvSpPr/>
            <p:nvPr/>
          </p:nvSpPr>
          <p:spPr>
            <a:xfrm>
              <a:off x="242952" y="3333864"/>
              <a:ext cx="3320054" cy="1575662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51A9A663-E421-C285-825A-C3FB350D0A12}"/>
                </a:ext>
              </a:extLst>
            </p:cNvPr>
            <p:cNvSpPr/>
            <p:nvPr/>
          </p:nvSpPr>
          <p:spPr>
            <a:xfrm>
              <a:off x="2489789" y="1141171"/>
              <a:ext cx="1043027" cy="1941745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8" name="사각형: 둥근 모서리 227">
              <a:extLst>
                <a:ext uri="{FF2B5EF4-FFF2-40B4-BE49-F238E27FC236}">
                  <a16:creationId xmlns:a16="http://schemas.microsoft.com/office/drawing/2014/main" id="{FDADF5EA-8266-3D2B-8A16-E1CDD39C7E3B}"/>
                </a:ext>
              </a:extLst>
            </p:cNvPr>
            <p:cNvSpPr/>
            <p:nvPr/>
          </p:nvSpPr>
          <p:spPr>
            <a:xfrm>
              <a:off x="244709" y="1141171"/>
              <a:ext cx="2055792" cy="1941745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B82EB3B4-560F-C955-86CD-F98D2BA04181}"/>
                </a:ext>
              </a:extLst>
            </p:cNvPr>
            <p:cNvGrpSpPr/>
            <p:nvPr/>
          </p:nvGrpSpPr>
          <p:grpSpPr>
            <a:xfrm>
              <a:off x="4057437" y="3504445"/>
              <a:ext cx="1047786" cy="1264552"/>
              <a:chOff x="7917849" y="1193508"/>
              <a:chExt cx="1067656" cy="1198726"/>
            </a:xfrm>
          </p:grpSpPr>
          <p:pic>
            <p:nvPicPr>
              <p:cNvPr id="36" name="그래픽 35" descr="데이터베이스 단색으로 채워진">
                <a:extLst>
                  <a:ext uri="{FF2B5EF4-FFF2-40B4-BE49-F238E27FC236}">
                    <a16:creationId xmlns:a16="http://schemas.microsoft.com/office/drawing/2014/main" id="{07B9103C-9EBE-6B63-AC26-A747C9C0D1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0B6470-8C69-10F7-8BA9-1952C4812CB2}"/>
                  </a:ext>
                </a:extLst>
              </p:cNvPr>
              <p:cNvSpPr txBox="1"/>
              <p:nvPr/>
            </p:nvSpPr>
            <p:spPr>
              <a:xfrm>
                <a:off x="7917849" y="2012952"/>
                <a:ext cx="1067656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조립 관계 정보 </a:t>
                </a:r>
                <a:endParaRPr lang="en-US" altLang="ko-KR" sz="1000" dirty="0"/>
              </a:p>
              <a:p>
                <a:pPr algn="ctr"/>
                <a:r>
                  <a:rPr lang="ko-KR" altLang="en-US" sz="1000" dirty="0"/>
                  <a:t>데이터</a:t>
                </a: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2E2BC443-6C24-805B-DD74-9B99BBA63020}"/>
                </a:ext>
              </a:extLst>
            </p:cNvPr>
            <p:cNvGrpSpPr/>
            <p:nvPr/>
          </p:nvGrpSpPr>
          <p:grpSpPr>
            <a:xfrm>
              <a:off x="4031990" y="2096158"/>
              <a:ext cx="1070854" cy="1270661"/>
              <a:chOff x="7903782" y="1193508"/>
              <a:chExt cx="1091161" cy="1204517"/>
            </a:xfrm>
          </p:grpSpPr>
          <p:pic>
            <p:nvPicPr>
              <p:cNvPr id="120" name="그래픽 119" descr="데이터베이스 단색으로 채워진">
                <a:extLst>
                  <a:ext uri="{FF2B5EF4-FFF2-40B4-BE49-F238E27FC236}">
                    <a16:creationId xmlns:a16="http://schemas.microsoft.com/office/drawing/2014/main" id="{7B2D97A5-05DB-EDB4-6412-C2BED6A305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92163" y="119350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B744307-EE4B-D7D8-0C9C-16D863C1E0EB}"/>
                  </a:ext>
                </a:extLst>
              </p:cNvPr>
              <p:cNvSpPr txBox="1"/>
              <p:nvPr/>
            </p:nvSpPr>
            <p:spPr>
              <a:xfrm>
                <a:off x="7903782" y="2018743"/>
                <a:ext cx="1091161" cy="379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부품 특성 정보 데이터</a:t>
                </a:r>
              </a:p>
            </p:txBody>
          </p:sp>
        </p:grpSp>
        <p:pic>
          <p:nvPicPr>
            <p:cNvPr id="174" name="그림 173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05F5D1F-CECF-0463-0AB1-5D9A7F8DB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027" y="3734734"/>
              <a:ext cx="1881704" cy="1354593"/>
            </a:xfrm>
            <a:prstGeom prst="rect">
              <a:avLst/>
            </a:prstGeom>
          </p:spPr>
        </p:pic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4530394-72EA-9075-A657-C3554D875543}"/>
                </a:ext>
              </a:extLst>
            </p:cNvPr>
            <p:cNvSpPr/>
            <p:nvPr/>
          </p:nvSpPr>
          <p:spPr>
            <a:xfrm>
              <a:off x="1507852" y="3800019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</a:rPr>
                <a:t>나사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M6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1A40A2E3-A9B9-0AFE-4E2E-BFA5E0AA4BF7}"/>
                </a:ext>
              </a:extLst>
            </p:cNvPr>
            <p:cNvSpPr/>
            <p:nvPr/>
          </p:nvSpPr>
          <p:spPr>
            <a:xfrm>
              <a:off x="2573175" y="3978765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30FFD39-F22F-E957-129E-6D4597E3837E}"/>
                </a:ext>
              </a:extLst>
            </p:cNvPr>
            <p:cNvSpPr/>
            <p:nvPr/>
          </p:nvSpPr>
          <p:spPr>
            <a:xfrm>
              <a:off x="1213345" y="4232328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34662278-7232-B1C6-C0FE-630F178EC63C}"/>
                </a:ext>
              </a:extLst>
            </p:cNvPr>
            <p:cNvSpPr/>
            <p:nvPr/>
          </p:nvSpPr>
          <p:spPr>
            <a:xfrm>
              <a:off x="1111660" y="4538323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B467D13-7FA7-3CC6-429D-94D76B1696F4}"/>
                </a:ext>
              </a:extLst>
            </p:cNvPr>
            <p:cNvSpPr/>
            <p:nvPr/>
          </p:nvSpPr>
          <p:spPr>
            <a:xfrm>
              <a:off x="429119" y="3557934"/>
              <a:ext cx="709562" cy="27389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</a:rPr>
                <a:t>나사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M6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25793C5D-900B-512B-DA06-9F99AFBB96F2}"/>
                </a:ext>
              </a:extLst>
            </p:cNvPr>
            <p:cNvCxnSpPr>
              <a:cxnSpLocks/>
              <a:stCxn id="176" idx="4"/>
              <a:endCxn id="174" idx="3"/>
            </p:cNvCxnSpPr>
            <p:nvPr/>
          </p:nvCxnSpPr>
          <p:spPr>
            <a:xfrm flipH="1">
              <a:off x="2613731" y="4267134"/>
              <a:ext cx="413206" cy="1448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37268C44-F2CF-F057-9C85-F98E228F6BF9}"/>
                </a:ext>
              </a:extLst>
            </p:cNvPr>
            <p:cNvCxnSpPr>
              <a:cxnSpLocks/>
              <a:stCxn id="175" idx="4"/>
              <a:endCxn id="177" idx="0"/>
            </p:cNvCxnSpPr>
            <p:nvPr/>
          </p:nvCxnSpPr>
          <p:spPr>
            <a:xfrm flipH="1">
              <a:off x="1294543" y="4073913"/>
              <a:ext cx="568090" cy="15841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직선 화살표 연결선 181">
              <a:extLst>
                <a:ext uri="{FF2B5EF4-FFF2-40B4-BE49-F238E27FC236}">
                  <a16:creationId xmlns:a16="http://schemas.microsoft.com/office/drawing/2014/main" id="{8B75E997-5F38-CFBD-20B4-6816499FB36D}"/>
                </a:ext>
              </a:extLst>
            </p:cNvPr>
            <p:cNvCxnSpPr>
              <a:cxnSpLocks/>
              <a:stCxn id="179" idx="5"/>
              <a:endCxn id="178" idx="1"/>
            </p:cNvCxnSpPr>
            <p:nvPr/>
          </p:nvCxnSpPr>
          <p:spPr>
            <a:xfrm>
              <a:off x="1034768" y="3791717"/>
              <a:ext cx="100674" cy="76478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83" name="그림 182" descr="가방, 액세서리, 수하물 및 가방, 핸드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900F164-21C3-3AB8-77D6-30336DA37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5862" b="95172" l="9735" r="89381">
                          <a14:foregroundMark x1="16372" y1="89310" x2="59735" y2="88621"/>
                          <a14:foregroundMark x1="16814" y1="87586" x2="17699" y2="95517"/>
                          <a14:foregroundMark x1="37611" y1="46897" x2="36726" y2="43793"/>
                          <a14:foregroundMark x1="43363" y1="43793" x2="37168" y2="48276"/>
                          <a14:foregroundMark x1="39823" y1="43793" x2="35398" y2="47586"/>
                          <a14:foregroundMark x1="30973" y1="9655" x2="37168" y2="5862"/>
                          <a14:foregroundMark x1="42035" y1="5862" x2="68584" y2="7586"/>
                          <a14:foregroundMark x1="89381" y1="23793" x2="87611" y2="28966"/>
                          <a14:foregroundMark x1="43363" y1="11379" x2="76106" y2="22414"/>
                          <a14:foregroundMark x1="74336" y1="18276" x2="35841" y2="27241"/>
                          <a14:foregroundMark x1="36283" y1="13448" x2="67699" y2="23103"/>
                          <a14:foregroundMark x1="80088" y1="25172" x2="31416" y2="28276"/>
                          <a14:foregroundMark x1="31416" y1="28276" x2="78761" y2="25172"/>
                          <a14:foregroundMark x1="78761" y1="25172" x2="31858" y2="21724"/>
                          <a14:foregroundMark x1="31858" y1="21724" x2="72566" y2="13103"/>
                          <a14:foregroundMark x1="67699" y1="12069" x2="67257" y2="12414"/>
                          <a14:foregroundMark x1="65929" y1="13448" x2="46460" y2="14138"/>
                          <a14:foregroundMark x1="44690" y1="16207" x2="43805" y2="14483"/>
                          <a14:foregroundMark x1="41150" y1="16897" x2="37611" y2="1793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0244" y="1209894"/>
              <a:ext cx="1030922" cy="1322865"/>
            </a:xfrm>
            <a:prstGeom prst="rect">
              <a:avLst/>
            </a:prstGeom>
          </p:spPr>
        </p:pic>
        <p:pic>
          <p:nvPicPr>
            <p:cNvPr id="185" name="그림 184">
              <a:extLst>
                <a:ext uri="{FF2B5EF4-FFF2-40B4-BE49-F238E27FC236}">
                  <a16:creationId xmlns:a16="http://schemas.microsoft.com/office/drawing/2014/main" id="{690BF4F1-E078-0190-9948-07A30D731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5761" b="99114" l="2134" r="96692">
                          <a14:foregroundMark x1="3949" y1="23338" x2="10352" y2="26145"/>
                          <a14:foregroundMark x1="10352" y1="26145" x2="10139" y2="26588"/>
                          <a14:foregroundMark x1="29456" y1="9453" x2="41622" y2="5318"/>
                          <a14:foregroundMark x1="41622" y1="5318" x2="35432" y2="10487"/>
                          <a14:foregroundMark x1="35432" y1="10487" x2="30950" y2="9453"/>
                          <a14:foregroundMark x1="40448" y1="4284" x2="47385" y2="3545"/>
                          <a14:foregroundMark x1="47385" y1="3545" x2="57204" y2="5908"/>
                          <a14:foregroundMark x1="57204" y1="5908" x2="61259" y2="10931"/>
                          <a14:foregroundMark x1="88367" y1="33235" x2="92529" y2="40030"/>
                          <a14:foregroundMark x1="92529" y1="40030" x2="94450" y2="52142"/>
                          <a14:foregroundMark x1="94450" y1="52142" x2="91249" y2="64106"/>
                          <a14:foregroundMark x1="91249" y1="64106" x2="86766" y2="71344"/>
                          <a14:foregroundMark x1="86766" y1="71344" x2="86980" y2="71787"/>
                          <a14:foregroundMark x1="94664" y1="41359" x2="93810" y2="53176"/>
                          <a14:foregroundMark x1="59232" y1="88626" x2="71291" y2="93501"/>
                          <a14:foregroundMark x1="71291" y1="93501" x2="72892" y2="92024"/>
                          <a14:foregroundMark x1="71825" y1="94535" x2="66702" y2="99261"/>
                          <a14:foregroundMark x1="38847" y1="76366" x2="39488" y2="79173"/>
                          <a14:foregroundMark x1="3735" y1="24077" x2="2668" y2="27326"/>
                          <a14:foregroundMark x1="2241" y1="27326" x2="3308" y2="25849"/>
                          <a14:foregroundMark x1="5550" y1="22304" x2="7257" y2="19498"/>
                          <a14:foregroundMark x1="73319" y1="16544" x2="77695" y2="22304"/>
                          <a14:foregroundMark x1="77695" y1="22304" x2="78869" y2="23043"/>
                          <a14:foregroundMark x1="96265" y1="44609" x2="96692" y2="54948"/>
                          <a14:foregroundMark x1="96692" y1="54948" x2="92850" y2="66765"/>
                        </a14:backgroundRemoval>
                      </a14:imgEffect>
                    </a14:imgLayer>
                  </a14:imgProps>
                </a:ext>
              </a:extLst>
            </a:blip>
            <a:srcRect t="11721" r="75466" b="40201"/>
            <a:stretch>
              <a:fillRect/>
            </a:stretch>
          </p:blipFill>
          <p:spPr>
            <a:xfrm>
              <a:off x="2558479" y="1448435"/>
              <a:ext cx="889864" cy="1259949"/>
            </a:xfrm>
            <a:prstGeom prst="rect">
              <a:avLst/>
            </a:prstGeom>
          </p:spPr>
        </p:pic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9CF5A378-1B09-F1A7-ACD8-DF1901A5D9FB}"/>
                </a:ext>
              </a:extLst>
            </p:cNvPr>
            <p:cNvSpPr/>
            <p:nvPr/>
          </p:nvSpPr>
          <p:spPr>
            <a:xfrm>
              <a:off x="2590775" y="2514417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 err="1">
                  <a:latin typeface="+mj-ea"/>
                </a:rPr>
                <a:t>나사탭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7193DB33-CED3-20B1-05E4-EB03A5F97374}"/>
                </a:ext>
              </a:extLst>
            </p:cNvPr>
            <p:cNvSpPr/>
            <p:nvPr/>
          </p:nvSpPr>
          <p:spPr>
            <a:xfrm>
              <a:off x="3015612" y="203179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1C044E89-8C1B-E38B-98AD-57878733BEDF}"/>
                </a:ext>
              </a:extLst>
            </p:cNvPr>
            <p:cNvCxnSpPr>
              <a:cxnSpLocks/>
              <a:stCxn id="187" idx="0"/>
              <a:endCxn id="195" idx="3"/>
            </p:cNvCxnSpPr>
            <p:nvPr/>
          </p:nvCxnSpPr>
          <p:spPr>
            <a:xfrm flipV="1">
              <a:off x="2950026" y="2137723"/>
              <a:ext cx="89368" cy="37669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79A76484-B7E5-6F43-5909-0DAC94A3A331}"/>
                </a:ext>
              </a:extLst>
            </p:cNvPr>
            <p:cNvSpPr/>
            <p:nvPr/>
          </p:nvSpPr>
          <p:spPr>
            <a:xfrm>
              <a:off x="309437" y="2631165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71F5C6E9-4209-F147-00AD-A91D0508B0CB}"/>
                </a:ext>
              </a:extLst>
            </p:cNvPr>
            <p:cNvSpPr/>
            <p:nvPr/>
          </p:nvSpPr>
          <p:spPr>
            <a:xfrm>
              <a:off x="1063201" y="1984524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0F0C9093-93C7-13F8-1404-11CCA68DDB65}"/>
                </a:ext>
              </a:extLst>
            </p:cNvPr>
            <p:cNvSpPr/>
            <p:nvPr/>
          </p:nvSpPr>
          <p:spPr>
            <a:xfrm>
              <a:off x="1071112" y="1861125"/>
              <a:ext cx="162396" cy="12410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77ED0C3D-E41C-9337-526A-16D2AECE5665}"/>
                </a:ext>
              </a:extLst>
            </p:cNvPr>
            <p:cNvSpPr/>
            <p:nvPr/>
          </p:nvSpPr>
          <p:spPr>
            <a:xfrm>
              <a:off x="1339185" y="2577798"/>
              <a:ext cx="874615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latin typeface="+mj-ea"/>
                </a:rPr>
                <a:t>나사구멍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</a:rPr>
                <a:t>Ø6mm</a:t>
              </a:r>
              <a:endParaRPr lang="ko-KR" altLang="en-US" sz="800" dirty="0">
                <a:latin typeface="+mj-ea"/>
              </a:endParaRPr>
            </a:p>
          </p:txBody>
        </p:sp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F27C2028-C3A6-2FEE-CE3C-2EEA43F7E8A6}"/>
                </a:ext>
              </a:extLst>
            </p:cNvPr>
            <p:cNvCxnSpPr>
              <a:cxnSpLocks/>
              <a:stCxn id="219" idx="0"/>
              <a:endCxn id="217" idx="5"/>
            </p:cNvCxnSpPr>
            <p:nvPr/>
          </p:nvCxnSpPr>
          <p:spPr>
            <a:xfrm flipH="1" flipV="1">
              <a:off x="1209726" y="1967054"/>
              <a:ext cx="566767" cy="61074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화살표 연결선 220">
              <a:extLst>
                <a:ext uri="{FF2B5EF4-FFF2-40B4-BE49-F238E27FC236}">
                  <a16:creationId xmlns:a16="http://schemas.microsoft.com/office/drawing/2014/main" id="{9DA4BDB9-41FF-B0AA-5797-3AD096DFBCDD}"/>
                </a:ext>
              </a:extLst>
            </p:cNvPr>
            <p:cNvCxnSpPr>
              <a:cxnSpLocks/>
              <a:stCxn id="200" idx="0"/>
              <a:endCxn id="216" idx="3"/>
            </p:cNvCxnSpPr>
            <p:nvPr/>
          </p:nvCxnSpPr>
          <p:spPr>
            <a:xfrm flipV="1">
              <a:off x="746745" y="2090453"/>
              <a:ext cx="340238" cy="54071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7977A8C8-D567-700B-E8FE-6F375367B151}"/>
                </a:ext>
              </a:extLst>
            </p:cNvPr>
            <p:cNvCxnSpPr>
              <a:stCxn id="200" idx="4"/>
              <a:endCxn id="179" idx="0"/>
            </p:cNvCxnSpPr>
            <p:nvPr/>
          </p:nvCxnSpPr>
          <p:spPr>
            <a:xfrm>
              <a:off x="746745" y="3053470"/>
              <a:ext cx="37155" cy="504464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06ED4122-2B62-50CF-1541-6B967E818D39}"/>
                </a:ext>
              </a:extLst>
            </p:cNvPr>
            <p:cNvCxnSpPr>
              <a:stCxn id="219" idx="4"/>
              <a:endCxn id="175" idx="0"/>
            </p:cNvCxnSpPr>
            <p:nvPr/>
          </p:nvCxnSpPr>
          <p:spPr>
            <a:xfrm>
              <a:off x="1776493" y="3000103"/>
              <a:ext cx="86140" cy="799916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02121805-BD85-0DF8-A47E-0928C40ADD3C}"/>
                </a:ext>
              </a:extLst>
            </p:cNvPr>
            <p:cNvCxnSpPr>
              <a:cxnSpLocks/>
              <a:stCxn id="187" idx="4"/>
              <a:endCxn id="176" idx="0"/>
            </p:cNvCxnSpPr>
            <p:nvPr/>
          </p:nvCxnSpPr>
          <p:spPr>
            <a:xfrm>
              <a:off x="2950026" y="2936722"/>
              <a:ext cx="76911" cy="1042043"/>
            </a:xfrm>
            <a:prstGeom prst="line">
              <a:avLst/>
            </a:prstGeom>
            <a:ln w="38100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화살표 연결선 239">
              <a:extLst>
                <a:ext uri="{FF2B5EF4-FFF2-40B4-BE49-F238E27FC236}">
                  <a16:creationId xmlns:a16="http://schemas.microsoft.com/office/drawing/2014/main" id="{FFB828EF-AA4F-3935-0DEE-53E6DB9BB5AA}"/>
                </a:ext>
              </a:extLst>
            </p:cNvPr>
            <p:cNvCxnSpPr>
              <a:cxnSpLocks/>
            </p:cNvCxnSpPr>
            <p:nvPr/>
          </p:nvCxnSpPr>
          <p:spPr>
            <a:xfrm>
              <a:off x="2977933" y="3208903"/>
              <a:ext cx="1159109" cy="59108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직선 화살표 연결선 240">
              <a:extLst>
                <a:ext uri="{FF2B5EF4-FFF2-40B4-BE49-F238E27FC236}">
                  <a16:creationId xmlns:a16="http://schemas.microsoft.com/office/drawing/2014/main" id="{8BA49632-56E2-1B21-A31C-BDCE3D6BEDCE}"/>
                </a:ext>
              </a:extLst>
            </p:cNvPr>
            <p:cNvCxnSpPr>
              <a:cxnSpLocks/>
            </p:cNvCxnSpPr>
            <p:nvPr/>
          </p:nvCxnSpPr>
          <p:spPr>
            <a:xfrm>
              <a:off x="1805274" y="3280087"/>
              <a:ext cx="2331768" cy="660523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화살표 연결선 243">
              <a:extLst>
                <a:ext uri="{FF2B5EF4-FFF2-40B4-BE49-F238E27FC236}">
                  <a16:creationId xmlns:a16="http://schemas.microsoft.com/office/drawing/2014/main" id="{C3C37A6D-3F8A-3192-D192-11011A636470}"/>
                </a:ext>
              </a:extLst>
            </p:cNvPr>
            <p:cNvCxnSpPr>
              <a:cxnSpLocks/>
            </p:cNvCxnSpPr>
            <p:nvPr/>
          </p:nvCxnSpPr>
          <p:spPr>
            <a:xfrm>
              <a:off x="768821" y="3276740"/>
              <a:ext cx="3346693" cy="786565"/>
            </a:xfrm>
            <a:prstGeom prst="straightConnector1">
              <a:avLst/>
            </a:prstGeom>
            <a:ln w="19050">
              <a:solidFill>
                <a:srgbClr val="FF79A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타원 253">
              <a:extLst>
                <a:ext uri="{FF2B5EF4-FFF2-40B4-BE49-F238E27FC236}">
                  <a16:creationId xmlns:a16="http://schemas.microsoft.com/office/drawing/2014/main" id="{F5C36AA4-EC72-4A5C-BDD7-33621BC8E250}"/>
                </a:ext>
              </a:extLst>
            </p:cNvPr>
            <p:cNvSpPr/>
            <p:nvPr/>
          </p:nvSpPr>
          <p:spPr>
            <a:xfrm>
              <a:off x="2328234" y="4321096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</p:grpSp>
      <p:sp>
        <p:nvSpPr>
          <p:cNvPr id="288" name="화살표: 아래쪽 287">
            <a:extLst>
              <a:ext uri="{FF2B5EF4-FFF2-40B4-BE49-F238E27FC236}">
                <a16:creationId xmlns:a16="http://schemas.microsoft.com/office/drawing/2014/main" id="{4E8D48C5-C0CB-8ECB-5A23-C5FBE250C7C2}"/>
              </a:ext>
            </a:extLst>
          </p:cNvPr>
          <p:cNvSpPr/>
          <p:nvPr/>
        </p:nvSpPr>
        <p:spPr>
          <a:xfrm>
            <a:off x="10073710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사용자</a:t>
            </a:r>
            <a:endParaRPr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F23B608-8EC4-266D-BB55-3EA56D534F9C}"/>
              </a:ext>
            </a:extLst>
          </p:cNvPr>
          <p:cNvSpPr/>
          <p:nvPr/>
        </p:nvSpPr>
        <p:spPr>
          <a:xfrm>
            <a:off x="6791174" y="4514656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C9BC784-2BE1-9F75-6B8F-01F91094EDBB}"/>
              </a:ext>
            </a:extLst>
          </p:cNvPr>
          <p:cNvGrpSpPr/>
          <p:nvPr/>
        </p:nvGrpSpPr>
        <p:grpSpPr>
          <a:xfrm>
            <a:off x="6094047" y="877044"/>
            <a:ext cx="5842833" cy="5877564"/>
            <a:chOff x="6094047" y="847784"/>
            <a:chExt cx="5842833" cy="5877564"/>
          </a:xfrm>
        </p:grpSpPr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EBECFDD4-2414-0F69-094B-D57C7D62CB22}"/>
                </a:ext>
              </a:extLst>
            </p:cNvPr>
            <p:cNvSpPr/>
            <p:nvPr/>
          </p:nvSpPr>
          <p:spPr>
            <a:xfrm>
              <a:off x="6280528" y="1067674"/>
              <a:ext cx="5656352" cy="5657674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rgbClr val="92D05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345F155B-F6A3-4D0D-A953-6C5B15D9C78B}"/>
                </a:ext>
              </a:extLst>
            </p:cNvPr>
            <p:cNvSpPr/>
            <p:nvPr/>
          </p:nvSpPr>
          <p:spPr>
            <a:xfrm>
              <a:off x="6094047" y="847784"/>
              <a:ext cx="1894384" cy="4286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생성 시스템 작동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55A23F6-FC5A-680E-0716-E58A1D5E681D}"/>
              </a:ext>
            </a:extLst>
          </p:cNvPr>
          <p:cNvGrpSpPr/>
          <p:nvPr/>
        </p:nvGrpSpPr>
        <p:grpSpPr>
          <a:xfrm>
            <a:off x="282078" y="846659"/>
            <a:ext cx="5276727" cy="4420213"/>
            <a:chOff x="282078" y="846659"/>
            <a:chExt cx="5276727" cy="4420213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1F9CF643-0AB9-3E13-ED63-32E117DEB6DD}"/>
                </a:ext>
              </a:extLst>
            </p:cNvPr>
            <p:cNvSpPr/>
            <p:nvPr/>
          </p:nvSpPr>
          <p:spPr>
            <a:xfrm>
              <a:off x="441569" y="1067674"/>
              <a:ext cx="5117236" cy="4199198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7710502E-C17C-4D2C-B52E-19BF3C390865}"/>
                </a:ext>
              </a:extLst>
            </p:cNvPr>
            <p:cNvSpPr/>
            <p:nvPr/>
          </p:nvSpPr>
          <p:spPr>
            <a:xfrm>
              <a:off x="282078" y="846659"/>
              <a:ext cx="1894384" cy="428668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부품 조립 특성 </a:t>
              </a:r>
              <a:r>
                <a:rPr lang="en-US" altLang="ko-KR" sz="1200" dirty="0"/>
                <a:t>DB </a:t>
              </a:r>
              <a:r>
                <a:rPr lang="ko-KR" altLang="en-US" sz="1200" dirty="0"/>
                <a:t>구축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2843AFD4-CBD4-A8C9-819D-837BDC33FAC1}"/>
              </a:ext>
            </a:extLst>
          </p:cNvPr>
          <p:cNvGrpSpPr/>
          <p:nvPr/>
        </p:nvGrpSpPr>
        <p:grpSpPr>
          <a:xfrm>
            <a:off x="282078" y="5331999"/>
            <a:ext cx="5262224" cy="1422609"/>
            <a:chOff x="282078" y="5382536"/>
            <a:chExt cx="5262224" cy="142260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2C6314CC-6BD4-49BC-1CDD-14EDF81FAF60}"/>
                </a:ext>
              </a:extLst>
            </p:cNvPr>
            <p:cNvSpPr/>
            <p:nvPr/>
          </p:nvSpPr>
          <p:spPr>
            <a:xfrm>
              <a:off x="427066" y="5596870"/>
              <a:ext cx="5117236" cy="1208275"/>
            </a:xfrm>
            <a:prstGeom prst="roundRect">
              <a:avLst>
                <a:gd name="adj" fmla="val 1267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B93FE637-EE1F-8C88-1DD6-B5467B8C029C}"/>
                </a:ext>
              </a:extLst>
            </p:cNvPr>
            <p:cNvSpPr/>
            <p:nvPr/>
          </p:nvSpPr>
          <p:spPr>
            <a:xfrm>
              <a:off x="282078" y="5382536"/>
              <a:ext cx="1083138" cy="4286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 입력</a:t>
              </a:r>
            </a:p>
          </p:txBody>
        </p:sp>
      </p:grpSp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76C3ECB2-DE62-B45E-9404-112C099A6285}"/>
              </a:ext>
            </a:extLst>
          </p:cNvPr>
          <p:cNvSpPr/>
          <p:nvPr/>
        </p:nvSpPr>
        <p:spPr>
          <a:xfrm>
            <a:off x="5757379" y="5711567"/>
            <a:ext cx="362163" cy="985759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CD5D781-973D-C9C2-1E8B-AC9610D41C03}"/>
              </a:ext>
            </a:extLst>
          </p:cNvPr>
          <p:cNvSpPr txBox="1"/>
          <p:nvPr/>
        </p:nvSpPr>
        <p:spPr>
          <a:xfrm>
            <a:off x="10011093" y="6482777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동작</a:t>
            </a:r>
            <a:r>
              <a:rPr lang="ko-KR" altLang="en-US" sz="1000" dirty="0"/>
              <a:t> 기준 조립 순서 반환</a:t>
            </a:r>
          </a:p>
        </p:txBody>
      </p:sp>
      <p:pic>
        <p:nvPicPr>
          <p:cNvPr id="151" name="그래픽 150" descr="데이터베이스 단색으로 채워진">
            <a:extLst>
              <a:ext uri="{FF2B5EF4-FFF2-40B4-BE49-F238E27FC236}">
                <a16:creationId xmlns:a16="http://schemas.microsoft.com/office/drawing/2014/main" id="{E25648A9-9065-E687-56FE-7D7210745C1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5919" y="4473673"/>
            <a:ext cx="406750" cy="43722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E6EBEC12-8C6B-FB4F-9420-1CE56B073A0D}"/>
              </a:ext>
            </a:extLst>
          </p:cNvPr>
          <p:cNvSpPr txBox="1"/>
          <p:nvPr/>
        </p:nvSpPr>
        <p:spPr>
          <a:xfrm>
            <a:off x="8007495" y="485765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791207D-21A4-5B80-C1EC-CB916EC06B33}"/>
              </a:ext>
            </a:extLst>
          </p:cNvPr>
          <p:cNvSpPr txBox="1"/>
          <p:nvPr/>
        </p:nvSpPr>
        <p:spPr>
          <a:xfrm>
            <a:off x="1297366" y="4864169"/>
            <a:ext cx="1643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도어 </a:t>
            </a:r>
            <a:r>
              <a:rPr lang="ko-KR" altLang="en-US" sz="1000" b="1" dirty="0" err="1"/>
              <a:t>체커</a:t>
            </a:r>
            <a:endParaRPr lang="ko-KR" altLang="en-US" sz="10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55008C2-11E6-3460-52DC-5EE14F868BE7}"/>
              </a:ext>
            </a:extLst>
          </p:cNvPr>
          <p:cNvSpPr txBox="1"/>
          <p:nvPr/>
        </p:nvSpPr>
        <p:spPr>
          <a:xfrm>
            <a:off x="1588983" y="1691972"/>
            <a:ext cx="938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프론트 도어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3515412-01EA-4C50-D07F-3F671B1C80A8}"/>
              </a:ext>
            </a:extLst>
          </p:cNvPr>
          <p:cNvSpPr txBox="1"/>
          <p:nvPr/>
        </p:nvSpPr>
        <p:spPr>
          <a:xfrm>
            <a:off x="2854906" y="1453069"/>
            <a:ext cx="907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바디</a:t>
            </a:r>
            <a:r>
              <a:rPr lang="en-US" altLang="ko-KR" sz="1000" b="1" dirty="0"/>
              <a:t>(A-</a:t>
            </a:r>
            <a:r>
              <a:rPr lang="ko-KR" altLang="en-US" sz="1000" b="1" dirty="0"/>
              <a:t>필라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9CC9B314-5341-2C51-7CEC-0000A001D82A}"/>
              </a:ext>
            </a:extLst>
          </p:cNvPr>
          <p:cNvSpPr/>
          <p:nvPr/>
        </p:nvSpPr>
        <p:spPr>
          <a:xfrm>
            <a:off x="8659212" y="524402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68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EB23F-031C-BB1C-070E-0573F98E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BBB28F-08BF-2E99-6D32-D68ADFCE8B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225C6C-33B5-0A82-50E4-AAF33A56581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25771B99-FA2D-2C8B-0BBE-000159873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7B15A07C-3C17-D214-5B63-7CDF2B2994E7}"/>
              </a:ext>
            </a:extLst>
          </p:cNvPr>
          <p:cNvGraphicFramePr>
            <a:graphicFrameLocks noGrp="1"/>
          </p:cNvGraphicFramePr>
          <p:nvPr/>
        </p:nvGraphicFramePr>
        <p:xfrm>
          <a:off x="6493885" y="4762683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D7689BF4-DAA1-DA1F-D276-D2ADEFAAFD94}"/>
              </a:ext>
            </a:extLst>
          </p:cNvPr>
          <p:cNvGrpSpPr/>
          <p:nvPr/>
        </p:nvGrpSpPr>
        <p:grpSpPr>
          <a:xfrm>
            <a:off x="6983978" y="5043252"/>
            <a:ext cx="783798" cy="517711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F9C5DA5B-1C5F-2FCC-06FC-3FB0341B334D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9AE8F636-85A6-A61E-21BA-824E16827A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EC56CFC9-4494-6A05-528F-5A628F13559B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060E5AC-54B0-B2F7-A379-3E0562E9A45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8225C8E0-E6EE-71D8-9855-7D65474FCC9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B4AD9699-444C-4F88-4A74-EBC1D49F22FC}"/>
              </a:ext>
            </a:extLst>
          </p:cNvPr>
          <p:cNvGrpSpPr/>
          <p:nvPr/>
        </p:nvGrpSpPr>
        <p:grpSpPr>
          <a:xfrm>
            <a:off x="7026062" y="5633478"/>
            <a:ext cx="715093" cy="485167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D185BAAA-F605-B6DD-3855-A78FD47FDFE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7B58C63-3CA0-3521-AF1C-747926D4A56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A5155BA4-E65B-D14E-479B-68BCEB237FC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68B94B6C-1562-3313-9C11-1A04EB1E5A9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A2B4B0E2-6E43-A047-B54C-4B8400AA935D}"/>
              </a:ext>
            </a:extLst>
          </p:cNvPr>
          <p:cNvSpPr txBox="1"/>
          <p:nvPr/>
        </p:nvSpPr>
        <p:spPr>
          <a:xfrm>
            <a:off x="6266025" y="6477609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부품</a:t>
            </a:r>
            <a:r>
              <a:rPr lang="ko-KR" altLang="en-US" sz="1000" dirty="0"/>
              <a:t> 기준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49A94FB-4B5C-9850-582E-F275D39A261E}"/>
              </a:ext>
            </a:extLst>
          </p:cNvPr>
          <p:cNvSpPr/>
          <p:nvPr/>
        </p:nvSpPr>
        <p:spPr>
          <a:xfrm>
            <a:off x="8442799" y="5535003"/>
            <a:ext cx="1138968" cy="560922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ko-KR" altLang="en-US" sz="1200" b="1" dirty="0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BEFA1DFE-37F1-6CC1-EB2C-0F90BF529959}"/>
              </a:ext>
            </a:extLst>
          </p:cNvPr>
          <p:cNvGrpSpPr/>
          <p:nvPr/>
        </p:nvGrpSpPr>
        <p:grpSpPr>
          <a:xfrm>
            <a:off x="10139938" y="5006304"/>
            <a:ext cx="1606585" cy="1485109"/>
            <a:chOff x="9452164" y="3184556"/>
            <a:chExt cx="2475163" cy="2131186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A49AE89C-907B-31D9-EFF2-FF4A76B13682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221FEC13-0AC5-997E-F80C-37F8D3C4A769}"/>
                </a:ext>
              </a:extLst>
            </p:cNvPr>
            <p:cNvSpPr/>
            <p:nvPr/>
          </p:nvSpPr>
          <p:spPr>
            <a:xfrm>
              <a:off x="9452164" y="3184556"/>
              <a:ext cx="161425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출력</a:t>
              </a:r>
              <a:endParaRPr lang="ko-KR" altLang="en-US" sz="12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274DD75-6C72-265C-85E6-06B046ED8550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EDD64A6-776E-1E08-0F7B-937B2C8CEBAE}"/>
              </a:ext>
            </a:extLst>
          </p:cNvPr>
          <p:cNvSpPr/>
          <p:nvPr/>
        </p:nvSpPr>
        <p:spPr>
          <a:xfrm>
            <a:off x="6636289" y="2574828"/>
            <a:ext cx="4950570" cy="1885430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DB56A981-25D5-D084-5D77-1A7885666929}"/>
              </a:ext>
            </a:extLst>
          </p:cNvPr>
          <p:cNvGrpSpPr/>
          <p:nvPr/>
        </p:nvGrpSpPr>
        <p:grpSpPr>
          <a:xfrm>
            <a:off x="6678876" y="2660333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77E3E67B-ECAB-993F-F53E-C8BA95AC8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31A9C87-83B8-0088-8289-C24DC14A7C0E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83E029F4-E12F-86E0-F363-10F97D98CCE0}"/>
              </a:ext>
            </a:extLst>
          </p:cNvPr>
          <p:cNvSpPr/>
          <p:nvPr/>
        </p:nvSpPr>
        <p:spPr>
          <a:xfrm>
            <a:off x="6772559" y="310185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826D37E2-D6EC-0298-B634-280288E7EB17}"/>
              </a:ext>
            </a:extLst>
          </p:cNvPr>
          <p:cNvSpPr/>
          <p:nvPr/>
        </p:nvSpPr>
        <p:spPr>
          <a:xfrm>
            <a:off x="8130599" y="3081093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기록 시스템</a:t>
            </a:r>
            <a:endParaRPr lang="en-US" altLang="ko-KR" sz="1000" dirty="0"/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55A94DC0-0B03-B81A-79F5-17E7829A669A}"/>
              </a:ext>
            </a:extLst>
          </p:cNvPr>
          <p:cNvSpPr/>
          <p:nvPr/>
        </p:nvSpPr>
        <p:spPr>
          <a:xfrm>
            <a:off x="9818487" y="3088501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5AD408CC-7E5F-561B-1AD7-38DCC80A5826}"/>
              </a:ext>
            </a:extLst>
          </p:cNvPr>
          <p:cNvSpPr/>
          <p:nvPr/>
        </p:nvSpPr>
        <p:spPr>
          <a:xfrm>
            <a:off x="5766691" y="2583442"/>
            <a:ext cx="362163" cy="207900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A2DFD61-E82A-882B-E16C-A3E4CCD1921B}"/>
              </a:ext>
            </a:extLst>
          </p:cNvPr>
          <p:cNvGrpSpPr/>
          <p:nvPr/>
        </p:nvGrpSpPr>
        <p:grpSpPr>
          <a:xfrm>
            <a:off x="9133561" y="1255515"/>
            <a:ext cx="1308643" cy="95530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F5FF673-E3A9-D67A-519B-AB43BE9116A7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44FF6C79-0407-694E-9093-644378BD210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B5C3A193-3723-2636-5980-04A882BE704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C846119C-1102-FF9F-6E04-700CF545FC08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55A9F666-3F6B-459A-A544-BF3B78308643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B4B1A0B3-A4FE-2130-95AD-BC05CBA6E933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AE4D99C4-D9F4-9BDA-6BC8-651F8CAC7E6B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773F15F1-C422-DBDD-AE63-EA60F8872957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57C88EBC-2B7C-63E4-6DB8-4C53A555A6D6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A55182B-4F66-8249-F4F8-3E0291E927E8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6A710B49-0A53-981D-C4A6-B0FF0A0FA82E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80B14CA-E710-74F8-9306-13573B632A2F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B4BFE94-9835-DB67-72AA-83117DC4B0AA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1C4B5E2E-1EEC-CDC0-1004-4A0B541A41B1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E316EDDD-E704-FFA1-06D6-3E58C3AC0BC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CDF4FB99-1CE1-7FD5-CAC5-9574E1139FD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401C6AAF-E223-AE89-C162-578CD6CD0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B9547FFA-CD54-7956-07CE-C2B9C5F8D7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F2E61AB7-4D2F-440D-2E52-4DD339F3BC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FCE8E24F-7ED7-37CE-C419-58B85909E9B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8E674FE-99E9-B88C-B683-A8D8E019458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636DB42F-B338-006F-D078-281C917486F4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D90E14DB-3AF2-A1B9-54F1-8253104C1921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0775AD21-B7E3-292B-D14F-F88BBAC64F9C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666831A7-8A34-BCC5-944A-C61B7CD9D49C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DD9E799B-FDF5-70E3-A28A-8519ABD43C13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189E5D82-79A5-88B1-2070-B44C0ED49F97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8094A82-55D3-3DBC-C6FA-176AE524D1FE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FA36AD0-5F06-BB1A-0EAB-29C9FB26141E}"/>
              </a:ext>
            </a:extLst>
          </p:cNvPr>
          <p:cNvGrpSpPr/>
          <p:nvPr/>
        </p:nvGrpSpPr>
        <p:grpSpPr>
          <a:xfrm>
            <a:off x="10405300" y="1272532"/>
            <a:ext cx="1525175" cy="999873"/>
            <a:chOff x="2438097" y="1177547"/>
            <a:chExt cx="1525175" cy="999873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D55E5CBA-D1C1-F7DD-3FD2-DDB49BB77F45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73704671-9775-4468-C329-D2FA0C960C50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00836A29-D738-00DC-E0BD-CBFB4BD952F7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68BB3E26-F247-9FBC-BA2E-D2546BF16020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437780D1-1E6B-D753-4B8D-120799764134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AD2FF627-F3BC-57EB-79B3-276374C891A8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0F8AADDD-7BFB-2C92-AF44-E0710868CEC5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771E60E2-E01B-E854-DCD2-3BCCCFF9A6D6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9663F5D7-AB4A-775C-A907-C14F3AA47B6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54D9DA19-4E76-75F5-B11F-BCC195710231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44EC00D-7DA0-22F4-4B2E-600D21AF61DC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098DEE70-FB6F-3BB9-D6AB-06F31080771B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8E85678F-4570-6C93-F29F-7AFB62A43BB3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D8D20DDD-733B-CB4C-76CB-AD12EEC1468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F1B5B7C-0567-1977-E43E-EC65DB2EDB75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67C0265C-4E06-97DC-356D-4190194698E3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DEFA71F3-C5D9-4896-6E82-181FB5560547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E8CFFEF-43C8-6B5C-F729-9504918807BE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3B8C339C-1995-23C6-91FB-3E2B47B317AA}"/>
              </a:ext>
            </a:extLst>
          </p:cNvPr>
          <p:cNvSpPr/>
          <p:nvPr/>
        </p:nvSpPr>
        <p:spPr>
          <a:xfrm>
            <a:off x="7989543" y="5501591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8B61D2E5-4592-AD73-C096-F4F074C8964E}"/>
              </a:ext>
            </a:extLst>
          </p:cNvPr>
          <p:cNvSpPr/>
          <p:nvPr/>
        </p:nvSpPr>
        <p:spPr>
          <a:xfrm>
            <a:off x="9772123" y="5538693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BCA8E2FA-10E5-7524-5584-904C110D0546}"/>
              </a:ext>
            </a:extLst>
          </p:cNvPr>
          <p:cNvGrpSpPr/>
          <p:nvPr/>
        </p:nvGrpSpPr>
        <p:grpSpPr>
          <a:xfrm>
            <a:off x="866677" y="5598359"/>
            <a:ext cx="2453484" cy="1170835"/>
            <a:chOff x="983719" y="5744659"/>
            <a:chExt cx="2453484" cy="117083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0DF583E-DAD4-DD87-BFD3-C8D5D70F5DDE}"/>
                </a:ext>
              </a:extLst>
            </p:cNvPr>
            <p:cNvGrpSpPr/>
            <p:nvPr/>
          </p:nvGrpSpPr>
          <p:grpSpPr>
            <a:xfrm>
              <a:off x="1652753" y="5744659"/>
              <a:ext cx="1115416" cy="689120"/>
              <a:chOff x="1299418" y="1152609"/>
              <a:chExt cx="1544859" cy="1004487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BDEEB529-66A9-4C6A-33DC-1465E839E70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5204C805-AE50-3F9D-C67C-15C16060A445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18B34817-D281-AFCC-5C06-6351403A5AD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D3973ECB-ED2B-3D93-C4E0-387BDD564273}"/>
                    </a:ext>
                  </a:extLst>
                </p:cNvPr>
                <p:cNvCxnSpPr>
                  <a:cxnSpLocks/>
                  <a:endCxn id="62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6CE2A386-66FE-B560-1755-679A74C4814B}"/>
                    </a:ext>
                  </a:extLst>
                </p:cNvPr>
                <p:cNvCxnSpPr>
                  <a:cxnSpLocks/>
                  <a:stCxn id="63" idx="2"/>
                  <a:endCxn id="62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7FAC5876-EE0B-8FDA-AF8B-B27C90BB2EE1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6239ACD3-EB06-349F-14CF-206E5374F1E3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13C37F3F-33FE-417F-DCB1-599A5034958A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타원 68">
                    <a:extLst>
                      <a:ext uri="{FF2B5EF4-FFF2-40B4-BE49-F238E27FC236}">
                        <a16:creationId xmlns:a16="http://schemas.microsoft.com/office/drawing/2014/main" id="{33CB3F0A-BE52-7B25-E721-D0A57588231F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D3E9B72-C401-6737-E0AB-4E0B9E5EE81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EB4E7AF8-2298-5A97-4941-55CCDCC725A4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8FADD8F4-CDA5-E3B2-CF68-4BC81D11ED1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8018E97B-66A5-D5F9-03A2-ABB783D5D956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55" name="사각형: 둥근 모서리 54">
                    <a:extLst>
                      <a:ext uri="{FF2B5EF4-FFF2-40B4-BE49-F238E27FC236}">
                        <a16:creationId xmlns:a16="http://schemas.microsoft.com/office/drawing/2014/main" id="{8B90B604-C71C-776F-3A5E-B50900CC2E28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56" name="그룹 55">
                    <a:extLst>
                      <a:ext uri="{FF2B5EF4-FFF2-40B4-BE49-F238E27FC236}">
                        <a16:creationId xmlns:a16="http://schemas.microsoft.com/office/drawing/2014/main" id="{E292B3EE-8DA5-C40A-D5B6-12E687F31474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58" name="타원 57">
                      <a:extLst>
                        <a:ext uri="{FF2B5EF4-FFF2-40B4-BE49-F238E27FC236}">
                          <a16:creationId xmlns:a16="http://schemas.microsoft.com/office/drawing/2014/main" id="{DC0CC893-E9D4-0EEF-A6A5-3512315FD0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9" name="타원 58">
                      <a:extLst>
                        <a:ext uri="{FF2B5EF4-FFF2-40B4-BE49-F238E27FC236}">
                          <a16:creationId xmlns:a16="http://schemas.microsoft.com/office/drawing/2014/main" id="{7F87B82A-5DAE-28A0-5376-35CC812F44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61" name="타원 60">
                      <a:extLst>
                        <a:ext uri="{FF2B5EF4-FFF2-40B4-BE49-F238E27FC236}">
                          <a16:creationId xmlns:a16="http://schemas.microsoft.com/office/drawing/2014/main" id="{776A8B45-5C9E-ACF0-1119-EED3EDF726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57" name="타원 56">
                    <a:extLst>
                      <a:ext uri="{FF2B5EF4-FFF2-40B4-BE49-F238E27FC236}">
                        <a16:creationId xmlns:a16="http://schemas.microsoft.com/office/drawing/2014/main" id="{B8B5E895-45EA-3BDD-CBE0-4921C0AEC33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CA7ABA1C-4FCA-6A61-4176-2DB14E296BE7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842FB5E7-A29D-A14B-10DF-0E689CC4A641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2B6EBE38-EA76-907B-AECD-60BCB4FAB956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6444955A-6419-BAF7-4C56-2057FE6A1490}"/>
                    </a:ext>
                  </a:extLst>
                </p:cNvPr>
                <p:cNvCxnSpPr>
                  <a:cxnSpLocks/>
                  <a:endCxn id="4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93CE63BD-4D5F-B607-F294-B86D9C0F04DD}"/>
                    </a:ext>
                  </a:extLst>
                </p:cNvPr>
                <p:cNvCxnSpPr>
                  <a:cxnSpLocks/>
                  <a:stCxn id="44" idx="7"/>
                  <a:endCxn id="4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D320B83D-54A0-6B90-147D-36E15B5D0D4B}"/>
                    </a:ext>
                  </a:extLst>
                </p:cNvPr>
                <p:cNvCxnSpPr>
                  <a:cxnSpLocks/>
                  <a:stCxn id="47" idx="1"/>
                  <a:endCxn id="4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5FCC92C8-08D9-992E-4333-508D7B8A3A82}"/>
                    </a:ext>
                  </a:extLst>
                </p:cNvPr>
                <p:cNvCxnSpPr>
                  <a:cxnSpLocks/>
                  <a:stCxn id="48" idx="7"/>
                  <a:endCxn id="4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809A77E-B459-87D2-D1B8-14E67DC66B3C}"/>
                </a:ext>
              </a:extLst>
            </p:cNvPr>
            <p:cNvSpPr txBox="1"/>
            <p:nvPr/>
          </p:nvSpPr>
          <p:spPr>
            <a:xfrm>
              <a:off x="983719" y="6515384"/>
              <a:ext cx="245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엔드 아이템 리스트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이미 조립됨 여부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042F2813-73C8-5E1C-B491-FFD62AC86F8E}"/>
              </a:ext>
            </a:extLst>
          </p:cNvPr>
          <p:cNvGrpSpPr/>
          <p:nvPr/>
        </p:nvGrpSpPr>
        <p:grpSpPr>
          <a:xfrm>
            <a:off x="3574172" y="5656196"/>
            <a:ext cx="1525175" cy="1112998"/>
            <a:chOff x="3237674" y="5802496"/>
            <a:chExt cx="1525175" cy="1112998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49DB1571-30D5-A1B1-ABCE-F6B7C5EA32A7}"/>
                </a:ext>
              </a:extLst>
            </p:cNvPr>
            <p:cNvGrpSpPr/>
            <p:nvPr/>
          </p:nvGrpSpPr>
          <p:grpSpPr>
            <a:xfrm>
              <a:off x="3397832" y="5802496"/>
              <a:ext cx="1204859" cy="669888"/>
              <a:chOff x="2567856" y="1152608"/>
              <a:chExt cx="1577232" cy="802664"/>
            </a:xfrm>
          </p:grpSpPr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5FA7601A-AE1C-E132-28EB-43AB3251695F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02E4499B-92C5-897C-03ED-6B29257B79B9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27390D7C-1E68-544D-43DA-A5F93EA4B30C}"/>
                  </a:ext>
                </a:extLst>
              </p:cNvPr>
              <p:cNvCxnSpPr>
                <a:cxnSpLocks/>
                <a:stCxn id="84" idx="2"/>
                <a:endCxn id="75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933A1B25-BEC1-842B-58CA-3974CF031A0B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EECBE6A5-972B-CBAC-8CE4-F845750C5993}"/>
                  </a:ext>
                </a:extLst>
              </p:cNvPr>
              <p:cNvCxnSpPr>
                <a:cxnSpLocks/>
                <a:stCxn id="81" idx="1"/>
                <a:endCxn id="77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E19BF645-92D8-F958-113D-51BCA33952BB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ADB4C9A8-73D8-3A41-E8AB-07040F8D4810}"/>
                  </a:ext>
                </a:extLst>
              </p:cNvPr>
              <p:cNvCxnSpPr>
                <a:cxnSpLocks/>
                <a:stCxn id="85" idx="6"/>
                <a:endCxn id="79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31944D6C-55D3-D35D-C700-27915D0622F7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2C33D43-C1E7-3912-4599-B23BD5A87FC2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9BBB5865-EB01-BDA5-D09B-F4FB6B9C1719}"/>
                  </a:ext>
                </a:extLst>
              </p:cNvPr>
              <p:cNvCxnSpPr>
                <a:cxnSpLocks/>
                <a:stCxn id="82" idx="3"/>
                <a:endCxn id="75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C097AC0F-D5FF-0E2C-CB59-86BC2D9ED6EA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5" name="타원 84">
                <a:extLst>
                  <a:ext uri="{FF2B5EF4-FFF2-40B4-BE49-F238E27FC236}">
                    <a16:creationId xmlns:a16="http://schemas.microsoft.com/office/drawing/2014/main" id="{833E47A3-1DDB-A67E-70DF-89E548C9A039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77EF08F6-CC56-C7DA-81AF-C885A84EDED5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0252C6E9-5808-64F7-25D6-CF9E995CB213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C7B737CB-4351-D28D-A88E-B62EB518609E}"/>
                  </a:ext>
                </a:extLst>
              </p:cNvPr>
              <p:cNvCxnSpPr>
                <a:cxnSpLocks/>
                <a:stCxn id="87" idx="4"/>
                <a:endCxn id="86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6568852F-6102-71F0-0BBF-B99CCCBF4CD6}"/>
                  </a:ext>
                </a:extLst>
              </p:cNvPr>
              <p:cNvCxnSpPr>
                <a:cxnSpLocks/>
                <a:stCxn id="81" idx="2"/>
                <a:endCxn id="82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C8018E3-1B65-D42B-0570-99A307B868DC}"/>
                </a:ext>
              </a:extLst>
            </p:cNvPr>
            <p:cNvSpPr txBox="1"/>
            <p:nvPr/>
          </p:nvSpPr>
          <p:spPr>
            <a:xfrm>
              <a:off x="3237674" y="6515384"/>
              <a:ext cx="1525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목표 상태 입력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차량의 최종 목표 상태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sp>
        <p:nvSpPr>
          <p:cNvPr id="125" name="화살표: 아래쪽 124">
            <a:extLst>
              <a:ext uri="{FF2B5EF4-FFF2-40B4-BE49-F238E27FC236}">
                <a16:creationId xmlns:a16="http://schemas.microsoft.com/office/drawing/2014/main" id="{E455347E-B1E1-CF75-BA62-2C1CADEAA406}"/>
              </a:ext>
            </a:extLst>
          </p:cNvPr>
          <p:cNvSpPr/>
          <p:nvPr/>
        </p:nvSpPr>
        <p:spPr>
          <a:xfrm>
            <a:off x="7245049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pic>
        <p:nvPicPr>
          <p:cNvPr id="133" name="그래픽 132" descr="데이터베이스 단색으로 채워진">
            <a:extLst>
              <a:ext uri="{FF2B5EF4-FFF2-40B4-BE49-F238E27FC236}">
                <a16:creationId xmlns:a16="http://schemas.microsoft.com/office/drawing/2014/main" id="{F4F59BF7-170A-00EF-C56B-47AA21BA4D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293" y="1367718"/>
            <a:ext cx="648000" cy="696546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C6234533-58EF-E8E0-AD79-3EAF7B2A0E62}"/>
              </a:ext>
            </a:extLst>
          </p:cNvPr>
          <p:cNvSpPr txBox="1"/>
          <p:nvPr/>
        </p:nvSpPr>
        <p:spPr>
          <a:xfrm>
            <a:off x="6288088" y="2058912"/>
            <a:ext cx="143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부품 특성 정보 데이터</a:t>
            </a:r>
          </a:p>
        </p:txBody>
      </p:sp>
      <p:pic>
        <p:nvPicPr>
          <p:cNvPr id="144" name="그래픽 143" descr="데이터베이스 단색으로 채워진">
            <a:extLst>
              <a:ext uri="{FF2B5EF4-FFF2-40B4-BE49-F238E27FC236}">
                <a16:creationId xmlns:a16="http://schemas.microsoft.com/office/drawing/2014/main" id="{D1AAE338-8565-618B-5548-B48C1F97D1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9678" y="1361301"/>
            <a:ext cx="648000" cy="696546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15C3F830-3342-AB67-2E21-8B16C22F6349}"/>
              </a:ext>
            </a:extLst>
          </p:cNvPr>
          <p:cNvSpPr txBox="1"/>
          <p:nvPr/>
        </p:nvSpPr>
        <p:spPr>
          <a:xfrm>
            <a:off x="7651968" y="2054829"/>
            <a:ext cx="152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조립 관계 정보 데이터</a:t>
            </a:r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F7F7A9EF-505B-CABA-1631-05486C33996D}"/>
              </a:ext>
            </a:extLst>
          </p:cNvPr>
          <p:cNvCxnSpPr>
            <a:cxnSpLocks/>
          </p:cNvCxnSpPr>
          <p:nvPr/>
        </p:nvCxnSpPr>
        <p:spPr>
          <a:xfrm>
            <a:off x="4122832" y="2305133"/>
            <a:ext cx="350000" cy="1552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화살표 연결선 268">
            <a:extLst>
              <a:ext uri="{FF2B5EF4-FFF2-40B4-BE49-F238E27FC236}">
                <a16:creationId xmlns:a16="http://schemas.microsoft.com/office/drawing/2014/main" id="{2591751C-F12F-77DC-4E50-BE4C97BE1622}"/>
              </a:ext>
            </a:extLst>
          </p:cNvPr>
          <p:cNvCxnSpPr>
            <a:cxnSpLocks/>
          </p:cNvCxnSpPr>
          <p:nvPr/>
        </p:nvCxnSpPr>
        <p:spPr>
          <a:xfrm flipV="1">
            <a:off x="4259579" y="3101853"/>
            <a:ext cx="261012" cy="32714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303A9F44-B303-2007-4BF8-D11777711933}"/>
              </a:ext>
            </a:extLst>
          </p:cNvPr>
          <p:cNvCxnSpPr>
            <a:cxnSpLocks/>
          </p:cNvCxnSpPr>
          <p:nvPr/>
        </p:nvCxnSpPr>
        <p:spPr>
          <a:xfrm>
            <a:off x="2659503" y="2547692"/>
            <a:ext cx="1769840" cy="24136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E40BE2B2-30B0-CB7D-1019-579AC7BA3900}"/>
              </a:ext>
            </a:extLst>
          </p:cNvPr>
          <p:cNvSpPr/>
          <p:nvPr/>
        </p:nvSpPr>
        <p:spPr>
          <a:xfrm>
            <a:off x="556780" y="3526279"/>
            <a:ext cx="3702799" cy="1639749"/>
          </a:xfrm>
          <a:prstGeom prst="roundRect">
            <a:avLst>
              <a:gd name="adj" fmla="val 837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C4FC9954-D861-092C-045B-FEB1AB8A556B}"/>
              </a:ext>
            </a:extLst>
          </p:cNvPr>
          <p:cNvSpPr/>
          <p:nvPr/>
        </p:nvSpPr>
        <p:spPr>
          <a:xfrm>
            <a:off x="3025719" y="1403626"/>
            <a:ext cx="1043027" cy="1941745"/>
          </a:xfrm>
          <a:prstGeom prst="roundRect">
            <a:avLst>
              <a:gd name="adj" fmla="val 1487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4D735727-5163-2524-0F4E-0BD53373AEA1}"/>
              </a:ext>
            </a:extLst>
          </p:cNvPr>
          <p:cNvSpPr/>
          <p:nvPr/>
        </p:nvSpPr>
        <p:spPr>
          <a:xfrm>
            <a:off x="558538" y="1397673"/>
            <a:ext cx="2055792" cy="1941745"/>
          </a:xfrm>
          <a:prstGeom prst="roundRect">
            <a:avLst>
              <a:gd name="adj" fmla="val 837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D5DFCC0-83D1-60C4-313D-F56271CA7315}"/>
              </a:ext>
            </a:extLst>
          </p:cNvPr>
          <p:cNvGrpSpPr/>
          <p:nvPr/>
        </p:nvGrpSpPr>
        <p:grpSpPr>
          <a:xfrm>
            <a:off x="4371266" y="3372327"/>
            <a:ext cx="1047786" cy="1264552"/>
            <a:chOff x="7917849" y="1193508"/>
            <a:chExt cx="1067656" cy="1198726"/>
          </a:xfrm>
        </p:grpSpPr>
        <p:pic>
          <p:nvPicPr>
            <p:cNvPr id="36" name="그래픽 35" descr="데이터베이스 단색으로 채워진">
              <a:extLst>
                <a:ext uri="{FF2B5EF4-FFF2-40B4-BE49-F238E27FC236}">
                  <a16:creationId xmlns:a16="http://schemas.microsoft.com/office/drawing/2014/main" id="{5F81B6AE-601C-8860-55A6-2CE015654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F79F624-E526-F638-AF2D-8E79D1E279BB}"/>
                </a:ext>
              </a:extLst>
            </p:cNvPr>
            <p:cNvSpPr txBox="1"/>
            <p:nvPr/>
          </p:nvSpPr>
          <p:spPr>
            <a:xfrm>
              <a:off x="7917849" y="2012952"/>
              <a:ext cx="1067656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관계 정보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데이터</a:t>
              </a: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6F226478-9B27-CBA0-4603-7506B386BD4B}"/>
              </a:ext>
            </a:extLst>
          </p:cNvPr>
          <p:cNvGrpSpPr/>
          <p:nvPr/>
        </p:nvGrpSpPr>
        <p:grpSpPr>
          <a:xfrm>
            <a:off x="4345819" y="1964040"/>
            <a:ext cx="1070854" cy="1270661"/>
            <a:chOff x="7903782" y="1193508"/>
            <a:chExt cx="1091161" cy="1204517"/>
          </a:xfrm>
        </p:grpSpPr>
        <p:pic>
          <p:nvPicPr>
            <p:cNvPr id="120" name="그래픽 119" descr="데이터베이스 단색으로 채워진">
              <a:extLst>
                <a:ext uri="{FF2B5EF4-FFF2-40B4-BE49-F238E27FC236}">
                  <a16:creationId xmlns:a16="http://schemas.microsoft.com/office/drawing/2014/main" id="{E6CA1161-6C74-AB50-32D6-899B21F7D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444BBAD-AC80-2FBE-599F-1EEA2CC7971A}"/>
                </a:ext>
              </a:extLst>
            </p:cNvPr>
            <p:cNvSpPr txBox="1"/>
            <p:nvPr/>
          </p:nvSpPr>
          <p:spPr>
            <a:xfrm>
              <a:off x="7903782" y="2018743"/>
              <a:ext cx="1091161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부품 특성 정보 데이터</a:t>
              </a:r>
            </a:p>
          </p:txBody>
        </p:sp>
      </p:grpSp>
      <p:pic>
        <p:nvPicPr>
          <p:cNvPr id="174" name="그림 173" descr="공구, 레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4DA915-7549-74EB-2FCB-5E97C22B11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05" b="89857" l="6771" r="93750">
                        <a14:foregroundMark x1="80208" y1="46301" x2="88229" y2="52029"/>
                        <a14:foregroundMark x1="93854" y1="48687" x2="92083" y2="52148"/>
                        <a14:foregroundMark x1="9063" y1="64320" x2="6771" y2="43675"/>
                        <a14:foregroundMark x1="27708" y1="62888" x2="28438" y2="63246"/>
                        <a14:foregroundMark x1="32500" y1="40334" x2="33438" y2="40931"/>
                        <a14:foregroundMark x1="24167" y1="31981" x2="24896" y2="32697"/>
                        <a14:foregroundMark x1="24792" y1="31623" x2="26042" y2="34010"/>
                        <a14:foregroundMark x1="26458" y1="34368" x2="27917" y2="451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6" y="3991236"/>
            <a:ext cx="1881704" cy="1354593"/>
          </a:xfrm>
          <a:prstGeom prst="rect">
            <a:avLst/>
          </a:prstGeom>
        </p:spPr>
      </p:pic>
      <p:sp>
        <p:nvSpPr>
          <p:cNvPr id="176" name="타원 175">
            <a:extLst>
              <a:ext uri="{FF2B5EF4-FFF2-40B4-BE49-F238E27FC236}">
                <a16:creationId xmlns:a16="http://schemas.microsoft.com/office/drawing/2014/main" id="{2B340DD1-4A94-2EE1-2498-55BE23BFBED5}"/>
              </a:ext>
            </a:extLst>
          </p:cNvPr>
          <p:cNvSpPr/>
          <p:nvPr/>
        </p:nvSpPr>
        <p:spPr>
          <a:xfrm>
            <a:off x="3176564" y="4235267"/>
            <a:ext cx="907524" cy="2883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+mj-ea"/>
                <a:ea typeface="+mj-ea"/>
              </a:rPr>
              <a:t>나사구멍</a:t>
            </a:r>
            <a:r>
              <a:rPr lang="en-US" altLang="ko-KR" sz="800" dirty="0">
                <a:latin typeface="+mj-ea"/>
                <a:ea typeface="+mj-ea"/>
              </a:rPr>
              <a:t>:</a:t>
            </a:r>
            <a:r>
              <a:rPr lang="ko-KR" altLang="en-US" sz="800" dirty="0">
                <a:latin typeface="+mj-ea"/>
                <a:ea typeface="+mj-ea"/>
              </a:rPr>
              <a:t> </a:t>
            </a:r>
            <a:r>
              <a:rPr lang="en-US" altLang="ko-KR" sz="800" dirty="0">
                <a:latin typeface="+mj-ea"/>
                <a:ea typeface="+mj-ea"/>
              </a:rPr>
              <a:t>Ø8mm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212958BD-511D-7E84-26B3-66E4DB2973F8}"/>
              </a:ext>
            </a:extLst>
          </p:cNvPr>
          <p:cNvSpPr/>
          <p:nvPr/>
        </p:nvSpPr>
        <p:spPr>
          <a:xfrm>
            <a:off x="1527174" y="4488830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C2CD70DF-B2A2-D440-88F5-BA611FB49429}"/>
              </a:ext>
            </a:extLst>
          </p:cNvPr>
          <p:cNvSpPr/>
          <p:nvPr/>
        </p:nvSpPr>
        <p:spPr>
          <a:xfrm>
            <a:off x="1425489" y="4794825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+mj-ea"/>
              <a:ea typeface="+mj-ea"/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CAFE83D2-7702-78FE-F361-25DC93BD418B}"/>
              </a:ext>
            </a:extLst>
          </p:cNvPr>
          <p:cNvCxnSpPr>
            <a:cxnSpLocks/>
            <a:stCxn id="176" idx="4"/>
            <a:endCxn id="174" idx="3"/>
          </p:cNvCxnSpPr>
          <p:nvPr/>
        </p:nvCxnSpPr>
        <p:spPr>
          <a:xfrm flipH="1">
            <a:off x="2927560" y="4523636"/>
            <a:ext cx="702766" cy="14489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3" name="그림 182" descr="가방, 액세서리, 수하물 및 가방, 핸드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BBEF0F-6C96-E607-1B5A-DAD64A3B21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862" b="95172" l="9735" r="89381">
                        <a14:foregroundMark x1="16372" y1="89310" x2="59735" y2="88621"/>
                        <a14:foregroundMark x1="16814" y1="87586" x2="17699" y2="95517"/>
                        <a14:foregroundMark x1="37611" y1="46897" x2="36726" y2="43793"/>
                        <a14:foregroundMark x1="43363" y1="43793" x2="37168" y2="48276"/>
                        <a14:foregroundMark x1="39823" y1="43793" x2="35398" y2="47586"/>
                        <a14:foregroundMark x1="30973" y1="9655" x2="37168" y2="5862"/>
                        <a14:foregroundMark x1="42035" y1="5862" x2="68584" y2="7586"/>
                        <a14:foregroundMark x1="89381" y1="23793" x2="87611" y2="28966"/>
                        <a14:foregroundMark x1="43363" y1="11379" x2="76106" y2="22414"/>
                        <a14:foregroundMark x1="74336" y1="18276" x2="35841" y2="27241"/>
                        <a14:foregroundMark x1="36283" y1="13448" x2="67699" y2="23103"/>
                        <a14:foregroundMark x1="80088" y1="25172" x2="31416" y2="28276"/>
                        <a14:foregroundMark x1="31416" y1="28276" x2="78761" y2="25172"/>
                        <a14:foregroundMark x1="78761" y1="25172" x2="31858" y2="21724"/>
                        <a14:foregroundMark x1="31858" y1="21724" x2="72566" y2="13103"/>
                        <a14:foregroundMark x1="67699" y1="12069" x2="67257" y2="12414"/>
                        <a14:foregroundMark x1="65929" y1="13448" x2="46460" y2="14138"/>
                        <a14:foregroundMark x1="44690" y1="16207" x2="43805" y2="14483"/>
                        <a14:foregroundMark x1="41150" y1="16897" x2="37611" y2="179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4073" y="1466397"/>
            <a:ext cx="862751" cy="1107070"/>
          </a:xfrm>
          <a:prstGeom prst="rect">
            <a:avLst/>
          </a:prstGeom>
        </p:spPr>
      </p:pic>
      <p:pic>
        <p:nvPicPr>
          <p:cNvPr id="185" name="그림 184">
            <a:extLst>
              <a:ext uri="{FF2B5EF4-FFF2-40B4-BE49-F238E27FC236}">
                <a16:creationId xmlns:a16="http://schemas.microsoft.com/office/drawing/2014/main" id="{9DB6F65A-3BD8-B8FE-7E2E-045C8B3E5B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5761" b="99114" l="2134" r="96692">
                        <a14:foregroundMark x1="3949" y1="23338" x2="10352" y2="26145"/>
                        <a14:foregroundMark x1="10352" y1="26145" x2="10139" y2="26588"/>
                        <a14:foregroundMark x1="29456" y1="9453" x2="41622" y2="5318"/>
                        <a14:foregroundMark x1="41622" y1="5318" x2="35432" y2="10487"/>
                        <a14:foregroundMark x1="35432" y1="10487" x2="30950" y2="9453"/>
                        <a14:foregroundMark x1="40448" y1="4284" x2="47385" y2="3545"/>
                        <a14:foregroundMark x1="47385" y1="3545" x2="57204" y2="5908"/>
                        <a14:foregroundMark x1="57204" y1="5908" x2="61259" y2="10931"/>
                        <a14:foregroundMark x1="88367" y1="33235" x2="92529" y2="40030"/>
                        <a14:foregroundMark x1="92529" y1="40030" x2="94450" y2="52142"/>
                        <a14:foregroundMark x1="94450" y1="52142" x2="91249" y2="64106"/>
                        <a14:foregroundMark x1="91249" y1="64106" x2="86766" y2="71344"/>
                        <a14:foregroundMark x1="86766" y1="71344" x2="86980" y2="71787"/>
                        <a14:foregroundMark x1="94664" y1="41359" x2="93810" y2="53176"/>
                        <a14:foregroundMark x1="59232" y1="88626" x2="71291" y2="93501"/>
                        <a14:foregroundMark x1="71291" y1="93501" x2="72892" y2="92024"/>
                        <a14:foregroundMark x1="71825" y1="94535" x2="66702" y2="99261"/>
                        <a14:foregroundMark x1="38847" y1="76366" x2="39488" y2="79173"/>
                        <a14:foregroundMark x1="3735" y1="24077" x2="2668" y2="27326"/>
                        <a14:foregroundMark x1="2241" y1="27326" x2="3308" y2="25849"/>
                        <a14:foregroundMark x1="5550" y1="22304" x2="7257" y2="19498"/>
                        <a14:foregroundMark x1="73319" y1="16544" x2="77695" y2="22304"/>
                        <a14:foregroundMark x1="77695" y1="22304" x2="78869" y2="23043"/>
                        <a14:foregroundMark x1="96265" y1="44609" x2="96692" y2="54948"/>
                        <a14:foregroundMark x1="96692" y1="54948" x2="92850" y2="66765"/>
                      </a14:backgroundRemoval>
                    </a14:imgEffect>
                  </a14:imgLayer>
                </a14:imgProps>
              </a:ext>
            </a:extLst>
          </a:blip>
          <a:srcRect t="11721" r="75466" b="40201"/>
          <a:stretch>
            <a:fillRect/>
          </a:stretch>
        </p:blipFill>
        <p:spPr>
          <a:xfrm>
            <a:off x="3100908" y="1697317"/>
            <a:ext cx="889864" cy="1259949"/>
          </a:xfrm>
          <a:prstGeom prst="rect">
            <a:avLst/>
          </a:prstGeom>
        </p:spPr>
      </p:pic>
      <p:sp>
        <p:nvSpPr>
          <p:cNvPr id="187" name="타원 186">
            <a:extLst>
              <a:ext uri="{FF2B5EF4-FFF2-40B4-BE49-F238E27FC236}">
                <a16:creationId xmlns:a16="http://schemas.microsoft.com/office/drawing/2014/main" id="{B3BF982B-AC78-0514-8A9E-ADD37B113885}"/>
              </a:ext>
            </a:extLst>
          </p:cNvPr>
          <p:cNvSpPr/>
          <p:nvPr/>
        </p:nvSpPr>
        <p:spPr>
          <a:xfrm>
            <a:off x="3194164" y="2824259"/>
            <a:ext cx="718501" cy="42230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 err="1">
                <a:latin typeface="+mj-ea"/>
              </a:rPr>
              <a:t>나사탭</a:t>
            </a:r>
            <a:r>
              <a:rPr lang="en-US" altLang="ko-KR" sz="800" dirty="0">
                <a:latin typeface="+mj-ea"/>
              </a:rPr>
              <a:t>:</a:t>
            </a:r>
            <a:r>
              <a:rPr lang="ko-KR" altLang="en-US" sz="800" dirty="0">
                <a:latin typeface="+mj-ea"/>
              </a:rPr>
              <a:t> </a:t>
            </a:r>
            <a:r>
              <a:rPr lang="en-US" altLang="ko-KR" sz="800" dirty="0">
                <a:latin typeface="+mj-ea"/>
                <a:ea typeface="+mj-ea"/>
              </a:rPr>
              <a:t>M8</a:t>
            </a:r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51176964-EBA9-7B75-A619-5CA0B1528DF4}"/>
              </a:ext>
            </a:extLst>
          </p:cNvPr>
          <p:cNvSpPr/>
          <p:nvPr/>
        </p:nvSpPr>
        <p:spPr>
          <a:xfrm>
            <a:off x="3558901" y="2234407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+mj-ea"/>
              <a:ea typeface="+mj-ea"/>
            </a:endParaRPr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BC06254F-A3F8-4197-CAAB-16BE826E7E08}"/>
              </a:ext>
            </a:extLst>
          </p:cNvPr>
          <p:cNvCxnSpPr>
            <a:cxnSpLocks/>
            <a:stCxn id="187" idx="0"/>
            <a:endCxn id="195" idx="3"/>
          </p:cNvCxnSpPr>
          <p:nvPr/>
        </p:nvCxnSpPr>
        <p:spPr>
          <a:xfrm flipV="1">
            <a:off x="3553415" y="2340336"/>
            <a:ext cx="29268" cy="48392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6" name="타원 215">
            <a:extLst>
              <a:ext uri="{FF2B5EF4-FFF2-40B4-BE49-F238E27FC236}">
                <a16:creationId xmlns:a16="http://schemas.microsoft.com/office/drawing/2014/main" id="{EEE701DA-B891-1B67-418C-5A924F9CFCD0}"/>
              </a:ext>
            </a:extLst>
          </p:cNvPr>
          <p:cNvSpPr/>
          <p:nvPr/>
        </p:nvSpPr>
        <p:spPr>
          <a:xfrm>
            <a:off x="1225438" y="2110304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j-ea"/>
              <a:ea typeface="+mj-ea"/>
            </a:endParaRPr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6B788017-67F0-3566-9073-06AB05A844C7}"/>
              </a:ext>
            </a:extLst>
          </p:cNvPr>
          <p:cNvSpPr/>
          <p:nvPr/>
        </p:nvSpPr>
        <p:spPr>
          <a:xfrm>
            <a:off x="1233349" y="1986905"/>
            <a:ext cx="162396" cy="1241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j-ea"/>
              <a:ea typeface="+mj-ea"/>
            </a:endParaRPr>
          </a:p>
        </p:txBody>
      </p: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60C98B59-27DB-C419-B6EC-E817D10ECAB1}"/>
              </a:ext>
            </a:extLst>
          </p:cNvPr>
          <p:cNvCxnSpPr>
            <a:cxnSpLocks/>
            <a:stCxn id="187" idx="4"/>
            <a:endCxn id="176" idx="0"/>
          </p:cNvCxnSpPr>
          <p:nvPr/>
        </p:nvCxnSpPr>
        <p:spPr>
          <a:xfrm>
            <a:off x="3553415" y="3246564"/>
            <a:ext cx="76911" cy="988703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4543B8AA-9BFB-A355-148C-9ED1846D4ACC}"/>
              </a:ext>
            </a:extLst>
          </p:cNvPr>
          <p:cNvCxnSpPr>
            <a:cxnSpLocks/>
          </p:cNvCxnSpPr>
          <p:nvPr/>
        </p:nvCxnSpPr>
        <p:spPr>
          <a:xfrm>
            <a:off x="3591870" y="3532248"/>
            <a:ext cx="952587" cy="210613"/>
          </a:xfrm>
          <a:prstGeom prst="straightConnector1">
            <a:avLst/>
          </a:prstGeom>
          <a:ln w="19050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화살표 연결선 240">
            <a:extLst>
              <a:ext uri="{FF2B5EF4-FFF2-40B4-BE49-F238E27FC236}">
                <a16:creationId xmlns:a16="http://schemas.microsoft.com/office/drawing/2014/main" id="{28C816A5-DFD8-B15E-8F7F-9C76D87D3FB2}"/>
              </a:ext>
            </a:extLst>
          </p:cNvPr>
          <p:cNvCxnSpPr>
            <a:cxnSpLocks/>
          </p:cNvCxnSpPr>
          <p:nvPr/>
        </p:nvCxnSpPr>
        <p:spPr>
          <a:xfrm>
            <a:off x="1597407" y="3471450"/>
            <a:ext cx="2923184" cy="384072"/>
          </a:xfrm>
          <a:prstGeom prst="straightConnector1">
            <a:avLst/>
          </a:prstGeom>
          <a:ln w="19050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타원 253">
            <a:extLst>
              <a:ext uri="{FF2B5EF4-FFF2-40B4-BE49-F238E27FC236}">
                <a16:creationId xmlns:a16="http://schemas.microsoft.com/office/drawing/2014/main" id="{0ABD4A73-178F-180A-29C5-221FBE1B5A90}"/>
              </a:ext>
            </a:extLst>
          </p:cNvPr>
          <p:cNvSpPr/>
          <p:nvPr/>
        </p:nvSpPr>
        <p:spPr>
          <a:xfrm>
            <a:off x="2642063" y="4577598"/>
            <a:ext cx="254757" cy="2478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>
              <a:latin typeface="+mj-ea"/>
              <a:ea typeface="+mj-ea"/>
            </a:endParaRPr>
          </a:p>
        </p:txBody>
      </p:sp>
      <p:sp>
        <p:nvSpPr>
          <p:cNvPr id="288" name="화살표: 아래쪽 287">
            <a:extLst>
              <a:ext uri="{FF2B5EF4-FFF2-40B4-BE49-F238E27FC236}">
                <a16:creationId xmlns:a16="http://schemas.microsoft.com/office/drawing/2014/main" id="{621BE05F-202E-2E02-12F9-E70E8D838CA3}"/>
              </a:ext>
            </a:extLst>
          </p:cNvPr>
          <p:cNvSpPr/>
          <p:nvPr/>
        </p:nvSpPr>
        <p:spPr>
          <a:xfrm>
            <a:off x="10073710" y="2285169"/>
            <a:ext cx="900000" cy="364786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사용자</a:t>
            </a:r>
            <a:endParaRPr lang="en-US" altLang="ko-KR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입력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9FD9664-0851-E127-9745-12552EB18C36}"/>
              </a:ext>
            </a:extLst>
          </p:cNvPr>
          <p:cNvSpPr/>
          <p:nvPr/>
        </p:nvSpPr>
        <p:spPr>
          <a:xfrm>
            <a:off x="6791174" y="4514656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E20EBCAC-C1F0-94A8-B91B-AF5FC62B81D9}"/>
              </a:ext>
            </a:extLst>
          </p:cNvPr>
          <p:cNvGrpSpPr/>
          <p:nvPr/>
        </p:nvGrpSpPr>
        <p:grpSpPr>
          <a:xfrm>
            <a:off x="6094047" y="877044"/>
            <a:ext cx="5842833" cy="5877564"/>
            <a:chOff x="6094047" y="847784"/>
            <a:chExt cx="5842833" cy="5877564"/>
          </a:xfrm>
        </p:grpSpPr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DAE6A0D8-79D1-7FE8-ADE4-467540275A61}"/>
                </a:ext>
              </a:extLst>
            </p:cNvPr>
            <p:cNvSpPr/>
            <p:nvPr/>
          </p:nvSpPr>
          <p:spPr>
            <a:xfrm>
              <a:off x="6280528" y="1067674"/>
              <a:ext cx="5656352" cy="5657674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rgbClr val="92D05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DCA29CBF-4D3C-6A37-1ED4-4A3C2ABBE17D}"/>
                </a:ext>
              </a:extLst>
            </p:cNvPr>
            <p:cNvSpPr/>
            <p:nvPr/>
          </p:nvSpPr>
          <p:spPr>
            <a:xfrm>
              <a:off x="6094047" y="847784"/>
              <a:ext cx="1894384" cy="4286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생성 시스템 작동</a:t>
              </a: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506A1500-22F1-5F93-1774-79F088F3A6D8}"/>
              </a:ext>
            </a:extLst>
          </p:cNvPr>
          <p:cNvGrpSpPr/>
          <p:nvPr/>
        </p:nvGrpSpPr>
        <p:grpSpPr>
          <a:xfrm>
            <a:off x="282078" y="846659"/>
            <a:ext cx="5276727" cy="4420213"/>
            <a:chOff x="282078" y="846659"/>
            <a:chExt cx="5276727" cy="4420213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D98CB396-6E81-941B-EDA2-2C9A64043342}"/>
                </a:ext>
              </a:extLst>
            </p:cNvPr>
            <p:cNvSpPr/>
            <p:nvPr/>
          </p:nvSpPr>
          <p:spPr>
            <a:xfrm>
              <a:off x="441569" y="1067674"/>
              <a:ext cx="5117236" cy="4199198"/>
            </a:xfrm>
            <a:prstGeom prst="roundRect">
              <a:avLst>
                <a:gd name="adj" fmla="val 3596"/>
              </a:avLst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40041B31-9DBB-ED0A-B111-A89076D9B0D0}"/>
                </a:ext>
              </a:extLst>
            </p:cNvPr>
            <p:cNvSpPr/>
            <p:nvPr/>
          </p:nvSpPr>
          <p:spPr>
            <a:xfrm>
              <a:off x="282078" y="846659"/>
              <a:ext cx="1894384" cy="428668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부품 조립 특성 </a:t>
              </a:r>
              <a:r>
                <a:rPr lang="en-US" altLang="ko-KR" sz="1200" dirty="0"/>
                <a:t>DB </a:t>
              </a:r>
              <a:r>
                <a:rPr lang="ko-KR" altLang="en-US" sz="1200" dirty="0"/>
                <a:t>구축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2304F4AA-FC0C-9958-3E56-73578D219436}"/>
              </a:ext>
            </a:extLst>
          </p:cNvPr>
          <p:cNvGrpSpPr/>
          <p:nvPr/>
        </p:nvGrpSpPr>
        <p:grpSpPr>
          <a:xfrm>
            <a:off x="282078" y="5331999"/>
            <a:ext cx="5262224" cy="1422609"/>
            <a:chOff x="282078" y="5382536"/>
            <a:chExt cx="5262224" cy="1422609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F7C146F1-8581-68FD-29A1-EA276E5E40E9}"/>
                </a:ext>
              </a:extLst>
            </p:cNvPr>
            <p:cNvSpPr/>
            <p:nvPr/>
          </p:nvSpPr>
          <p:spPr>
            <a:xfrm>
              <a:off x="427066" y="5596870"/>
              <a:ext cx="5117236" cy="1208275"/>
            </a:xfrm>
            <a:prstGeom prst="roundRect">
              <a:avLst>
                <a:gd name="adj" fmla="val 1267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E999E92C-4457-EF90-6B24-9FF64F04A868}"/>
                </a:ext>
              </a:extLst>
            </p:cNvPr>
            <p:cNvSpPr/>
            <p:nvPr/>
          </p:nvSpPr>
          <p:spPr>
            <a:xfrm>
              <a:off x="282078" y="5382536"/>
              <a:ext cx="1083138" cy="42866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 입력</a:t>
              </a:r>
            </a:p>
          </p:txBody>
        </p:sp>
      </p:grpSp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33381F69-A3FF-1C2C-48C3-D94F4CF1AF0D}"/>
              </a:ext>
            </a:extLst>
          </p:cNvPr>
          <p:cNvSpPr/>
          <p:nvPr/>
        </p:nvSpPr>
        <p:spPr>
          <a:xfrm>
            <a:off x="5757379" y="5711567"/>
            <a:ext cx="362163" cy="985759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D32EC6B-61B5-117D-5BAD-948A612AF56F}"/>
              </a:ext>
            </a:extLst>
          </p:cNvPr>
          <p:cNvSpPr txBox="1"/>
          <p:nvPr/>
        </p:nvSpPr>
        <p:spPr>
          <a:xfrm>
            <a:off x="10011093" y="6482777"/>
            <a:ext cx="18124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동작</a:t>
            </a:r>
            <a:r>
              <a:rPr lang="ko-KR" altLang="en-US" sz="1000" dirty="0"/>
              <a:t> 기준 조립 순서 반환</a:t>
            </a:r>
          </a:p>
        </p:txBody>
      </p:sp>
      <p:pic>
        <p:nvPicPr>
          <p:cNvPr id="151" name="그래픽 150" descr="데이터베이스 단색으로 채워진">
            <a:extLst>
              <a:ext uri="{FF2B5EF4-FFF2-40B4-BE49-F238E27FC236}">
                <a16:creationId xmlns:a16="http://schemas.microsoft.com/office/drawing/2014/main" id="{1B5502A3-BEFA-928A-3D46-C80E39506D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05919" y="4473673"/>
            <a:ext cx="406750" cy="43722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F0D408D8-22AC-D0E2-F18F-03821091B1E0}"/>
              </a:ext>
            </a:extLst>
          </p:cNvPr>
          <p:cNvSpPr txBox="1"/>
          <p:nvPr/>
        </p:nvSpPr>
        <p:spPr>
          <a:xfrm>
            <a:off x="8007495" y="485765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9ADEDEF-7F26-C798-CD55-18576BD83932}"/>
              </a:ext>
            </a:extLst>
          </p:cNvPr>
          <p:cNvSpPr txBox="1"/>
          <p:nvPr/>
        </p:nvSpPr>
        <p:spPr>
          <a:xfrm>
            <a:off x="1297366" y="4864169"/>
            <a:ext cx="1643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도어 </a:t>
            </a:r>
            <a:r>
              <a:rPr lang="ko-KR" altLang="en-US" sz="1000" b="1" dirty="0" err="1"/>
              <a:t>체커</a:t>
            </a:r>
            <a:endParaRPr lang="ko-KR" altLang="en-US" sz="10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DC209D5-1144-A732-95D4-FF457918F257}"/>
              </a:ext>
            </a:extLst>
          </p:cNvPr>
          <p:cNvSpPr txBox="1"/>
          <p:nvPr/>
        </p:nvSpPr>
        <p:spPr>
          <a:xfrm>
            <a:off x="1588983" y="1691972"/>
            <a:ext cx="938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프론트 도어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31F13BF-8A35-A5EB-E283-CCAAF0074982}"/>
              </a:ext>
            </a:extLst>
          </p:cNvPr>
          <p:cNvSpPr txBox="1"/>
          <p:nvPr/>
        </p:nvSpPr>
        <p:spPr>
          <a:xfrm>
            <a:off x="3083506" y="1445449"/>
            <a:ext cx="907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바디</a:t>
            </a:r>
            <a:r>
              <a:rPr lang="en-US" altLang="ko-KR" sz="1000" b="1" dirty="0"/>
              <a:t>(A-</a:t>
            </a:r>
            <a:r>
              <a:rPr lang="ko-KR" altLang="en-US" sz="1000" b="1" dirty="0"/>
              <a:t>필라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72" name="화살표: 아래쪽 171">
            <a:extLst>
              <a:ext uri="{FF2B5EF4-FFF2-40B4-BE49-F238E27FC236}">
                <a16:creationId xmlns:a16="http://schemas.microsoft.com/office/drawing/2014/main" id="{E861BD9D-5C41-4A00-A313-D9C1544BFB9A}"/>
              </a:ext>
            </a:extLst>
          </p:cNvPr>
          <p:cNvSpPr/>
          <p:nvPr/>
        </p:nvSpPr>
        <p:spPr>
          <a:xfrm>
            <a:off x="8659212" y="524402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A2119C19-8CD4-E03A-77BF-535137C1A315}"/>
              </a:ext>
            </a:extLst>
          </p:cNvPr>
          <p:cNvCxnSpPr>
            <a:cxnSpLocks/>
            <a:stCxn id="200" idx="0"/>
            <a:endCxn id="216" idx="3"/>
          </p:cNvCxnSpPr>
          <p:nvPr/>
        </p:nvCxnSpPr>
        <p:spPr>
          <a:xfrm flipV="1">
            <a:off x="1112428" y="2216233"/>
            <a:ext cx="136792" cy="43993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E79E21BA-0D74-B1AC-85EB-A376F1F9F3B7}"/>
              </a:ext>
            </a:extLst>
          </p:cNvPr>
          <p:cNvCxnSpPr>
            <a:cxnSpLocks/>
            <a:stCxn id="219" idx="0"/>
            <a:endCxn id="217" idx="5"/>
          </p:cNvCxnSpPr>
          <p:nvPr/>
        </p:nvCxnSpPr>
        <p:spPr>
          <a:xfrm flipH="1" flipV="1">
            <a:off x="1371963" y="2092834"/>
            <a:ext cx="703652" cy="56333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F01AA422-DD1B-41B1-CE41-A9C40BE60D98}"/>
              </a:ext>
            </a:extLst>
          </p:cNvPr>
          <p:cNvGrpSpPr/>
          <p:nvPr/>
        </p:nvGrpSpPr>
        <p:grpSpPr>
          <a:xfrm>
            <a:off x="634073" y="2607007"/>
            <a:ext cx="1919896" cy="675591"/>
            <a:chOff x="634073" y="2607007"/>
            <a:chExt cx="1919896" cy="675591"/>
          </a:xfrm>
        </p:grpSpPr>
        <p:sp>
          <p:nvSpPr>
            <p:cNvPr id="155" name="사각형: 둥근 모서리 154">
              <a:extLst>
                <a:ext uri="{FF2B5EF4-FFF2-40B4-BE49-F238E27FC236}">
                  <a16:creationId xmlns:a16="http://schemas.microsoft.com/office/drawing/2014/main" id="{C7430F0A-09B7-F5AD-31C5-456DFFC89C89}"/>
                </a:ext>
              </a:extLst>
            </p:cNvPr>
            <p:cNvSpPr/>
            <p:nvPr/>
          </p:nvSpPr>
          <p:spPr>
            <a:xfrm>
              <a:off x="634073" y="2607007"/>
              <a:ext cx="1919896" cy="5633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23CD2E04-6CBA-9709-A454-C201EA3F37F9}"/>
                </a:ext>
              </a:extLst>
            </p:cNvPr>
            <p:cNvGrpSpPr/>
            <p:nvPr/>
          </p:nvGrpSpPr>
          <p:grpSpPr>
            <a:xfrm>
              <a:off x="691425" y="2656165"/>
              <a:ext cx="1805192" cy="406559"/>
              <a:chOff x="689827" y="2656165"/>
              <a:chExt cx="1805192" cy="406559"/>
            </a:xfrm>
          </p:grpSpPr>
          <p:sp>
            <p:nvSpPr>
              <p:cNvPr id="200" name="타원 199">
                <a:extLst>
                  <a:ext uri="{FF2B5EF4-FFF2-40B4-BE49-F238E27FC236}">
                    <a16:creationId xmlns:a16="http://schemas.microsoft.com/office/drawing/2014/main" id="{84337832-D1B6-2DC2-28FD-34617F85E2AA}"/>
                  </a:ext>
                </a:extLst>
              </p:cNvPr>
              <p:cNvSpPr/>
              <p:nvPr/>
            </p:nvSpPr>
            <p:spPr>
              <a:xfrm>
                <a:off x="689827" y="2656165"/>
                <a:ext cx="842005" cy="40655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latin typeface="+mj-ea"/>
                  </a:rPr>
                  <a:t>나사구멍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</a:rPr>
                  <a:t>Ø6mm</a:t>
                </a:r>
                <a:endParaRPr lang="ko-KR" altLang="en-US" sz="800" dirty="0">
                  <a:latin typeface="+mj-ea"/>
                </a:endParaRPr>
              </a:p>
            </p:txBody>
          </p:sp>
          <p:sp>
            <p:nvSpPr>
              <p:cNvPr id="219" name="타원 218">
                <a:extLst>
                  <a:ext uri="{FF2B5EF4-FFF2-40B4-BE49-F238E27FC236}">
                    <a16:creationId xmlns:a16="http://schemas.microsoft.com/office/drawing/2014/main" id="{59DB97D5-5A6A-E0C5-C2FF-FD4FDB7B3842}"/>
                  </a:ext>
                </a:extLst>
              </p:cNvPr>
              <p:cNvSpPr/>
              <p:nvPr/>
            </p:nvSpPr>
            <p:spPr>
              <a:xfrm>
                <a:off x="1653014" y="2656165"/>
                <a:ext cx="842005" cy="40655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latin typeface="+mj-ea"/>
                  </a:rPr>
                  <a:t>나사구멍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</a:rPr>
                  <a:t>Ø6mm</a:t>
                </a:r>
                <a:endParaRPr lang="ko-KR" altLang="en-US" sz="800" dirty="0">
                  <a:latin typeface="+mj-ea"/>
                </a:endParaRPr>
              </a:p>
            </p:txBody>
          </p:sp>
        </p:grpSp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776ABD82-1AC6-1D7E-5E7F-F9A2BEFFC123}"/>
                </a:ext>
              </a:extLst>
            </p:cNvPr>
            <p:cNvSpPr/>
            <p:nvPr/>
          </p:nvSpPr>
          <p:spPr>
            <a:xfrm>
              <a:off x="991738" y="3087640"/>
              <a:ext cx="1204567" cy="19495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/>
                <a:t>조립부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Type A-1</a:t>
              </a:r>
              <a:endParaRPr lang="ko-KR" altLang="en-US" sz="1000" dirty="0"/>
            </a:p>
          </p:txBody>
        </p:sp>
      </p:grp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A72BB67F-A7AB-2376-DDD5-C0F52BCC5EE6}"/>
              </a:ext>
            </a:extLst>
          </p:cNvPr>
          <p:cNvCxnSpPr>
            <a:cxnSpLocks/>
            <a:stCxn id="175" idx="4"/>
            <a:endCxn id="177" idx="7"/>
          </p:cNvCxnSpPr>
          <p:nvPr/>
        </p:nvCxnSpPr>
        <p:spPr>
          <a:xfrm flipH="1">
            <a:off x="1665788" y="4239594"/>
            <a:ext cx="322366" cy="26741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83BA7A31-ED99-A7A2-E9A2-1FD9510D259B}"/>
              </a:ext>
            </a:extLst>
          </p:cNvPr>
          <p:cNvCxnSpPr>
            <a:cxnSpLocks/>
            <a:stCxn id="179" idx="4"/>
            <a:endCxn id="178" idx="1"/>
          </p:cNvCxnSpPr>
          <p:nvPr/>
        </p:nvCxnSpPr>
        <p:spPr>
          <a:xfrm>
            <a:off x="1199889" y="4239594"/>
            <a:ext cx="249382" cy="57340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C4EF39B7-53C0-0549-20E8-E5C2688CF9CF}"/>
              </a:ext>
            </a:extLst>
          </p:cNvPr>
          <p:cNvGrpSpPr/>
          <p:nvPr/>
        </p:nvGrpSpPr>
        <p:grpSpPr>
          <a:xfrm>
            <a:off x="763670" y="3714882"/>
            <a:ext cx="1660702" cy="573444"/>
            <a:chOff x="718867" y="3724459"/>
            <a:chExt cx="1660702" cy="573444"/>
          </a:xfrm>
        </p:grpSpPr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45BC8188-FD4D-0834-C389-3BA902DC2BC1}"/>
                </a:ext>
              </a:extLst>
            </p:cNvPr>
            <p:cNvSpPr/>
            <p:nvPr/>
          </p:nvSpPr>
          <p:spPr>
            <a:xfrm>
              <a:off x="718867" y="3828252"/>
              <a:ext cx="1660702" cy="4696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4E46DC4A-8CA8-9663-8AD7-6F298A050159}"/>
                </a:ext>
              </a:extLst>
            </p:cNvPr>
            <p:cNvGrpSpPr/>
            <p:nvPr/>
          </p:nvGrpSpPr>
          <p:grpSpPr>
            <a:xfrm>
              <a:off x="800305" y="3975277"/>
              <a:ext cx="1497827" cy="273894"/>
              <a:chOff x="796605" y="3975277"/>
              <a:chExt cx="1497827" cy="273894"/>
            </a:xfrm>
          </p:grpSpPr>
          <p:sp>
            <p:nvSpPr>
              <p:cNvPr id="175" name="타원 174">
                <a:extLst>
                  <a:ext uri="{FF2B5EF4-FFF2-40B4-BE49-F238E27FC236}">
                    <a16:creationId xmlns:a16="http://schemas.microsoft.com/office/drawing/2014/main" id="{52DFABCE-3A37-E9BA-B6B4-6C73F137853B}"/>
                  </a:ext>
                </a:extLst>
              </p:cNvPr>
              <p:cNvSpPr/>
              <p:nvPr/>
            </p:nvSpPr>
            <p:spPr>
              <a:xfrm>
                <a:off x="1584870" y="3975277"/>
                <a:ext cx="709562" cy="27389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latin typeface="+mj-ea"/>
                  </a:rPr>
                  <a:t>나사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  <a:ea typeface="+mj-ea"/>
                  </a:rPr>
                  <a:t>M6</a:t>
                </a:r>
                <a:endParaRPr lang="ko-KR" altLang="en-US" sz="800" dirty="0">
                  <a:latin typeface="+mj-ea"/>
                  <a:ea typeface="+mj-ea"/>
                </a:endParaRPr>
              </a:p>
            </p:txBody>
          </p: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F85610B7-A13E-46F9-5261-5DEA2F32C362}"/>
                  </a:ext>
                </a:extLst>
              </p:cNvPr>
              <p:cNvSpPr/>
              <p:nvPr/>
            </p:nvSpPr>
            <p:spPr>
              <a:xfrm>
                <a:off x="796605" y="3975277"/>
                <a:ext cx="709562" cy="27389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latin typeface="+mj-ea"/>
                  </a:rPr>
                  <a:t>나사</a:t>
                </a:r>
                <a:r>
                  <a:rPr lang="en-US" altLang="ko-KR" sz="800" dirty="0">
                    <a:latin typeface="+mj-ea"/>
                  </a:rPr>
                  <a:t>:</a:t>
                </a:r>
                <a:r>
                  <a:rPr lang="ko-KR" altLang="en-US" sz="800" dirty="0">
                    <a:latin typeface="+mj-ea"/>
                  </a:rPr>
                  <a:t> </a:t>
                </a:r>
                <a:r>
                  <a:rPr lang="en-US" altLang="ko-KR" sz="800" dirty="0">
                    <a:latin typeface="+mj-ea"/>
                    <a:ea typeface="+mj-ea"/>
                  </a:rPr>
                  <a:t>M6</a:t>
                </a:r>
                <a:endParaRPr lang="ko-KR" altLang="en-US" sz="8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49135B71-335B-1875-31D5-1B9142E62C9B}"/>
                </a:ext>
              </a:extLst>
            </p:cNvPr>
            <p:cNvSpPr/>
            <p:nvPr/>
          </p:nvSpPr>
          <p:spPr>
            <a:xfrm>
              <a:off x="946935" y="3724459"/>
              <a:ext cx="1204567" cy="19495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/>
                <a:t>조립부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Type A-2</a:t>
              </a:r>
              <a:endParaRPr lang="ko-KR" altLang="en-US" sz="1000" dirty="0"/>
            </a:p>
          </p:txBody>
        </p:sp>
      </p:grp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50B94D23-341A-01A8-9076-51FFD5598530}"/>
              </a:ext>
            </a:extLst>
          </p:cNvPr>
          <p:cNvCxnSpPr>
            <a:cxnSpLocks/>
            <a:stCxn id="162" idx="2"/>
            <a:endCxn id="163" idx="0"/>
          </p:cNvCxnSpPr>
          <p:nvPr/>
        </p:nvCxnSpPr>
        <p:spPr>
          <a:xfrm>
            <a:off x="1594022" y="3282598"/>
            <a:ext cx="0" cy="432284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C77C6D8-8EF2-84DF-6679-103630CC1902}"/>
              </a:ext>
            </a:extLst>
          </p:cNvPr>
          <p:cNvSpPr txBox="1"/>
          <p:nvPr/>
        </p:nvSpPr>
        <p:spPr>
          <a:xfrm>
            <a:off x="2218618" y="3838230"/>
            <a:ext cx="1437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※</a:t>
            </a:r>
            <a:r>
              <a:rPr lang="ko-KR" altLang="en-US" sz="1000" b="1" dirty="0"/>
              <a:t>복잡한 관계는 묶어서 단순화</a:t>
            </a:r>
          </a:p>
        </p:txBody>
      </p:sp>
    </p:spTree>
    <p:extLst>
      <p:ext uri="{BB962C8B-B14F-4D97-AF65-F5344CB8AC3E}">
        <p14:creationId xmlns:p14="http://schemas.microsoft.com/office/powerpoint/2010/main" val="3642646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2358E-BCF0-77AD-5EEF-85F52D2DBEA4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66675B-8650-6714-F652-A8617059F3E0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E7DF306F-8A45-CA4E-BFFB-E2B8CFE3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53C734-6AC6-23EF-0A47-6C14A07A48B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7A6933-6550-2082-2DA8-BCBBFB699582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FC1ACF-B7BC-806C-CB56-096C22253B3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BC5624B1-A5B0-E092-522E-EAA5EA811A6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C85BA2-E423-EC0F-8E1D-B7459F243CC3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DE13639A-6FB1-C64C-BB00-527DF0FF3BE3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1D2AA44-7C2A-411F-9C24-3E32592728A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61A8D46A-EA52-4B79-FC51-B9C256361F75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38C486E-CD1A-7D8E-276C-C9FCBF20043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28E8F6D-F09B-4620-CABA-7ADEA380C74C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EA8657B9-BA1C-77D1-5430-0FD826BFA90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3A39CA5C-86A2-A629-4B53-3F336E66CB7E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8909528-1522-68BB-5C68-5DEAA6F1358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0DBE0C06-1F62-D9F4-FEAC-48107702F33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F0E14992-E366-C79F-69BC-A0401FA99EE0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B10AA52-D30B-509D-7A98-67B77584EB1F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EAA2F810-039E-3331-0C74-E6799EB60B5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487D3E8B-4B19-1287-2755-F24CA9BB3D37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42D9EF54-B712-A2CE-ED8A-465BF9AD5CB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81A491D-D3D9-3700-DBE9-2E80F73A282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CDD8E-5F68-3AF5-6D53-93EA9DE6B27D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8125CC-F3EF-57B1-93C7-027E0D1C477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9C9A51-967F-8346-A981-5871A81A36F8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832D5B2-40DF-C474-FB77-2FD0C9C47135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F859336-3C90-C2C2-B7B6-FE04DF7C2C9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618D676-CCC3-6E25-BFE5-255A34137CB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8849202-ED4A-D3BD-92FB-3BA85EF50A4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81D16A1-D70E-AD1C-C1E8-39CD2833C7B4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81A8BB-0C75-9B8D-1239-A7546EA6D004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500A26-06AF-1EC7-B228-26789D05A9E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8E087AA-C01E-2AB2-9942-AD76003B2E17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8645A55-23F7-E952-D788-0069EEE704BE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18C4D49C-5574-A70E-1E32-3AFE3E8265ED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26BB0CC-B566-A1B3-BC20-3C127C7CE86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1B99F08-F579-7528-F775-7F49AB0E1DF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4EBCD913-C5CF-606D-4E95-8E90E0731BBE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A78D0E5E-1791-BFBA-B388-E2E49BF6D84D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6101DA37-5F52-2304-DF67-168CDD176D9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19F58B3C-37EB-1290-A519-1D3D3F9476ED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58C58766-7977-9545-6097-ADE9AD2CD746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2AB61622-13A0-FB2A-507E-CD9E7A22CE82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416921A-3081-9316-CA43-6C083C623BFE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3AED381-9D7E-3859-19FD-D81E9FB8331D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7C7D52C-AD61-D957-FB35-0C26BCDB039C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0AF155C8-0277-7E72-0DCE-CAE92D554044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D19E5C4-2019-8A27-8A3B-6988C30358DC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56D941A-749A-9E87-5D68-32A5A9EB3BE8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70FBFF5-8EA6-595A-BD96-B8F9D6B2C2B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35CE95-5134-3C02-5A62-65E79135BB02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397E4C-E932-8835-826D-7F6C0F1FED04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DD85EE1-E225-104B-89BF-ACDEB51351EF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95B44685-BBF1-571F-4184-E4628754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994DFC0-F580-EBE9-F6CD-B2FF3C788C6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81D04CBC-E0E2-573E-9025-205FA123BA03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4CA1E51E-FC9C-4B44-571A-77FE52C97896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C4626E9-B23D-D3B0-33A5-9DF16E5E1117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32BBF4-B369-B6A7-2B7B-D93D4FB3A04A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44163AB-9E53-A92A-7B97-78BAE5BD2F3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663A010-994A-C296-E77B-B8B02D6A416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28D766B-9AA2-F113-ED8E-B42A5F2484A8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07409FF-9FC7-4E5F-962E-FBC8FBA9A57C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5821662B-4697-CB59-82EA-3FEE001CF9E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138907B3-45E9-5ADB-1E5F-3AF4B8115357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248F652-B2F8-AAA1-E048-252A1F96100A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3B62B1D9-B0A4-5362-0BFB-F14F68EC00F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A1510D6A-B01F-3777-5CC0-C807EE36CFFB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6F0591A5-EC88-6F10-193A-DBC4445A61C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D699CBA-EB0E-C409-206E-92F06862918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90A17047-CE0A-81E4-2913-46E47703BF2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9149D8A2-3C38-31F7-A71B-7DC19B63C910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8CE8E3D0-0199-5FC6-372C-DC589053EDC4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229CD1D2-1EE6-B4B3-1E20-96BE9DEA80C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C34B8FD-4CD2-A226-FB79-E98ED0EA5ADB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856BDB6-D172-FB0A-24C5-C0FACA9E70F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3C2DF8F0-5F15-4286-F01A-8D009FCC84DE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3ECF03B-D8FA-AE28-2406-C754687E57AA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B3E5623-7832-06C8-168C-1EE8825BE903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2B10F44-BAD7-9539-3D2A-553DB4329677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DA78283-A27C-EFD0-200C-9F8560ECD2B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067AAB2-0C16-5B15-6B5D-D6F5FC6C6ADC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14ED5254-4E65-E6B5-16C9-26F46A42C67C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DB3262A-0DA8-E6BF-64A3-BE2580C79B4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92688E32-CC24-0763-6E03-C1B6278FEB6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36DAFAA-664C-680C-4B0D-40B95DB69239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1E5B3A0-1300-23F4-EAAC-C9BBA56ABED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9454F68D-A338-4005-22C2-66A26250F13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7921CB42-0EC6-2A40-2BDF-44484A999145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6BB4E44D-0560-3C1A-ED30-5D77EE353E1E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185AACFA-6289-5F22-BBA8-42C8F17891FA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5CE25B3-80B3-45A0-9892-26455566F2EE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E2F3574F-5BB0-CB63-0CFC-9D0CCBD69ECD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4392107E-9C88-5805-E5C7-BC07769D236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8BC0693-9E1C-4E26-7C7C-95197A924E79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52F1F5A-71F8-BFE5-A05E-16293A32391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8DF958-BFDB-498D-3724-32856A642CD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A28268D4-A342-9801-7910-649D9F2AB915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BECC21D-89FC-123E-5C8B-DFF3832A5CAD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92582-B2F6-AA53-E7A7-9A3CE0E6D43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362AAB3C-4C9D-E967-7C0B-07146155F76C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54E913D-813F-8DDC-41E0-7B7E75887788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BF8DA40-B77F-9EF6-DF6E-A8DEC7A64B3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DE28EAAD-BC1E-8BDF-6FB8-F91C18ABBD4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A19A5816-A46F-FD1D-3E6D-7A89456FAA5C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4465D0CD-EE11-47D3-4997-4E9AC8AF7378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BE1B4199-DECC-7713-7551-4A80E30A0CC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2314A76-D59B-F4EA-907E-5C82875C349D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FBB44D6C-5E55-0536-C1F0-AD63B08C95A2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1DCC0E-9550-CC93-8A1B-48339DBAC91B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15728898-2E79-8F0B-ABBA-DE5295F54155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CAC275B-E838-F5B7-2A39-0E43CCE7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513808"/>
              </p:ext>
            </p:extLst>
          </p:nvPr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496FE9-3ECA-C0C6-A362-1736522DDEC9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0B2A0AE0-613F-5F09-07BD-34EE016A7AF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7235CD0-5C68-4F52-7FDE-7D43E626F6F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805D5186-BBB8-D1D8-231D-BBA6C391CB9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CED64668-E982-DEF8-BA97-80E5199BD76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E168B21-8352-CF7C-DBCB-B8EF6EC0557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7758C4D-669D-DA72-DCEB-AFD0F5897E56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8CBA2E9-EACC-ED3A-0849-BAB427509FA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18D63D7-4AD7-F526-8DB7-8A182BC4C5A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A7E6604-5EAB-1C53-84BA-5869A90EF878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B54486A-58DA-64E0-BD7F-A4DA11ED6E0B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F09F086E-1B10-CF42-7F90-F9E426B1B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076"/>
              </p:ext>
            </p:extLst>
          </p:nvPr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C7CF019-9899-6C82-714D-7BBE51BF4421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D540C68-14F3-DC3E-43E6-77B985650D4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DF85BE7-5899-2498-29F5-605B1E8F877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4BB05D11-4654-FF65-31F1-1BF25DDF905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F0698C4-32A1-FC34-9FFC-ED0507297B8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B8639157-BFD2-70A4-248A-EC814B649EE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0962481-D77D-48BB-8660-D88992ECD52E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2CA30760-7B23-8182-9077-BA59B4534D5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33E1F6-A9BC-8402-625C-F38FB2D8790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12DDCFD-8B8F-2502-1F02-CFB990C367A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856E8D7-CF5F-FC80-AA4A-8E434C18359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A7B8668-E56F-4F7A-FBE4-3E1BF1C459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456999C-6917-6F2B-8D36-46DA04B421F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7938AEE-D07A-D156-FBE2-0E4718C7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922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79C0-FD71-574F-D932-4084A1020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D051B-5FCB-A920-78E0-51C8E394A1BA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126809-E8E4-AE0D-F05F-8B6F0AAF7019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0B2B4BD3-1584-E6C5-4665-680B0D934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54CE45E-F960-1659-392B-88F590617349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AA875BB-C4CF-EFE3-5B94-8B9277F011FC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BD6BF40-6D1D-8A46-E470-14F9A21D7417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14D291A4-00DE-95D3-2019-60DC67BC9F9B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AC2FF2B-184D-A9AE-264B-665EC305279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6C49834D-8C3E-063A-9BEA-2081BE3D5BF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1AFBF06E-0647-F9EA-D6CE-0D9FC108E5F8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BAD341AA-2302-19B7-465D-A8AE2AE6E9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0CCB7C0-0ECC-4BCD-1520-068BED56E8B7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4B7E6B33-FB82-B849-D7C5-2228B361AAB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94A0BDF4-C86C-ED74-1F1A-A3B8BDD6DA5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57E1A46C-E1CD-FCC3-9C1D-CAC169579A02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1D7BA0C7-70F4-88B4-D2C4-A4D59F55FCC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9092F3FD-6188-0BA4-B81D-FC1A0FEEAED7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B9BF14AD-8F40-2F81-49FB-0CE520B2FE9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D3DB624D-CE0E-F8A3-339C-383990141D0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09FCC8DE-7B5A-A780-F288-A2F4BD3AF66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32041089-047B-B6A5-D748-75109555B0A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0DC797DF-0CF8-8913-5B72-2DB5AAEA454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A9EDC97-8CB9-4060-86A1-65DF554A4945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00133D-B6D3-711D-3FAE-820BF38F6DC9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DFE0DB-6539-6868-0A44-BAB2C013984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5DC7B-2931-A4ED-D4A7-AE9F9CA12434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C3A838C4-DDF6-2C65-FE2A-0CEA66FFB43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2DFBF81-BB3D-AD92-105A-242F23B2317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BBB9D6E7-DA1F-C73E-D38B-B1037065A75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C2AC406E-F332-1A96-5906-2943088117A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43BF04B-FEEA-29EE-CDA4-2683F13555ED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F84AFDC-D90A-E33C-76A5-CC06E7528903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F54818-79B4-A019-315A-95A647B33BB9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2511475-2ECC-944E-96FB-89E8F0DB3DE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F2A9F62B-19DD-D284-938A-31435FA92C77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C1C90F51-61ED-8360-1212-98AE4727C09C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FBFE0A52-0633-698C-9635-DD99C12A802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01FE8BC-F884-B82C-4D93-B810F03AB256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7FEBE76-17EC-637B-CB9D-D9C4F65FB188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0F299E7F-BBC1-FE7E-4F7D-900B75763202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077A263C-97CE-90E2-DCBD-16B89F7DFC8A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D8226FC1-CC41-952B-FB13-FDB164B8DD9C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55C290F-5028-D0EE-3B4B-A975D3F11441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80FCC272-62DE-868A-EE71-8A185C5C354E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25B684C0-7E3C-1C52-D7C6-3E9A660B8DD9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95E88703-8079-2594-C505-18C9F18DAC9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C3FFD9F-4151-32D7-0230-490246BBE11F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A3E187F5-E46F-9709-87AA-1B126AC0EFC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BF999D8A-F217-B978-1152-C3B0E3559EB5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80F7D0F2-DA42-EF12-DA05-1296D213D489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C65392C-1DB4-BC8A-B51C-105B1F52B31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4C821C9-52DC-A496-A746-53314381576F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A34527B-8055-6D5C-57AF-3E72B6741005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59FFFB0-37F2-1805-5EF9-7F1DE5DB60ED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62208C0-0599-A6EC-B128-CD8B06FAF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3E322CE-BA37-1BB4-18ED-2E5CA08776D9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EAB271A-C5BE-BB7A-018C-10C1BC70D286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2911E15-C895-52FD-C371-2E66E3A8E872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6AFED44-7BB9-72E5-E4DB-40E0BC4666D3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0412EE1-31F3-E0C9-14F5-F171144767E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1AAED8F7-1A40-8154-B0CD-2580513DAEC0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8C51A362-4A94-BE6D-4BFC-E8B6CEDD958E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5A6B06EF-A8CC-D5B5-612B-E5D40C593623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17D8E3E1-6F2B-D24C-C374-62BDBFB9EFCD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6B9F6600-DE91-8DAA-F79B-5E51C34DBE02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44C508B1-BC54-106F-2377-096438C1A209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228C740B-15C5-E01C-657B-0D4CE6C71B9F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6B90D62C-A539-368C-099E-355DD1FF93E8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028D5C1C-C6D0-2A1B-7B57-EA0BD3C5763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D1C881D1-2544-D5F2-8E52-522BC23840F4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98F053EB-9C62-8EE9-EF03-30E807345152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310E35A3-D92F-0D20-9A34-C589C51F55E1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E1158138-7B2E-E441-1C59-95733B1DAADE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462C046C-F90A-91A6-037C-8C5878A3CADF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11D66D21-B2C1-C2EC-8992-E4E8BDF421E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FEE67BF-6A6B-791E-0D2B-617AF0F464F6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42C53F50-91B5-D08D-D9A7-8B043E5D4E94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69CE804B-1F02-350E-4F86-14354EA4BFE4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546E0925-6D7F-ABE2-2C30-58A4063AC6A3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8AD5F05-250A-D26E-F317-F1B4387AFE8F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9A8DBC6B-F428-A667-0E7D-6A63EA676641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E1D74680-55FB-1D5F-6F35-0F86A2FADF2A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58841AE5-118A-ACCB-5EF8-D9C4B4CC2E7A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45F674F8-B706-A05A-328C-D825BCC0D5E5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5C2607-7407-0A07-2435-69F40F443F9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3A63088C-D146-B4BD-35F8-2C872B33B69A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B189A56-7835-052F-0FD7-2C6AF47B9DB5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63BD5D11-1833-E985-5150-354AD65DD63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BBF1E8C0-1087-A4EF-901E-29F9D37D7C95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C19D0B27-8981-984E-8566-AEDC387DEF4F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04EFB7C0-F17B-1645-499C-C086EAFBC717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6726D8E0-70F0-0785-C096-AEA1447E1F82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4418338A-95D0-2585-5FBB-3B79F40C59D0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50AE84D6-6F73-F6FA-9F54-C9AA07664D7F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C8A93056-D334-DD2E-CA06-0627B0968F76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FE6809B6-B2AC-2A60-154F-E5ADE7303536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D39C0BD9-EEF4-7C8C-B6C5-551E8E78188D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E0BE368-55E1-FACE-F049-5DF9B6E31554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D8812394-4B58-D5EC-34F6-0088F7F82E9B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38A5D63-594B-C515-A2D7-96670B5F3C03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7B8A54-33F3-7D26-C765-6079AA9A86D2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93F4102E-4D19-34E7-0A5A-6C01033F8297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AD550CA-788F-179A-63A4-208CD04B17FA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AFC8C33E-75F6-76F4-BBC4-BCDCFBDA7F7D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43DBA519-23EB-4150-2F2A-FE0F3F33B796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71275980-D4A2-FBB9-1646-1C455CF2E23B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CDA64B31-38C6-21B9-9EF1-5F481A67E75E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C9EB5D23-F266-C7B3-9067-48BE6CF230EC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5705807-10A3-871B-8396-35ECEFF4425A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C1DF029E-4379-BA1B-9311-A282FE0E5708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03B1B11-365B-34B1-D3EB-385B1204288C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C655EDEB-B0C7-8EA2-5B60-E3695EE9448A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AEB4C718-92FE-BD5E-A49D-0CB59743BAEA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5CDA273-A793-F51B-CBDA-0B563C88398F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3228CAF0-BADF-5EC8-648A-5301492BF20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F254AB62-5B8F-D1C6-9027-A89FD5D623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6C09A67C-F0E1-F497-1ABF-E452DBF7C26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AA0AECB7-C907-26FF-DCCE-870360E0918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9C46230C-18B5-D669-4DCA-FD66B51FCB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A34839FD-95FE-16FF-7A02-BE3E6223ED2C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295340B-609F-E54D-267F-2D8E6FC96F5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EC255B6-1A65-6333-08F7-6E5111AFBBA7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F14D494-693C-F537-9273-D1AA8E14012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D3C8DC58-D60B-2777-449A-1B82D8BCC4C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5114DBBD-CD8A-281E-CCDD-85D5A9E16810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E471C64-71CE-077F-48EE-449BF780E9DA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6E537F7F-C711-A60A-56D0-64C3CC4C5C7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B03732C7-A2E9-DE78-97D8-08E39EFCCD0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92B23000-1D4E-9FEF-535B-3A634868CE9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1E1A0D6-B726-4EC2-3049-FF45236A848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5ED9A3F8-602A-3D71-132F-21AE1DCD5A3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2BEE7765-E92B-8492-BFE1-73CEBC7F3B57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5D24B854-38AD-0E15-BBAD-C7F575E97023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56A09FBC-6DF9-CB29-E9F0-86739D8488B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A11C792C-351A-7420-40B2-780E295136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C0D9716-5B63-E93F-2873-CC7293B8EE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514A7E4D-C21E-80C1-20BD-DF0B52CAAD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C2FB5E3-F362-2908-440B-C0AAD425EC2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F4C4A30E-268C-95DA-90E4-3A5D4F06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6770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060D-3BDF-958C-937D-3879B822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0C913C-B727-AC06-C792-1CD4BB3C4385}"/>
              </a:ext>
            </a:extLst>
          </p:cNvPr>
          <p:cNvSpPr/>
          <p:nvPr/>
        </p:nvSpPr>
        <p:spPr>
          <a:xfrm>
            <a:off x="133959" y="1790959"/>
            <a:ext cx="8849108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27D04F96-5557-5BA1-EC79-976A99F08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162447"/>
              </p:ext>
            </p:extLst>
          </p:nvPr>
        </p:nvGraphicFramePr>
        <p:xfrm>
          <a:off x="3417970" y="1824161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C0AEDEEE-7839-89AB-9E03-3F2D8BFA1B1B}"/>
              </a:ext>
            </a:extLst>
          </p:cNvPr>
          <p:cNvGrpSpPr/>
          <p:nvPr/>
        </p:nvGrpSpPr>
        <p:grpSpPr>
          <a:xfrm>
            <a:off x="1092884" y="2126362"/>
            <a:ext cx="948390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4D1ADD5E-23B1-84FC-DA53-D4EC19378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047E2DD-44B7-C1C6-65B6-2E6E2792270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1D29453-1812-613C-4C38-FF1A8329DBEE}"/>
              </a:ext>
            </a:extLst>
          </p:cNvPr>
          <p:cNvGrpSpPr/>
          <p:nvPr/>
        </p:nvGrpSpPr>
        <p:grpSpPr>
          <a:xfrm>
            <a:off x="1766297" y="3097235"/>
            <a:ext cx="1102797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B3A7C4D-DF14-8DDD-1C32-B8D0FAF8B90C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0324D1F5-2511-EABF-B65D-DB34F5006C7E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210F1E1C-3996-503E-F116-2DDA987E68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4AE0A652-820A-CF2E-300F-B8C342D75ED4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6EA5A202-F83B-FDE7-053C-A006E8F8C1F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237694C4-FA13-3F08-2598-FC328D512BBB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1053A458-4F30-611D-6240-AACAD1459EBE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F55B9E5-8AF8-8DCE-8DB8-5F684150934D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0436E374-96DE-D71E-651B-ACCB46DDDA9D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EFBDB2AE-2091-FD73-4E2E-F13AAA8351C0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B8608ADC-A497-3C5B-B2DF-C6111E6CF66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BEDEE843-16B5-B097-675F-5D242A864BE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3437D453-8790-B8B8-F674-55EAEE653CA4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E2EB2043-EE67-FA36-CD10-03A7A36CB282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CE8667E4-6F15-CFA2-DB1F-4D6BA616AA1E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F8309532-B654-272E-F862-23B226CF62D2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18E75310-BFDB-FEE9-F37D-EC2718BFFC5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AFA07C95-FE80-DB4B-9185-B35D85E5F37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595517-8261-B322-6113-45996B7CFD4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46DBB2-22C7-9D4B-581F-F8ABADB08DBD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E69D0CC-82E9-70C4-C04D-22E4D851C7C5}"/>
              </a:ext>
            </a:extLst>
          </p:cNvPr>
          <p:cNvGrpSpPr/>
          <p:nvPr/>
        </p:nvGrpSpPr>
        <p:grpSpPr>
          <a:xfrm>
            <a:off x="3821135" y="3505503"/>
            <a:ext cx="415625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7541E99-0E66-74A4-A96A-E93A072E481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1C4DA42-C06E-BBC7-CBFD-EECA7A6630C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9CF62A0-CA1B-E564-8DEC-82C079B78ED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CC92EC8-BE96-E5BF-9E4D-11AA0C9CD1F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E047D027-EBB6-2C3D-B84E-3BED17A3ECA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4EE5D14-6BC3-0F22-DC86-C0D7E31224BA}"/>
              </a:ext>
            </a:extLst>
          </p:cNvPr>
          <p:cNvGrpSpPr/>
          <p:nvPr/>
        </p:nvGrpSpPr>
        <p:grpSpPr>
          <a:xfrm>
            <a:off x="136916" y="3397500"/>
            <a:ext cx="1102797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8F4D479-82A9-08A5-E751-1895168994F7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5D352D03-F803-A8B8-6EBE-6C058572AB1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D1763DDD-E6CB-AA80-F123-D1BC2485CAEB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AF7FA65-AE3D-E295-CEC8-F79F38589CA5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4C8B2B09-6817-C7DA-01C5-3BEF6D76818C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E15BD3B-6B6F-EE28-9044-66C8D6CC990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A175FC2-6E63-2241-93E7-B58863223700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8EAE174C-390A-F9AD-6DAB-6ACB4807B85B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10879332-7B4A-3980-758A-38D22D206453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7BE924A4-4D35-9994-E572-C86DB1DE4103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7F20B014-BD34-00B0-C82E-37B8A112EB2B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62522614-EF23-CF36-CB96-9B4D42FD9A2A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A1C99F07-1BE7-5E16-0548-9694C0D1001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75838092-269E-11A7-68A8-18ACFFE38C04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9B95C4D7-3241-4F62-EAB7-6CBBA541256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1A9FE8B3-0920-1987-A5F5-FA374A88E6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F5E94977-0A53-4B15-49E1-41A346EA488F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7B588995-20B9-9806-F4EF-89F4AB53E85C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AD43A3AC-B02A-BF5E-AB94-95B1BCD956FA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A6CE55-F106-FD72-9400-7D8FBBA61260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B63C27D-2E25-8BB7-9D8F-69A26C17240D}"/>
              </a:ext>
            </a:extLst>
          </p:cNvPr>
          <p:cNvSpPr/>
          <p:nvPr/>
        </p:nvSpPr>
        <p:spPr>
          <a:xfrm>
            <a:off x="1298442" y="3441438"/>
            <a:ext cx="537274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C3978AA-6B74-790E-B84A-1E0E2D3CAF1D}"/>
              </a:ext>
            </a:extLst>
          </p:cNvPr>
          <p:cNvGrpSpPr/>
          <p:nvPr/>
        </p:nvGrpSpPr>
        <p:grpSpPr>
          <a:xfrm>
            <a:off x="167265" y="1874131"/>
            <a:ext cx="1527869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AA5D8B42-CA4C-E1CD-342D-219FEEDDC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2A966B2-F716-5CE9-975D-FAE9B5A810A1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B348636C-0F8B-66E0-8C11-093233B71A52}"/>
              </a:ext>
            </a:extLst>
          </p:cNvPr>
          <p:cNvSpPr/>
          <p:nvPr/>
        </p:nvSpPr>
        <p:spPr>
          <a:xfrm>
            <a:off x="1115154" y="362353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E774947D-260F-351F-30FA-9D3C08D67E53}"/>
              </a:ext>
            </a:extLst>
          </p:cNvPr>
          <p:cNvSpPr/>
          <p:nvPr/>
        </p:nvSpPr>
        <p:spPr>
          <a:xfrm>
            <a:off x="1878428" y="359235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FB0B463-F9B4-8177-1302-510D4654081E}"/>
              </a:ext>
            </a:extLst>
          </p:cNvPr>
          <p:cNvSpPr/>
          <p:nvPr/>
        </p:nvSpPr>
        <p:spPr>
          <a:xfrm>
            <a:off x="2833910" y="3407995"/>
            <a:ext cx="772600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50C288A-F044-9AFB-7D94-7B3CCA4175F1}"/>
              </a:ext>
            </a:extLst>
          </p:cNvPr>
          <p:cNvGrpSpPr/>
          <p:nvPr/>
        </p:nvGrpSpPr>
        <p:grpSpPr>
          <a:xfrm>
            <a:off x="5770001" y="2126362"/>
            <a:ext cx="1142153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B8203E4-DDD2-4B87-A3FA-6C5BB390C723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04E870C-D439-F1EC-EEA6-DCD4AA743BA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B10B2DB-8A6B-DECD-4246-C6948172E2B0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54F97666-B19C-084A-CC9C-BEFE1E3A61A5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78D6D36D-B7ED-7D76-CA0B-B28CCD92E42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BA69DD43-EE6F-4630-A66D-57620E585B84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BC766314-B238-D82A-9C18-BA61DEA2B12B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DC2A0E27-AADC-EA64-1280-1E81C451604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592764AF-90B8-4732-BFF2-0420B7001851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2D60BDA2-B579-32CB-F50E-16A1DB591FDA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36B2630B-3F2F-79DF-D781-A0FFDDAC3389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FFDDD7AC-F04B-918B-86E6-CE794F71A190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5CD069BE-0AB5-E8D2-120C-7B10C0A417D5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CA35F025-06F0-C8FF-831B-95BE1300E223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367D7ACC-6364-5E83-9E1D-A642BD05191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D421E4F9-4F9F-67B9-1773-1CC975D2BAE3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620D0DFF-C3F3-4F39-D59B-3F1B6F0F5428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4058DD47-5262-415B-C24C-AF5999BF79C7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A417FADE-AC68-E0DB-98C7-A4524421FC0C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787CD84-9AF1-DC71-FD8D-BC0959D2D9E4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DC9EF5D-A958-7DA6-4699-EF6E62A8AA6A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1E776ED-A0DB-2A5B-0B5A-93EEB3BC3B6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9E10C90-45F2-92E1-9438-E04642E08F28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EE1F78D6-A084-65F6-55CF-A546CD058EA9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295FFD0-B7E5-132D-FE12-9BFD00E9AC9C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C7A64F6C-806D-2026-B077-47D0567D555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EB17C6E4-7032-ED51-B0C8-2442A62A1EBA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449B7A50-2BB9-9C51-A00E-CA238C739F21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23753E70-E41B-506D-223E-02096C5CB84B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9284E376-B7AD-9EA2-4840-73930297EB4D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3F5AED85-7AEE-CB03-0343-7D88A81446CD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D68A343F-234A-4E6D-98F8-A89E3C8FF165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2E2C2F1-A5E7-38A7-A8C1-01C662A3832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9408F207-3A93-B11D-7967-F9204A39B25A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2FBDE5AF-F7E8-886C-2282-0E15F0A61510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B0F0C261-D7AC-7DD6-269C-546973BD230F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494E0C18-2344-56B8-0809-371361876FDE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767EC16-0987-BC50-B884-59E277F131B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E9E4FD66-0C38-5852-3BE5-02E1DE7E6F16}"/>
              </a:ext>
            </a:extLst>
          </p:cNvPr>
          <p:cNvSpPr/>
          <p:nvPr/>
        </p:nvSpPr>
        <p:spPr>
          <a:xfrm>
            <a:off x="2651928" y="358132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F01CB59B-525B-5CA2-2F69-C7BD941A8A01}"/>
              </a:ext>
            </a:extLst>
          </p:cNvPr>
          <p:cNvSpPr/>
          <p:nvPr/>
        </p:nvSpPr>
        <p:spPr>
          <a:xfrm>
            <a:off x="3654534" y="3588619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55EE77C-95FB-7214-00F6-D17B98DCC208}"/>
              </a:ext>
            </a:extLst>
          </p:cNvPr>
          <p:cNvSpPr txBox="1"/>
          <p:nvPr/>
        </p:nvSpPr>
        <p:spPr>
          <a:xfrm>
            <a:off x="3579025" y="3955568"/>
            <a:ext cx="8784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5F867A69-EF8F-964B-3938-411A838AC942}"/>
              </a:ext>
            </a:extLst>
          </p:cNvPr>
          <p:cNvSpPr/>
          <p:nvPr/>
        </p:nvSpPr>
        <p:spPr>
          <a:xfrm>
            <a:off x="4317428" y="3581321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ACCFA05A-AFE8-A084-427C-52C39A2B986A}"/>
              </a:ext>
            </a:extLst>
          </p:cNvPr>
          <p:cNvSpPr/>
          <p:nvPr/>
        </p:nvSpPr>
        <p:spPr>
          <a:xfrm>
            <a:off x="4490137" y="3402305"/>
            <a:ext cx="96731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758BF315-8905-7816-1AB9-4FB0AE145ACF}"/>
              </a:ext>
            </a:extLst>
          </p:cNvPr>
          <p:cNvSpPr/>
          <p:nvPr/>
        </p:nvSpPr>
        <p:spPr>
          <a:xfrm>
            <a:off x="5532073" y="3571399"/>
            <a:ext cx="133957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A5DACB74-87FD-246F-9AB8-869BE45B05ED}"/>
              </a:ext>
            </a:extLst>
          </p:cNvPr>
          <p:cNvSpPr/>
          <p:nvPr/>
        </p:nvSpPr>
        <p:spPr>
          <a:xfrm>
            <a:off x="3937230" y="3217689"/>
            <a:ext cx="172809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106E7930-F92A-60E6-BB9E-3A8F10A4AD21}"/>
              </a:ext>
            </a:extLst>
          </p:cNvPr>
          <p:cNvSpPr/>
          <p:nvPr/>
        </p:nvSpPr>
        <p:spPr>
          <a:xfrm>
            <a:off x="6959077" y="3365505"/>
            <a:ext cx="1194832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9528E69-193B-5901-790E-A5A818CCD25B}"/>
              </a:ext>
            </a:extLst>
          </p:cNvPr>
          <p:cNvSpPr/>
          <p:nvPr/>
        </p:nvSpPr>
        <p:spPr>
          <a:xfrm>
            <a:off x="8278441" y="3536650"/>
            <a:ext cx="582856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7A07529D-B127-D0AC-4539-134274920FF9}"/>
              </a:ext>
            </a:extLst>
          </p:cNvPr>
          <p:cNvSpPr/>
          <p:nvPr/>
        </p:nvSpPr>
        <p:spPr>
          <a:xfrm>
            <a:off x="7251818" y="4368816"/>
            <a:ext cx="609351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DDCB933-7A52-96B6-BFDC-CFA3188BE422}"/>
              </a:ext>
            </a:extLst>
          </p:cNvPr>
          <p:cNvSpPr/>
          <p:nvPr/>
        </p:nvSpPr>
        <p:spPr>
          <a:xfrm>
            <a:off x="6918035" y="4835253"/>
            <a:ext cx="1276916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2D7B1E4A-85FE-D0BA-04E6-CD943B9B45F3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688315" y="4253022"/>
            <a:ext cx="6229719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5F41E69D-510F-0051-9713-09A0D62214D7}"/>
              </a:ext>
            </a:extLst>
          </p:cNvPr>
          <p:cNvSpPr txBox="1"/>
          <p:nvPr/>
        </p:nvSpPr>
        <p:spPr>
          <a:xfrm>
            <a:off x="3442929" y="3013309"/>
            <a:ext cx="11506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6BC0F2A2-9600-2CA8-736A-53D931F00FBB}"/>
              </a:ext>
            </a:extLst>
          </p:cNvPr>
          <p:cNvSpPr/>
          <p:nvPr/>
        </p:nvSpPr>
        <p:spPr>
          <a:xfrm>
            <a:off x="1286249" y="3025566"/>
            <a:ext cx="537274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D37584D-2C67-5115-AF92-415DACF49A2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05E0B39-BF0F-2D25-4B37-72F7BA967F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E6D04066-DFA1-111A-88EE-C19893C20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145" name="표 144">
            <a:extLst>
              <a:ext uri="{FF2B5EF4-FFF2-40B4-BE49-F238E27FC236}">
                <a16:creationId xmlns:a16="http://schemas.microsoft.com/office/drawing/2014/main" id="{BBD9C918-3E8C-A09C-CB50-E46D61B15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46323"/>
              </p:ext>
            </p:extLst>
          </p:nvPr>
        </p:nvGraphicFramePr>
        <p:xfrm>
          <a:off x="9403472" y="1712447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891C8BAE-C033-65E8-ABB8-6DE15299A9DC}"/>
              </a:ext>
            </a:extLst>
          </p:cNvPr>
          <p:cNvGrpSpPr/>
          <p:nvPr/>
        </p:nvGrpSpPr>
        <p:grpSpPr>
          <a:xfrm>
            <a:off x="9988175" y="3347128"/>
            <a:ext cx="1871653" cy="1620000"/>
            <a:chOff x="1700210" y="3490821"/>
            <a:chExt cx="1871653" cy="1620000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A1C7DA5C-104F-804A-743F-408BEEB05FED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F956E580-5FE0-1271-AFD2-B407D5ED576D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F12DD605-7F64-99EC-1635-2160F352B4DE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00" dirty="0">
                    <a:latin typeface="+mj-ea"/>
                  </a:rPr>
                  <a:t>나사구멍</a:t>
                </a:r>
                <a:r>
                  <a:rPr lang="en-US" altLang="ko-KR" sz="1000" dirty="0">
                    <a:latin typeface="+mj-ea"/>
                  </a:rPr>
                  <a:t>:</a:t>
                </a:r>
                <a:r>
                  <a:rPr lang="ko-KR" altLang="en-US" sz="1000" dirty="0">
                    <a:latin typeface="+mj-ea"/>
                  </a:rPr>
                  <a:t> </a:t>
                </a:r>
                <a:r>
                  <a:rPr lang="en-US" altLang="ko-KR" sz="1000" dirty="0">
                    <a:latin typeface="+mj-ea"/>
                  </a:rPr>
                  <a:t>Ø8mm</a:t>
                </a:r>
                <a:endParaRPr lang="ko-KR" altLang="en-US" sz="1000" dirty="0">
                  <a:latin typeface="+mj-ea"/>
                </a:endParaRPr>
              </a:p>
            </p:txBody>
          </p:sp>
          <p:sp>
            <p:nvSpPr>
              <p:cNvPr id="150" name="타원 149">
                <a:extLst>
                  <a:ext uri="{FF2B5EF4-FFF2-40B4-BE49-F238E27FC236}">
                    <a16:creationId xmlns:a16="http://schemas.microsoft.com/office/drawing/2014/main" id="{17204620-EF52-2006-138A-8F6750F69BE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00" dirty="0" err="1">
                    <a:latin typeface="+mj-ea"/>
                  </a:rPr>
                  <a:t>나사탭</a:t>
                </a:r>
                <a:r>
                  <a:rPr lang="en-US" altLang="ko-KR" sz="1000" dirty="0">
                    <a:latin typeface="+mj-ea"/>
                  </a:rPr>
                  <a:t>:</a:t>
                </a:r>
                <a:r>
                  <a:rPr lang="ko-KR" altLang="en-US" sz="1000" dirty="0">
                    <a:latin typeface="+mj-ea"/>
                  </a:rPr>
                  <a:t> </a:t>
                </a:r>
                <a:r>
                  <a:rPr lang="en-US" altLang="ko-KR" sz="1000" dirty="0">
                    <a:latin typeface="+mj-ea"/>
                  </a:rPr>
                  <a:t>M8</a:t>
                </a:r>
                <a:endParaRPr lang="ko-KR" altLang="en-US" sz="1000" dirty="0">
                  <a:latin typeface="+mj-ea"/>
                </a:endParaRPr>
              </a:p>
            </p:txBody>
          </p:sp>
          <p:sp>
            <p:nvSpPr>
              <p:cNvPr id="151" name="타원 150">
                <a:extLst>
                  <a:ext uri="{FF2B5EF4-FFF2-40B4-BE49-F238E27FC236}">
                    <a16:creationId xmlns:a16="http://schemas.microsoft.com/office/drawing/2014/main" id="{FB916E53-C896-EAC2-BBE5-B335FA5705A1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00" dirty="0"/>
                  <a:t>나사</a:t>
                </a:r>
                <a:r>
                  <a:rPr lang="en-US" altLang="ko-KR" sz="1000" dirty="0"/>
                  <a:t>: M8</a:t>
                </a:r>
                <a:endParaRPr lang="ko-KR" altLang="en-US" sz="1000" dirty="0"/>
              </a:p>
            </p:txBody>
          </p:sp>
        </p:grp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7FFEC35F-6510-46FA-E087-D5700D7A06A7}"/>
              </a:ext>
            </a:extLst>
          </p:cNvPr>
          <p:cNvGrpSpPr/>
          <p:nvPr/>
        </p:nvGrpSpPr>
        <p:grpSpPr>
          <a:xfrm>
            <a:off x="9988177" y="2256190"/>
            <a:ext cx="1871646" cy="900000"/>
            <a:chOff x="1700212" y="2399883"/>
            <a:chExt cx="1871646" cy="900000"/>
          </a:xfrm>
        </p:grpSpPr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D7BA9EC4-828E-0159-6C84-12414DA9ADF1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E3B4C38F-C97C-F45B-0AE8-06088B7DE351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F14F3E6B-3D77-0AEF-4CBB-9B7AB6B46800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/>
                  <a:t>Type A-1 </a:t>
                </a:r>
                <a:endParaRPr lang="ko-KR" altLang="en-US" sz="1000" dirty="0"/>
              </a:p>
            </p:txBody>
          </p:sp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F3CB0449-9DB1-964C-2622-69F5E53CC38D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/>
                  <a:t>Type A-2</a:t>
                </a:r>
                <a:endParaRPr lang="ko-KR" altLang="en-US" sz="1000" dirty="0"/>
              </a:p>
            </p:txBody>
          </p:sp>
        </p:grpSp>
      </p:grp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8ED96B2F-C7D1-B22A-0865-E0AF560B3B9C}"/>
              </a:ext>
            </a:extLst>
          </p:cNvPr>
          <p:cNvSpPr/>
          <p:nvPr/>
        </p:nvSpPr>
        <p:spPr>
          <a:xfrm>
            <a:off x="10123689" y="2382634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5E39614F-34D6-DEC0-14E4-B2B3A387CD0F}"/>
              </a:ext>
            </a:extLst>
          </p:cNvPr>
          <p:cNvSpPr/>
          <p:nvPr/>
        </p:nvSpPr>
        <p:spPr>
          <a:xfrm>
            <a:off x="10116766" y="2767901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01DE75C7-2312-F7A8-7F61-6CF089BBBA64}"/>
              </a:ext>
            </a:extLst>
          </p:cNvPr>
          <p:cNvSpPr/>
          <p:nvPr/>
        </p:nvSpPr>
        <p:spPr>
          <a:xfrm>
            <a:off x="10116766" y="4031128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E56AA6DC-3AD9-2038-0E12-BD481319E2BC}"/>
              </a:ext>
            </a:extLst>
          </p:cNvPr>
          <p:cNvSpPr/>
          <p:nvPr/>
        </p:nvSpPr>
        <p:spPr>
          <a:xfrm>
            <a:off x="10123261" y="3534395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8D342535-5BC1-1203-D9E4-570DC6079528}"/>
              </a:ext>
            </a:extLst>
          </p:cNvPr>
          <p:cNvSpPr/>
          <p:nvPr/>
        </p:nvSpPr>
        <p:spPr>
          <a:xfrm>
            <a:off x="10123262" y="4546112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CEFD40F0-4BC0-6111-61F4-CFFB3678004C}"/>
              </a:ext>
            </a:extLst>
          </p:cNvPr>
          <p:cNvGrpSpPr/>
          <p:nvPr/>
        </p:nvGrpSpPr>
        <p:grpSpPr>
          <a:xfrm>
            <a:off x="4014745" y="2107247"/>
            <a:ext cx="369475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7F67D10D-5BB5-606F-E26D-E8A8A5655A7F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B260F510-C91E-7529-DAF4-3A9981F9EC0C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E434308E-8178-013B-4CAB-A2E4FC035AB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8E5A8898-A7A7-E63F-DD0D-32E920EB5FF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67C63929-92C2-331D-6835-5B96708062B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F6CA9F40-D342-B78C-E4CD-3E707A4A1410}"/>
              </a:ext>
            </a:extLst>
          </p:cNvPr>
          <p:cNvGrpSpPr/>
          <p:nvPr/>
        </p:nvGrpSpPr>
        <p:grpSpPr>
          <a:xfrm>
            <a:off x="4014745" y="2500096"/>
            <a:ext cx="369475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140E3BDB-3E77-F581-2F2C-38A2D4B81A52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7485AFF0-9067-B2AF-D97A-CA3C4344BBF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A930E493-601A-A1E7-957F-A660B532EA6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5349F2AD-C226-2195-A61F-66BEB66EC929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028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54E9-A7DA-19BF-9B6C-835FB09A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D6532048-6542-7FFD-33ED-EF4A0349E8B0}"/>
              </a:ext>
            </a:extLst>
          </p:cNvPr>
          <p:cNvCxnSpPr>
            <a:cxnSpLocks/>
          </p:cNvCxnSpPr>
          <p:nvPr/>
        </p:nvCxnSpPr>
        <p:spPr>
          <a:xfrm>
            <a:off x="7017209" y="2487166"/>
            <a:ext cx="1572" cy="53145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1BB37469-640C-38AB-6181-975A22E8331F}"/>
              </a:ext>
            </a:extLst>
          </p:cNvPr>
          <p:cNvGrpSpPr/>
          <p:nvPr/>
        </p:nvGrpSpPr>
        <p:grpSpPr>
          <a:xfrm>
            <a:off x="6177704" y="1634386"/>
            <a:ext cx="1680587" cy="813811"/>
            <a:chOff x="4622299" y="1462393"/>
            <a:chExt cx="1780882" cy="81381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42C38D06-06D7-8EE7-A68B-0EBAD1D003A8}"/>
                </a:ext>
              </a:extLst>
            </p:cNvPr>
            <p:cNvSpPr/>
            <p:nvPr/>
          </p:nvSpPr>
          <p:spPr bwMode="auto">
            <a:xfrm>
              <a:off x="4622299" y="1519238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04C4DA4-525B-1074-8C14-6A6055EB840E}"/>
                </a:ext>
              </a:extLst>
            </p:cNvPr>
            <p:cNvGrpSpPr/>
            <p:nvPr/>
          </p:nvGrpSpPr>
          <p:grpSpPr>
            <a:xfrm>
              <a:off x="4690442" y="1848031"/>
              <a:ext cx="1644593" cy="360000"/>
              <a:chOff x="-3601596" y="1878778"/>
              <a:chExt cx="1644593" cy="36000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DB8A72BC-987D-A3C7-6364-476246BBD203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준비</a:t>
                </a:r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DF632A44-303F-53EA-7EE9-80831C79D069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E728F2-04E8-9E3C-A84C-2B21371FE6EB}"/>
                </a:ext>
              </a:extLst>
            </p:cNvPr>
            <p:cNvSpPr txBox="1"/>
            <p:nvPr/>
          </p:nvSpPr>
          <p:spPr>
            <a:xfrm>
              <a:off x="4776116" y="1462393"/>
              <a:ext cx="147324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Initial state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5A90533-1657-4E82-1A4C-789001960C3B}"/>
              </a:ext>
            </a:extLst>
          </p:cNvPr>
          <p:cNvGrpSpPr/>
          <p:nvPr/>
        </p:nvGrpSpPr>
        <p:grpSpPr>
          <a:xfrm>
            <a:off x="3606938" y="3043788"/>
            <a:ext cx="1680588" cy="814694"/>
            <a:chOff x="3550164" y="2797805"/>
            <a:chExt cx="1780883" cy="81469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84286B5-9697-B746-6C2E-C1FD92279E7D}"/>
                </a:ext>
              </a:extLst>
            </p:cNvPr>
            <p:cNvSpPr/>
            <p:nvPr/>
          </p:nvSpPr>
          <p:spPr bwMode="auto">
            <a:xfrm>
              <a:off x="3550165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A760E1D-846F-4151-94A8-E628FD5CFE8D}"/>
                </a:ext>
              </a:extLst>
            </p:cNvPr>
            <p:cNvGrpSpPr/>
            <p:nvPr/>
          </p:nvGrpSpPr>
          <p:grpSpPr>
            <a:xfrm>
              <a:off x="3618310" y="3184326"/>
              <a:ext cx="1644593" cy="360000"/>
              <a:chOff x="-3601596" y="1878778"/>
              <a:chExt cx="1644593" cy="360000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646E79B1-F6FE-CB3F-85FF-62A3EC4EA8D3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5E5FFF87-78E0-0DFC-D8D9-4428AB188560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790545B-5312-8F57-CF13-07FADDB8F4E3}"/>
                </a:ext>
              </a:extLst>
            </p:cNvPr>
            <p:cNvSpPr txBox="1"/>
            <p:nvPr/>
          </p:nvSpPr>
          <p:spPr>
            <a:xfrm>
              <a:off x="3550164" y="2797805"/>
              <a:ext cx="1780883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9EFECC1-EB8B-969D-E05E-574DA4406665}"/>
              </a:ext>
            </a:extLst>
          </p:cNvPr>
          <p:cNvGrpSpPr/>
          <p:nvPr/>
        </p:nvGrpSpPr>
        <p:grpSpPr>
          <a:xfrm>
            <a:off x="6177704" y="3018624"/>
            <a:ext cx="1680587" cy="814694"/>
            <a:chOff x="6081278" y="2797805"/>
            <a:chExt cx="1780882" cy="814694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627F88C-2EE7-DA21-E879-90B2975C9439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6B76BAD7-F197-FD0D-3A25-1D1156260748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5703169C-3A8C-973D-A530-E448733A7874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33B6CD47-9E2B-5872-3CD8-6E2DF08A68F4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E347861-9AAA-635E-78E3-F9551A8F44B1}"/>
                </a:ext>
              </a:extLst>
            </p:cNvPr>
            <p:cNvSpPr txBox="1"/>
            <p:nvPr/>
          </p:nvSpPr>
          <p:spPr>
            <a:xfrm>
              <a:off x="6084609" y="2797805"/>
              <a:ext cx="177422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655368-A3E4-F7DD-D533-2E24CB2B4513}"/>
              </a:ext>
            </a:extLst>
          </p:cNvPr>
          <p:cNvGrpSpPr/>
          <p:nvPr/>
        </p:nvGrpSpPr>
        <p:grpSpPr>
          <a:xfrm>
            <a:off x="8909828" y="2996048"/>
            <a:ext cx="1680588" cy="814694"/>
            <a:chOff x="6081277" y="2797805"/>
            <a:chExt cx="1780883" cy="814694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2CB61564-BC21-8DD7-113F-B0828B8A35C0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2B37ABDA-7171-E224-C1AC-A07F981854EE}"/>
                </a:ext>
              </a:extLst>
            </p:cNvPr>
            <p:cNvSpPr/>
            <p:nvPr/>
          </p:nvSpPr>
          <p:spPr>
            <a:xfrm>
              <a:off x="6149423" y="3190825"/>
              <a:ext cx="962748" cy="360000"/>
            </a:xfrm>
            <a:prstGeom prst="roundRect">
              <a:avLst/>
            </a:prstGeom>
            <a:solidFill>
              <a:srgbClr val="ED7D31"/>
            </a:solidFill>
            <a:ln>
              <a:noFill/>
            </a:ln>
            <a:effectLst/>
          </p:spPr>
          <p:txBody>
            <a:bodyPr lIns="0" rIns="0" rtlCol="0" anchor="ctr"/>
            <a:lstStyle/>
            <a:p>
              <a:pPr algn="ctr" defTabSz="457212">
                <a:defRPr/>
              </a:pPr>
              <a:r>
                <a:rPr lang="pt-BR" altLang="ko-KR" sz="14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HDL ASSY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03F3102-519E-E6C4-FE0B-1D864413B068}"/>
                </a:ext>
              </a:extLst>
            </p:cNvPr>
            <p:cNvSpPr txBox="1"/>
            <p:nvPr/>
          </p:nvSpPr>
          <p:spPr>
            <a:xfrm>
              <a:off x="6081277" y="2797805"/>
              <a:ext cx="1780883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</p:grp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9C191517-9137-340E-33DC-C271765CBF3F}"/>
              </a:ext>
            </a:extLst>
          </p:cNvPr>
          <p:cNvCxnSpPr>
            <a:cxnSpLocks/>
          </p:cNvCxnSpPr>
          <p:nvPr/>
        </p:nvCxnSpPr>
        <p:spPr>
          <a:xfrm>
            <a:off x="7858290" y="2386842"/>
            <a:ext cx="1891833" cy="60920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45756E43-19AF-3646-61F7-30DB7E2AB352}"/>
              </a:ext>
            </a:extLst>
          </p:cNvPr>
          <p:cNvCxnSpPr>
            <a:cxnSpLocks/>
          </p:cNvCxnSpPr>
          <p:nvPr/>
        </p:nvCxnSpPr>
        <p:spPr>
          <a:xfrm flipH="1">
            <a:off x="4579774" y="2380024"/>
            <a:ext cx="1588374" cy="66376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E389D8F3-D9BB-D689-78FC-56C7DF52E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8" y="1421870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lang="en-US" altLang="ko-KR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Rule-Model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동작 후보 생성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F6F1B94-0715-B811-9432-EF57ED81ECBF}"/>
              </a:ext>
            </a:extLst>
          </p:cNvPr>
          <p:cNvGrpSpPr/>
          <p:nvPr/>
        </p:nvGrpSpPr>
        <p:grpSpPr>
          <a:xfrm>
            <a:off x="1739906" y="1906084"/>
            <a:ext cx="2230582" cy="902330"/>
            <a:chOff x="496184" y="5500685"/>
            <a:chExt cx="1492031" cy="70142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CACD5C33-CFA1-81E7-DF1E-B4582654032B}"/>
                </a:ext>
              </a:extLst>
            </p:cNvPr>
            <p:cNvSpPr/>
            <p:nvPr/>
          </p:nvSpPr>
          <p:spPr>
            <a:xfrm>
              <a:off x="731081" y="5749188"/>
              <a:ext cx="1257134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en-US" altLang="ko-KR" sz="1600" b="1">
                  <a:solidFill>
                    <a:srgbClr val="0070C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Rule-Model</a:t>
              </a:r>
              <a:endParaRPr lang="en-US" altLang="ko-KR" sz="16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Step Generation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80AD66E-D580-D0EC-38F9-2A7C9AB51130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14E0C664-FDEB-DFC4-A122-6ECD372AB244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4" name="그래픽 23" descr="데이터베이스 단색으로 채워진">
                <a:extLst>
                  <a:ext uri="{FF2B5EF4-FFF2-40B4-BE49-F238E27FC236}">
                    <a16:creationId xmlns:a16="http://schemas.microsoft.com/office/drawing/2014/main" id="{4DD13F4F-1289-9D88-BAA2-4DCB2F55F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7" name="사각형: 둥근 모서리 48">
            <a:extLst>
              <a:ext uri="{FF2B5EF4-FFF2-40B4-BE49-F238E27FC236}">
                <a16:creationId xmlns:a16="http://schemas.microsoft.com/office/drawing/2014/main" id="{09F44A58-B361-BA54-C056-A58982E9FF8B}"/>
              </a:ext>
            </a:extLst>
          </p:cNvPr>
          <p:cNvSpPr/>
          <p:nvPr/>
        </p:nvSpPr>
        <p:spPr>
          <a:xfrm>
            <a:off x="9959723" y="3389068"/>
            <a:ext cx="566387" cy="360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000" b="1" kern="0">
                <a:solidFill>
                  <a:prstClr val="white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위치</a:t>
            </a:r>
            <a:endParaRPr lang="en-US" altLang="ko-KR" sz="1000" b="1" kern="0">
              <a:solidFill>
                <a:prstClr val="white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  <a:p>
            <a:pPr algn="ctr" defTabSz="457212">
              <a:defRPr/>
            </a:pPr>
            <a:r>
              <a:rPr lang="ko-KR" altLang="en-US" sz="1000" b="1" kern="0">
                <a:solidFill>
                  <a:prstClr val="white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2C1D13-DDF4-C88E-BD99-64D70AAFF226}"/>
              </a:ext>
            </a:extLst>
          </p:cNvPr>
          <p:cNvSpPr txBox="1"/>
          <p:nvPr/>
        </p:nvSpPr>
        <p:spPr>
          <a:xfrm>
            <a:off x="1143000" y="4560946"/>
            <a:ext cx="9906000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INPUT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들어온 </a:t>
            </a:r>
            <a:r>
              <a:rPr lang="en-US" altLang="ko-KR" b="1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‘HDL ASSY’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</a:t>
            </a:r>
            <a:endParaRPr lang="en-US" altLang="ko-KR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첫 번째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Step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올 수 있는 부품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동작 후보들을 </a:t>
            </a:r>
            <a:r>
              <a:rPr lang="en-US" altLang="ko-KR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Rule-Model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</a:t>
            </a:r>
          </a:p>
        </p:txBody>
      </p:sp>
      <p:sp>
        <p:nvSpPr>
          <p:cNvPr id="9" name="Rectangle 685">
            <a:extLst>
              <a:ext uri="{FF2B5EF4-FFF2-40B4-BE49-F238E27FC236}">
                <a16:creationId xmlns:a16="http://schemas.microsoft.com/office/drawing/2014/main" id="{455330D1-5FAA-5E27-272D-2B4DD927C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 dirty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 dirty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 dirty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 dirty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13" name="AutoShape 176">
            <a:extLst>
              <a:ext uri="{FF2B5EF4-FFF2-40B4-BE49-F238E27FC236}">
                <a16:creationId xmlns:a16="http://schemas.microsoft.com/office/drawing/2014/main" id="{4A7CFD8C-CBC4-AB7E-6735-D717DD602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152647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3B22-BC9A-D09A-3F32-63454B66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010C0CD4-D689-D0B5-F770-1ED8191D12E0}"/>
              </a:ext>
            </a:extLst>
          </p:cNvPr>
          <p:cNvCxnSpPr>
            <a:cxnSpLocks/>
          </p:cNvCxnSpPr>
          <p:nvPr/>
        </p:nvCxnSpPr>
        <p:spPr>
          <a:xfrm>
            <a:off x="7017209" y="2487166"/>
            <a:ext cx="1572" cy="53145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1A4F7DD5-8B22-F4B3-1C60-A588788C433F}"/>
              </a:ext>
            </a:extLst>
          </p:cNvPr>
          <p:cNvGrpSpPr/>
          <p:nvPr/>
        </p:nvGrpSpPr>
        <p:grpSpPr>
          <a:xfrm>
            <a:off x="6177704" y="1634386"/>
            <a:ext cx="1680587" cy="813811"/>
            <a:chOff x="4622299" y="1462393"/>
            <a:chExt cx="1780882" cy="81381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413F711F-A21F-3F47-3DB6-827B76C8471C}"/>
                </a:ext>
              </a:extLst>
            </p:cNvPr>
            <p:cNvSpPr/>
            <p:nvPr/>
          </p:nvSpPr>
          <p:spPr bwMode="auto">
            <a:xfrm>
              <a:off x="4622299" y="1519238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024993B-0EE4-067F-C9DC-B187ED80642F}"/>
                </a:ext>
              </a:extLst>
            </p:cNvPr>
            <p:cNvGrpSpPr/>
            <p:nvPr/>
          </p:nvGrpSpPr>
          <p:grpSpPr>
            <a:xfrm>
              <a:off x="4690442" y="1848031"/>
              <a:ext cx="1644593" cy="360000"/>
              <a:chOff x="-3601596" y="1878778"/>
              <a:chExt cx="1644593" cy="36000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4965F91C-4AF5-0D05-6904-0FDA5DF452F3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준비</a:t>
                </a:r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14147A89-47DF-EC63-DD59-7EE1D40673D2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6B27F7-E618-4BF6-B3D7-9B49574C6500}"/>
                </a:ext>
              </a:extLst>
            </p:cNvPr>
            <p:cNvSpPr txBox="1"/>
            <p:nvPr/>
          </p:nvSpPr>
          <p:spPr>
            <a:xfrm>
              <a:off x="4776116" y="1462393"/>
              <a:ext cx="147324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Initial state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913471-B340-2B87-4EE6-10D7EA2C86A2}"/>
              </a:ext>
            </a:extLst>
          </p:cNvPr>
          <p:cNvGrpSpPr/>
          <p:nvPr/>
        </p:nvGrpSpPr>
        <p:grpSpPr>
          <a:xfrm>
            <a:off x="3606941" y="3043788"/>
            <a:ext cx="1680587" cy="814694"/>
            <a:chOff x="3550165" y="2797805"/>
            <a:chExt cx="1780882" cy="81469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8D00973-2E8A-4B3D-E431-EAEEA10EC784}"/>
                </a:ext>
              </a:extLst>
            </p:cNvPr>
            <p:cNvSpPr/>
            <p:nvPr/>
          </p:nvSpPr>
          <p:spPr bwMode="auto">
            <a:xfrm>
              <a:off x="3550165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A8124C7-A87D-9607-A24C-84530DFE2257}"/>
                </a:ext>
              </a:extLst>
            </p:cNvPr>
            <p:cNvGrpSpPr/>
            <p:nvPr/>
          </p:nvGrpSpPr>
          <p:grpSpPr>
            <a:xfrm>
              <a:off x="3618310" y="3184326"/>
              <a:ext cx="1644593" cy="360000"/>
              <a:chOff x="-3601596" y="1878778"/>
              <a:chExt cx="1644593" cy="360000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1734F8B4-C7CF-2A51-65FF-0A5FE9C349FF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00F4CD52-B4C8-0664-15F7-4DF23DAB4536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53741B-7F0D-522B-EF44-1B488A1ACBA5}"/>
                </a:ext>
              </a:extLst>
            </p:cNvPr>
            <p:cNvSpPr txBox="1"/>
            <p:nvPr/>
          </p:nvSpPr>
          <p:spPr>
            <a:xfrm>
              <a:off x="3550165" y="2797805"/>
              <a:ext cx="1780881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178DA45-CC11-AE5C-9133-98BB41A702F4}"/>
              </a:ext>
            </a:extLst>
          </p:cNvPr>
          <p:cNvGrpSpPr/>
          <p:nvPr/>
        </p:nvGrpSpPr>
        <p:grpSpPr>
          <a:xfrm>
            <a:off x="6177704" y="3018624"/>
            <a:ext cx="1680587" cy="814694"/>
            <a:chOff x="6081278" y="2797805"/>
            <a:chExt cx="1780882" cy="814694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3D1E31D2-D6A6-7D46-1D74-ADC5CB5308F5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2EFB7B74-E87F-69EC-788E-8754BEDA3FDE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3A402C76-7ADA-803D-DF16-6252F612880F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B4E2D392-8CEF-8E48-5119-30DFA1CDD6F1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559F3B-FE9F-ADC7-6DE2-87B8CEFB89E1}"/>
                </a:ext>
              </a:extLst>
            </p:cNvPr>
            <p:cNvSpPr txBox="1"/>
            <p:nvPr/>
          </p:nvSpPr>
          <p:spPr>
            <a:xfrm>
              <a:off x="6082943" y="2797805"/>
              <a:ext cx="1777552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BA9E2D2-86BC-8DC0-9A97-800FFC139528}"/>
              </a:ext>
            </a:extLst>
          </p:cNvPr>
          <p:cNvGrpSpPr/>
          <p:nvPr/>
        </p:nvGrpSpPr>
        <p:grpSpPr>
          <a:xfrm>
            <a:off x="8908260" y="2996048"/>
            <a:ext cx="1683728" cy="814694"/>
            <a:chOff x="6079613" y="2797805"/>
            <a:chExt cx="1784210" cy="814694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5C85AC1A-5036-17C5-EFEB-08FAEEFFE263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DA1B3AC-BC12-4C44-5929-0034CEB759BE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264250A6-4C0C-C424-E517-4ACCD1980DCF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5DFB83A0-EB6C-7489-0DC9-A27D2EB0E162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0A31AF-C227-E058-3E22-F06A45F671B4}"/>
                </a:ext>
              </a:extLst>
            </p:cNvPr>
            <p:cNvSpPr txBox="1"/>
            <p:nvPr/>
          </p:nvSpPr>
          <p:spPr>
            <a:xfrm>
              <a:off x="6079613" y="2797805"/>
              <a:ext cx="1784210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349DD5E-C5FB-B71B-DB7B-949496B298BB}"/>
              </a:ext>
            </a:extLst>
          </p:cNvPr>
          <p:cNvGrpSpPr/>
          <p:nvPr/>
        </p:nvGrpSpPr>
        <p:grpSpPr>
          <a:xfrm>
            <a:off x="1614490" y="1760757"/>
            <a:ext cx="2474491" cy="1041937"/>
            <a:chOff x="280988" y="1633755"/>
            <a:chExt cx="2474491" cy="1041937"/>
          </a:xfrm>
        </p:grpSpPr>
        <p:sp>
          <p:nvSpPr>
            <p:cNvPr id="15" name="Google Shape;260;p11">
              <a:extLst>
                <a:ext uri="{FF2B5EF4-FFF2-40B4-BE49-F238E27FC236}">
                  <a16:creationId xmlns:a16="http://schemas.microsoft.com/office/drawing/2014/main" id="{F93C9C28-19AA-396D-219D-4A465B8DFC1E}"/>
                </a:ext>
              </a:extLst>
            </p:cNvPr>
            <p:cNvSpPr/>
            <p:nvPr/>
          </p:nvSpPr>
          <p:spPr>
            <a:xfrm>
              <a:off x="789206" y="2076637"/>
              <a:ext cx="1966273" cy="599055"/>
            </a:xfrm>
            <a:prstGeom prst="rect">
              <a:avLst/>
            </a:prstGeom>
            <a:solidFill>
              <a:srgbClr val="E3F1D9"/>
            </a:solidFill>
            <a:ln w="19050" cap="flat" cmpd="sng">
              <a:solidFill>
                <a:srgbClr val="54813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 defTabSz="914423">
                <a:defRPr/>
              </a:pPr>
              <a:r>
                <a:rPr lang="en-US" altLang="ko-KR" sz="1600" b="1">
                  <a:solidFill>
                    <a:srgbClr val="0C0C0C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  <a:cs typeface="Malgun Gothic Semilight" panose="020B0502040204020203" pitchFamily="50" charset="-127"/>
                </a:rPr>
                <a:t>Open LLM</a:t>
              </a:r>
              <a:endParaRPr lang="en-US" altLang="ko-KR" sz="700">
                <a:latin typeface="Hyundai Sans Text Pro Regular" panose="020B0504040000000000" pitchFamily="34" charset="-127"/>
                <a:ea typeface="Hyundai Sans Text Pro Regular" panose="020B0504040000000000" pitchFamily="34" charset="-127"/>
                <a:cs typeface="Malgun Gothic Semilight" panose="020B0502040204020203" pitchFamily="50" charset="-127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F6EAB72-125D-F460-0E9A-D47B5CA901CA}"/>
                </a:ext>
              </a:extLst>
            </p:cNvPr>
            <p:cNvGrpSpPr/>
            <p:nvPr/>
          </p:nvGrpSpPr>
          <p:grpSpPr>
            <a:xfrm>
              <a:off x="280988" y="1633755"/>
              <a:ext cx="756967" cy="756967"/>
              <a:chOff x="280988" y="1633755"/>
              <a:chExt cx="756967" cy="756967"/>
            </a:xfrm>
          </p:grpSpPr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D32E0597-41DB-4BF2-DF6A-F39BB22EAF6F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0" name="그래픽 19" descr="CMD 터미널 단색으로 채워진">
                <a:extLst>
                  <a:ext uri="{FF2B5EF4-FFF2-40B4-BE49-F238E27FC236}">
                    <a16:creationId xmlns:a16="http://schemas.microsoft.com/office/drawing/2014/main" id="{619EBFA0-4697-E5D7-E12C-DDEC8254C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27" name="말풍선: 모서리가 둥근 사각형 26">
            <a:extLst>
              <a:ext uri="{FF2B5EF4-FFF2-40B4-BE49-F238E27FC236}">
                <a16:creationId xmlns:a16="http://schemas.microsoft.com/office/drawing/2014/main" id="{897725E2-5645-259E-4B5C-6014BF948314}"/>
              </a:ext>
            </a:extLst>
          </p:cNvPr>
          <p:cNvSpPr/>
          <p:nvPr/>
        </p:nvSpPr>
        <p:spPr>
          <a:xfrm>
            <a:off x="3416781" y="4187275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8" name="말풍선: 모서리가 둥근 사각형 27">
            <a:extLst>
              <a:ext uri="{FF2B5EF4-FFF2-40B4-BE49-F238E27FC236}">
                <a16:creationId xmlns:a16="http://schemas.microsoft.com/office/drawing/2014/main" id="{FC9D3C5A-A785-E28E-CF81-19D81A87DB99}"/>
              </a:ext>
            </a:extLst>
          </p:cNvPr>
          <p:cNvSpPr/>
          <p:nvPr/>
        </p:nvSpPr>
        <p:spPr>
          <a:xfrm>
            <a:off x="5986758" y="4187275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9" name="말풍선: 모서리가 둥근 사각형 28">
            <a:extLst>
              <a:ext uri="{FF2B5EF4-FFF2-40B4-BE49-F238E27FC236}">
                <a16:creationId xmlns:a16="http://schemas.microsoft.com/office/drawing/2014/main" id="{8090FC15-572E-1A73-530E-86253CA1C317}"/>
              </a:ext>
            </a:extLst>
          </p:cNvPr>
          <p:cNvSpPr/>
          <p:nvPr/>
        </p:nvSpPr>
        <p:spPr>
          <a:xfrm>
            <a:off x="8775219" y="4187275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LLM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 👎 👎</a:t>
            </a:r>
            <a:endParaRPr lang="ko-KR" altLang="en-US" sz="1200" kern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cxnSp>
        <p:nvCxnSpPr>
          <p:cNvPr id="33" name="Google Shape;294;p20">
            <a:extLst>
              <a:ext uri="{FF2B5EF4-FFF2-40B4-BE49-F238E27FC236}">
                <a16:creationId xmlns:a16="http://schemas.microsoft.com/office/drawing/2014/main" id="{EEFA91C0-F0E3-D4AD-ED4E-8EC4AB2F15BB}"/>
              </a:ext>
            </a:extLst>
          </p:cNvPr>
          <p:cNvCxnSpPr>
            <a:cxnSpLocks/>
          </p:cNvCxnSpPr>
          <p:nvPr/>
        </p:nvCxnSpPr>
        <p:spPr>
          <a:xfrm>
            <a:off x="7858290" y="2386842"/>
            <a:ext cx="1891833" cy="60920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294;p20">
            <a:extLst>
              <a:ext uri="{FF2B5EF4-FFF2-40B4-BE49-F238E27FC236}">
                <a16:creationId xmlns:a16="http://schemas.microsoft.com/office/drawing/2014/main" id="{81F67E2E-F0B9-FFCC-0C60-EDF0A2599C13}"/>
              </a:ext>
            </a:extLst>
          </p:cNvPr>
          <p:cNvCxnSpPr>
            <a:cxnSpLocks/>
          </p:cNvCxnSpPr>
          <p:nvPr/>
        </p:nvCxnSpPr>
        <p:spPr>
          <a:xfrm flipH="1">
            <a:off x="4579774" y="2380024"/>
            <a:ext cx="1588374" cy="66376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AutoShape 176">
            <a:extLst>
              <a:ext uri="{FF2B5EF4-FFF2-40B4-BE49-F238E27FC236}">
                <a16:creationId xmlns:a16="http://schemas.microsoft.com/office/drawing/2014/main" id="{A779CE2E-BA16-DE95-5C16-28ABD3B9D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8" y="1421870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② </a:t>
            </a:r>
            <a:r>
              <a:rPr lang="en-US" altLang="ko-KR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LLM </a:t>
            </a:r>
            <a:r>
              <a:rPr lang="ko-KR" altLang="en-US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평가 엔진 </a:t>
            </a:r>
            <a:r>
              <a:rPr lang="en-US" altLang="ko-KR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: Step</a:t>
            </a: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후보 평가 단계</a:t>
            </a:r>
            <a:endParaRPr lang="en-US" altLang="ko-KR" sz="1600">
              <a:solidFill>
                <a:srgbClr val="0070C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34FDB3-8B39-0A77-56BA-5CBC0D3C3F99}"/>
              </a:ext>
            </a:extLst>
          </p:cNvPr>
          <p:cNvSpPr txBox="1"/>
          <p:nvPr/>
        </p:nvSpPr>
        <p:spPr>
          <a:xfrm>
            <a:off x="1143000" y="5366909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Rule-Model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후보</a:t>
            </a:r>
            <a:r>
              <a:rPr lang="en-US" altLang="ko-KR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Step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들에 대해 </a:t>
            </a:r>
            <a:r>
              <a:rPr lang="en-US" altLang="ko-KR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LLM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sp>
        <p:nvSpPr>
          <p:cNvPr id="16" name="Rectangle 685">
            <a:extLst>
              <a:ext uri="{FF2B5EF4-FFF2-40B4-BE49-F238E27FC236}">
                <a16:creationId xmlns:a16="http://schemas.microsoft.com/office/drawing/2014/main" id="{817975F0-206F-22B9-8F13-432980700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19" name="AutoShape 176">
            <a:extLst>
              <a:ext uri="{FF2B5EF4-FFF2-40B4-BE49-F238E27FC236}">
                <a16:creationId xmlns:a16="http://schemas.microsoft.com/office/drawing/2014/main" id="{C13C3709-B8AD-6BA4-CFFF-A3C184EE8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224169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19E3-B66C-153C-032D-5CE74E5E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CFEB6C44-551D-3A1C-5C43-2FE36273BA31}"/>
              </a:ext>
            </a:extLst>
          </p:cNvPr>
          <p:cNvGrpSpPr/>
          <p:nvPr/>
        </p:nvGrpSpPr>
        <p:grpSpPr>
          <a:xfrm>
            <a:off x="1739906" y="1906084"/>
            <a:ext cx="2230582" cy="902330"/>
            <a:chOff x="496184" y="5500685"/>
            <a:chExt cx="1492031" cy="701423"/>
          </a:xfrm>
        </p:grpSpPr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131F5AA9-D493-7750-BC57-910D77D2E55D}"/>
                </a:ext>
              </a:extLst>
            </p:cNvPr>
            <p:cNvSpPr/>
            <p:nvPr/>
          </p:nvSpPr>
          <p:spPr>
            <a:xfrm>
              <a:off x="731081" y="5749188"/>
              <a:ext cx="1257134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en-US" altLang="ko-KR" sz="1600" b="1">
                  <a:solidFill>
                    <a:srgbClr val="0070C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Rule-Model</a:t>
              </a:r>
              <a:endParaRPr lang="en-US" altLang="ko-KR" sz="16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Step Generation</a:t>
              </a:r>
            </a:p>
          </p:txBody>
        </p: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7140BCAC-3C58-97DE-7ADE-B345CCC7496F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158" name="원통형 157">
                <a:extLst>
                  <a:ext uri="{FF2B5EF4-FFF2-40B4-BE49-F238E27FC236}">
                    <a16:creationId xmlns:a16="http://schemas.microsoft.com/office/drawing/2014/main" id="{DD3130F4-C85A-6976-57BB-00702232A64A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59" name="그래픽 158" descr="데이터베이스 단색으로 채워진">
                <a:extLst>
                  <a:ext uri="{FF2B5EF4-FFF2-40B4-BE49-F238E27FC236}">
                    <a16:creationId xmlns:a16="http://schemas.microsoft.com/office/drawing/2014/main" id="{155CFDA7-8440-8E3A-B790-1B32C9B61B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3EC6E6F-1897-E384-9905-F8423DD51913}"/>
              </a:ext>
            </a:extLst>
          </p:cNvPr>
          <p:cNvGrpSpPr/>
          <p:nvPr/>
        </p:nvGrpSpPr>
        <p:grpSpPr>
          <a:xfrm>
            <a:off x="1754805" y="1634385"/>
            <a:ext cx="8835613" cy="3265010"/>
            <a:chOff x="611803" y="1634385"/>
            <a:chExt cx="8835613" cy="3265010"/>
          </a:xfrm>
        </p:grpSpPr>
        <p:cxnSp>
          <p:nvCxnSpPr>
            <p:cNvPr id="53" name="Google Shape;307;p20">
              <a:extLst>
                <a:ext uri="{FF2B5EF4-FFF2-40B4-BE49-F238E27FC236}">
                  <a16:creationId xmlns:a16="http://schemas.microsoft.com/office/drawing/2014/main" id="{34FBD794-48ED-FA06-5645-43C97AB9B1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0393" y="3858482"/>
              <a:ext cx="283840" cy="288000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294;p20">
              <a:extLst>
                <a:ext uri="{FF2B5EF4-FFF2-40B4-BE49-F238E27FC236}">
                  <a16:creationId xmlns:a16="http://schemas.microsoft.com/office/drawing/2014/main" id="{0B681FC6-502B-EAE5-3860-F07B950EF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6774" y="2380023"/>
              <a:ext cx="1588374" cy="663765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Google Shape;295;p20">
              <a:extLst>
                <a:ext uri="{FF2B5EF4-FFF2-40B4-BE49-F238E27FC236}">
                  <a16:creationId xmlns:a16="http://schemas.microsoft.com/office/drawing/2014/main" id="{8089EBE8-870A-718D-D00F-4D61D7AAEDD9}"/>
                </a:ext>
              </a:extLst>
            </p:cNvPr>
            <p:cNvCxnSpPr>
              <a:cxnSpLocks/>
            </p:cNvCxnSpPr>
            <p:nvPr/>
          </p:nvCxnSpPr>
          <p:spPr>
            <a:xfrm>
              <a:off x="5874209" y="2487166"/>
              <a:ext cx="1572" cy="531458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296;p20">
              <a:extLst>
                <a:ext uri="{FF2B5EF4-FFF2-40B4-BE49-F238E27FC236}">
                  <a16:creationId xmlns:a16="http://schemas.microsoft.com/office/drawing/2014/main" id="{ED981858-FDD5-5741-054D-23CF2CCC66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1975" y="3600058"/>
              <a:ext cx="615187" cy="547407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Google Shape;303;p20">
              <a:extLst>
                <a:ext uri="{FF2B5EF4-FFF2-40B4-BE49-F238E27FC236}">
                  <a16:creationId xmlns:a16="http://schemas.microsoft.com/office/drawing/2014/main" id="{B1F592A0-5AEC-A88A-7565-1789BB120122}"/>
                </a:ext>
              </a:extLst>
            </p:cNvPr>
            <p:cNvCxnSpPr>
              <a:cxnSpLocks/>
              <a:endCxn id="131" idx="0"/>
            </p:cNvCxnSpPr>
            <p:nvPr/>
          </p:nvCxnSpPr>
          <p:spPr>
            <a:xfrm>
              <a:off x="6632651" y="3872280"/>
              <a:ext cx="88478" cy="212421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Google Shape;309;p20">
              <a:extLst>
                <a:ext uri="{FF2B5EF4-FFF2-40B4-BE49-F238E27FC236}">
                  <a16:creationId xmlns:a16="http://schemas.microsoft.com/office/drawing/2014/main" id="{0A72E3C6-A155-1334-9CD6-F56B8868CB0F}"/>
                </a:ext>
              </a:extLst>
            </p:cNvPr>
            <p:cNvCxnSpPr>
              <a:cxnSpLocks/>
              <a:endCxn id="121" idx="0"/>
            </p:cNvCxnSpPr>
            <p:nvPr/>
          </p:nvCxnSpPr>
          <p:spPr>
            <a:xfrm flipH="1">
              <a:off x="5025147" y="3871754"/>
              <a:ext cx="129701" cy="212947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3076203E-E7FB-4E13-1D79-B9DE8FD82BBE}"/>
                </a:ext>
              </a:extLst>
            </p:cNvPr>
            <p:cNvGrpSpPr/>
            <p:nvPr/>
          </p:nvGrpSpPr>
          <p:grpSpPr>
            <a:xfrm>
              <a:off x="5034702" y="1634385"/>
              <a:ext cx="1680587" cy="813811"/>
              <a:chOff x="4622299" y="1462393"/>
              <a:chExt cx="1780882" cy="813811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5D97F507-81FD-2CFA-9F2C-200003716B85}"/>
                  </a:ext>
                </a:extLst>
              </p:cNvPr>
              <p:cNvSpPr/>
              <p:nvPr/>
            </p:nvSpPr>
            <p:spPr bwMode="auto">
              <a:xfrm>
                <a:off x="4622299" y="1519238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7BB2A922-E63F-5B65-6A34-5B73AF50F41C}"/>
                  </a:ext>
                </a:extLst>
              </p:cNvPr>
              <p:cNvGrpSpPr/>
              <p:nvPr/>
            </p:nvGrpSpPr>
            <p:grpSpPr>
              <a:xfrm>
                <a:off x="4690442" y="1848031"/>
                <a:ext cx="1644593" cy="360000"/>
                <a:chOff x="-3601596" y="1878778"/>
                <a:chExt cx="1644593" cy="360000"/>
              </a:xfrm>
            </p:grpSpPr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41CA5E40-F53B-0129-8F5D-35127546E217}"/>
                    </a:ext>
                  </a:extLst>
                </p:cNvPr>
                <p:cNvSpPr/>
                <p:nvPr/>
              </p:nvSpPr>
              <p:spPr>
                <a:xfrm>
                  <a:off x="-2557191" y="1878778"/>
                  <a:ext cx="600188" cy="360000"/>
                </a:xfrm>
                <a:prstGeom prst="roundRect">
                  <a:avLst/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준비</a:t>
                  </a:r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A371E447-8E18-D39A-2232-105A781F8EB6}"/>
                    </a:ext>
                  </a:extLst>
                </p:cNvPr>
                <p:cNvSpPr/>
                <p:nvPr/>
              </p:nvSpPr>
              <p:spPr>
                <a:xfrm>
                  <a:off x="-3601596" y="1878778"/>
                  <a:ext cx="962748" cy="36000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noFill/>
                </a:ln>
                <a:effectLst/>
              </p:spPr>
              <p:txBody>
                <a:bodyPr lIns="0" rIns="0" rtlCol="0" anchor="ctr"/>
                <a:lstStyle/>
                <a:p>
                  <a:pPr algn="ctr" defTabSz="457212">
                    <a:defRPr/>
                  </a:pPr>
                  <a:r>
                    <a:rPr lang="pt-BR" altLang="ko-KR" sz="14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HDL ASSY</a:t>
                  </a: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EC96DFD-68DE-158C-11DB-F31165E3883E}"/>
                  </a:ext>
                </a:extLst>
              </p:cNvPr>
              <p:cNvSpPr txBox="1"/>
              <p:nvPr/>
            </p:nvSpPr>
            <p:spPr>
              <a:xfrm>
                <a:off x="4776116" y="1462393"/>
                <a:ext cx="147324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Initial state</a:t>
                </a: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84781700-0330-B2C9-9B94-4F8E97D6DA13}"/>
                </a:ext>
              </a:extLst>
            </p:cNvPr>
            <p:cNvGrpSpPr/>
            <p:nvPr/>
          </p:nvGrpSpPr>
          <p:grpSpPr>
            <a:xfrm>
              <a:off x="2463939" y="3043788"/>
              <a:ext cx="1680587" cy="814694"/>
              <a:chOff x="3550165" y="2797805"/>
              <a:chExt cx="1780882" cy="814694"/>
            </a:xfrm>
          </p:grpSpPr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79082F82-905B-F169-C8DD-671EBE3B3088}"/>
                  </a:ext>
                </a:extLst>
              </p:cNvPr>
              <p:cNvSpPr/>
              <p:nvPr/>
            </p:nvSpPr>
            <p:spPr bwMode="auto">
              <a:xfrm>
                <a:off x="3550165" y="2855533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4FA88C75-3F0B-C51E-8C95-529019A47792}"/>
                  </a:ext>
                </a:extLst>
              </p:cNvPr>
              <p:cNvGrpSpPr/>
              <p:nvPr/>
            </p:nvGrpSpPr>
            <p:grpSpPr>
              <a:xfrm>
                <a:off x="3618310" y="3184326"/>
                <a:ext cx="1644593" cy="360000"/>
                <a:chOff x="-3601596" y="1878778"/>
                <a:chExt cx="1644593" cy="360000"/>
              </a:xfrm>
            </p:grpSpPr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19B526B0-E7EB-19FA-FFCD-AEC07D7AC4D2}"/>
                    </a:ext>
                  </a:extLst>
                </p:cNvPr>
                <p:cNvSpPr/>
                <p:nvPr/>
              </p:nvSpPr>
              <p:spPr>
                <a:xfrm>
                  <a:off x="-2557191" y="1878778"/>
                  <a:ext cx="600188" cy="360000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잡음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en-US" altLang="ko-KR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/</a:t>
                  </a: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쥠</a:t>
                  </a:r>
                </a:p>
              </p:txBody>
            </p:sp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B23609DB-7FA4-E2CA-8CBC-F85F0FE797A8}"/>
                    </a:ext>
                  </a:extLst>
                </p:cNvPr>
                <p:cNvSpPr/>
                <p:nvPr/>
              </p:nvSpPr>
              <p:spPr>
                <a:xfrm>
                  <a:off x="-3601596" y="1878778"/>
                  <a:ext cx="962748" cy="36000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noFill/>
                </a:ln>
                <a:effectLst/>
              </p:spPr>
              <p:txBody>
                <a:bodyPr lIns="0" rIns="0" rtlCol="0" anchor="ctr"/>
                <a:lstStyle/>
                <a:p>
                  <a:pPr algn="ctr" defTabSz="457212">
                    <a:defRPr/>
                  </a:pPr>
                  <a:r>
                    <a:rPr lang="pt-BR" altLang="ko-KR" sz="14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HDL ASSY</a:t>
                  </a:r>
                </a:p>
              </p:txBody>
            </p:sp>
          </p:grp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8B4CA94-A4C5-28E3-7BED-C689B5594FDF}"/>
                  </a:ext>
                </a:extLst>
              </p:cNvPr>
              <p:cNvSpPr txBox="1"/>
              <p:nvPr/>
            </p:nvSpPr>
            <p:spPr>
              <a:xfrm>
                <a:off x="3557346" y="2797805"/>
                <a:ext cx="1766518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1</a:t>
                </a:r>
              </a:p>
            </p:txBody>
          </p:sp>
        </p:grp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35B2DAB5-89F2-C629-882F-8F704218083E}"/>
                </a:ext>
              </a:extLst>
            </p:cNvPr>
            <p:cNvGrpSpPr/>
            <p:nvPr/>
          </p:nvGrpSpPr>
          <p:grpSpPr>
            <a:xfrm>
              <a:off x="5034701" y="3018624"/>
              <a:ext cx="1680588" cy="814694"/>
              <a:chOff x="6081277" y="2797805"/>
              <a:chExt cx="1780883" cy="814694"/>
            </a:xfrm>
          </p:grpSpPr>
          <p:sp>
            <p:nvSpPr>
              <p:cNvPr id="69" name="사각형: 둥근 모서리 68">
                <a:extLst>
                  <a:ext uri="{FF2B5EF4-FFF2-40B4-BE49-F238E27FC236}">
                    <a16:creationId xmlns:a16="http://schemas.microsoft.com/office/drawing/2014/main" id="{04ECB439-7CDB-8CBF-B1C1-C2DD490A6FE2}"/>
                  </a:ext>
                </a:extLst>
              </p:cNvPr>
              <p:cNvSpPr/>
              <p:nvPr/>
            </p:nvSpPr>
            <p:spPr bwMode="auto">
              <a:xfrm>
                <a:off x="6081278" y="2855533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grpSp>
            <p:nvGrpSpPr>
              <p:cNvPr id="70" name="그룹 69">
                <a:extLst>
                  <a:ext uri="{FF2B5EF4-FFF2-40B4-BE49-F238E27FC236}">
                    <a16:creationId xmlns:a16="http://schemas.microsoft.com/office/drawing/2014/main" id="{E7912660-F91C-4D25-0C92-C2CB176D3B98}"/>
                  </a:ext>
                </a:extLst>
              </p:cNvPr>
              <p:cNvGrpSpPr/>
              <p:nvPr/>
            </p:nvGrpSpPr>
            <p:grpSpPr>
              <a:xfrm>
                <a:off x="6149423" y="3190825"/>
                <a:ext cx="1644593" cy="360000"/>
                <a:chOff x="-3601596" y="1878778"/>
                <a:chExt cx="1644593" cy="360000"/>
              </a:xfrm>
            </p:grpSpPr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AFDC3876-62E3-3D45-53BC-E2C129546722}"/>
                    </a:ext>
                  </a:extLst>
                </p:cNvPr>
                <p:cNvSpPr/>
                <p:nvPr/>
              </p:nvSpPr>
              <p:spPr>
                <a:xfrm>
                  <a:off x="-2557191" y="1878778"/>
                  <a:ext cx="600188" cy="360000"/>
                </a:xfrm>
                <a:prstGeom prst="roundRect">
                  <a:avLst/>
                </a:prstGeom>
                <a:solidFill>
                  <a:srgbClr val="5B9BD5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사양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확인</a:t>
                  </a:r>
                </a:p>
              </p:txBody>
            </p: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55817719-8C17-09D9-C880-8872E7350F3A}"/>
                    </a:ext>
                  </a:extLst>
                </p:cNvPr>
                <p:cNvSpPr/>
                <p:nvPr/>
              </p:nvSpPr>
              <p:spPr>
                <a:xfrm>
                  <a:off x="-3601596" y="1878778"/>
                  <a:ext cx="962748" cy="36000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noFill/>
                </a:ln>
                <a:effectLst/>
              </p:spPr>
              <p:txBody>
                <a:bodyPr lIns="0" rIns="0" rtlCol="0" anchor="ctr"/>
                <a:lstStyle/>
                <a:p>
                  <a:pPr algn="ctr" defTabSz="457212">
                    <a:defRPr/>
                  </a:pPr>
                  <a:r>
                    <a:rPr lang="pt-BR" altLang="ko-KR" sz="14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HDL ASSY</a:t>
                  </a:r>
                </a:p>
              </p:txBody>
            </p:sp>
          </p:grp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5EDFAC9-4729-66DA-14DE-E9F8C9764FE9}"/>
                  </a:ext>
                </a:extLst>
              </p:cNvPr>
              <p:cNvSpPr txBox="1"/>
              <p:nvPr/>
            </p:nvSpPr>
            <p:spPr>
              <a:xfrm>
                <a:off x="6081277" y="2797805"/>
                <a:ext cx="1780883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2</a:t>
                </a: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D41F3D2-6537-AD96-759B-52FD76DC0996}"/>
                </a:ext>
              </a:extLst>
            </p:cNvPr>
            <p:cNvGrpSpPr/>
            <p:nvPr/>
          </p:nvGrpSpPr>
          <p:grpSpPr>
            <a:xfrm>
              <a:off x="611803" y="4084701"/>
              <a:ext cx="1657960" cy="814694"/>
              <a:chOff x="3329804" y="4756575"/>
              <a:chExt cx="1756905" cy="814694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877BA45C-1B8B-81BB-6580-8D361263B902}"/>
                  </a:ext>
                </a:extLst>
              </p:cNvPr>
              <p:cNvSpPr/>
              <p:nvPr/>
            </p:nvSpPr>
            <p:spPr bwMode="auto">
              <a:xfrm>
                <a:off x="3473299" y="4814303"/>
                <a:ext cx="1469914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9A02F2-F87C-603D-248B-52BEC2614DB6}"/>
                  </a:ext>
                </a:extLst>
              </p:cNvPr>
              <p:cNvSpPr txBox="1"/>
              <p:nvPr/>
            </p:nvSpPr>
            <p:spPr>
              <a:xfrm>
                <a:off x="3329804" y="4756575"/>
                <a:ext cx="1756905" cy="337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1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1-1</a:t>
                </a: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840ADD7-0817-5342-22F7-B30237A0B692}"/>
                  </a:ext>
                </a:extLst>
              </p:cNvPr>
              <p:cNvGrpSpPr/>
              <p:nvPr/>
            </p:nvGrpSpPr>
            <p:grpSpPr>
              <a:xfrm>
                <a:off x="3627257" y="5120616"/>
                <a:ext cx="1161998" cy="360000"/>
                <a:chOff x="3607123" y="5111159"/>
                <a:chExt cx="1161998" cy="360000"/>
              </a:xfrm>
            </p:grpSpPr>
            <p:sp>
              <p:nvSpPr>
                <p:cNvPr id="16" name="사각형: 둥근 모서리 15">
                  <a:extLst>
                    <a:ext uri="{FF2B5EF4-FFF2-40B4-BE49-F238E27FC236}">
                      <a16:creationId xmlns:a16="http://schemas.microsoft.com/office/drawing/2014/main" id="{77F9570D-55F8-1FDB-647F-03AA7E821F09}"/>
                    </a:ext>
                  </a:extLst>
                </p:cNvPr>
                <p:cNvSpPr/>
                <p:nvPr/>
              </p:nvSpPr>
              <p:spPr>
                <a:xfrm>
                  <a:off x="3607123" y="5111159"/>
                  <a:ext cx="504000" cy="360000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잡음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en-US" altLang="ko-KR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/</a:t>
                  </a: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쥠</a:t>
                  </a:r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17A047D5-CD08-8554-2C49-1689B7AF4888}"/>
                    </a:ext>
                  </a:extLst>
                </p:cNvPr>
                <p:cNvSpPr/>
                <p:nvPr/>
              </p:nvSpPr>
              <p:spPr>
                <a:xfrm>
                  <a:off x="4265121" y="5111159"/>
                  <a:ext cx="504000" cy="360000"/>
                </a:xfrm>
                <a:prstGeom prst="roundRect">
                  <a:avLst/>
                </a:prstGeom>
                <a:solidFill>
                  <a:srgbClr val="BF9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삽입</a:t>
                  </a:r>
                </a:p>
              </p:txBody>
            </p: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7E46BAD3-317F-79D0-399F-BAB357E89372}"/>
                </a:ext>
              </a:extLst>
            </p:cNvPr>
            <p:cNvGrpSpPr/>
            <p:nvPr/>
          </p:nvGrpSpPr>
          <p:grpSpPr>
            <a:xfrm>
              <a:off x="2523144" y="4084701"/>
              <a:ext cx="1557074" cy="814694"/>
              <a:chOff x="3383257" y="4756575"/>
              <a:chExt cx="1649998" cy="814694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4364F860-0951-6EAE-CF07-6205FBE58659}"/>
                  </a:ext>
                </a:extLst>
              </p:cNvPr>
              <p:cNvSpPr/>
              <p:nvPr/>
            </p:nvSpPr>
            <p:spPr bwMode="auto">
              <a:xfrm>
                <a:off x="3473299" y="4814303"/>
                <a:ext cx="1469914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27D0B2E-5F79-2121-B34C-61CDD93602C4}"/>
                  </a:ext>
                </a:extLst>
              </p:cNvPr>
              <p:cNvSpPr txBox="1"/>
              <p:nvPr/>
            </p:nvSpPr>
            <p:spPr>
              <a:xfrm>
                <a:off x="3383257" y="4756575"/>
                <a:ext cx="1649998" cy="337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1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1-2</a:t>
                </a:r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7FDF85FE-C6A4-5312-4C82-9EB0EE6242C3}"/>
                  </a:ext>
                </a:extLst>
              </p:cNvPr>
              <p:cNvGrpSpPr/>
              <p:nvPr/>
            </p:nvGrpSpPr>
            <p:grpSpPr>
              <a:xfrm>
                <a:off x="3627257" y="5120616"/>
                <a:ext cx="1161998" cy="360000"/>
                <a:chOff x="3607123" y="5111159"/>
                <a:chExt cx="1161998" cy="360000"/>
              </a:xfrm>
            </p:grpSpPr>
            <p:sp>
              <p:nvSpPr>
                <p:cNvPr id="31" name="사각형: 둥근 모서리 30">
                  <a:extLst>
                    <a:ext uri="{FF2B5EF4-FFF2-40B4-BE49-F238E27FC236}">
                      <a16:creationId xmlns:a16="http://schemas.microsoft.com/office/drawing/2014/main" id="{9843FC59-A0FC-4E0E-5181-A79928B0C3A7}"/>
                    </a:ext>
                  </a:extLst>
                </p:cNvPr>
                <p:cNvSpPr/>
                <p:nvPr/>
              </p:nvSpPr>
              <p:spPr>
                <a:xfrm>
                  <a:off x="3607123" y="5111159"/>
                  <a:ext cx="504000" cy="360000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잡음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en-US" altLang="ko-KR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/</a:t>
                  </a: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쥠</a:t>
                  </a:r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87645412-2A6A-EF94-FF4A-2D0A4178C731}"/>
                    </a:ext>
                  </a:extLst>
                </p:cNvPr>
                <p:cNvSpPr/>
                <p:nvPr/>
              </p:nvSpPr>
              <p:spPr>
                <a:xfrm>
                  <a:off x="4265121" y="5111159"/>
                  <a:ext cx="504000" cy="360000"/>
                </a:xfrm>
                <a:prstGeom prst="roundRect">
                  <a:avLst/>
                </a:prstGeom>
                <a:solidFill>
                  <a:srgbClr val="4472C4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위치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결정</a:t>
                  </a:r>
                </a:p>
              </p:txBody>
            </p:sp>
          </p:grp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1E7ABB9A-D027-0CA8-6D9A-33FF70F6E353}"/>
                </a:ext>
              </a:extLst>
            </p:cNvPr>
            <p:cNvGrpSpPr/>
            <p:nvPr/>
          </p:nvGrpSpPr>
          <p:grpSpPr>
            <a:xfrm>
              <a:off x="4252996" y="4084701"/>
              <a:ext cx="1544302" cy="814694"/>
              <a:chOff x="3390024" y="4756575"/>
              <a:chExt cx="1636464" cy="814694"/>
            </a:xfrm>
          </p:grpSpPr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72C4A794-0E75-32F0-E594-50FAABE8E934}"/>
                  </a:ext>
                </a:extLst>
              </p:cNvPr>
              <p:cNvSpPr/>
              <p:nvPr/>
            </p:nvSpPr>
            <p:spPr bwMode="auto">
              <a:xfrm>
                <a:off x="3473299" y="4814303"/>
                <a:ext cx="1469914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49B2EFF-76A0-8704-9EAD-604AB052A859}"/>
                  </a:ext>
                </a:extLst>
              </p:cNvPr>
              <p:cNvSpPr txBox="1"/>
              <p:nvPr/>
            </p:nvSpPr>
            <p:spPr>
              <a:xfrm>
                <a:off x="3390024" y="4756575"/>
                <a:ext cx="1636464" cy="337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1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2-1</a:t>
                </a:r>
              </a:p>
            </p:txBody>
          </p: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BE9D4232-473D-56DD-9B8D-37AE0B641DF2}"/>
                  </a:ext>
                </a:extLst>
              </p:cNvPr>
              <p:cNvGrpSpPr/>
              <p:nvPr/>
            </p:nvGrpSpPr>
            <p:grpSpPr>
              <a:xfrm>
                <a:off x="3627257" y="5120616"/>
                <a:ext cx="1161998" cy="360000"/>
                <a:chOff x="3607123" y="5111159"/>
                <a:chExt cx="1161998" cy="360000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B270984D-7556-975C-26C0-C78722EA6B5F}"/>
                    </a:ext>
                  </a:extLst>
                </p:cNvPr>
                <p:cNvSpPr/>
                <p:nvPr/>
              </p:nvSpPr>
              <p:spPr>
                <a:xfrm>
                  <a:off x="3607123" y="5111159"/>
                  <a:ext cx="504000" cy="360000"/>
                </a:xfrm>
                <a:prstGeom prst="roundRect">
                  <a:avLst/>
                </a:prstGeom>
                <a:solidFill>
                  <a:srgbClr val="5B9BD5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사양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확인</a:t>
                  </a:r>
                </a:p>
              </p:txBody>
            </p:sp>
            <p:sp>
              <p:nvSpPr>
                <p:cNvPr id="124" name="사각형: 둥근 모서리 123">
                  <a:extLst>
                    <a:ext uri="{FF2B5EF4-FFF2-40B4-BE49-F238E27FC236}">
                      <a16:creationId xmlns:a16="http://schemas.microsoft.com/office/drawing/2014/main" id="{A2BD8334-F87E-2CA6-CDB1-97AD538FE645}"/>
                    </a:ext>
                  </a:extLst>
                </p:cNvPr>
                <p:cNvSpPr/>
                <p:nvPr/>
              </p:nvSpPr>
              <p:spPr>
                <a:xfrm>
                  <a:off x="4265121" y="5111159"/>
                  <a:ext cx="504000" cy="360000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잡음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en-US" altLang="ko-KR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/</a:t>
                  </a: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쥠</a:t>
                  </a:r>
                </a:p>
              </p:txBody>
            </p:sp>
          </p:grp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898F0935-FFF7-2E19-2B9F-1B9B3F7A838F}"/>
                </a:ext>
              </a:extLst>
            </p:cNvPr>
            <p:cNvGrpSpPr/>
            <p:nvPr/>
          </p:nvGrpSpPr>
          <p:grpSpPr>
            <a:xfrm>
              <a:off x="5940993" y="4084701"/>
              <a:ext cx="1560271" cy="814694"/>
              <a:chOff x="3381564" y="4756575"/>
              <a:chExt cx="1653384" cy="814694"/>
            </a:xfrm>
          </p:grpSpPr>
          <p:sp>
            <p:nvSpPr>
              <p:cNvPr id="130" name="사각형: 둥근 모서리 129">
                <a:extLst>
                  <a:ext uri="{FF2B5EF4-FFF2-40B4-BE49-F238E27FC236}">
                    <a16:creationId xmlns:a16="http://schemas.microsoft.com/office/drawing/2014/main" id="{42208A8A-D8D9-785F-DFCB-35B6C438C978}"/>
                  </a:ext>
                </a:extLst>
              </p:cNvPr>
              <p:cNvSpPr/>
              <p:nvPr/>
            </p:nvSpPr>
            <p:spPr bwMode="auto">
              <a:xfrm>
                <a:off x="3473299" y="4814303"/>
                <a:ext cx="1469914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25F6B60-CAFF-D015-C1E4-746181D08EB6}"/>
                  </a:ext>
                </a:extLst>
              </p:cNvPr>
              <p:cNvSpPr txBox="1"/>
              <p:nvPr/>
            </p:nvSpPr>
            <p:spPr>
              <a:xfrm>
                <a:off x="3381564" y="4756575"/>
                <a:ext cx="1653384" cy="337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1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2-2</a:t>
                </a:r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7F28E8DB-A74D-D1B0-392C-7578FD1F67E4}"/>
                  </a:ext>
                </a:extLst>
              </p:cNvPr>
              <p:cNvGrpSpPr/>
              <p:nvPr/>
            </p:nvGrpSpPr>
            <p:grpSpPr>
              <a:xfrm>
                <a:off x="3627257" y="5120616"/>
                <a:ext cx="1161998" cy="360000"/>
                <a:chOff x="3607123" y="5111159"/>
                <a:chExt cx="1161998" cy="360000"/>
              </a:xfrm>
            </p:grpSpPr>
            <p:sp>
              <p:nvSpPr>
                <p:cNvPr id="133" name="사각형: 둥근 모서리 132">
                  <a:extLst>
                    <a:ext uri="{FF2B5EF4-FFF2-40B4-BE49-F238E27FC236}">
                      <a16:creationId xmlns:a16="http://schemas.microsoft.com/office/drawing/2014/main" id="{44FC10EB-29F6-7717-C2B7-F0A66B106E58}"/>
                    </a:ext>
                  </a:extLst>
                </p:cNvPr>
                <p:cNvSpPr/>
                <p:nvPr/>
              </p:nvSpPr>
              <p:spPr>
                <a:xfrm>
                  <a:off x="3607123" y="5111159"/>
                  <a:ext cx="504000" cy="360000"/>
                </a:xfrm>
                <a:prstGeom prst="roundRect">
                  <a:avLst/>
                </a:prstGeom>
                <a:solidFill>
                  <a:srgbClr val="5B9BD5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사양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확인</a:t>
                  </a:r>
                </a:p>
              </p:txBody>
            </p:sp>
            <p:sp>
              <p:nvSpPr>
                <p:cNvPr id="134" name="사각형: 둥근 모서리 133">
                  <a:extLst>
                    <a:ext uri="{FF2B5EF4-FFF2-40B4-BE49-F238E27FC236}">
                      <a16:creationId xmlns:a16="http://schemas.microsoft.com/office/drawing/2014/main" id="{57D7BCDC-1FBA-7C8E-922B-D1A038F09BDB}"/>
                    </a:ext>
                  </a:extLst>
                </p:cNvPr>
                <p:cNvSpPr/>
                <p:nvPr/>
              </p:nvSpPr>
              <p:spPr>
                <a:xfrm>
                  <a:off x="4265121" y="5111159"/>
                  <a:ext cx="504000" cy="360000"/>
                </a:xfrm>
                <a:prstGeom prst="roundRect">
                  <a:avLst/>
                </a:prstGeom>
                <a:solidFill>
                  <a:srgbClr val="BF9000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삽입</a:t>
                  </a:r>
                </a:p>
              </p:txBody>
            </p:sp>
          </p:grp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AD2E180-7476-0365-ADFE-F71C04537597}"/>
                </a:ext>
              </a:extLst>
            </p:cNvPr>
            <p:cNvGrpSpPr/>
            <p:nvPr/>
          </p:nvGrpSpPr>
          <p:grpSpPr>
            <a:xfrm>
              <a:off x="7766828" y="2996048"/>
              <a:ext cx="1680588" cy="814694"/>
              <a:chOff x="6081277" y="2797805"/>
              <a:chExt cx="1780883" cy="814694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83C6C690-D489-8326-5D2D-4827EBF1604D}"/>
                  </a:ext>
                </a:extLst>
              </p:cNvPr>
              <p:cNvSpPr/>
              <p:nvPr/>
            </p:nvSpPr>
            <p:spPr bwMode="auto">
              <a:xfrm>
                <a:off x="6081278" y="2855533"/>
                <a:ext cx="1780882" cy="756966"/>
              </a:xfrm>
              <a:prstGeom prst="roundRect">
                <a:avLst>
                  <a:gd name="adj" fmla="val 10205"/>
                </a:avLst>
              </a:prstGeom>
              <a:solidFill>
                <a:srgbClr val="FFE599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4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49EF49FB-7DC8-2BA9-8823-14D50F9BB378}"/>
                  </a:ext>
                </a:extLst>
              </p:cNvPr>
              <p:cNvGrpSpPr/>
              <p:nvPr/>
            </p:nvGrpSpPr>
            <p:grpSpPr>
              <a:xfrm>
                <a:off x="6149423" y="3190825"/>
                <a:ext cx="1644593" cy="360000"/>
                <a:chOff x="-3601596" y="1878778"/>
                <a:chExt cx="1644593" cy="360000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2B45C2DE-4BFD-2FF7-450A-522EC769D5BA}"/>
                    </a:ext>
                  </a:extLst>
                </p:cNvPr>
                <p:cNvSpPr/>
                <p:nvPr/>
              </p:nvSpPr>
              <p:spPr>
                <a:xfrm>
                  <a:off x="-2557191" y="1878778"/>
                  <a:ext cx="600188" cy="360000"/>
                </a:xfrm>
                <a:prstGeom prst="roundRect">
                  <a:avLst/>
                </a:prstGeom>
                <a:solidFill>
                  <a:srgbClr val="4472C4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위치</a:t>
                  </a:r>
                  <a:endPara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endParaRPr>
                </a:p>
                <a:p>
                  <a:pPr algn="ctr" defTabSz="457212">
                    <a:defRPr/>
                  </a:pPr>
                  <a:r>
                    <a:rPr lang="ko-KR" altLang="en-US" sz="10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결정</a:t>
                  </a:r>
                </a:p>
              </p:txBody>
            </p:sp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7B8CF0C8-7FF1-1329-3FB4-5D288458B882}"/>
                    </a:ext>
                  </a:extLst>
                </p:cNvPr>
                <p:cNvSpPr/>
                <p:nvPr/>
              </p:nvSpPr>
              <p:spPr>
                <a:xfrm>
                  <a:off x="-3601596" y="1878778"/>
                  <a:ext cx="962748" cy="36000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noFill/>
                </a:ln>
                <a:effectLst/>
              </p:spPr>
              <p:txBody>
                <a:bodyPr lIns="0" rIns="0" rtlCol="0" anchor="ctr"/>
                <a:lstStyle/>
                <a:p>
                  <a:pPr algn="ctr" defTabSz="457212">
                    <a:defRPr/>
                  </a:pPr>
                  <a:r>
                    <a:rPr lang="pt-BR" altLang="ko-KR" sz="1400" b="1" kern="0">
                      <a:solidFill>
                        <a:prstClr val="white"/>
                      </a:solidFill>
                      <a:latin typeface="Hyundai Sans Text Pro Regular" panose="020B0504040000000000" pitchFamily="34" charset="-127"/>
                      <a:ea typeface="Hyundai Sans Text Pro Regular" panose="020B0504040000000000" pitchFamily="34" charset="-127"/>
                    </a:rPr>
                    <a:t>HDL ASSY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579F00-3846-CCEA-4DE6-D3FA784BF76E}"/>
                  </a:ext>
                </a:extLst>
              </p:cNvPr>
              <p:cNvSpPr txBox="1"/>
              <p:nvPr/>
            </p:nvSpPr>
            <p:spPr>
              <a:xfrm>
                <a:off x="6081277" y="2797805"/>
                <a:ext cx="1780883" cy="36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en-US" altLang="ko-KR" sz="1200" b="1" kern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Generated Step 3</a:t>
                </a:r>
              </a:p>
            </p:txBody>
          </p:sp>
        </p:grpSp>
        <p:cxnSp>
          <p:nvCxnSpPr>
            <p:cNvPr id="34" name="Google Shape;294;p20">
              <a:extLst>
                <a:ext uri="{FF2B5EF4-FFF2-40B4-BE49-F238E27FC236}">
                  <a16:creationId xmlns:a16="http://schemas.microsoft.com/office/drawing/2014/main" id="{3F6F0D6C-7E79-CB67-CE7A-CD51A34D0A6F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6715289" y="2386842"/>
              <a:ext cx="1891833" cy="609206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Google Shape;295;p20">
              <a:extLst>
                <a:ext uri="{FF2B5EF4-FFF2-40B4-BE49-F238E27FC236}">
                  <a16:creationId xmlns:a16="http://schemas.microsoft.com/office/drawing/2014/main" id="{B07532D6-CF43-C102-5F58-5FD46FAC60D5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8606336" y="3849178"/>
              <a:ext cx="786" cy="407131"/>
            </a:xfrm>
            <a:prstGeom prst="straightConnector1">
              <a:avLst/>
            </a:prstGeom>
            <a:noFill/>
            <a:ln w="9525" cap="flat" cmpd="sng">
              <a:solidFill>
                <a:srgbClr val="1A1A1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BD61087-BBCA-DCC1-877F-4E496DF7B8DE}"/>
                </a:ext>
              </a:extLst>
            </p:cNvPr>
            <p:cNvGrpSpPr/>
            <p:nvPr/>
          </p:nvGrpSpPr>
          <p:grpSpPr>
            <a:xfrm>
              <a:off x="8036793" y="4256309"/>
              <a:ext cx="1140658" cy="471479"/>
              <a:chOff x="8303614" y="4440472"/>
              <a:chExt cx="1140658" cy="471479"/>
            </a:xfrm>
          </p:grpSpPr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849A81D0-EAC7-91D2-35F7-3EB0DF341048}"/>
                  </a:ext>
                </a:extLst>
              </p:cNvPr>
              <p:cNvSpPr/>
              <p:nvPr/>
            </p:nvSpPr>
            <p:spPr>
              <a:xfrm>
                <a:off x="8303614" y="4440472"/>
                <a:ext cx="1140658" cy="471479"/>
              </a:xfrm>
              <a:prstGeom prst="roundRect">
                <a:avLst/>
              </a:prstGeom>
              <a:solidFill>
                <a:schemeClr val="accent3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defTabSz="457212">
                  <a:defRPr/>
                </a:pPr>
                <a:r>
                  <a:rPr lang="ko-KR" altLang="en-US" sz="1100" b="1" kern="0">
                    <a:solidFill>
                      <a:srgbClr val="000000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생성 중단</a:t>
                </a:r>
                <a:endParaRPr lang="pt-BR" altLang="ko-KR" sz="110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58" name="곱하기 기호 57">
                <a:extLst>
                  <a:ext uri="{FF2B5EF4-FFF2-40B4-BE49-F238E27FC236}">
                    <a16:creationId xmlns:a16="http://schemas.microsoft.com/office/drawing/2014/main" id="{0970C9A8-69C7-FAFC-030D-AB9C08B4111A}"/>
                  </a:ext>
                </a:extLst>
              </p:cNvPr>
              <p:cNvSpPr/>
              <p:nvPr/>
            </p:nvSpPr>
            <p:spPr bwMode="auto">
              <a:xfrm>
                <a:off x="8338410" y="4496143"/>
                <a:ext cx="355232" cy="360000"/>
              </a:xfrm>
              <a:prstGeom prst="mathMultiply">
                <a:avLst/>
              </a:prstGeom>
              <a:solidFill>
                <a:srgbClr val="FF0000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</p:grpSp>
      </p:grpSp>
      <p:sp>
        <p:nvSpPr>
          <p:cNvPr id="6" name="AutoShape 176">
            <a:extLst>
              <a:ext uri="{FF2B5EF4-FFF2-40B4-BE49-F238E27FC236}">
                <a16:creationId xmlns:a16="http://schemas.microsoft.com/office/drawing/2014/main" id="{4C568787-1763-622F-4FED-5E3C7869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8" y="1421870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③ </a:t>
            </a:r>
            <a:r>
              <a:rPr lang="en-US" altLang="ko-KR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LLM</a:t>
            </a:r>
            <a:r>
              <a:rPr lang="ko-KR" altLang="en-US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평가 결과 반영</a:t>
            </a: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>
              <a:solidFill>
                <a:srgbClr val="0070C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40C7043-1286-8D90-E346-9409FA927B30}"/>
              </a:ext>
            </a:extLst>
          </p:cNvPr>
          <p:cNvSpPr/>
          <p:nvPr/>
        </p:nvSpPr>
        <p:spPr bwMode="auto">
          <a:xfrm>
            <a:off x="1815856" y="5242232"/>
            <a:ext cx="3322393" cy="472246"/>
          </a:xfrm>
          <a:prstGeom prst="roundRect">
            <a:avLst/>
          </a:prstGeom>
          <a:solidFill>
            <a:srgbClr val="FDFCCC"/>
          </a:solidFill>
          <a:ln>
            <a:solidFill>
              <a:srgbClr val="CCCCCC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5735" tIns="47870" rIns="95735" bIns="47870" numCol="1" rtlCol="0" anchor="ctr" anchorCtr="0" compatLnSpc="1">
            <a:prstTxWarp prst="textNoShape">
              <a:avLst/>
            </a:prstTxWarp>
          </a:bodyPr>
          <a:lstStyle/>
          <a:p>
            <a:pPr algn="ctr" defTabSz="457212">
              <a:defRPr/>
            </a:pPr>
            <a:r>
              <a:rPr lang="ko-KR" altLang="en-US" sz="1400" b="1" kern="0">
                <a:solidFill>
                  <a:schemeClr val="tx1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 결과가 좋았던 후보들의 </a:t>
            </a:r>
            <a:r>
              <a:rPr lang="ko-KR" altLang="en-US" sz="1400" b="1" kern="0">
                <a:solidFill>
                  <a:srgbClr val="0070C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다음 동작 생성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DB42BB-638B-3D1C-735E-CEAD9695D6B4}"/>
              </a:ext>
            </a:extLst>
          </p:cNvPr>
          <p:cNvSpPr/>
          <p:nvPr/>
        </p:nvSpPr>
        <p:spPr bwMode="auto">
          <a:xfrm>
            <a:off x="7245549" y="5242232"/>
            <a:ext cx="3322393" cy="472246"/>
          </a:xfrm>
          <a:prstGeom prst="roundRect">
            <a:avLst/>
          </a:prstGeom>
          <a:solidFill>
            <a:srgbClr val="FDFCCC"/>
          </a:solidFill>
          <a:ln>
            <a:solidFill>
              <a:srgbClr val="CCCCCC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5735" tIns="47870" rIns="95735" bIns="47870" numCol="1" rtlCol="0" anchor="ctr" anchorCtr="0" compatLnSpc="1">
            <a:prstTxWarp prst="textNoShape">
              <a:avLst/>
            </a:prstTxWarp>
          </a:bodyPr>
          <a:lstStyle/>
          <a:p>
            <a:pPr algn="ctr" defTabSz="457212">
              <a:defRPr/>
            </a:pPr>
            <a:r>
              <a:rPr lang="ko-KR" altLang="en-US" sz="1400" b="1" kern="0">
                <a:solidFill>
                  <a:schemeClr val="tx1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 결과 좋지 못한 후보의 </a:t>
            </a:r>
            <a:r>
              <a:rPr lang="ko-KR" altLang="en-US" sz="1400" b="1" kern="0">
                <a:solidFill>
                  <a:srgbClr val="C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동작 생성 중단</a:t>
            </a:r>
          </a:p>
        </p:txBody>
      </p:sp>
      <p:sp>
        <p:nvSpPr>
          <p:cNvPr id="9" name="Rectangle 685">
            <a:extLst>
              <a:ext uri="{FF2B5EF4-FFF2-40B4-BE49-F238E27FC236}">
                <a16:creationId xmlns:a16="http://schemas.microsoft.com/office/drawing/2014/main" id="{1DDAF1BB-9B48-4BA4-0B18-79A576876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22" name="AutoShape 176">
            <a:extLst>
              <a:ext uri="{FF2B5EF4-FFF2-40B4-BE49-F238E27FC236}">
                <a16:creationId xmlns:a16="http://schemas.microsoft.com/office/drawing/2014/main" id="{0A422F97-FB24-7C1D-D7FC-34B221A3B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2690161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EE60E-D37D-C413-93F2-5656000A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DA51B8A9-C34E-B045-CB1E-2379BFBAB684}"/>
              </a:ext>
            </a:extLst>
          </p:cNvPr>
          <p:cNvGrpSpPr/>
          <p:nvPr/>
        </p:nvGrpSpPr>
        <p:grpSpPr>
          <a:xfrm>
            <a:off x="1739906" y="1906084"/>
            <a:ext cx="2230582" cy="902330"/>
            <a:chOff x="496184" y="5500685"/>
            <a:chExt cx="1492031" cy="701423"/>
          </a:xfrm>
        </p:grpSpPr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E126A737-0F7C-FC87-0D49-E9806910E69A}"/>
                </a:ext>
              </a:extLst>
            </p:cNvPr>
            <p:cNvSpPr/>
            <p:nvPr/>
          </p:nvSpPr>
          <p:spPr>
            <a:xfrm>
              <a:off x="731081" y="5749188"/>
              <a:ext cx="1257134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en-US" altLang="ko-KR" sz="1600" b="1">
                  <a:solidFill>
                    <a:srgbClr val="0070C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Rule-Model</a:t>
              </a:r>
              <a:endParaRPr lang="en-US" altLang="ko-KR" sz="16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Step Generation</a:t>
              </a:r>
            </a:p>
          </p:txBody>
        </p: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24A05BB1-724D-8996-09B0-277C9F035CE5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158" name="원통형 157">
                <a:extLst>
                  <a:ext uri="{FF2B5EF4-FFF2-40B4-BE49-F238E27FC236}">
                    <a16:creationId xmlns:a16="http://schemas.microsoft.com/office/drawing/2014/main" id="{EAB4FA63-B969-3689-8B3B-EB9A186A1C1F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59" name="그래픽 158" descr="데이터베이스 단색으로 채워진">
                <a:extLst>
                  <a:ext uri="{FF2B5EF4-FFF2-40B4-BE49-F238E27FC236}">
                    <a16:creationId xmlns:a16="http://schemas.microsoft.com/office/drawing/2014/main" id="{EDA0E707-9211-D17A-7E8C-1E1C1EA82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cxnSp>
        <p:nvCxnSpPr>
          <p:cNvPr id="53" name="Google Shape;307;p20">
            <a:extLst>
              <a:ext uri="{FF2B5EF4-FFF2-40B4-BE49-F238E27FC236}">
                <a16:creationId xmlns:a16="http://schemas.microsoft.com/office/drawing/2014/main" id="{3CF8D182-B8C8-1FC0-DFCB-3C16AFB49F1E}"/>
              </a:ext>
            </a:extLst>
          </p:cNvPr>
          <p:cNvCxnSpPr>
            <a:cxnSpLocks/>
          </p:cNvCxnSpPr>
          <p:nvPr/>
        </p:nvCxnSpPr>
        <p:spPr>
          <a:xfrm flipH="1">
            <a:off x="4163393" y="3858482"/>
            <a:ext cx="283840" cy="28800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295;p20">
            <a:extLst>
              <a:ext uri="{FF2B5EF4-FFF2-40B4-BE49-F238E27FC236}">
                <a16:creationId xmlns:a16="http://schemas.microsoft.com/office/drawing/2014/main" id="{22E38E6A-1C94-4D34-0568-37382D9E8F0B}"/>
              </a:ext>
            </a:extLst>
          </p:cNvPr>
          <p:cNvCxnSpPr>
            <a:cxnSpLocks/>
          </p:cNvCxnSpPr>
          <p:nvPr/>
        </p:nvCxnSpPr>
        <p:spPr>
          <a:xfrm>
            <a:off x="7017209" y="2487166"/>
            <a:ext cx="1572" cy="53145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296;p20">
            <a:extLst>
              <a:ext uri="{FF2B5EF4-FFF2-40B4-BE49-F238E27FC236}">
                <a16:creationId xmlns:a16="http://schemas.microsoft.com/office/drawing/2014/main" id="{FE460695-FC55-84DB-7992-A7537EAABAE7}"/>
              </a:ext>
            </a:extLst>
          </p:cNvPr>
          <p:cNvCxnSpPr>
            <a:cxnSpLocks/>
          </p:cNvCxnSpPr>
          <p:nvPr/>
        </p:nvCxnSpPr>
        <p:spPr>
          <a:xfrm flipH="1">
            <a:off x="2984976" y="3600059"/>
            <a:ext cx="615187" cy="54740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297;p20">
            <a:extLst>
              <a:ext uri="{FF2B5EF4-FFF2-40B4-BE49-F238E27FC236}">
                <a16:creationId xmlns:a16="http://schemas.microsoft.com/office/drawing/2014/main" id="{0DFF8FBC-3B44-9278-CEC3-336C49ACBB3B}"/>
              </a:ext>
            </a:extLst>
          </p:cNvPr>
          <p:cNvCxnSpPr>
            <a:cxnSpLocks/>
            <a:endCxn id="140" idx="0"/>
          </p:cNvCxnSpPr>
          <p:nvPr/>
        </p:nvCxnSpPr>
        <p:spPr>
          <a:xfrm>
            <a:off x="2583783" y="4904431"/>
            <a:ext cx="930450" cy="442514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300;p20">
            <a:extLst>
              <a:ext uri="{FF2B5EF4-FFF2-40B4-BE49-F238E27FC236}">
                <a16:creationId xmlns:a16="http://schemas.microsoft.com/office/drawing/2014/main" id="{035D3908-7FB2-4523-1CAB-44E5CFBD417E}"/>
              </a:ext>
            </a:extLst>
          </p:cNvPr>
          <p:cNvCxnSpPr>
            <a:cxnSpLocks/>
            <a:endCxn id="149" idx="0"/>
          </p:cNvCxnSpPr>
          <p:nvPr/>
        </p:nvCxnSpPr>
        <p:spPr>
          <a:xfrm flipH="1">
            <a:off x="7016138" y="4914729"/>
            <a:ext cx="303590" cy="4322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" name="Google Shape;303;p20">
            <a:extLst>
              <a:ext uri="{FF2B5EF4-FFF2-40B4-BE49-F238E27FC236}">
                <a16:creationId xmlns:a16="http://schemas.microsoft.com/office/drawing/2014/main" id="{067E96D8-85DE-CFC9-FA07-210A9AA33297}"/>
              </a:ext>
            </a:extLst>
          </p:cNvPr>
          <p:cNvCxnSpPr>
            <a:cxnSpLocks/>
          </p:cNvCxnSpPr>
          <p:nvPr/>
        </p:nvCxnSpPr>
        <p:spPr>
          <a:xfrm>
            <a:off x="7775651" y="3872281"/>
            <a:ext cx="88474" cy="21242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" name="Google Shape;309;p20">
            <a:extLst>
              <a:ext uri="{FF2B5EF4-FFF2-40B4-BE49-F238E27FC236}">
                <a16:creationId xmlns:a16="http://schemas.microsoft.com/office/drawing/2014/main" id="{4FBB46F8-2C48-9918-E854-BA44E238374E}"/>
              </a:ext>
            </a:extLst>
          </p:cNvPr>
          <p:cNvCxnSpPr>
            <a:cxnSpLocks/>
          </p:cNvCxnSpPr>
          <p:nvPr/>
        </p:nvCxnSpPr>
        <p:spPr>
          <a:xfrm flipH="1">
            <a:off x="6168148" y="3871755"/>
            <a:ext cx="129700" cy="21294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2712A40-C97F-2315-5604-45CA1A13AF89}"/>
              </a:ext>
            </a:extLst>
          </p:cNvPr>
          <p:cNvGrpSpPr/>
          <p:nvPr/>
        </p:nvGrpSpPr>
        <p:grpSpPr>
          <a:xfrm>
            <a:off x="6177704" y="1634386"/>
            <a:ext cx="1680587" cy="813811"/>
            <a:chOff x="4622299" y="1462393"/>
            <a:chExt cx="1780882" cy="813811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0BD1FA38-FCC0-844E-554D-7BC1D86917CB}"/>
                </a:ext>
              </a:extLst>
            </p:cNvPr>
            <p:cNvSpPr/>
            <p:nvPr/>
          </p:nvSpPr>
          <p:spPr bwMode="auto">
            <a:xfrm>
              <a:off x="4622299" y="1519238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6EC8C98-20F3-0E71-E6FC-DFDA4601102A}"/>
                </a:ext>
              </a:extLst>
            </p:cNvPr>
            <p:cNvGrpSpPr/>
            <p:nvPr/>
          </p:nvGrpSpPr>
          <p:grpSpPr>
            <a:xfrm>
              <a:off x="4690442" y="1848031"/>
              <a:ext cx="1644593" cy="360000"/>
              <a:chOff x="-3601596" y="1878778"/>
              <a:chExt cx="1644593" cy="360000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7E4B33D2-9525-8C26-708B-7D5D2EBCB09A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준비</a:t>
                </a: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22CE9A24-CA59-BAAE-E4A8-2F6C99153565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252DE8D-D388-A0E5-5982-C0878379723E}"/>
                </a:ext>
              </a:extLst>
            </p:cNvPr>
            <p:cNvSpPr txBox="1"/>
            <p:nvPr/>
          </p:nvSpPr>
          <p:spPr>
            <a:xfrm>
              <a:off x="4776116" y="1462393"/>
              <a:ext cx="147324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Initial state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5951AF0-F6D4-1BBF-E321-2B7956D50700}"/>
              </a:ext>
            </a:extLst>
          </p:cNvPr>
          <p:cNvGrpSpPr/>
          <p:nvPr/>
        </p:nvGrpSpPr>
        <p:grpSpPr>
          <a:xfrm>
            <a:off x="3606941" y="3043788"/>
            <a:ext cx="1680587" cy="814694"/>
            <a:chOff x="3550165" y="2797805"/>
            <a:chExt cx="1780882" cy="814694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6C5D107D-1A99-631B-8486-74078F1BAB86}"/>
                </a:ext>
              </a:extLst>
            </p:cNvPr>
            <p:cNvSpPr/>
            <p:nvPr/>
          </p:nvSpPr>
          <p:spPr bwMode="auto">
            <a:xfrm>
              <a:off x="3550165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C57D874-135A-F56D-4112-3FDA2DA03927}"/>
                </a:ext>
              </a:extLst>
            </p:cNvPr>
            <p:cNvGrpSpPr/>
            <p:nvPr/>
          </p:nvGrpSpPr>
          <p:grpSpPr>
            <a:xfrm>
              <a:off x="3618310" y="3184326"/>
              <a:ext cx="1644593" cy="360000"/>
              <a:chOff x="-3601596" y="1878778"/>
              <a:chExt cx="1644593" cy="360000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75C3AAAE-B1A0-ED1B-8051-4746F3C94BC8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EABCBE82-4869-A58C-B887-2F560B6BC47C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1C3DD63-C3F5-2C1A-1A6C-21338B622D34}"/>
                </a:ext>
              </a:extLst>
            </p:cNvPr>
            <p:cNvSpPr txBox="1"/>
            <p:nvPr/>
          </p:nvSpPr>
          <p:spPr>
            <a:xfrm>
              <a:off x="3579736" y="2797805"/>
              <a:ext cx="1721738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1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1E3A3D4-27D8-1FA4-EB43-CF036073FC6D}"/>
              </a:ext>
            </a:extLst>
          </p:cNvPr>
          <p:cNvGrpSpPr/>
          <p:nvPr/>
        </p:nvGrpSpPr>
        <p:grpSpPr>
          <a:xfrm>
            <a:off x="6177704" y="3018624"/>
            <a:ext cx="1680587" cy="814694"/>
            <a:chOff x="6081278" y="2797805"/>
            <a:chExt cx="1780882" cy="814694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FB410814-AF2E-9BE1-90CB-D9C79E158E4B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E43C25B7-D2C8-6D4D-1861-216223D3295E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84476185-7FE8-B877-0807-2BD852502056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CB6ECEBD-B780-A7C4-4751-CADCAFAF97AA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C7C107-E06F-7B7F-A857-BEEE4EF78950}"/>
                </a:ext>
              </a:extLst>
            </p:cNvPr>
            <p:cNvSpPr txBox="1"/>
            <p:nvPr/>
          </p:nvSpPr>
          <p:spPr>
            <a:xfrm>
              <a:off x="6152092" y="2797805"/>
              <a:ext cx="1639253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2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93FD030-44F4-57FE-38FE-F66A48C13403}"/>
              </a:ext>
            </a:extLst>
          </p:cNvPr>
          <p:cNvGrpSpPr/>
          <p:nvPr/>
        </p:nvGrpSpPr>
        <p:grpSpPr>
          <a:xfrm>
            <a:off x="1890218" y="4142429"/>
            <a:ext cx="1387132" cy="756966"/>
            <a:chOff x="3473299" y="4814303"/>
            <a:chExt cx="1469914" cy="756966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5320349-0508-326E-19C4-0BB74DE0B76D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561B395-F49F-5D41-E593-4C9130EE2419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284F5518-32CF-C086-2FD1-FA720C08E912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2A5BD6A7-2E35-3CFC-7DAA-B9F70EC1E436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C354736-EB40-79B1-1446-BD49C8B6ABE8}"/>
              </a:ext>
            </a:extLst>
          </p:cNvPr>
          <p:cNvGrpSpPr/>
          <p:nvPr/>
        </p:nvGrpSpPr>
        <p:grpSpPr>
          <a:xfrm>
            <a:off x="3751116" y="4142429"/>
            <a:ext cx="1387132" cy="756966"/>
            <a:chOff x="3473299" y="4814303"/>
            <a:chExt cx="1469914" cy="756966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340AB7E1-F25E-D235-E44B-7C7B4412C0C6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551C643E-898F-3CAE-65EA-150F8C853129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281CC213-DB4D-6941-00DB-8C284210C19C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39D0D942-729F-6E27-8A6A-745BB18DF74D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</p:grp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C0FA8D73-5E21-E77A-31F1-6448493749D3}"/>
              </a:ext>
            </a:extLst>
          </p:cNvPr>
          <p:cNvGrpSpPr/>
          <p:nvPr/>
        </p:nvGrpSpPr>
        <p:grpSpPr>
          <a:xfrm>
            <a:off x="5474582" y="4142429"/>
            <a:ext cx="1387132" cy="756966"/>
            <a:chOff x="3473299" y="4814303"/>
            <a:chExt cx="1469914" cy="756966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40BA72A6-2A05-C45F-655B-6BEC7EF0B5F5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80F9417B-2A99-5CB1-A0B7-0203A0ED956A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23" name="사각형: 둥근 모서리 122">
                <a:extLst>
                  <a:ext uri="{FF2B5EF4-FFF2-40B4-BE49-F238E27FC236}">
                    <a16:creationId xmlns:a16="http://schemas.microsoft.com/office/drawing/2014/main" id="{2932016C-ACEC-DCD9-C17D-E5AD3127F1EF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F8252AEC-9CE2-EE6C-E050-E5E8F012E94C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</p:grp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C242FF1A-3B5F-281D-DE45-4B0E053FBFE1}"/>
              </a:ext>
            </a:extLst>
          </p:cNvPr>
          <p:cNvGrpSpPr/>
          <p:nvPr/>
        </p:nvGrpSpPr>
        <p:grpSpPr>
          <a:xfrm>
            <a:off x="7170559" y="4142429"/>
            <a:ext cx="1387132" cy="756966"/>
            <a:chOff x="3473299" y="4814303"/>
            <a:chExt cx="1469914" cy="756966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C2902E1-FE13-8140-4F5B-0AB247FFA38E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E1981016-90F9-9B7C-78DA-1775826CD510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D147E718-AB3D-4F17-1E76-84BDB142E0D4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93FDD20E-2277-712C-7260-AB43F2A69514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877BE5E-4B47-E445-448E-2010157E06DB}"/>
              </a:ext>
            </a:extLst>
          </p:cNvPr>
          <p:cNvGrpSpPr/>
          <p:nvPr/>
        </p:nvGrpSpPr>
        <p:grpSpPr>
          <a:xfrm>
            <a:off x="2512378" y="5346945"/>
            <a:ext cx="2003710" cy="814694"/>
            <a:chOff x="419658" y="4683249"/>
            <a:chExt cx="2123289" cy="814694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30421D64-A5A6-1743-E6BE-2535DAA1FCDF}"/>
                </a:ext>
              </a:extLst>
            </p:cNvPr>
            <p:cNvSpPr/>
            <p:nvPr/>
          </p:nvSpPr>
          <p:spPr bwMode="auto">
            <a:xfrm>
              <a:off x="419658" y="4740977"/>
              <a:ext cx="2123289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5402ECD-FDB5-44A8-4380-CB3A2059D041}"/>
                </a:ext>
              </a:extLst>
            </p:cNvPr>
            <p:cNvSpPr txBox="1"/>
            <p:nvPr/>
          </p:nvSpPr>
          <p:spPr>
            <a:xfrm>
              <a:off x="746344" y="4683249"/>
              <a:ext cx="1469916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</a:t>
              </a:r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44197389-FF75-83A8-770B-0985C85C8E1F}"/>
                </a:ext>
              </a:extLst>
            </p:cNvPr>
            <p:cNvGrpSpPr/>
            <p:nvPr/>
          </p:nvGrpSpPr>
          <p:grpSpPr>
            <a:xfrm>
              <a:off x="573636" y="5047290"/>
              <a:ext cx="1815333" cy="360000"/>
              <a:chOff x="573617" y="5047290"/>
              <a:chExt cx="1815333" cy="360000"/>
            </a:xfrm>
          </p:grpSpPr>
          <p:sp>
            <p:nvSpPr>
              <p:cNvPr id="142" name="사각형: 둥근 모서리 141">
                <a:extLst>
                  <a:ext uri="{FF2B5EF4-FFF2-40B4-BE49-F238E27FC236}">
                    <a16:creationId xmlns:a16="http://schemas.microsoft.com/office/drawing/2014/main" id="{1CA51BB3-6C73-256E-7E5E-143C7E5ED839}"/>
                  </a:ext>
                </a:extLst>
              </p:cNvPr>
              <p:cNvSpPr/>
              <p:nvPr/>
            </p:nvSpPr>
            <p:spPr>
              <a:xfrm>
                <a:off x="573617" y="5047290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067E8ED1-3854-F9A5-3F33-296D32A122C8}"/>
                  </a:ext>
                </a:extLst>
              </p:cNvPr>
              <p:cNvSpPr/>
              <p:nvPr/>
            </p:nvSpPr>
            <p:spPr>
              <a:xfrm>
                <a:off x="1229283" y="5047290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2D847044-40A0-5C08-5742-7E6F3C67F4EF}"/>
                  </a:ext>
                </a:extLst>
              </p:cNvPr>
              <p:cNvSpPr/>
              <p:nvPr/>
            </p:nvSpPr>
            <p:spPr>
              <a:xfrm>
                <a:off x="1884950" y="5047290"/>
                <a:ext cx="504000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체결</a:t>
                </a:r>
              </a:p>
            </p:txBody>
          </p:sp>
        </p:grp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8DD1C915-3D0B-D76C-A03F-B33C831FBB95}"/>
              </a:ext>
            </a:extLst>
          </p:cNvPr>
          <p:cNvGrpSpPr/>
          <p:nvPr/>
        </p:nvGrpSpPr>
        <p:grpSpPr>
          <a:xfrm>
            <a:off x="6014283" y="5346945"/>
            <a:ext cx="2003710" cy="814694"/>
            <a:chOff x="419658" y="4683249"/>
            <a:chExt cx="2123289" cy="814694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631DAE9C-A844-9202-B52A-6D1B07D0CDB8}"/>
                </a:ext>
              </a:extLst>
            </p:cNvPr>
            <p:cNvSpPr/>
            <p:nvPr/>
          </p:nvSpPr>
          <p:spPr bwMode="auto">
            <a:xfrm>
              <a:off x="419658" y="4740977"/>
              <a:ext cx="2123289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BA589F6E-6814-229C-A884-7D4DDC7E704E}"/>
                </a:ext>
              </a:extLst>
            </p:cNvPr>
            <p:cNvSpPr txBox="1"/>
            <p:nvPr/>
          </p:nvSpPr>
          <p:spPr>
            <a:xfrm>
              <a:off x="746344" y="4683249"/>
              <a:ext cx="1469916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</a:t>
              </a:r>
            </a:p>
          </p:txBody>
        </p: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F2AC7734-1176-643A-FFD6-3ECAC221FE7C}"/>
                </a:ext>
              </a:extLst>
            </p:cNvPr>
            <p:cNvGrpSpPr/>
            <p:nvPr/>
          </p:nvGrpSpPr>
          <p:grpSpPr>
            <a:xfrm>
              <a:off x="573636" y="5047290"/>
              <a:ext cx="1815333" cy="360000"/>
              <a:chOff x="573617" y="5047290"/>
              <a:chExt cx="1815333" cy="360000"/>
            </a:xfrm>
          </p:grpSpPr>
          <p:sp>
            <p:nvSpPr>
              <p:cNvPr id="151" name="사각형: 둥근 모서리 150">
                <a:extLst>
                  <a:ext uri="{FF2B5EF4-FFF2-40B4-BE49-F238E27FC236}">
                    <a16:creationId xmlns:a16="http://schemas.microsoft.com/office/drawing/2014/main" id="{C4168242-60A0-8C0F-CD39-31491D1FBFA9}"/>
                  </a:ext>
                </a:extLst>
              </p:cNvPr>
              <p:cNvSpPr/>
              <p:nvPr/>
            </p:nvSpPr>
            <p:spPr>
              <a:xfrm>
                <a:off x="573617" y="5047290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CC0005AF-6FC1-6C4A-8642-36851BBB2626}"/>
                  </a:ext>
                </a:extLst>
              </p:cNvPr>
              <p:cNvSpPr/>
              <p:nvPr/>
            </p:nvSpPr>
            <p:spPr>
              <a:xfrm>
                <a:off x="1229283" y="5047290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153" name="사각형: 둥근 모서리 152">
                <a:extLst>
                  <a:ext uri="{FF2B5EF4-FFF2-40B4-BE49-F238E27FC236}">
                    <a16:creationId xmlns:a16="http://schemas.microsoft.com/office/drawing/2014/main" id="{11D58D73-FEC9-ADB9-28FD-A87B18460208}"/>
                  </a:ext>
                </a:extLst>
              </p:cNvPr>
              <p:cNvSpPr/>
              <p:nvPr/>
            </p:nvSpPr>
            <p:spPr>
              <a:xfrm>
                <a:off x="1884950" y="5047290"/>
                <a:ext cx="504000" cy="360000"/>
              </a:xfrm>
              <a:prstGeom prst="roundRect">
                <a:avLst/>
              </a:prstGeom>
              <a:solidFill>
                <a:srgbClr val="70AD4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끼움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B3799F0-BBF4-F4D2-9816-B0140E8AA0ED}"/>
              </a:ext>
            </a:extLst>
          </p:cNvPr>
          <p:cNvGrpSpPr/>
          <p:nvPr/>
        </p:nvGrpSpPr>
        <p:grpSpPr>
          <a:xfrm>
            <a:off x="8909831" y="2996048"/>
            <a:ext cx="1680587" cy="814694"/>
            <a:chOff x="6081278" y="2797805"/>
            <a:chExt cx="1780882" cy="814694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42F78CE-6B4C-E563-9BB0-DE30CA88A8AB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4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17A0D98-33C8-A5F6-EDD9-431F907B4C3F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47EACC55-333E-B913-1F41-04D4EA320683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10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10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819807D1-8B17-2DFD-D36F-E5FBEF7309DF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4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EB9242-F445-BFE8-6715-C5D7B3C7A5D3}"/>
                </a:ext>
              </a:extLst>
            </p:cNvPr>
            <p:cNvSpPr txBox="1"/>
            <p:nvPr/>
          </p:nvSpPr>
          <p:spPr>
            <a:xfrm>
              <a:off x="6082110" y="2797805"/>
              <a:ext cx="1779217" cy="36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2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 3</a:t>
              </a:r>
            </a:p>
          </p:txBody>
        </p:sp>
      </p:grpSp>
      <p:cxnSp>
        <p:nvCxnSpPr>
          <p:cNvPr id="57" name="Google Shape;295;p20">
            <a:extLst>
              <a:ext uri="{FF2B5EF4-FFF2-40B4-BE49-F238E27FC236}">
                <a16:creationId xmlns:a16="http://schemas.microsoft.com/office/drawing/2014/main" id="{060E7480-C710-28B3-F4E7-F40FF0E424DE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9749336" y="3849178"/>
            <a:ext cx="786" cy="40713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0F236B7-4E1C-A6D2-2EB6-0C395CE7542A}"/>
              </a:ext>
            </a:extLst>
          </p:cNvPr>
          <p:cNvGrpSpPr/>
          <p:nvPr/>
        </p:nvGrpSpPr>
        <p:grpSpPr>
          <a:xfrm>
            <a:off x="9179793" y="4256311"/>
            <a:ext cx="1140658" cy="471479"/>
            <a:chOff x="8303614" y="4440472"/>
            <a:chExt cx="1140658" cy="471479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186EBF9B-DC54-801B-B5DF-39BC9EFA8ADB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10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10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8" name="곱하기 기호 57">
              <a:extLst>
                <a:ext uri="{FF2B5EF4-FFF2-40B4-BE49-F238E27FC236}">
                  <a16:creationId xmlns:a16="http://schemas.microsoft.com/office/drawing/2014/main" id="{6794576B-57FF-83F6-1F57-7228CBD9F65C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" name="Google Shape;294;p20">
            <a:extLst>
              <a:ext uri="{FF2B5EF4-FFF2-40B4-BE49-F238E27FC236}">
                <a16:creationId xmlns:a16="http://schemas.microsoft.com/office/drawing/2014/main" id="{A1B74C54-58D9-BE10-7CBA-CD609099B2D6}"/>
              </a:ext>
            </a:extLst>
          </p:cNvPr>
          <p:cNvCxnSpPr>
            <a:cxnSpLocks/>
          </p:cNvCxnSpPr>
          <p:nvPr/>
        </p:nvCxnSpPr>
        <p:spPr>
          <a:xfrm>
            <a:off x="7858290" y="2386842"/>
            <a:ext cx="1891833" cy="60920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" name="Google Shape;294;p20">
            <a:extLst>
              <a:ext uri="{FF2B5EF4-FFF2-40B4-BE49-F238E27FC236}">
                <a16:creationId xmlns:a16="http://schemas.microsoft.com/office/drawing/2014/main" id="{B745CE4B-37A9-E583-92CB-C3A6D79888A8}"/>
              </a:ext>
            </a:extLst>
          </p:cNvPr>
          <p:cNvCxnSpPr>
            <a:cxnSpLocks/>
          </p:cNvCxnSpPr>
          <p:nvPr/>
        </p:nvCxnSpPr>
        <p:spPr>
          <a:xfrm flipH="1">
            <a:off x="4579774" y="2380024"/>
            <a:ext cx="1588374" cy="66376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D9FA370-A733-72F3-AD36-51EA9102FF09}"/>
              </a:ext>
            </a:extLst>
          </p:cNvPr>
          <p:cNvSpPr txBox="1"/>
          <p:nvPr/>
        </p:nvSpPr>
        <p:spPr>
          <a:xfrm>
            <a:off x="1754803" y="4084702"/>
            <a:ext cx="1657960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1-1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789D4-0D16-E6E9-BAB3-FF2D6E91EE9B}"/>
              </a:ext>
            </a:extLst>
          </p:cNvPr>
          <p:cNvSpPr txBox="1"/>
          <p:nvPr/>
        </p:nvSpPr>
        <p:spPr>
          <a:xfrm>
            <a:off x="3666145" y="4084702"/>
            <a:ext cx="1557074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1-2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885402-50A6-44B4-9580-8C5D75FFFF31}"/>
              </a:ext>
            </a:extLst>
          </p:cNvPr>
          <p:cNvSpPr txBox="1"/>
          <p:nvPr/>
        </p:nvSpPr>
        <p:spPr>
          <a:xfrm>
            <a:off x="5367513" y="4084702"/>
            <a:ext cx="1601270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2-1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01F22-1886-CCA6-9C48-D2912380ABBF}"/>
              </a:ext>
            </a:extLst>
          </p:cNvPr>
          <p:cNvSpPr txBox="1"/>
          <p:nvPr/>
        </p:nvSpPr>
        <p:spPr>
          <a:xfrm>
            <a:off x="7005459" y="4084702"/>
            <a:ext cx="1717332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 2-2</a:t>
            </a:r>
          </a:p>
        </p:txBody>
      </p:sp>
      <p:sp>
        <p:nvSpPr>
          <p:cNvPr id="29" name="AutoShape 176">
            <a:extLst>
              <a:ext uri="{FF2B5EF4-FFF2-40B4-BE49-F238E27FC236}">
                <a16:creationId xmlns:a16="http://schemas.microsoft.com/office/drawing/2014/main" id="{FF5A140B-79F2-8D69-D8BF-73560AC62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8" y="1421870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④ </a:t>
            </a:r>
            <a:r>
              <a:rPr lang="ko-KR" altLang="en-US" sz="160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재생성 및 확장</a:t>
            </a:r>
            <a:r>
              <a:rPr lang="ko-KR" altLang="en-US" sz="160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>
              <a:solidFill>
                <a:srgbClr val="0070C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3" name="Rectangle 685">
            <a:extLst>
              <a:ext uri="{FF2B5EF4-FFF2-40B4-BE49-F238E27FC236}">
                <a16:creationId xmlns:a16="http://schemas.microsoft.com/office/drawing/2014/main" id="{FF979E5C-4281-C99F-08D7-B07DA7F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26" name="AutoShape 176">
            <a:extLst>
              <a:ext uri="{FF2B5EF4-FFF2-40B4-BE49-F238E27FC236}">
                <a16:creationId xmlns:a16="http://schemas.microsoft.com/office/drawing/2014/main" id="{5B0887B9-654A-05C9-7911-2DF48301D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136171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C2F7A-2B5A-D02D-C755-F914A6F3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307;p20">
            <a:extLst>
              <a:ext uri="{FF2B5EF4-FFF2-40B4-BE49-F238E27FC236}">
                <a16:creationId xmlns:a16="http://schemas.microsoft.com/office/drawing/2014/main" id="{C0DCF2BA-69C4-C628-155F-C4EFB45BB507}"/>
              </a:ext>
            </a:extLst>
          </p:cNvPr>
          <p:cNvCxnSpPr>
            <a:cxnSpLocks/>
          </p:cNvCxnSpPr>
          <p:nvPr/>
        </p:nvCxnSpPr>
        <p:spPr>
          <a:xfrm flipH="1">
            <a:off x="4084147" y="3645298"/>
            <a:ext cx="270513" cy="26039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294;p20">
            <a:extLst>
              <a:ext uri="{FF2B5EF4-FFF2-40B4-BE49-F238E27FC236}">
                <a16:creationId xmlns:a16="http://schemas.microsoft.com/office/drawing/2014/main" id="{83807BF0-9CFF-A089-E23B-7444C6867077}"/>
              </a:ext>
            </a:extLst>
          </p:cNvPr>
          <p:cNvCxnSpPr>
            <a:cxnSpLocks/>
          </p:cNvCxnSpPr>
          <p:nvPr/>
        </p:nvCxnSpPr>
        <p:spPr>
          <a:xfrm flipH="1">
            <a:off x="4531621" y="2349070"/>
            <a:ext cx="1513796" cy="60014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295;p20">
            <a:extLst>
              <a:ext uri="{FF2B5EF4-FFF2-40B4-BE49-F238E27FC236}">
                <a16:creationId xmlns:a16="http://schemas.microsoft.com/office/drawing/2014/main" id="{70239F48-CB6F-6321-DC9D-6C8F617B8C37}"/>
              </a:ext>
            </a:extLst>
          </p:cNvPr>
          <p:cNvCxnSpPr>
            <a:cxnSpLocks/>
          </p:cNvCxnSpPr>
          <p:nvPr/>
        </p:nvCxnSpPr>
        <p:spPr>
          <a:xfrm>
            <a:off x="6803968" y="2405424"/>
            <a:ext cx="1498" cy="48051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296;p20">
            <a:extLst>
              <a:ext uri="{FF2B5EF4-FFF2-40B4-BE49-F238E27FC236}">
                <a16:creationId xmlns:a16="http://schemas.microsoft.com/office/drawing/2014/main" id="{B6B831FE-36F7-48E7-F6AD-129F749CB568}"/>
              </a:ext>
            </a:extLst>
          </p:cNvPr>
          <p:cNvCxnSpPr>
            <a:cxnSpLocks/>
          </p:cNvCxnSpPr>
          <p:nvPr/>
        </p:nvCxnSpPr>
        <p:spPr>
          <a:xfrm flipH="1">
            <a:off x="2961058" y="3411644"/>
            <a:ext cx="586302" cy="49493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297;p20">
            <a:extLst>
              <a:ext uri="{FF2B5EF4-FFF2-40B4-BE49-F238E27FC236}">
                <a16:creationId xmlns:a16="http://schemas.microsoft.com/office/drawing/2014/main" id="{204FC373-5716-080B-AF7E-9B02FF5F3B0A}"/>
              </a:ext>
            </a:extLst>
          </p:cNvPr>
          <p:cNvCxnSpPr>
            <a:cxnSpLocks/>
          </p:cNvCxnSpPr>
          <p:nvPr/>
        </p:nvCxnSpPr>
        <p:spPr>
          <a:xfrm>
            <a:off x="2578704" y="4349692"/>
            <a:ext cx="886763" cy="400099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300;p20">
            <a:extLst>
              <a:ext uri="{FF2B5EF4-FFF2-40B4-BE49-F238E27FC236}">
                <a16:creationId xmlns:a16="http://schemas.microsoft.com/office/drawing/2014/main" id="{43CDA068-D572-2754-610F-1DE5981BCE62}"/>
              </a:ext>
            </a:extLst>
          </p:cNvPr>
          <p:cNvCxnSpPr>
            <a:cxnSpLocks/>
          </p:cNvCxnSpPr>
          <p:nvPr/>
        </p:nvCxnSpPr>
        <p:spPr>
          <a:xfrm flipH="1">
            <a:off x="6802947" y="4359002"/>
            <a:ext cx="289337" cy="39078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" name="Google Shape;303;p20">
            <a:extLst>
              <a:ext uri="{FF2B5EF4-FFF2-40B4-BE49-F238E27FC236}">
                <a16:creationId xmlns:a16="http://schemas.microsoft.com/office/drawing/2014/main" id="{2139BF77-8C30-6C28-F001-8B146EAD8060}"/>
              </a:ext>
            </a:extLst>
          </p:cNvPr>
          <p:cNvCxnSpPr>
            <a:cxnSpLocks/>
            <a:endCxn id="131" idx="0"/>
          </p:cNvCxnSpPr>
          <p:nvPr/>
        </p:nvCxnSpPr>
        <p:spPr>
          <a:xfrm>
            <a:off x="7526799" y="3657774"/>
            <a:ext cx="84320" cy="19206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" name="Google Shape;309;p20">
            <a:extLst>
              <a:ext uri="{FF2B5EF4-FFF2-40B4-BE49-F238E27FC236}">
                <a16:creationId xmlns:a16="http://schemas.microsoft.com/office/drawing/2014/main" id="{F90B08C8-D408-3764-683E-100757F5DDE4}"/>
              </a:ext>
            </a:extLst>
          </p:cNvPr>
          <p:cNvCxnSpPr>
            <a:cxnSpLocks/>
            <a:endCxn id="121" idx="0"/>
          </p:cNvCxnSpPr>
          <p:nvPr/>
        </p:nvCxnSpPr>
        <p:spPr>
          <a:xfrm flipH="1">
            <a:off x="5994773" y="3657298"/>
            <a:ext cx="123609" cy="192537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9B5B25B-663C-4421-5F39-3D91011E35CC}"/>
              </a:ext>
            </a:extLst>
          </p:cNvPr>
          <p:cNvGrpSpPr/>
          <p:nvPr/>
        </p:nvGrpSpPr>
        <p:grpSpPr>
          <a:xfrm>
            <a:off x="6003880" y="1634384"/>
            <a:ext cx="1601679" cy="735807"/>
            <a:chOff x="4622299" y="1462393"/>
            <a:chExt cx="1780882" cy="813811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1D9AD99F-F79F-70FE-757F-3196CE4D5437}"/>
                </a:ext>
              </a:extLst>
            </p:cNvPr>
            <p:cNvSpPr/>
            <p:nvPr/>
          </p:nvSpPr>
          <p:spPr bwMode="auto">
            <a:xfrm>
              <a:off x="4622299" y="1519238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9A5B6E56-A634-8201-7FE8-6967863B21C3}"/>
                </a:ext>
              </a:extLst>
            </p:cNvPr>
            <p:cNvGrpSpPr/>
            <p:nvPr/>
          </p:nvGrpSpPr>
          <p:grpSpPr>
            <a:xfrm>
              <a:off x="4690442" y="1848031"/>
              <a:ext cx="1644593" cy="360000"/>
              <a:chOff x="-3601596" y="1878778"/>
              <a:chExt cx="1644593" cy="360000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A6790B41-490C-CFDD-DEB2-0846D3C89EF6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준비</a:t>
                </a: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89305138-11B5-8CE4-47FF-9AE36B39A611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71BA368-9BD7-A157-12E7-B82BDCDBA722}"/>
                </a:ext>
              </a:extLst>
            </p:cNvPr>
            <p:cNvSpPr txBox="1"/>
            <p:nvPr/>
          </p:nvSpPr>
          <p:spPr>
            <a:xfrm>
              <a:off x="4776116" y="1462393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Initial state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EF539629-1896-F00E-1464-17915E48C947}"/>
              </a:ext>
            </a:extLst>
          </p:cNvPr>
          <p:cNvGrpSpPr/>
          <p:nvPr/>
        </p:nvGrpSpPr>
        <p:grpSpPr>
          <a:xfrm>
            <a:off x="3553821" y="2908695"/>
            <a:ext cx="1601679" cy="736605"/>
            <a:chOff x="3550165" y="2797805"/>
            <a:chExt cx="1780882" cy="814694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6DC04BE5-8638-400E-5CB6-17543A060FCE}"/>
                </a:ext>
              </a:extLst>
            </p:cNvPr>
            <p:cNvSpPr/>
            <p:nvPr/>
          </p:nvSpPr>
          <p:spPr bwMode="auto">
            <a:xfrm>
              <a:off x="3550165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AFE3CE44-43AC-2D18-30F4-3D49CD38CC92}"/>
                </a:ext>
              </a:extLst>
            </p:cNvPr>
            <p:cNvGrpSpPr/>
            <p:nvPr/>
          </p:nvGrpSpPr>
          <p:grpSpPr>
            <a:xfrm>
              <a:off x="3618310" y="3184326"/>
              <a:ext cx="1644593" cy="360000"/>
              <a:chOff x="-3601596" y="1878778"/>
              <a:chExt cx="1644593" cy="360000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B975D34F-8B17-A504-FE34-6C56D33D1004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38EA3FA0-CBFA-A4C2-E279-B3CB8C90AB26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63279BF-3F40-F3B1-DE9B-92E4FA8D0F55}"/>
                </a:ext>
              </a:extLst>
            </p:cNvPr>
            <p:cNvSpPr txBox="1"/>
            <p:nvPr/>
          </p:nvSpPr>
          <p:spPr>
            <a:xfrm>
              <a:off x="3703982" y="2797805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1DBBCBF8-D431-F10B-723C-C2DAB25E1CE8}"/>
              </a:ext>
            </a:extLst>
          </p:cNvPr>
          <p:cNvGrpSpPr/>
          <p:nvPr/>
        </p:nvGrpSpPr>
        <p:grpSpPr>
          <a:xfrm>
            <a:off x="6003880" y="2885943"/>
            <a:ext cx="1601679" cy="736605"/>
            <a:chOff x="6081278" y="2797805"/>
            <a:chExt cx="1780882" cy="814694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EF171B1F-F3AB-A7A9-85FF-4230FB8CE60F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504B1529-EE03-83E8-6047-97446E83B3F0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06E91400-D929-0538-C3EF-44C6D230A9D4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5B5BF2ED-C5E3-9F56-F470-52F3A3191098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C60FF1E-3B1E-22B3-EE78-F4304E48A658}"/>
                </a:ext>
              </a:extLst>
            </p:cNvPr>
            <p:cNvSpPr txBox="1"/>
            <p:nvPr/>
          </p:nvSpPr>
          <p:spPr>
            <a:xfrm>
              <a:off x="6235095" y="2797805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22C7D26-99B3-3199-CB34-5D29FF306C3B}"/>
              </a:ext>
            </a:extLst>
          </p:cNvPr>
          <p:cNvGrpSpPr/>
          <p:nvPr/>
        </p:nvGrpSpPr>
        <p:grpSpPr>
          <a:xfrm>
            <a:off x="1917701" y="3849835"/>
            <a:ext cx="1322004" cy="736605"/>
            <a:chOff x="3473298" y="4756575"/>
            <a:chExt cx="1469916" cy="814694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340F5457-442D-35C5-59C2-5562FCEEEDDC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4E60466-500B-C35D-F2D1-67B7FA7ECF15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19126E5-1131-09EF-768B-714C61880CDA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208F3ECC-33C0-1DCB-D155-56E1061536AF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5040CDED-9A20-AC53-6DE3-96BE1F8F6C83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31BB90B-073A-8B33-1DA3-CD46A9555BD2}"/>
              </a:ext>
            </a:extLst>
          </p:cNvPr>
          <p:cNvGrpSpPr/>
          <p:nvPr/>
        </p:nvGrpSpPr>
        <p:grpSpPr>
          <a:xfrm>
            <a:off x="3691226" y="3849835"/>
            <a:ext cx="1322004" cy="736605"/>
            <a:chOff x="3473298" y="4756575"/>
            <a:chExt cx="1469916" cy="814694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E69BD9EA-F6EE-D4C5-2B79-8EC9321EDF4A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AC7501-5917-B5F1-4E31-6F5F5DD91A32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A44E7137-072B-2EBC-C162-6FBDD914C56E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37E36016-DE54-2C1A-E7D3-43FADE2F7460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663244D5-4A96-85D8-87D3-38824A6BD759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</p:grp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8DD187D7-6F4B-383B-B024-6F30D212ABD0}"/>
              </a:ext>
            </a:extLst>
          </p:cNvPr>
          <p:cNvGrpSpPr/>
          <p:nvPr/>
        </p:nvGrpSpPr>
        <p:grpSpPr>
          <a:xfrm>
            <a:off x="5333770" y="3849835"/>
            <a:ext cx="1322004" cy="736605"/>
            <a:chOff x="3473298" y="4756575"/>
            <a:chExt cx="1469916" cy="814694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1804CAB7-25B7-5ADF-FC2F-A6CF7B433E52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ACBD0D8-4B95-4F8D-6C88-1A75B605E5E0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A1DDD66E-3CB2-FDA7-ECEA-74EBCBFBC296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23" name="사각형: 둥근 모서리 122">
                <a:extLst>
                  <a:ext uri="{FF2B5EF4-FFF2-40B4-BE49-F238E27FC236}">
                    <a16:creationId xmlns:a16="http://schemas.microsoft.com/office/drawing/2014/main" id="{09617F92-36C9-947A-F8D9-CA7138462FBD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28948849-EB1A-90C7-AA1C-F8DF077327C5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</p:grp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AD91000-B020-DA3F-35B3-5262F579CA4D}"/>
              </a:ext>
            </a:extLst>
          </p:cNvPr>
          <p:cNvGrpSpPr/>
          <p:nvPr/>
        </p:nvGrpSpPr>
        <p:grpSpPr>
          <a:xfrm>
            <a:off x="6950117" y="3849835"/>
            <a:ext cx="1322004" cy="736605"/>
            <a:chOff x="3473298" y="4756575"/>
            <a:chExt cx="1469916" cy="81469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C415A40F-D5B9-0AF5-CE6A-233EE5BC809C}"/>
                </a:ext>
              </a:extLst>
            </p:cNvPr>
            <p:cNvSpPr/>
            <p:nvPr/>
          </p:nvSpPr>
          <p:spPr bwMode="auto">
            <a:xfrm>
              <a:off x="3473299" y="4814303"/>
              <a:ext cx="1469914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ACF287E-EBC4-F3CD-3625-24C90F87083D}"/>
                </a:ext>
              </a:extLst>
            </p:cNvPr>
            <p:cNvSpPr txBox="1"/>
            <p:nvPr/>
          </p:nvSpPr>
          <p:spPr>
            <a:xfrm>
              <a:off x="3473298" y="4756575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DD14FF4D-1477-3340-219B-B8E032963F21}"/>
                </a:ext>
              </a:extLst>
            </p:cNvPr>
            <p:cNvGrpSpPr/>
            <p:nvPr/>
          </p:nvGrpSpPr>
          <p:grpSpPr>
            <a:xfrm>
              <a:off x="3627257" y="5120616"/>
              <a:ext cx="1161998" cy="360000"/>
              <a:chOff x="3607123" y="5111159"/>
              <a:chExt cx="1161998" cy="360000"/>
            </a:xfrm>
          </p:grpSpPr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2987AAE2-20F9-4BA6-5A0A-2E2345E968C6}"/>
                  </a:ext>
                </a:extLst>
              </p:cNvPr>
              <p:cNvSpPr/>
              <p:nvPr/>
            </p:nvSpPr>
            <p:spPr>
              <a:xfrm>
                <a:off x="3607123" y="5111159"/>
                <a:ext cx="504000" cy="360000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74EFE315-0AC9-35B0-FB94-6F24066079D8}"/>
                  </a:ext>
                </a:extLst>
              </p:cNvPr>
              <p:cNvSpPr/>
              <p:nvPr/>
            </p:nvSpPr>
            <p:spPr>
              <a:xfrm>
                <a:off x="4265121" y="5111159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</p:grp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229F562-5899-1394-E149-389FFA6F126C}"/>
              </a:ext>
            </a:extLst>
          </p:cNvPr>
          <p:cNvGrpSpPr/>
          <p:nvPr/>
        </p:nvGrpSpPr>
        <p:grpSpPr>
          <a:xfrm>
            <a:off x="2510651" y="4749792"/>
            <a:ext cx="1909630" cy="736605"/>
            <a:chOff x="419658" y="4683249"/>
            <a:chExt cx="2123289" cy="814694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73EE9BE7-0F81-95B7-CD7C-DA0FBDE9AF15}"/>
                </a:ext>
              </a:extLst>
            </p:cNvPr>
            <p:cNvSpPr/>
            <p:nvPr/>
          </p:nvSpPr>
          <p:spPr bwMode="auto">
            <a:xfrm>
              <a:off x="419658" y="4740977"/>
              <a:ext cx="2123289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46CD714-F5E6-4D5D-F6C2-892ED8A6CD33}"/>
                </a:ext>
              </a:extLst>
            </p:cNvPr>
            <p:cNvSpPr txBox="1"/>
            <p:nvPr/>
          </p:nvSpPr>
          <p:spPr>
            <a:xfrm>
              <a:off x="746344" y="4683249"/>
              <a:ext cx="1469916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</a:t>
              </a:r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3CBF8901-F78D-C623-8811-852568BA1B88}"/>
                </a:ext>
              </a:extLst>
            </p:cNvPr>
            <p:cNvGrpSpPr/>
            <p:nvPr/>
          </p:nvGrpSpPr>
          <p:grpSpPr>
            <a:xfrm>
              <a:off x="573636" y="5047290"/>
              <a:ext cx="1815333" cy="360000"/>
              <a:chOff x="573617" y="5047290"/>
              <a:chExt cx="1815333" cy="360000"/>
            </a:xfrm>
          </p:grpSpPr>
          <p:sp>
            <p:nvSpPr>
              <p:cNvPr id="142" name="사각형: 둥근 모서리 141">
                <a:extLst>
                  <a:ext uri="{FF2B5EF4-FFF2-40B4-BE49-F238E27FC236}">
                    <a16:creationId xmlns:a16="http://schemas.microsoft.com/office/drawing/2014/main" id="{635F039D-42CA-91A6-7180-E2CDA1CFA750}"/>
                  </a:ext>
                </a:extLst>
              </p:cNvPr>
              <p:cNvSpPr/>
              <p:nvPr/>
            </p:nvSpPr>
            <p:spPr>
              <a:xfrm>
                <a:off x="573617" y="5047290"/>
                <a:ext cx="504000" cy="360000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잡음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en-US" altLang="ko-KR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/</a:t>
                </a: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쥠</a:t>
                </a:r>
              </a:p>
            </p:txBody>
          </p:sp>
          <p:sp>
            <p:nvSpPr>
              <p:cNvPr id="143" name="사각형: 둥근 모서리 142">
                <a:extLst>
                  <a:ext uri="{FF2B5EF4-FFF2-40B4-BE49-F238E27FC236}">
                    <a16:creationId xmlns:a16="http://schemas.microsoft.com/office/drawing/2014/main" id="{C5322ACC-DF7F-748C-0546-5D341A837F01}"/>
                  </a:ext>
                </a:extLst>
              </p:cNvPr>
              <p:cNvSpPr/>
              <p:nvPr/>
            </p:nvSpPr>
            <p:spPr>
              <a:xfrm>
                <a:off x="1229283" y="5047290"/>
                <a:ext cx="504000" cy="360000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144" name="사각형: 둥근 모서리 143">
                <a:extLst>
                  <a:ext uri="{FF2B5EF4-FFF2-40B4-BE49-F238E27FC236}">
                    <a16:creationId xmlns:a16="http://schemas.microsoft.com/office/drawing/2014/main" id="{F909BDF7-86F8-B58C-38A3-F045C40C8269}"/>
                  </a:ext>
                </a:extLst>
              </p:cNvPr>
              <p:cNvSpPr/>
              <p:nvPr/>
            </p:nvSpPr>
            <p:spPr>
              <a:xfrm>
                <a:off x="1884950" y="5047290"/>
                <a:ext cx="504000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체결</a:t>
                </a:r>
              </a:p>
            </p:txBody>
          </p:sp>
        </p:grpSp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33258EA9-4004-E8FA-25BF-C344B7B4A85B}"/>
              </a:ext>
            </a:extLst>
          </p:cNvPr>
          <p:cNvSpPr/>
          <p:nvPr/>
        </p:nvSpPr>
        <p:spPr bwMode="auto">
          <a:xfrm>
            <a:off x="5848131" y="4801985"/>
            <a:ext cx="1909630" cy="684410"/>
          </a:xfrm>
          <a:prstGeom prst="roundRect">
            <a:avLst>
              <a:gd name="adj" fmla="val 10205"/>
            </a:avLst>
          </a:prstGeom>
          <a:solidFill>
            <a:srgbClr val="FFE599"/>
          </a:soli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2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2D6394C-03A1-CD88-C85A-5234FB29E5FB}"/>
              </a:ext>
            </a:extLst>
          </p:cNvPr>
          <p:cNvSpPr txBox="1"/>
          <p:nvPr/>
        </p:nvSpPr>
        <p:spPr>
          <a:xfrm>
            <a:off x="6141944" y="4749792"/>
            <a:ext cx="1322004" cy="337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1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Step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16C2FF51-AE29-97BB-F00F-A792750A6D42}"/>
              </a:ext>
            </a:extLst>
          </p:cNvPr>
          <p:cNvGrpSpPr/>
          <p:nvPr/>
        </p:nvGrpSpPr>
        <p:grpSpPr>
          <a:xfrm>
            <a:off x="5986617" y="5078937"/>
            <a:ext cx="1632661" cy="325494"/>
            <a:chOff x="573617" y="5047290"/>
            <a:chExt cx="1815333" cy="360000"/>
          </a:xfrm>
        </p:grpSpPr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79D62FB5-D975-6D9A-21C5-1AAE10753C35}"/>
                </a:ext>
              </a:extLst>
            </p:cNvPr>
            <p:cNvSpPr/>
            <p:nvPr/>
          </p:nvSpPr>
          <p:spPr>
            <a:xfrm>
              <a:off x="573617" y="5047290"/>
              <a:ext cx="504000" cy="360000"/>
            </a:xfrm>
            <a:prstGeom prst="roundRect">
              <a:avLst/>
            </a:prstGeom>
            <a:solidFill>
              <a:srgbClr val="5B9BD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사양</a:t>
              </a:r>
              <a:endParaRPr lang="en-US" altLang="ko-KR" sz="900" b="1" kern="0">
                <a:solidFill>
                  <a:prstClr val="white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확인</a:t>
              </a:r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F017E6E6-F4F6-DC7C-A8A0-BEEBE2BC22AA}"/>
                </a:ext>
              </a:extLst>
            </p:cNvPr>
            <p:cNvSpPr/>
            <p:nvPr/>
          </p:nvSpPr>
          <p:spPr>
            <a:xfrm>
              <a:off x="1229283" y="5047290"/>
              <a:ext cx="504000" cy="360000"/>
            </a:xfrm>
            <a:prstGeom prst="roundRect">
              <a:avLst/>
            </a:prstGeom>
            <a:solidFill>
              <a:srgbClr val="BF9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삽입</a:t>
              </a:r>
            </a:p>
          </p:txBody>
        </p:sp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75816272-23FA-2BA9-FBE5-517E2C527CF8}"/>
                </a:ext>
              </a:extLst>
            </p:cNvPr>
            <p:cNvSpPr/>
            <p:nvPr/>
          </p:nvSpPr>
          <p:spPr>
            <a:xfrm>
              <a:off x="1884950" y="5047290"/>
              <a:ext cx="504000" cy="360000"/>
            </a:xfrm>
            <a:prstGeom prst="roundRect">
              <a:avLst/>
            </a:prstGeom>
            <a:solidFill>
              <a:srgbClr val="70AD4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끼움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0042B0E-9EA6-A51E-84DF-E60D8E83BB48}"/>
              </a:ext>
            </a:extLst>
          </p:cNvPr>
          <p:cNvGrpSpPr/>
          <p:nvPr/>
        </p:nvGrpSpPr>
        <p:grpSpPr>
          <a:xfrm>
            <a:off x="8607726" y="2865530"/>
            <a:ext cx="1601679" cy="736605"/>
            <a:chOff x="6081278" y="2797805"/>
            <a:chExt cx="1780882" cy="814694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5885AC4-0DF3-FE08-CD68-151CA9F6803F}"/>
                </a:ext>
              </a:extLst>
            </p:cNvPr>
            <p:cNvSpPr/>
            <p:nvPr/>
          </p:nvSpPr>
          <p:spPr bwMode="auto">
            <a:xfrm>
              <a:off x="6081278" y="2855533"/>
              <a:ext cx="1780882" cy="756966"/>
            </a:xfrm>
            <a:prstGeom prst="roundRect">
              <a:avLst>
                <a:gd name="adj" fmla="val 10205"/>
              </a:avLst>
            </a:prstGeom>
            <a:solidFill>
              <a:srgbClr val="FFE599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83E5631-A90E-3723-0FF2-066C4EDA6CA1}"/>
                </a:ext>
              </a:extLst>
            </p:cNvPr>
            <p:cNvGrpSpPr/>
            <p:nvPr/>
          </p:nvGrpSpPr>
          <p:grpSpPr>
            <a:xfrm>
              <a:off x="6149423" y="3190825"/>
              <a:ext cx="1644593" cy="360000"/>
              <a:chOff x="-3601596" y="1878778"/>
              <a:chExt cx="1644593" cy="360000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ECC8061E-D6D5-8B29-C5BC-8AFF601A819B}"/>
                  </a:ext>
                </a:extLst>
              </p:cNvPr>
              <p:cNvSpPr/>
              <p:nvPr/>
            </p:nvSpPr>
            <p:spPr>
              <a:xfrm>
                <a:off x="-2557191" y="1878778"/>
                <a:ext cx="600188" cy="360000"/>
              </a:xfrm>
              <a:prstGeom prst="roundRect">
                <a:avLst/>
              </a:prstGeom>
              <a:solidFill>
                <a:srgbClr val="4472C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위치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결정</a:t>
                </a: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1875C0DC-150D-8CE7-7028-554A55960069}"/>
                  </a:ext>
                </a:extLst>
              </p:cNvPr>
              <p:cNvSpPr/>
              <p:nvPr/>
            </p:nvSpPr>
            <p:spPr>
              <a:xfrm>
                <a:off x="-3601596" y="1878778"/>
                <a:ext cx="962748" cy="360000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lIns="0" rIns="0" rtlCol="0" anchor="ctr"/>
              <a:lstStyle/>
              <a:p>
                <a:pPr algn="ctr" defTabSz="457212">
                  <a:defRPr/>
                </a:pPr>
                <a:r>
                  <a:rPr lang="pt-BR" altLang="ko-KR" sz="12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HDL ASSY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DC7848-1022-AFC8-005B-9A6C5E1688C2}"/>
                </a:ext>
              </a:extLst>
            </p:cNvPr>
            <p:cNvSpPr txBox="1"/>
            <p:nvPr/>
          </p:nvSpPr>
          <p:spPr>
            <a:xfrm>
              <a:off x="6235095" y="2797805"/>
              <a:ext cx="1473247" cy="37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Generated Steps</a:t>
              </a:r>
            </a:p>
          </p:txBody>
        </p:sp>
      </p:grpSp>
      <p:cxnSp>
        <p:nvCxnSpPr>
          <p:cNvPr id="34" name="Google Shape;294;p20">
            <a:extLst>
              <a:ext uri="{FF2B5EF4-FFF2-40B4-BE49-F238E27FC236}">
                <a16:creationId xmlns:a16="http://schemas.microsoft.com/office/drawing/2014/main" id="{67C23B69-4C39-F431-88FA-8F4DAEF632CD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619278" y="2308551"/>
            <a:ext cx="1789286" cy="556979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" name="Google Shape;295;p20">
            <a:extLst>
              <a:ext uri="{FF2B5EF4-FFF2-40B4-BE49-F238E27FC236}">
                <a16:creationId xmlns:a16="http://schemas.microsoft.com/office/drawing/2014/main" id="{354BD624-FE1C-21E6-698D-EB29C205284B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9407815" y="3636885"/>
            <a:ext cx="751" cy="36810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1702C38-5BFC-097B-6F7F-21EC8F18346B}"/>
              </a:ext>
            </a:extLst>
          </p:cNvPr>
          <p:cNvGrpSpPr/>
          <p:nvPr/>
        </p:nvGrpSpPr>
        <p:grpSpPr>
          <a:xfrm>
            <a:off x="8865015" y="4004994"/>
            <a:ext cx="1087101" cy="426287"/>
            <a:chOff x="8303614" y="4440472"/>
            <a:chExt cx="1140658" cy="471479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F83781BF-9D69-A6C9-37DB-834895B5914A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8" name="곱하기 기호 57">
              <a:extLst>
                <a:ext uri="{FF2B5EF4-FFF2-40B4-BE49-F238E27FC236}">
                  <a16:creationId xmlns:a16="http://schemas.microsoft.com/office/drawing/2014/main" id="{98BAF25B-ED8B-0B1E-7933-8451286A9293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4DDDC9F-2F14-6D08-85E3-BEEC27C93597}"/>
              </a:ext>
            </a:extLst>
          </p:cNvPr>
          <p:cNvGrpSpPr/>
          <p:nvPr/>
        </p:nvGrpSpPr>
        <p:grpSpPr>
          <a:xfrm>
            <a:off x="5516962" y="5763349"/>
            <a:ext cx="2571969" cy="736605"/>
            <a:chOff x="5086131" y="5763347"/>
            <a:chExt cx="2571969" cy="736605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DD7B8180-298F-9039-B87D-0591A5CCD50B}"/>
                </a:ext>
              </a:extLst>
            </p:cNvPr>
            <p:cNvSpPr/>
            <p:nvPr/>
          </p:nvSpPr>
          <p:spPr bwMode="auto">
            <a:xfrm>
              <a:off x="5086131" y="5815542"/>
              <a:ext cx="2571969" cy="684410"/>
            </a:xfrm>
            <a:prstGeom prst="roundRect">
              <a:avLst>
                <a:gd name="adj" fmla="val 10205"/>
              </a:avLst>
            </a:prstGeom>
            <a:solidFill>
              <a:srgbClr val="DAE6F2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en-US" altLang="ko-KR" sz="12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EA703A-81CA-8D14-55BF-E6E12C9050AD}"/>
                </a:ext>
              </a:extLst>
            </p:cNvPr>
            <p:cNvSpPr txBox="1"/>
            <p:nvPr/>
          </p:nvSpPr>
          <p:spPr>
            <a:xfrm>
              <a:off x="5711113" y="5763347"/>
              <a:ext cx="1322004" cy="337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3339" indent="-33339" algn="ctr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r>
                <a:rPr lang="en-US" altLang="ko-KR" sz="11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Final Result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3AFB7CAE-E984-BBC2-A746-842200FA6875}"/>
                </a:ext>
              </a:extLst>
            </p:cNvPr>
            <p:cNvGrpSpPr/>
            <p:nvPr/>
          </p:nvGrpSpPr>
          <p:grpSpPr>
            <a:xfrm>
              <a:off x="5260939" y="6096067"/>
              <a:ext cx="2222353" cy="325494"/>
              <a:chOff x="5276279" y="6096067"/>
              <a:chExt cx="2222353" cy="325494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9E4E43AF-1052-EC7F-F467-56A8AE51F798}"/>
                  </a:ext>
                </a:extLst>
              </p:cNvPr>
              <p:cNvSpPr/>
              <p:nvPr/>
            </p:nvSpPr>
            <p:spPr>
              <a:xfrm>
                <a:off x="5276279" y="6096067"/>
                <a:ext cx="453284" cy="325494"/>
              </a:xfrm>
              <a:prstGeom prst="roundRect">
                <a:avLst/>
              </a:prstGeom>
              <a:solidFill>
                <a:srgbClr val="5B9BD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사양</a:t>
                </a:r>
                <a:endParaRPr lang="en-US" altLang="ko-KR" sz="900" b="1" kern="0">
                  <a:solidFill>
                    <a:prstClr val="white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확인</a:t>
                </a: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8E3A1659-9ED1-D937-3323-20593C11DAA1}"/>
                  </a:ext>
                </a:extLst>
              </p:cNvPr>
              <p:cNvSpPr/>
              <p:nvPr/>
            </p:nvSpPr>
            <p:spPr>
              <a:xfrm>
                <a:off x="5865968" y="6096067"/>
                <a:ext cx="453284" cy="325494"/>
              </a:xfrm>
              <a:prstGeom prst="roundRect">
                <a:avLst/>
              </a:prstGeom>
              <a:solidFill>
                <a:srgbClr val="BF90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삽입</a:t>
                </a:r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EF8B93CD-6C3F-8E41-0031-FD88122C03C0}"/>
                  </a:ext>
                </a:extLst>
              </p:cNvPr>
              <p:cNvSpPr/>
              <p:nvPr/>
            </p:nvSpPr>
            <p:spPr>
              <a:xfrm>
                <a:off x="6455658" y="6096067"/>
                <a:ext cx="453284" cy="325494"/>
              </a:xfrm>
              <a:prstGeom prst="roundRect">
                <a:avLst/>
              </a:prstGeom>
              <a:solidFill>
                <a:srgbClr val="70AD4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끼움</a:t>
                </a:r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B2997CC2-E526-137A-7C19-E74AA255C4DD}"/>
                  </a:ext>
                </a:extLst>
              </p:cNvPr>
              <p:cNvSpPr/>
              <p:nvPr/>
            </p:nvSpPr>
            <p:spPr>
              <a:xfrm>
                <a:off x="7045348" y="6096067"/>
                <a:ext cx="453284" cy="325494"/>
              </a:xfrm>
              <a:prstGeom prst="roundRect">
                <a:avLst/>
              </a:prstGeom>
              <a:solidFill>
                <a:srgbClr val="ED7D3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 defTabSz="457212">
                  <a:defRPr/>
                </a:pPr>
                <a:r>
                  <a:rPr lang="ko-KR" altLang="en-US" sz="900" b="1" kern="0">
                    <a:solidFill>
                      <a:prstClr val="white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체결</a:t>
                </a:r>
              </a:p>
            </p:txBody>
          </p:sp>
        </p:grpSp>
      </p:grpSp>
      <p:cxnSp>
        <p:nvCxnSpPr>
          <p:cNvPr id="50" name="Google Shape;295;p20">
            <a:extLst>
              <a:ext uri="{FF2B5EF4-FFF2-40B4-BE49-F238E27FC236}">
                <a16:creationId xmlns:a16="http://schemas.microsoft.com/office/drawing/2014/main" id="{438E5800-CD95-36D3-B49F-4EAF93ADF260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484361" y="5517888"/>
            <a:ext cx="751" cy="368108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4424D79-0D70-00A6-80C0-3B1234A61F40}"/>
              </a:ext>
            </a:extLst>
          </p:cNvPr>
          <p:cNvGrpSpPr/>
          <p:nvPr/>
        </p:nvGrpSpPr>
        <p:grpSpPr>
          <a:xfrm>
            <a:off x="2941561" y="5885997"/>
            <a:ext cx="1087101" cy="426287"/>
            <a:chOff x="8303614" y="4440472"/>
            <a:chExt cx="1140658" cy="471479"/>
          </a:xfrm>
        </p:grpSpPr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7BD4CD2A-1974-55AF-41A6-BD92B76C553C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54" name="곱하기 기호 53">
              <a:extLst>
                <a:ext uri="{FF2B5EF4-FFF2-40B4-BE49-F238E27FC236}">
                  <a16:creationId xmlns:a16="http://schemas.microsoft.com/office/drawing/2014/main" id="{19478D3A-FAE9-E593-2CC1-36D0AE54AB2E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68" name="Google Shape;295;p20">
            <a:extLst>
              <a:ext uri="{FF2B5EF4-FFF2-40B4-BE49-F238E27FC236}">
                <a16:creationId xmlns:a16="http://schemas.microsoft.com/office/drawing/2014/main" id="{62ED435C-9B20-EB01-8BBD-6DC524A8EB31}"/>
              </a:ext>
            </a:extLst>
          </p:cNvPr>
          <p:cNvCxnSpPr>
            <a:cxnSpLocks/>
            <a:stCxn id="148" idx="2"/>
          </p:cNvCxnSpPr>
          <p:nvPr/>
        </p:nvCxnSpPr>
        <p:spPr>
          <a:xfrm flipH="1">
            <a:off x="6802946" y="5486395"/>
            <a:ext cx="1" cy="27695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E029AE62-1EE9-8102-3B19-17585349C0F0}"/>
              </a:ext>
            </a:extLst>
          </p:cNvPr>
          <p:cNvGrpSpPr/>
          <p:nvPr/>
        </p:nvGrpSpPr>
        <p:grpSpPr>
          <a:xfrm>
            <a:off x="1539831" y="1410083"/>
            <a:ext cx="2175688" cy="950987"/>
            <a:chOff x="119679" y="1983056"/>
            <a:chExt cx="2175688" cy="950987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9286BD2-898C-DE26-D7BE-65969124EE7D}"/>
                </a:ext>
              </a:extLst>
            </p:cNvPr>
            <p:cNvSpPr/>
            <p:nvPr/>
          </p:nvSpPr>
          <p:spPr>
            <a:xfrm>
              <a:off x="415955" y="2351394"/>
              <a:ext cx="1879412" cy="5826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kern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최종 결과</a:t>
              </a:r>
              <a:endParaRPr lang="en-US" altLang="ko-KR" sz="1600" b="1" kern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A40A4B44-B062-E656-18C3-AF5268D2659B}"/>
                </a:ext>
              </a:extLst>
            </p:cNvPr>
            <p:cNvGrpSpPr/>
            <p:nvPr/>
          </p:nvGrpSpPr>
          <p:grpSpPr>
            <a:xfrm>
              <a:off x="119679" y="2045944"/>
              <a:ext cx="622587" cy="461054"/>
              <a:chOff x="496184" y="5500685"/>
              <a:chExt cx="428618" cy="428618"/>
            </a:xfrm>
          </p:grpSpPr>
          <p:sp>
            <p:nvSpPr>
              <p:cNvPr id="84" name="원통형 83">
                <a:extLst>
                  <a:ext uri="{FF2B5EF4-FFF2-40B4-BE49-F238E27FC236}">
                    <a16:creationId xmlns:a16="http://schemas.microsoft.com/office/drawing/2014/main" id="{ED04BCBE-96AC-404F-82DE-662DCAE62EA3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87" name="그래픽 86" descr="데이터베이스 단색으로 채워진">
                <a:extLst>
                  <a:ext uri="{FF2B5EF4-FFF2-40B4-BE49-F238E27FC236}">
                    <a16:creationId xmlns:a16="http://schemas.microsoft.com/office/drawing/2014/main" id="{360EE67D-59FF-5BB5-207B-4BCEF61341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85C0551C-23AF-ED89-BFAE-82B9FCECC020}"/>
                </a:ext>
              </a:extLst>
            </p:cNvPr>
            <p:cNvGrpSpPr/>
            <p:nvPr/>
          </p:nvGrpSpPr>
          <p:grpSpPr>
            <a:xfrm>
              <a:off x="704408" y="1983056"/>
              <a:ext cx="487335" cy="551387"/>
              <a:chOff x="280988" y="1633755"/>
              <a:chExt cx="756967" cy="756967"/>
            </a:xfrm>
          </p:grpSpPr>
          <p:sp>
            <p:nvSpPr>
              <p:cNvPr id="92" name="사각형: 둥근 모서리 91">
                <a:extLst>
                  <a:ext uri="{FF2B5EF4-FFF2-40B4-BE49-F238E27FC236}">
                    <a16:creationId xmlns:a16="http://schemas.microsoft.com/office/drawing/2014/main" id="{37E88675-4D7D-EADA-7E17-F8DA0335DC94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93" name="그래픽 92" descr="CMD 터미널 단색으로 채워진">
                <a:extLst>
                  <a:ext uri="{FF2B5EF4-FFF2-40B4-BE49-F238E27FC236}">
                    <a16:creationId xmlns:a16="http://schemas.microsoft.com/office/drawing/2014/main" id="{207BF9D2-929C-60D4-C6B7-B95D8B69CA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4" name="Rectangle 685">
            <a:extLst>
              <a:ext uri="{FF2B5EF4-FFF2-40B4-BE49-F238E27FC236}">
                <a16:creationId xmlns:a16="http://schemas.microsoft.com/office/drawing/2014/main" id="{EFC75810-4C05-371E-E23D-B35612A34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73039"/>
            <a:ext cx="7355863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marL="447675" indent="-447675">
              <a:buFont typeface="+mj-lt"/>
              <a:buAutoNum type="romanUcPeriod" startAt="4"/>
              <a:defRPr/>
            </a:pPr>
            <a:r>
              <a:rPr lang="ko-KR" altLang="en-US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주요 연구 내용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_</a:t>
            </a:r>
            <a:r>
              <a:rPr lang="en-US" altLang="ko-KR" sz="2200" kern="0">
                <a:latin typeface="Hyundai Sans Head Pro Medium" panose="020B0604040000000000" pitchFamily="34" charset="-127"/>
                <a:ea typeface="Hyundai Sans Head Pro Medium" panose="020B0604040000000000" pitchFamily="34" charset="-127"/>
              </a:rPr>
              <a:t>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_ </a:t>
            </a:r>
            <a:r>
              <a:rPr lang="ko-KR" altLang="en-US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아키텍처</a:t>
            </a:r>
            <a:endParaRPr lang="ko-KR" altLang="en-US" sz="2200" kern="0">
              <a:latin typeface="Hyundai Sans Head Pro Medium" panose="020B0604040000000000" pitchFamily="34" charset="-127"/>
              <a:ea typeface="Hyundai Sans Head Pro Medium" panose="020B0604040000000000" pitchFamily="34" charset="-127"/>
            </a:endParaRPr>
          </a:p>
        </p:txBody>
      </p:sp>
      <p:sp>
        <p:nvSpPr>
          <p:cNvPr id="9" name="AutoShape 176">
            <a:extLst>
              <a:ext uri="{FF2B5EF4-FFF2-40B4-BE49-F238E27FC236}">
                <a16:creationId xmlns:a16="http://schemas.microsoft.com/office/drawing/2014/main" id="{6444E806-FC80-ECA8-7F31-D580AFD9A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844017"/>
            <a:ext cx="9182100" cy="58464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3.3. 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공법서 자동 생성 프로그램 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(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최종 평가</a:t>
            </a:r>
            <a:r>
              <a:rPr lang="en-US" altLang="ko-KR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) -</a:t>
            </a:r>
            <a:r>
              <a:rPr lang="ko-KR" altLang="en-US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트리 탐색 기반 공법서 추론 시스템</a:t>
            </a:r>
          </a:p>
        </p:txBody>
      </p:sp>
    </p:spTree>
    <p:extLst>
      <p:ext uri="{BB962C8B-B14F-4D97-AF65-F5344CB8AC3E}">
        <p14:creationId xmlns:p14="http://schemas.microsoft.com/office/powerpoint/2010/main" val="333345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80D1F95-690E-A03D-BB5C-9A9E3BB8D8C3}"/>
              </a:ext>
            </a:extLst>
          </p:cNvPr>
          <p:cNvGrpSpPr/>
          <p:nvPr/>
        </p:nvGrpSpPr>
        <p:grpSpPr>
          <a:xfrm>
            <a:off x="500949" y="2263140"/>
            <a:ext cx="5150331" cy="2774001"/>
            <a:chOff x="6571322" y="871168"/>
            <a:chExt cx="5150331" cy="277400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2A87191-0638-FB0F-C793-2FD24BC39D94}"/>
                </a:ext>
              </a:extLst>
            </p:cNvPr>
            <p:cNvGrpSpPr/>
            <p:nvPr/>
          </p:nvGrpSpPr>
          <p:grpSpPr>
            <a:xfrm>
              <a:off x="6571322" y="871168"/>
              <a:ext cx="5150331" cy="2362790"/>
              <a:chOff x="6505905" y="416518"/>
              <a:chExt cx="5150331" cy="2362790"/>
            </a:xfrm>
          </p:grpSpPr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70EE9470-D777-DE6E-1CAA-B3DE3E99051C}"/>
                  </a:ext>
                </a:extLst>
              </p:cNvPr>
              <p:cNvCxnSpPr>
                <a:cxnSpLocks/>
                <a:stCxn id="16" idx="4"/>
                <a:endCxn id="18" idx="0"/>
              </p:cNvCxnSpPr>
              <p:nvPr/>
            </p:nvCxnSpPr>
            <p:spPr>
              <a:xfrm>
                <a:off x="10290619" y="847437"/>
                <a:ext cx="0" cy="949075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64FFDD6F-509C-1E80-D63E-1B5EA1E54A22}"/>
                  </a:ext>
                </a:extLst>
              </p:cNvPr>
              <p:cNvSpPr/>
              <p:nvPr/>
            </p:nvSpPr>
            <p:spPr>
              <a:xfrm>
                <a:off x="8822374" y="1099998"/>
                <a:ext cx="686134" cy="53195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도어</a:t>
                </a:r>
                <a:endParaRPr lang="en-US" altLang="ko-KR" sz="900"/>
              </a:p>
              <a:p>
                <a:pPr algn="ctr"/>
                <a:r>
                  <a:rPr lang="ko-KR" altLang="en-US" sz="900" err="1"/>
                  <a:t>체커</a:t>
                </a:r>
                <a:endParaRPr lang="ko-KR" altLang="en-US" sz="900"/>
              </a:p>
            </p:txBody>
          </p: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DEDC47D7-3E4E-3108-8F53-25883F6D0A11}"/>
                  </a:ext>
                </a:extLst>
              </p:cNvPr>
              <p:cNvCxnSpPr>
                <a:cxnSpLocks/>
                <a:stCxn id="15" idx="2"/>
                <a:endCxn id="6" idx="6"/>
              </p:cNvCxnSpPr>
              <p:nvPr/>
            </p:nvCxnSpPr>
            <p:spPr>
              <a:xfrm flipH="1">
                <a:off x="9508509" y="1365975"/>
                <a:ext cx="23188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0EDED1C6-90B5-A2B0-6B02-07076CCA5091}"/>
                  </a:ext>
                </a:extLst>
              </p:cNvPr>
              <p:cNvSpPr/>
              <p:nvPr/>
            </p:nvSpPr>
            <p:spPr>
              <a:xfrm>
                <a:off x="6505905" y="416518"/>
                <a:ext cx="758050" cy="5252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2300602B-DCED-F626-BBEC-A0691822A298}"/>
                  </a:ext>
                </a:extLst>
              </p:cNvPr>
              <p:cNvCxnSpPr>
                <a:cxnSpLocks/>
                <a:stCxn id="12" idx="1"/>
                <a:endCxn id="8" idx="6"/>
              </p:cNvCxnSpPr>
              <p:nvPr/>
            </p:nvCxnSpPr>
            <p:spPr>
              <a:xfrm flipH="1" flipV="1">
                <a:off x="7263955" y="679122"/>
                <a:ext cx="165443" cy="18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D70D4FD9-ADCC-47F8-2448-7444B7F871AE}"/>
                  </a:ext>
                </a:extLst>
              </p:cNvPr>
              <p:cNvSpPr/>
              <p:nvPr/>
            </p:nvSpPr>
            <p:spPr>
              <a:xfrm>
                <a:off x="10970102" y="442409"/>
                <a:ext cx="686134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바디</a:t>
                </a:r>
              </a:p>
            </p:txBody>
          </p: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204031CE-C1AB-36AA-3549-88F3C059086B}"/>
                  </a:ext>
                </a:extLst>
              </p:cNvPr>
              <p:cNvCxnSpPr>
                <a:cxnSpLocks/>
                <a:stCxn id="16" idx="6"/>
                <a:endCxn id="10" idx="2"/>
              </p:cNvCxnSpPr>
              <p:nvPr/>
            </p:nvCxnSpPr>
            <p:spPr>
              <a:xfrm>
                <a:off x="10894441" y="674698"/>
                <a:ext cx="75660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EE2FECE5-BE2C-D105-CFC7-45DF5993CC12}"/>
                  </a:ext>
                </a:extLst>
              </p:cNvPr>
              <p:cNvSpPr/>
              <p:nvPr/>
            </p:nvSpPr>
            <p:spPr>
              <a:xfrm>
                <a:off x="7429398" y="558751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F </a:t>
                </a:r>
                <a:endParaRPr lang="ko-KR" altLang="en-US" sz="900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A58951FC-4D58-9A6B-467E-D7C779F62134}"/>
                  </a:ext>
                </a:extLst>
              </p:cNvPr>
              <p:cNvSpPr/>
              <p:nvPr/>
            </p:nvSpPr>
            <p:spPr>
              <a:xfrm>
                <a:off x="7429398" y="1245415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M </a:t>
                </a:r>
                <a:endParaRPr lang="ko-KR" altLang="en-US" sz="900"/>
              </a:p>
            </p:txBody>
          </p: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67F4BA24-CC35-CA2A-B1A7-323CD772C42F}"/>
                  </a:ext>
                </a:extLst>
              </p:cNvPr>
              <p:cNvCxnSpPr>
                <a:cxnSpLocks/>
                <a:stCxn id="13" idx="3"/>
                <a:endCxn id="6" idx="2"/>
              </p:cNvCxnSpPr>
              <p:nvPr/>
            </p:nvCxnSpPr>
            <p:spPr>
              <a:xfrm>
                <a:off x="8499070" y="1365975"/>
                <a:ext cx="323304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FEC7CA3E-8FFD-BBAF-22E2-7CD186F3A795}"/>
                  </a:ext>
                </a:extLst>
              </p:cNvPr>
              <p:cNvSpPr/>
              <p:nvPr/>
            </p:nvSpPr>
            <p:spPr>
              <a:xfrm>
                <a:off x="9740398" y="1193236"/>
                <a:ext cx="1100442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I</a:t>
                </a:r>
                <a:endParaRPr lang="ko-KR" altLang="en-US" sz="900" dirty="0"/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6AE4A489-3E83-BD06-0C3A-82807E442591}"/>
                  </a:ext>
                </a:extLst>
              </p:cNvPr>
              <p:cNvSpPr/>
              <p:nvPr/>
            </p:nvSpPr>
            <p:spPr>
              <a:xfrm>
                <a:off x="9686797" y="501959"/>
                <a:ext cx="120764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F</a:t>
                </a:r>
                <a:endParaRPr lang="ko-KR" altLang="en-US" sz="900" dirty="0"/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2BC5A1CF-EC0B-768B-1CE2-8F4E5721DC56}"/>
                  </a:ext>
                </a:extLst>
              </p:cNvPr>
              <p:cNvSpPr/>
              <p:nvPr/>
            </p:nvSpPr>
            <p:spPr>
              <a:xfrm>
                <a:off x="9891000" y="2314729"/>
                <a:ext cx="799236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볼트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B098E084-1F48-EFCB-A4C3-45E136C2DCD2}"/>
                  </a:ext>
                </a:extLst>
              </p:cNvPr>
              <p:cNvSpPr/>
              <p:nvPr/>
            </p:nvSpPr>
            <p:spPr>
              <a:xfrm>
                <a:off x="9686796" y="1796512"/>
                <a:ext cx="1207646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M</a:t>
                </a:r>
                <a:endParaRPr lang="ko-KR" altLang="en-US" sz="900" dirty="0"/>
              </a:p>
            </p:txBody>
          </p: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ECAAEEFB-A224-A2AB-A431-C174E154A935}"/>
                  </a:ext>
                </a:extLst>
              </p:cNvPr>
              <p:cNvCxnSpPr>
                <a:cxnSpLocks/>
                <a:stCxn id="18" idx="4"/>
                <a:endCxn id="17" idx="0"/>
              </p:cNvCxnSpPr>
              <p:nvPr/>
            </p:nvCxnSpPr>
            <p:spPr>
              <a:xfrm>
                <a:off x="10290619" y="2141990"/>
                <a:ext cx="0" cy="17273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E7D134BB-1F2E-FE85-2A02-B295D9766C65}"/>
                  </a:ext>
                </a:extLst>
              </p:cNvPr>
              <p:cNvCxnSpPr>
                <a:cxnSpLocks/>
                <a:stCxn id="12" idx="2"/>
                <a:endCxn id="13" idx="0"/>
              </p:cNvCxnSpPr>
              <p:nvPr/>
            </p:nvCxnSpPr>
            <p:spPr>
              <a:xfrm>
                <a:off x="7964234" y="799871"/>
                <a:ext cx="0" cy="445544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E07C234-E4FF-8278-7D6E-30B37763EAA5}"/>
                </a:ext>
              </a:extLst>
            </p:cNvPr>
            <p:cNvSpPr txBox="1"/>
            <p:nvPr/>
          </p:nvSpPr>
          <p:spPr>
            <a:xfrm>
              <a:off x="7462910" y="3337392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ko-KR" altLang="en-US" sz="1400" dirty="0"/>
                <a:t> 조립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5E73B26-6B33-D578-E11C-0CB17E7B9EF7}"/>
              </a:ext>
            </a:extLst>
          </p:cNvPr>
          <p:cNvGrpSpPr/>
          <p:nvPr/>
        </p:nvGrpSpPr>
        <p:grpSpPr>
          <a:xfrm>
            <a:off x="6266402" y="2105934"/>
            <a:ext cx="5400000" cy="2931207"/>
            <a:chOff x="6266402" y="2105934"/>
            <a:chExt cx="5400000" cy="2931207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97FBADE-CD98-0F55-8EA2-E074E3AB3068}"/>
                </a:ext>
              </a:extLst>
            </p:cNvPr>
            <p:cNvGrpSpPr/>
            <p:nvPr/>
          </p:nvGrpSpPr>
          <p:grpSpPr>
            <a:xfrm>
              <a:off x="6266402" y="2105934"/>
              <a:ext cx="5400000" cy="2519996"/>
              <a:chOff x="6403562" y="3591834"/>
              <a:chExt cx="5400000" cy="2519996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85D31954-1EFE-2FBC-88F0-59D1DB5B6BB6}"/>
                  </a:ext>
                </a:extLst>
              </p:cNvPr>
              <p:cNvCxnSpPr>
                <a:cxnSpLocks/>
                <a:stCxn id="30" idx="2"/>
                <a:endCxn id="39" idx="0"/>
              </p:cNvCxnSpPr>
              <p:nvPr/>
            </p:nvCxnSpPr>
            <p:spPr>
              <a:xfrm>
                <a:off x="8368783" y="4412299"/>
                <a:ext cx="0" cy="838340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51C7BC9D-EB40-32A2-9945-A69EE93E954A}"/>
                  </a:ext>
                </a:extLst>
              </p:cNvPr>
              <p:cNvCxnSpPr>
                <a:cxnSpLocks/>
                <a:stCxn id="30" idx="3"/>
                <a:endCxn id="41" idx="2"/>
              </p:cNvCxnSpPr>
              <p:nvPr/>
            </p:nvCxnSpPr>
            <p:spPr>
              <a:xfrm flipV="1">
                <a:off x="8897514" y="4277985"/>
                <a:ext cx="695493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EE9B85E3-E824-2A48-B7BE-62C02A86A120}"/>
                  </a:ext>
                </a:extLst>
              </p:cNvPr>
              <p:cNvGrpSpPr/>
              <p:nvPr/>
            </p:nvGrpSpPr>
            <p:grpSpPr>
              <a:xfrm>
                <a:off x="9376453" y="3591834"/>
                <a:ext cx="2427109" cy="1401493"/>
                <a:chOff x="9376453" y="3591834"/>
                <a:chExt cx="2427109" cy="1401493"/>
              </a:xfrm>
            </p:grpSpPr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2CDA47C9-A933-7630-9BF0-5762D2EDDF0F}"/>
                    </a:ext>
                  </a:extLst>
                </p:cNvPr>
                <p:cNvSpPr/>
                <p:nvPr/>
              </p:nvSpPr>
              <p:spPr>
                <a:xfrm>
                  <a:off x="9593007" y="4003504"/>
                  <a:ext cx="624358" cy="548962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래치</a:t>
                  </a:r>
                </a:p>
              </p:txBody>
            </p:sp>
            <p:sp>
              <p:nvSpPr>
                <p:cNvPr id="42" name="타원 41">
                  <a:extLst>
                    <a:ext uri="{FF2B5EF4-FFF2-40B4-BE49-F238E27FC236}">
                      <a16:creationId xmlns:a16="http://schemas.microsoft.com/office/drawing/2014/main" id="{BC5F39C9-5380-C29A-E829-13BA96563D08}"/>
                    </a:ext>
                  </a:extLst>
                </p:cNvPr>
                <p:cNvSpPr/>
                <p:nvPr/>
              </p:nvSpPr>
              <p:spPr>
                <a:xfrm>
                  <a:off x="9404513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60030F09-5383-1673-7008-B1681831D263}"/>
                    </a:ext>
                  </a:extLst>
                </p:cNvPr>
                <p:cNvSpPr/>
                <p:nvPr/>
              </p:nvSpPr>
              <p:spPr>
                <a:xfrm>
                  <a:off x="10746098" y="4161451"/>
                  <a:ext cx="1057464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E : M</a:t>
                  </a:r>
                  <a:endParaRPr lang="ko-KR" altLang="en-US" sz="900"/>
                </a:p>
              </p:txBody>
            </p:sp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0100DA90-B5E1-5667-3D92-D1945DD16BB9}"/>
                    </a:ext>
                  </a:extLst>
                </p:cNvPr>
                <p:cNvSpPr/>
                <p:nvPr/>
              </p:nvSpPr>
              <p:spPr>
                <a:xfrm>
                  <a:off x="9376453" y="4760260"/>
                  <a:ext cx="1057463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F : M </a:t>
                  </a:r>
                  <a:endParaRPr lang="ko-KR" altLang="en-US" sz="900"/>
                </a:p>
              </p:txBody>
            </p:sp>
            <p:cxnSp>
              <p:nvCxnSpPr>
                <p:cNvPr id="45" name="직선 연결선 44">
                  <a:extLst>
                    <a:ext uri="{FF2B5EF4-FFF2-40B4-BE49-F238E27FC236}">
                      <a16:creationId xmlns:a16="http://schemas.microsoft.com/office/drawing/2014/main" id="{2365EC32-7896-FF13-0034-384764A368A9}"/>
                    </a:ext>
                  </a:extLst>
                </p:cNvPr>
                <p:cNvCxnSpPr>
                  <a:cxnSpLocks/>
                  <a:stCxn id="41" idx="0"/>
                  <a:endCxn id="42" idx="4"/>
                </p:cNvCxnSpPr>
                <p:nvPr/>
              </p:nvCxnSpPr>
              <p:spPr>
                <a:xfrm flipH="1" flipV="1">
                  <a:off x="9905184" y="3824901"/>
                  <a:ext cx="2" cy="17860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 45">
                  <a:extLst>
                    <a:ext uri="{FF2B5EF4-FFF2-40B4-BE49-F238E27FC236}">
                      <a16:creationId xmlns:a16="http://schemas.microsoft.com/office/drawing/2014/main" id="{C0F7825B-50CC-DB95-45E7-CEF01FBCAE2A}"/>
                    </a:ext>
                  </a:extLst>
                </p:cNvPr>
                <p:cNvCxnSpPr>
                  <a:cxnSpLocks/>
                  <a:stCxn id="43" idx="2"/>
                  <a:endCxn id="41" idx="6"/>
                </p:cNvCxnSpPr>
                <p:nvPr/>
              </p:nvCxnSpPr>
              <p:spPr>
                <a:xfrm flipH="1">
                  <a:off x="10217365" y="4277985"/>
                  <a:ext cx="52873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8E083218-EB0A-A1D1-FB40-128DA12862A1}"/>
                    </a:ext>
                  </a:extLst>
                </p:cNvPr>
                <p:cNvCxnSpPr>
                  <a:cxnSpLocks/>
                  <a:stCxn id="44" idx="0"/>
                  <a:endCxn id="41" idx="4"/>
                </p:cNvCxnSpPr>
                <p:nvPr/>
              </p:nvCxnSpPr>
              <p:spPr>
                <a:xfrm flipV="1">
                  <a:off x="9905185" y="4552466"/>
                  <a:ext cx="1" cy="20779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D43CED17-A2B5-3364-9E1D-C1B0A82B3740}"/>
                  </a:ext>
                </a:extLst>
              </p:cNvPr>
              <p:cNvSpPr/>
              <p:nvPr/>
            </p:nvSpPr>
            <p:spPr>
              <a:xfrm>
                <a:off x="6553269" y="4112832"/>
                <a:ext cx="758050" cy="4367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413CF318-D7F8-9B10-5AFC-593AF8CD9BF8}"/>
                  </a:ext>
                </a:extLst>
              </p:cNvPr>
              <p:cNvGrpSpPr/>
              <p:nvPr/>
            </p:nvGrpSpPr>
            <p:grpSpPr>
              <a:xfrm>
                <a:off x="6403562" y="5125655"/>
                <a:ext cx="2515789" cy="986175"/>
                <a:chOff x="6403562" y="5125655"/>
                <a:chExt cx="2515789" cy="986175"/>
              </a:xfrm>
            </p:grpSpPr>
            <p:sp>
              <p:nvSpPr>
                <p:cNvPr id="37" name="사각형: 둥근 모서리 36">
                  <a:extLst>
                    <a:ext uri="{FF2B5EF4-FFF2-40B4-BE49-F238E27FC236}">
                      <a16:creationId xmlns:a16="http://schemas.microsoft.com/office/drawing/2014/main" id="{5C64DEA2-BC89-FE7B-F7C1-615806B55AC9}"/>
                    </a:ext>
                  </a:extLst>
                </p:cNvPr>
                <p:cNvSpPr/>
                <p:nvPr/>
              </p:nvSpPr>
              <p:spPr>
                <a:xfrm>
                  <a:off x="6403562" y="5125655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</a:t>
                  </a:r>
                  <a:endParaRPr lang="ko-KR" altLang="en-US" sz="900"/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CCC047B1-3E53-A79E-0D61-5B3B7F160475}"/>
                    </a:ext>
                  </a:extLst>
                </p:cNvPr>
                <p:cNvSpPr/>
                <p:nvPr/>
              </p:nvSpPr>
              <p:spPr>
                <a:xfrm>
                  <a:off x="7927278" y="5725503"/>
                  <a:ext cx="883007" cy="3863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8BA9EA68-1763-55C9-276F-9806300231FB}"/>
                    </a:ext>
                  </a:extLst>
                </p:cNvPr>
                <p:cNvSpPr/>
                <p:nvPr/>
              </p:nvSpPr>
              <p:spPr>
                <a:xfrm>
                  <a:off x="7818215" y="5250639"/>
                  <a:ext cx="1101136" cy="28728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2CC2EEFF-6FEB-C80E-7D15-2F537FE42F25}"/>
                    </a:ext>
                  </a:extLst>
                </p:cNvPr>
                <p:cNvCxnSpPr>
                  <a:cxnSpLocks/>
                  <a:stCxn id="39" idx="4"/>
                  <a:endCxn id="38" idx="0"/>
                </p:cNvCxnSpPr>
                <p:nvPr/>
              </p:nvCxnSpPr>
              <p:spPr>
                <a:xfrm flipH="1">
                  <a:off x="8368782" y="5537926"/>
                  <a:ext cx="1" cy="18757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D119C90E-2F0D-1AE7-72A1-EB21B33893C4}"/>
                  </a:ext>
                </a:extLst>
              </p:cNvPr>
              <p:cNvGrpSpPr/>
              <p:nvPr/>
            </p:nvGrpSpPr>
            <p:grpSpPr>
              <a:xfrm>
                <a:off x="6932294" y="3591834"/>
                <a:ext cx="2472219" cy="1533821"/>
                <a:chOff x="6932294" y="3591834"/>
                <a:chExt cx="2472219" cy="1533821"/>
              </a:xfrm>
            </p:grpSpPr>
            <p:sp>
              <p:nvSpPr>
                <p:cNvPr id="30" name="사각형: 둥근 모서리 29">
                  <a:extLst>
                    <a:ext uri="{FF2B5EF4-FFF2-40B4-BE49-F238E27FC236}">
                      <a16:creationId xmlns:a16="http://schemas.microsoft.com/office/drawing/2014/main" id="{A6E14F0E-E516-97C8-7FA3-1E10A6AD0568}"/>
                    </a:ext>
                  </a:extLst>
                </p:cNvPr>
                <p:cNvSpPr/>
                <p:nvPr/>
              </p:nvSpPr>
              <p:spPr>
                <a:xfrm>
                  <a:off x="7840051" y="4143672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F</a:t>
                  </a:r>
                  <a:endParaRPr lang="ko-KR" altLang="en-US" sz="900"/>
                </a:p>
              </p:txBody>
            </p:sp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2609FDF2-EB00-C690-FC3E-D43AC9D93D15}"/>
                    </a:ext>
                  </a:extLst>
                </p:cNvPr>
                <p:cNvCxnSpPr>
                  <a:cxnSpLocks/>
                  <a:stCxn id="33" idx="2"/>
                  <a:endCxn id="27" idx="7"/>
                </p:cNvCxnSpPr>
                <p:nvPr/>
              </p:nvCxnSpPr>
              <p:spPr>
                <a:xfrm flipH="1">
                  <a:off x="7200305" y="3708368"/>
                  <a:ext cx="667807" cy="46842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85E7795D-3A37-57EB-758E-0225624A591C}"/>
                    </a:ext>
                  </a:extLst>
                </p:cNvPr>
                <p:cNvCxnSpPr>
                  <a:cxnSpLocks/>
                  <a:stCxn id="37" idx="0"/>
                  <a:endCxn id="27" idx="4"/>
                </p:cNvCxnSpPr>
                <p:nvPr/>
              </p:nvCxnSpPr>
              <p:spPr>
                <a:xfrm flipV="1">
                  <a:off x="6932294" y="4549575"/>
                  <a:ext cx="0" cy="5760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F008509F-9C6E-CDFF-AF20-DF14F91E9AFD}"/>
                    </a:ext>
                  </a:extLst>
                </p:cNvPr>
                <p:cNvSpPr/>
                <p:nvPr/>
              </p:nvSpPr>
              <p:spPr>
                <a:xfrm>
                  <a:off x="7868112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34" name="사각형: 둥근 모서리 33">
                  <a:extLst>
                    <a:ext uri="{FF2B5EF4-FFF2-40B4-BE49-F238E27FC236}">
                      <a16:creationId xmlns:a16="http://schemas.microsoft.com/office/drawing/2014/main" id="{0C80C523-7553-D635-11D5-0DEE1EAB96E5}"/>
                    </a:ext>
                  </a:extLst>
                </p:cNvPr>
                <p:cNvSpPr/>
                <p:nvPr/>
              </p:nvSpPr>
              <p:spPr>
                <a:xfrm>
                  <a:off x="7840051" y="4742481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I</a:t>
                  </a:r>
                  <a:endParaRPr lang="ko-KR" altLang="en-US" sz="900"/>
                </a:p>
              </p:txBody>
            </p: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2A7F45E1-CA03-1687-0C7B-EE6B1A00962B}"/>
                    </a:ext>
                  </a:extLst>
                </p:cNvPr>
                <p:cNvCxnSpPr>
                  <a:cxnSpLocks/>
                  <a:stCxn id="34" idx="1"/>
                  <a:endCxn id="27" idx="5"/>
                </p:cNvCxnSpPr>
                <p:nvPr/>
              </p:nvCxnSpPr>
              <p:spPr>
                <a:xfrm flipH="1" flipV="1">
                  <a:off x="7200305" y="4485615"/>
                  <a:ext cx="639746" cy="3911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751F9D34-C7F7-9046-4291-24494B162B22}"/>
                    </a:ext>
                  </a:extLst>
                </p:cNvPr>
                <p:cNvCxnSpPr>
                  <a:cxnSpLocks/>
                  <a:stCxn id="42" idx="2"/>
                  <a:endCxn id="33" idx="6"/>
                </p:cNvCxnSpPr>
                <p:nvPr/>
              </p:nvCxnSpPr>
              <p:spPr>
                <a:xfrm flipH="1">
                  <a:off x="8869453" y="3708368"/>
                  <a:ext cx="535060" cy="0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9B79A55-98A4-1C89-05C9-D36CE01F7CF4}"/>
                </a:ext>
              </a:extLst>
            </p:cNvPr>
            <p:cNvSpPr txBox="1"/>
            <p:nvPr/>
          </p:nvSpPr>
          <p:spPr>
            <a:xfrm>
              <a:off x="7143881" y="4729364"/>
              <a:ext cx="3645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래치 조립</a:t>
              </a:r>
              <a:r>
                <a:rPr lang="en-US" altLang="ko-KR" sz="1400" dirty="0"/>
                <a:t> </a:t>
              </a:r>
              <a:endParaRPr lang="ko-KR" altLang="en-US" sz="1400" dirty="0"/>
            </a:p>
          </p:txBody>
        </p:sp>
      </p:grpSp>
      <p:sp>
        <p:nvSpPr>
          <p:cNvPr id="48" name="말풍선: 모서리가 둥근 사각형 47">
            <a:extLst>
              <a:ext uri="{FF2B5EF4-FFF2-40B4-BE49-F238E27FC236}">
                <a16:creationId xmlns:a16="http://schemas.microsoft.com/office/drawing/2014/main" id="{08798F39-74C4-71F9-F6E6-25A7CA53E96E}"/>
              </a:ext>
            </a:extLst>
          </p:cNvPr>
          <p:cNvSpPr/>
          <p:nvPr/>
        </p:nvSpPr>
        <p:spPr>
          <a:xfrm>
            <a:off x="9455847" y="4161351"/>
            <a:ext cx="2621853" cy="933754"/>
          </a:xfrm>
          <a:prstGeom prst="wedgeRoundRectCallout">
            <a:avLst>
              <a:gd name="adj1" fmla="val -92620"/>
              <a:gd name="adj2" fmla="val -10724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레치</a:t>
            </a:r>
            <a:r>
              <a:rPr lang="ko-KR" altLang="en-US" dirty="0"/>
              <a:t> 본체 조립이 커넥터 조립보다 먼저임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9" name="말풍선: 모서리가 둥근 사각형 48">
            <a:extLst>
              <a:ext uri="{FF2B5EF4-FFF2-40B4-BE49-F238E27FC236}">
                <a16:creationId xmlns:a16="http://schemas.microsoft.com/office/drawing/2014/main" id="{2E8E9762-AED4-7E2A-6EB8-E01F248785F2}"/>
              </a:ext>
            </a:extLst>
          </p:cNvPr>
          <p:cNvSpPr/>
          <p:nvPr/>
        </p:nvSpPr>
        <p:spPr>
          <a:xfrm>
            <a:off x="4702012" y="4729364"/>
            <a:ext cx="2621853" cy="933754"/>
          </a:xfrm>
          <a:prstGeom prst="wedgeRoundRectCallout">
            <a:avLst>
              <a:gd name="adj1" fmla="val -61522"/>
              <a:gd name="adj2" fmla="val -24760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보디와의 연결은 가장 마지막에 수행할 것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F2B620-07D0-65E6-0718-14BC80FAD334}"/>
              </a:ext>
            </a:extLst>
          </p:cNvPr>
          <p:cNvSpPr txBox="1"/>
          <p:nvPr/>
        </p:nvSpPr>
        <p:spPr>
          <a:xfrm>
            <a:off x="3253740" y="960120"/>
            <a:ext cx="354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조립 후보 평가가 결정하는 조립 우선순위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9CE548-D4E8-D620-301C-C3FED3A0EDBB}"/>
              </a:ext>
            </a:extLst>
          </p:cNvPr>
          <p:cNvSpPr txBox="1"/>
          <p:nvPr/>
        </p:nvSpPr>
        <p:spPr>
          <a:xfrm>
            <a:off x="3253740" y="180800"/>
            <a:ext cx="354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조건에 위배되는 후보들은 탐색 과정 중에서 필터링</a:t>
            </a:r>
          </a:p>
        </p:txBody>
      </p:sp>
    </p:spTree>
    <p:extLst>
      <p:ext uri="{BB962C8B-B14F-4D97-AF65-F5344CB8AC3E}">
        <p14:creationId xmlns:p14="http://schemas.microsoft.com/office/powerpoint/2010/main" val="2158790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DAB94A8-5265-539C-B007-02DA14201091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⁝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135BF636-FECF-E0C6-6589-518450941791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C83D62B3-3A74-F247-B607-11D67137600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9AA2003-F876-8224-0313-70DD29D25489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BCCB547-F17E-B246-A26A-413B2FC1DAA9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8A322F57-11D6-053B-7DFC-6C61D1168394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9292270D-8ABC-FACD-56A0-E14155DE7A1F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A052F6D-9EE7-41A6-35C5-C4FF8573C0A7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3F09CD2-FC9D-5DD7-F41C-81C07B0A50D4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79B4AB9-BC59-9A7F-FCA1-318B0812560E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E69956F-C35E-6D8D-8D12-8ABA6C180F0B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BF69410-871A-E1F9-1D2A-9C06E0ACA25B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64A387B-778B-36D2-600D-346EA1BF1272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F0E1D04-BF37-FA9C-B006-BE94A1EF6695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C890B4B-B502-C97F-ED81-B902E0905C1D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0B86574-018F-F618-09E0-18F8804ABC29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F4DFD5F-161D-7927-3DB3-3264CF4D73FF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3868071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E093-F8EC-B1ED-A197-24D5827B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62AADCF-2D52-030C-0EAA-41ED470A57FD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A9A2A2E-A9D0-7072-FF5E-1FF83BDCF966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C911E948-5FED-0020-127F-E934FB4BC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306F24-4ABB-BAFA-8132-187B17F8AEEA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51931F1-0D9F-FD8C-8CFD-D0EDEA5429F6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C6C8739-78E6-FC8E-17A0-3D698A76B870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9B29AACE-2EE9-B848-B71D-E7F650212BBB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12CFA5B8-F1D2-E0F2-0300-F75D53458EFF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EA1B666B-579D-E6AE-D177-99DA1316271A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18198EE5-4E90-9D82-1821-119F9E502370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E80BE367-9219-EBE0-B08C-BC4AEE23B2D6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237FA171-2F99-84E9-EA25-36EA3022A321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0766D92D-8530-1351-A3B6-C506A9E8F85B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F831AFE0-9533-988B-DD0F-7D7ED86FB87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B42C72BD-859E-BD7F-AD83-4622D89357B9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7609542E-B929-9B8B-4E3C-B0A1160C70D7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81866C83-FE2A-1C55-45F0-64A69808BBB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0EA6D7AA-22BC-F9AF-9CE6-27E54F16C118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961E1C6-0359-B92F-7EF3-D1391C6FD025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391858B3-18AD-E536-D3C1-D7814AB6E01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E7F2FA8B-1F2E-4495-1065-44F39CB7E280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F90318E7-01F6-92C7-3135-A70AFDBFCD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4684BE74-EF39-7C08-D616-DEF460148B3E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6CDFF0-5CF4-DDE1-3DC4-261FD06662D8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E30A18-666D-5D2C-6689-5C98F14254BB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EC60C05-2862-BB6B-6639-AB6230143213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CCDFA4C-875B-20C4-FD54-6968330CCDA9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4D10996-A595-71B6-7A9A-4114D4FA5230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83DCCD2-1908-3B9C-2CBD-BD879CECD57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DC306EED-5793-5262-EC38-51304D6FD2EB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1DCF3A2B-02EB-511D-7EFD-308CD4A8E18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F111E1B-8796-4BAC-6427-0B5BA3EFB936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616BE2D4-A188-02FF-D231-E32F7AF09C27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228D37A-233F-E22E-535E-341AA4B5CD4C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CD54B2B1-FF3E-84CD-EE97-4C1B6B97FBB1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4F4A7B39-F7B5-339A-A4A7-106955B66514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F4D0F87-C36B-641D-AE36-64DA8BE19AF5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FCF8D49E-87A9-FD95-7787-B2BCCCD928DB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2B6F258A-42CC-13CA-62ED-A103F38519B3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BABE2C51-9B59-DEF2-32D9-F0C74EB23142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E6E01B84-5E99-A343-4F1F-82859E9E861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03F7E307-D8E2-5A4B-E847-C5622A6D60EA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EC68F647-596E-EA6C-D331-3C101964D6BE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0F6701BE-A23F-169B-5D15-FA3DD425F35F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7F433683-D193-B2CA-A8EC-419764B2B0E0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A8FB79DE-5533-F630-E9B2-075E01740672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66694B40-D84D-4E9E-5A50-ED3C7AEB3911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C082FD69-877B-7020-C306-4DA0AF25B7F5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4038121F-ED29-34B8-8108-EF84CB7970AF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6138929C-82AE-0D21-01D7-6FEB0520F39E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1A83EA8C-F419-D06B-2A0C-93FCEDE224F6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77B0A4A-CA25-167F-A28F-8FC8FA051E7D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5C9AE1B-B891-34A2-D1D2-CBB0A711355C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가능 후보 확인 시스템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78BD960-3985-8B74-B3A5-422B6C30EF22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68A8295A-F355-5578-68FA-8158E6712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3E44115-B44A-09F2-1404-75205FBA3529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D2006C7A-228D-6157-D405-C387F82E1E11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17ADE541-735E-025A-0B0E-8DA1238752F2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6A67A911-4600-40F0-A530-BBEF06995AB6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 평가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CA7BDA96-3231-F6CF-A86D-C85C7DB054B1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1A126CBC-DEA7-1554-FA0F-C3E5822B9194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8FD5A0B-98FC-81C0-4554-072E0A3C4CB6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BDA694F8-8CCE-E551-06B3-3E6A540325DC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087EB91F-2DF5-49D8-BBD1-D6901A72E7FF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3D9B474B-52F7-9334-4D2A-A689731C8297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B345FFA0-5B58-7F7E-47AC-F433A13738DF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10D03811-10D9-E02E-0632-0DA611266813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99F1CD9C-60CB-F482-20D2-5C9A86FC88A4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C94942C3-6D0A-FFFA-7754-FD84AF23A193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9D1992B5-08A3-0E26-D3D5-34E82171445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9327832E-D2A2-BF1E-571A-72FE1522BBD8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2841DCD4-647F-9009-72BD-1E2543C34431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8F5FE303-1BC6-1E7C-2CA1-F33E687F9B4E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2C93E607-B298-6760-0ACF-299FD11369F1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5C519B07-41CF-42A0-90EA-C9BA8BE3DF3C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7688FCDC-5539-D52A-D9CB-892852150422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F1AA79CF-DF26-9BEC-781B-92F648495B47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6BE6CB12-7D10-A8C0-4861-11755EA70EF2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9976A9A9-55E9-8E93-61F8-5B97296E4463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9043DDB-B71C-D40C-AB92-38A712539855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0EEA13B-0318-FA77-F36D-85D212B7B2A2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5E208864-D900-7232-B9F5-7D9D51109DEC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87250593-BA98-7371-4EAF-F650D51C1AC1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C97426B2-4049-4EEB-FC15-0135DB8EBE80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18F7881-16AB-A7BE-06A4-E6FA70722102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783990F9-0B2A-652C-9FCC-A713AF33AE83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2E854E7D-523A-862E-B18D-2371098DCC9A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8BF179C2-E250-2C23-3E4C-FC03BFCD4713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787C653D-3810-0F21-1FFE-23A82DCAA0D3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0BC0B726-3C50-9F91-695B-C2BB4D6EA98C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0E4358BB-5700-3CF0-367F-8A33F1F70B6D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75D6CB83-4FE6-E811-DCD1-A8AE4DD41453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CB6C6F0A-5FF4-8B6A-C0C8-AC7B95C9E0F4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02AC7692-60E4-5FC5-B9B2-F2A33B817DB1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B2BB4C4A-2992-85A5-3F20-C2F48FB4123F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F5901DA8-D722-1854-771E-3A5BDCDC3586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6E49A966-F8B0-4272-E1A1-CF2CADCB85D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CA3A0AD-020A-DC3B-ECE1-8C07256656CF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58455AD4-3F5B-7306-2476-E5EBC61B5D99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7CF98CD6-FDA2-1251-586B-641B733D6A41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FF558F4-342A-E3F7-E215-A9149E06B4F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0ED86487-F67C-EA16-F808-0D9518B26418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153DF2E7-9FF7-6D0B-0BA0-8CAD8BBF0340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상태 예측 시스템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2E0CA4CC-67B1-9618-F3C2-2B14C973989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1DC6F766-1B39-6975-2B57-CD15DE475508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29D3E75A-F6AA-C412-5585-D64A74526C12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B5C8519-D650-581B-2F10-9313B2C37EF2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FB3B1C56-9FC6-5B5F-1F05-5D7A549F78A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E725F6B2-6F65-519B-6610-066DE771D2C4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7F251EB0-6A1D-EDB4-727E-EF6DC6B942FD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795BD1F1-8FD7-67DB-A5B7-3186339B4C37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2481FCC8-4CC5-831C-6A05-080DBD88EF8D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310B8BCC-D5AB-27F9-A198-4B2976F72AA6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EC557BE8-7C2A-F336-C183-BBE7D781DA7C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EED69F93-CDB4-F2B2-2903-8084262EEBB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FBDAB74D-4478-6267-E542-4692897D9A6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3A5BC314-217E-2993-D479-D5955D68B9AB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D26634C5-1882-FF96-0BB7-0DD6DCBA88B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B331A8EB-3EC3-FEA8-CC5C-1200F2436F7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C5D9878-4FE6-E242-2551-74033BEB3B52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9D9DA2A-B461-2403-738D-0A13F5DCA4A4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CF375FD3-EF8E-EAD5-FFB3-9AFC791A5DA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EE0A3F26-A904-9868-78DE-200629045A73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67E745FC-6D4C-A79C-B79C-5B99D560A61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6A3A5E27-9A66-B51E-D5B1-8ACDB7BA1213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F73A3501-1D50-CB3D-752B-166686D30D03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929EBAD0-9E5E-669F-919A-9A9FE35442C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626CD3D9-F098-1FF1-16E9-19A8AC6770F0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8A7D03B5-C3EB-719D-ECFA-E8D3DC1C732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FE25BBB8-2765-1076-7F00-06E79835B63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4EBAF75D-D69F-6939-4F97-A27C566FEC7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150D5984-A4A9-A93C-FF8F-C49C2D9316B9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ECE5AC2E-CBD1-F2E8-488D-63A2C343695C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DF9E5DA3-2A3A-4925-A223-10CD0F6CB51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85913FEB-6106-4DCF-3D02-8A91F2355D40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29B31C18-D719-042F-4C61-D4F4AEA65EAD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30C4319-D9DB-F5F8-561A-B5B746085D2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D3F13B7A-7C62-7201-707B-FF9F40707FF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0E944595-B8F4-5E76-8367-BF7012099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4904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967-4F6E-609A-1605-BAA3E935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C49DE4D5-176B-7D24-4074-A236F9FEE8E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</a:t>
            </a:r>
            <a:r>
              <a:rPr kumimoji="1" lang="ko-KR" altLang="en-US" sz="2400" b="1" dirty="0" err="1">
                <a:latin typeface="+mj-ea"/>
                <a:ea typeface="+mj-ea"/>
              </a:rPr>
              <a:t>어뎁터</a:t>
            </a:r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8BB05B3-997E-EE27-1063-1FE6501F3D8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04846BB-8C09-9360-7806-8A62A54F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8FA00E2-EB48-9950-DFFB-3DD0CA2765E7}"/>
              </a:ext>
            </a:extLst>
          </p:cNvPr>
          <p:cNvSpPr txBox="1"/>
          <p:nvPr/>
        </p:nvSpPr>
        <p:spPr>
          <a:xfrm>
            <a:off x="8450742" y="3998898"/>
            <a:ext cx="2061796" cy="1600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{</a:t>
            </a:r>
            <a:r>
              <a:rPr lang="ko-KR" altLang="en-US" sz="1400" dirty="0"/>
              <a:t>도어 </a:t>
            </a:r>
            <a:r>
              <a:rPr lang="ko-KR" altLang="en-US" sz="1400" dirty="0" err="1"/>
              <a:t>체커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{nut type C,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가조립</a:t>
            </a:r>
            <a:r>
              <a:rPr lang="ko-KR" altLang="en-US" sz="1400" dirty="0"/>
              <a:t> </a:t>
            </a:r>
            <a:r>
              <a:rPr lang="en-US" altLang="ko-KR" sz="1400" dirty="0"/>
              <a:t>1}, 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볼트</a:t>
            </a:r>
            <a:r>
              <a:rPr lang="en-US" altLang="ko-KR" sz="1400" dirty="0"/>
              <a:t> type D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075331-C775-734F-9B72-B006C118F9E0}"/>
              </a:ext>
            </a:extLst>
          </p:cNvPr>
          <p:cNvCxnSpPr>
            <a:cxnSpLocks/>
            <a:endCxn id="172" idx="1"/>
          </p:cNvCxnSpPr>
          <p:nvPr/>
        </p:nvCxnSpPr>
        <p:spPr>
          <a:xfrm>
            <a:off x="4009720" y="4743701"/>
            <a:ext cx="13981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DB83A71-21BE-0B91-85C9-26EF814E9403}"/>
              </a:ext>
            </a:extLst>
          </p:cNvPr>
          <p:cNvCxnSpPr>
            <a:cxnSpLocks/>
            <a:stCxn id="172" idx="3"/>
            <a:endCxn id="148" idx="1"/>
          </p:cNvCxnSpPr>
          <p:nvPr/>
        </p:nvCxnSpPr>
        <p:spPr>
          <a:xfrm>
            <a:off x="7160446" y="4743701"/>
            <a:ext cx="12238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2CE2ED41-BCD6-0D38-EF98-425B5411CA39}"/>
              </a:ext>
            </a:extLst>
          </p:cNvPr>
          <p:cNvSpPr/>
          <p:nvPr/>
        </p:nvSpPr>
        <p:spPr>
          <a:xfrm>
            <a:off x="8384310" y="3799262"/>
            <a:ext cx="2186154" cy="1888878"/>
          </a:xfrm>
          <a:prstGeom prst="roundRect">
            <a:avLst>
              <a:gd name="adj" fmla="val 7372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AB38E645-4CE9-CCE5-E612-DD0FD38DE19F}"/>
              </a:ext>
            </a:extLst>
          </p:cNvPr>
          <p:cNvSpPr/>
          <p:nvPr/>
        </p:nvSpPr>
        <p:spPr>
          <a:xfrm>
            <a:off x="8171078" y="3618679"/>
            <a:ext cx="2612618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공법서</a:t>
            </a:r>
            <a:r>
              <a:rPr lang="en-US" altLang="ko-KR" dirty="0"/>
              <a:t>: </a:t>
            </a:r>
            <a:r>
              <a:rPr lang="en-US" altLang="ko-KR" b="1" dirty="0"/>
              <a:t>‘</a:t>
            </a:r>
            <a:r>
              <a:rPr lang="ko-KR" altLang="en-US" b="1" dirty="0"/>
              <a:t>동작</a:t>
            </a:r>
            <a:r>
              <a:rPr lang="en-US" altLang="ko-KR" b="1" dirty="0"/>
              <a:t>’</a:t>
            </a:r>
            <a:r>
              <a:rPr lang="ko-KR" altLang="en-US" b="1" dirty="0"/>
              <a:t> </a:t>
            </a:r>
            <a:r>
              <a:rPr lang="ko-KR" altLang="en-US" dirty="0"/>
              <a:t>기준 </a:t>
            </a:r>
            <a:r>
              <a:rPr lang="en-US" altLang="ko-KR" dirty="0"/>
              <a:t>Plan </a:t>
            </a:r>
            <a:endParaRPr lang="ko-KR" altLang="en-US" dirty="0"/>
          </a:p>
        </p:txBody>
      </p: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14A842-F1DE-4DF0-618D-AAFF8BA1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804255"/>
              </p:ext>
            </p:extLst>
          </p:nvPr>
        </p:nvGraphicFramePr>
        <p:xfrm>
          <a:off x="1397203" y="2608247"/>
          <a:ext cx="2742292" cy="390959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29107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211318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4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27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1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76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71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3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⁝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7534D8AE-D30E-232D-BED3-5686675E96FE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66C82270-3D14-F21B-3319-3A49051EE634}"/>
              </a:ext>
            </a:extLst>
          </p:cNvPr>
          <p:cNvGrpSpPr/>
          <p:nvPr/>
        </p:nvGrpSpPr>
        <p:grpSpPr>
          <a:xfrm>
            <a:off x="2167810" y="3116574"/>
            <a:ext cx="1871646" cy="900000"/>
            <a:chOff x="2174649" y="3115414"/>
            <a:chExt cx="1871646" cy="900000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A5B212E8-911B-C757-A5BF-146C494C723E}"/>
                </a:ext>
              </a:extLst>
            </p:cNvPr>
            <p:cNvSpPr/>
            <p:nvPr/>
          </p:nvSpPr>
          <p:spPr>
            <a:xfrm>
              <a:off x="2174649" y="3115414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552F6C74-90D6-F0D4-AAD5-9530345EFB0C}"/>
                </a:ext>
              </a:extLst>
            </p:cNvPr>
            <p:cNvGrpSpPr/>
            <p:nvPr/>
          </p:nvGrpSpPr>
          <p:grpSpPr>
            <a:xfrm>
              <a:off x="2266663" y="3241858"/>
              <a:ext cx="1661971" cy="647113"/>
              <a:chOff x="2266663" y="3241858"/>
              <a:chExt cx="1661971" cy="647113"/>
            </a:xfrm>
          </p:grpSpPr>
          <p:sp>
            <p:nvSpPr>
              <p:cNvPr id="160" name="사각형: 둥근 모서리 159">
                <a:extLst>
                  <a:ext uri="{FF2B5EF4-FFF2-40B4-BE49-F238E27FC236}">
                    <a16:creationId xmlns:a16="http://schemas.microsoft.com/office/drawing/2014/main" id="{D562B792-AA9B-5635-7E84-01CEB8DAAF14}"/>
                  </a:ext>
                </a:extLst>
              </p:cNvPr>
              <p:cNvSpPr/>
              <p:nvPr/>
            </p:nvSpPr>
            <p:spPr>
              <a:xfrm>
                <a:off x="3074203" y="3241858"/>
                <a:ext cx="85442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61" name="사각형: 둥근 모서리 160">
                <a:extLst>
                  <a:ext uri="{FF2B5EF4-FFF2-40B4-BE49-F238E27FC236}">
                    <a16:creationId xmlns:a16="http://schemas.microsoft.com/office/drawing/2014/main" id="{FE1BD694-9C8C-1683-24ED-5CD7D0977041}"/>
                  </a:ext>
                </a:extLst>
              </p:cNvPr>
              <p:cNvSpPr/>
              <p:nvPr/>
            </p:nvSpPr>
            <p:spPr>
              <a:xfrm>
                <a:off x="3074205" y="3636971"/>
                <a:ext cx="85442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 dirty="0"/>
                  <a:t>Type C : M </a:t>
                </a:r>
                <a:endParaRPr lang="ko-KR" altLang="en-US" sz="1000" dirty="0"/>
              </a:p>
            </p:txBody>
          </p:sp>
          <p:sp>
            <p:nvSpPr>
              <p:cNvPr id="163" name="사각형: 둥근 모서리 162">
                <a:extLst>
                  <a:ext uri="{FF2B5EF4-FFF2-40B4-BE49-F238E27FC236}">
                    <a16:creationId xmlns:a16="http://schemas.microsoft.com/office/drawing/2014/main" id="{8ED2A213-3C57-ED58-0938-9BAF7040D2EB}"/>
                  </a:ext>
                </a:extLst>
              </p:cNvPr>
              <p:cNvSpPr/>
              <p:nvPr/>
            </p:nvSpPr>
            <p:spPr>
              <a:xfrm>
                <a:off x="2273586" y="3241858"/>
                <a:ext cx="634267" cy="252000"/>
              </a:xfrm>
              <a:prstGeom prst="roundRect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프론트 도어</a:t>
                </a:r>
              </a:p>
            </p:txBody>
          </p:sp>
          <p:sp>
            <p:nvSpPr>
              <p:cNvPr id="164" name="사각형: 둥근 모서리 163">
                <a:extLst>
                  <a:ext uri="{FF2B5EF4-FFF2-40B4-BE49-F238E27FC236}">
                    <a16:creationId xmlns:a16="http://schemas.microsoft.com/office/drawing/2014/main" id="{2333F9C3-3960-52FB-25EA-1CFC50D8C3AD}"/>
                  </a:ext>
                </a:extLst>
              </p:cNvPr>
              <p:cNvSpPr/>
              <p:nvPr/>
            </p:nvSpPr>
            <p:spPr>
              <a:xfrm>
                <a:off x="2266663" y="3627125"/>
                <a:ext cx="634267" cy="252000"/>
              </a:xfrm>
              <a:prstGeom prst="roundRect">
                <a:avLst/>
              </a:prstGeom>
              <a:solidFill>
                <a:srgbClr val="0F9E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도어</a:t>
                </a:r>
                <a:endParaRPr lang="en-US" altLang="ko-KR" sz="800"/>
              </a:p>
              <a:p>
                <a:pPr algn="ctr"/>
                <a:r>
                  <a:rPr lang="ko-KR" altLang="en-US" sz="800" err="1"/>
                  <a:t>체커</a:t>
                </a:r>
                <a:endParaRPr lang="ko-KR" altLang="en-US" sz="80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59918D2C-6281-7635-7D01-1B10BD56C07C}"/>
              </a:ext>
            </a:extLst>
          </p:cNvPr>
          <p:cNvGrpSpPr/>
          <p:nvPr/>
        </p:nvGrpSpPr>
        <p:grpSpPr>
          <a:xfrm>
            <a:off x="2167807" y="4159399"/>
            <a:ext cx="1871653" cy="1620000"/>
            <a:chOff x="2174647" y="4206352"/>
            <a:chExt cx="1871653" cy="1620000"/>
          </a:xfrm>
        </p:grpSpPr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A6C6FAD7-2850-13E9-46E1-C36461179B4B}"/>
                </a:ext>
              </a:extLst>
            </p:cNvPr>
            <p:cNvSpPr/>
            <p:nvPr/>
          </p:nvSpPr>
          <p:spPr>
            <a:xfrm>
              <a:off x="2174647" y="4206352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DC815932-1399-C29F-3A1E-7D7DEDA35275}"/>
                </a:ext>
              </a:extLst>
            </p:cNvPr>
            <p:cNvGrpSpPr/>
            <p:nvPr/>
          </p:nvGrpSpPr>
          <p:grpSpPr>
            <a:xfrm>
              <a:off x="2266663" y="4339619"/>
              <a:ext cx="1728212" cy="1353467"/>
              <a:chOff x="2266663" y="4339619"/>
              <a:chExt cx="1728212" cy="1353467"/>
            </a:xfrm>
          </p:grpSpPr>
          <p:sp>
            <p:nvSpPr>
              <p:cNvPr id="154" name="타원 153">
                <a:extLst>
                  <a:ext uri="{FF2B5EF4-FFF2-40B4-BE49-F238E27FC236}">
                    <a16:creationId xmlns:a16="http://schemas.microsoft.com/office/drawing/2014/main" id="{86A460CE-4D19-5F99-418F-6AEB656BA852}"/>
                  </a:ext>
                </a:extLst>
              </p:cNvPr>
              <p:cNvSpPr/>
              <p:nvPr/>
            </p:nvSpPr>
            <p:spPr>
              <a:xfrm>
                <a:off x="3079122" y="4836353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6D874632-BD9F-834A-0CBE-5FCB6481999F}"/>
                  </a:ext>
                </a:extLst>
              </p:cNvPr>
              <p:cNvSpPr/>
              <p:nvPr/>
            </p:nvSpPr>
            <p:spPr>
              <a:xfrm>
                <a:off x="3079115" y="4339619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BCEEA81D-364A-0760-CF20-79569DF1DB29}"/>
                  </a:ext>
                </a:extLst>
              </p:cNvPr>
              <p:cNvSpPr/>
              <p:nvPr/>
            </p:nvSpPr>
            <p:spPr>
              <a:xfrm>
                <a:off x="3079113" y="5333086"/>
                <a:ext cx="915753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  <p:sp>
            <p:nvSpPr>
              <p:cNvPr id="165" name="사각형: 둥근 모서리 164">
                <a:extLst>
                  <a:ext uri="{FF2B5EF4-FFF2-40B4-BE49-F238E27FC236}">
                    <a16:creationId xmlns:a16="http://schemas.microsoft.com/office/drawing/2014/main" id="{F02E76B0-9524-3CB0-7F51-F2D04F6C0F2B}"/>
                  </a:ext>
                </a:extLst>
              </p:cNvPr>
              <p:cNvSpPr/>
              <p:nvPr/>
            </p:nvSpPr>
            <p:spPr>
              <a:xfrm>
                <a:off x="2266663" y="4890352"/>
                <a:ext cx="634267" cy="252000"/>
              </a:xfrm>
              <a:prstGeom prst="roundRect">
                <a:avLst/>
              </a:prstGeom>
              <a:solidFill>
                <a:srgbClr val="0F9ED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도어</a:t>
                </a:r>
                <a:endParaRPr lang="en-US" altLang="ko-KR" sz="800"/>
              </a:p>
              <a:p>
                <a:pPr algn="ctr"/>
                <a:r>
                  <a:rPr lang="ko-KR" altLang="en-US" sz="800" err="1"/>
                  <a:t>체커</a:t>
                </a:r>
                <a:endParaRPr lang="ko-KR" altLang="en-US" sz="800"/>
              </a:p>
            </p:txBody>
          </p:sp>
          <p:sp>
            <p:nvSpPr>
              <p:cNvPr id="166" name="사각형: 둥근 모서리 165">
                <a:extLst>
                  <a:ext uri="{FF2B5EF4-FFF2-40B4-BE49-F238E27FC236}">
                    <a16:creationId xmlns:a16="http://schemas.microsoft.com/office/drawing/2014/main" id="{C9A3DF3D-63EB-4DDE-A843-1F5B808C20BB}"/>
                  </a:ext>
                </a:extLst>
              </p:cNvPr>
              <p:cNvSpPr/>
              <p:nvPr/>
            </p:nvSpPr>
            <p:spPr>
              <a:xfrm>
                <a:off x="2273158" y="4393619"/>
                <a:ext cx="634267" cy="252000"/>
              </a:xfrm>
              <a:prstGeom prst="roundRect">
                <a:avLst/>
              </a:prstGeom>
              <a:solidFill>
                <a:srgbClr val="A02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바디</a:t>
                </a:r>
              </a:p>
            </p:txBody>
          </p:sp>
          <p:sp>
            <p:nvSpPr>
              <p:cNvPr id="167" name="사각형: 둥근 모서리 166">
                <a:extLst>
                  <a:ext uri="{FF2B5EF4-FFF2-40B4-BE49-F238E27FC236}">
                    <a16:creationId xmlns:a16="http://schemas.microsoft.com/office/drawing/2014/main" id="{9D23C3AA-660B-15A1-38CC-6F058CF818B9}"/>
                  </a:ext>
                </a:extLst>
              </p:cNvPr>
              <p:cNvSpPr/>
              <p:nvPr/>
            </p:nvSpPr>
            <p:spPr>
              <a:xfrm>
                <a:off x="2273159" y="5405336"/>
                <a:ext cx="634267" cy="252000"/>
              </a:xfrm>
              <a:prstGeom prst="roundRect">
                <a:avLst/>
              </a:prstGeom>
              <a:solidFill>
                <a:srgbClr val="A02B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</p:grp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64FBD3-A0E3-81D9-4122-474ABA6821D9}"/>
              </a:ext>
            </a:extLst>
          </p:cNvPr>
          <p:cNvGrpSpPr/>
          <p:nvPr/>
        </p:nvGrpSpPr>
        <p:grpSpPr>
          <a:xfrm>
            <a:off x="5050415" y="2362072"/>
            <a:ext cx="2417642" cy="1335017"/>
            <a:chOff x="5641856" y="2315902"/>
            <a:chExt cx="1315038" cy="726162"/>
          </a:xfrm>
        </p:grpSpPr>
        <p:pic>
          <p:nvPicPr>
            <p:cNvPr id="168" name="그래픽 167" descr="데이터베이스 단색으로 채워진">
              <a:extLst>
                <a:ext uri="{FF2B5EF4-FFF2-40B4-BE49-F238E27FC236}">
                  <a16:creationId xmlns:a16="http://schemas.microsoft.com/office/drawing/2014/main" id="{80228957-A59B-74EA-394F-3CA1EA31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48680" y="2315902"/>
              <a:ext cx="473639" cy="50912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4326339-A95F-CAFE-6CF7-85B41EC7280F}"/>
                </a:ext>
              </a:extLst>
            </p:cNvPr>
            <p:cNvSpPr txBox="1"/>
            <p:nvPr/>
          </p:nvSpPr>
          <p:spPr>
            <a:xfrm>
              <a:off x="5641856" y="2790948"/>
              <a:ext cx="1315038" cy="251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‘</a:t>
              </a:r>
              <a:r>
                <a:rPr lang="ko-KR" altLang="en-US" sz="1200" b="1" dirty="0"/>
                <a:t>부품</a:t>
              </a:r>
              <a:r>
                <a:rPr lang="en-US" altLang="ko-KR" sz="1200" b="1" dirty="0"/>
                <a:t>’-’</a:t>
              </a:r>
              <a:r>
                <a:rPr lang="ko-KR" altLang="en-US" sz="1200" b="1" dirty="0"/>
                <a:t>동작</a:t>
              </a:r>
              <a:r>
                <a:rPr lang="en-US" altLang="ko-KR" sz="1200" b="1" dirty="0"/>
                <a:t>’ </a:t>
              </a:r>
              <a:r>
                <a:rPr lang="ko-KR" altLang="en-US" sz="1200" b="1" dirty="0"/>
                <a:t>조립 기준 변환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데이터</a:t>
              </a:r>
            </a:p>
          </p:txBody>
        </p:sp>
      </p:grp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A5BD0104-A5F1-E79F-0F7A-7A6DF1F4CEFD}"/>
              </a:ext>
            </a:extLst>
          </p:cNvPr>
          <p:cNvSpPr/>
          <p:nvPr/>
        </p:nvSpPr>
        <p:spPr>
          <a:xfrm>
            <a:off x="5934663" y="3704011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4479721-C85C-6D38-7053-DC1646023D38}"/>
              </a:ext>
            </a:extLst>
          </p:cNvPr>
          <p:cNvSpPr/>
          <p:nvPr/>
        </p:nvSpPr>
        <p:spPr>
          <a:xfrm>
            <a:off x="5407847" y="4021844"/>
            <a:ext cx="1752599" cy="144371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공법서 변환 </a:t>
            </a:r>
            <a:r>
              <a:rPr lang="ko-KR" altLang="en-US" b="1" dirty="0" err="1"/>
              <a:t>어뎁터</a:t>
            </a:r>
            <a:endParaRPr lang="ko-KR" altLang="en-US" b="1" dirty="0"/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D314656-C194-1C8F-954C-CE58B8EFCE52}"/>
              </a:ext>
            </a:extLst>
          </p:cNvPr>
          <p:cNvSpPr/>
          <p:nvPr/>
        </p:nvSpPr>
        <p:spPr>
          <a:xfrm>
            <a:off x="1098837" y="2356857"/>
            <a:ext cx="1801748" cy="3079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dirty="0"/>
              <a:t> 기준 </a:t>
            </a:r>
            <a:r>
              <a:rPr lang="en-US" altLang="ko-KR" dirty="0"/>
              <a:t>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2446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1159-62CE-7013-D7DA-9D7A3327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8716305B-3B64-A178-EAA6-4CBD25F7F7B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131C7213-D30E-F2F9-DDE7-0EBBA2D7F4E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29A46FEC-656C-E831-7F9A-503F32B4B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56890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BD4AE-10A8-9401-3E1F-FC12B173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187500AF-791C-7379-7CE1-4070F48AEE3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3EA5E55-3566-C0EE-5A10-A192A7A1CE1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C721F698-6D35-245E-171D-6F4BF09B6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1867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4339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2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Type D : I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</a:t>
                </a:r>
                <a:endParaRPr lang="ko-KR" altLang="en-US" sz="1200" dirty="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M4 </a:t>
                </a:r>
                <a:r>
                  <a:rPr lang="ko-KR" altLang="en-US" sz="1200" dirty="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dirty="0" err="1">
                    <a:latin typeface="+mj-ea"/>
                    <a:ea typeface="+mj-ea"/>
                  </a:rPr>
                  <a:t>나사탭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 dirty="0">
                      <a:latin typeface="+mj-ea"/>
                      <a:ea typeface="+mj-ea"/>
                    </a:rPr>
                    <a:t>M4 </a:t>
                  </a:r>
                  <a:r>
                    <a:rPr lang="ko-KR" altLang="en-US" sz="1200" dirty="0" err="1">
                      <a:latin typeface="+mj-ea"/>
                      <a:ea typeface="+mj-ea"/>
                    </a:rPr>
                    <a:t>나사탭</a:t>
                  </a:r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2336-E44B-6F68-BF8D-E0B7914F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F25FB73-587C-B6F0-A68E-05E9136B5DF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1CACEBC1-2C6F-7156-93E0-FA438AAA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5BCC45-E686-658E-4DCA-3F1CA8577F9C}"/>
              </a:ext>
            </a:extLst>
          </p:cNvPr>
          <p:cNvGrpSpPr/>
          <p:nvPr/>
        </p:nvGrpSpPr>
        <p:grpSpPr>
          <a:xfrm>
            <a:off x="500949" y="2263140"/>
            <a:ext cx="5150331" cy="2774001"/>
            <a:chOff x="6571322" y="871168"/>
            <a:chExt cx="5150331" cy="2774001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823BF485-8EAC-F3A0-76E6-610A1100BD08}"/>
                </a:ext>
              </a:extLst>
            </p:cNvPr>
            <p:cNvGrpSpPr/>
            <p:nvPr/>
          </p:nvGrpSpPr>
          <p:grpSpPr>
            <a:xfrm>
              <a:off x="6571322" y="871168"/>
              <a:ext cx="5150331" cy="2362790"/>
              <a:chOff x="6505905" y="416518"/>
              <a:chExt cx="5150331" cy="2362790"/>
            </a:xfrm>
          </p:grpSpPr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7DB13C3E-29DC-8CE7-2F04-AE971C89A0D3}"/>
                  </a:ext>
                </a:extLst>
              </p:cNvPr>
              <p:cNvCxnSpPr>
                <a:cxnSpLocks/>
                <a:stCxn id="49" idx="4"/>
                <a:endCxn id="51" idx="0"/>
              </p:cNvCxnSpPr>
              <p:nvPr/>
            </p:nvCxnSpPr>
            <p:spPr>
              <a:xfrm>
                <a:off x="10290619" y="847437"/>
                <a:ext cx="0" cy="949075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31CFEB6-871D-14F2-1E31-CD86887DAE2C}"/>
                  </a:ext>
                </a:extLst>
              </p:cNvPr>
              <p:cNvSpPr/>
              <p:nvPr/>
            </p:nvSpPr>
            <p:spPr>
              <a:xfrm>
                <a:off x="8822374" y="1099998"/>
                <a:ext cx="686134" cy="53195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도어</a:t>
                </a:r>
                <a:endParaRPr lang="en-US" altLang="ko-KR" sz="900"/>
              </a:p>
              <a:p>
                <a:pPr algn="ctr"/>
                <a:r>
                  <a:rPr lang="ko-KR" altLang="en-US" sz="900" err="1"/>
                  <a:t>체커</a:t>
                </a:r>
                <a:endParaRPr lang="ko-KR" altLang="en-US" sz="900"/>
              </a:p>
            </p:txBody>
          </p: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7C7A34C4-DD80-7B15-2A61-EC4E7456FA9D}"/>
                  </a:ext>
                </a:extLst>
              </p:cNvPr>
              <p:cNvCxnSpPr>
                <a:cxnSpLocks/>
                <a:stCxn id="48" idx="2"/>
                <a:endCxn id="39" idx="6"/>
              </p:cNvCxnSpPr>
              <p:nvPr/>
            </p:nvCxnSpPr>
            <p:spPr>
              <a:xfrm flipH="1">
                <a:off x="9508509" y="1365975"/>
                <a:ext cx="23188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BA59EAA-76EE-F29E-F8B8-43C3327D48C8}"/>
                  </a:ext>
                </a:extLst>
              </p:cNvPr>
              <p:cNvSpPr/>
              <p:nvPr/>
            </p:nvSpPr>
            <p:spPr>
              <a:xfrm>
                <a:off x="6505905" y="416518"/>
                <a:ext cx="758050" cy="5252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EE6DC88-2A9B-3392-4A59-D3BF7B9F5931}"/>
                  </a:ext>
                </a:extLst>
              </p:cNvPr>
              <p:cNvCxnSpPr>
                <a:cxnSpLocks/>
                <a:stCxn id="45" idx="1"/>
                <a:endCxn id="41" idx="6"/>
              </p:cNvCxnSpPr>
              <p:nvPr/>
            </p:nvCxnSpPr>
            <p:spPr>
              <a:xfrm flipH="1" flipV="1">
                <a:off x="7263955" y="679122"/>
                <a:ext cx="165443" cy="18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D96EE4C-1C9C-72E1-449E-07E432072F75}"/>
                  </a:ext>
                </a:extLst>
              </p:cNvPr>
              <p:cNvSpPr/>
              <p:nvPr/>
            </p:nvSpPr>
            <p:spPr>
              <a:xfrm>
                <a:off x="10970102" y="442409"/>
                <a:ext cx="686134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바디</a:t>
                </a:r>
              </a:p>
            </p:txBody>
          </p: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C741DB83-AE3D-9524-F0E7-21913AE9AD9C}"/>
                  </a:ext>
                </a:extLst>
              </p:cNvPr>
              <p:cNvCxnSpPr>
                <a:cxnSpLocks/>
                <a:stCxn id="49" idx="6"/>
                <a:endCxn id="43" idx="2"/>
              </p:cNvCxnSpPr>
              <p:nvPr/>
            </p:nvCxnSpPr>
            <p:spPr>
              <a:xfrm>
                <a:off x="10894441" y="674698"/>
                <a:ext cx="75660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7F0CF65E-8BF0-41BC-7F4F-9386685DB3CB}"/>
                  </a:ext>
                </a:extLst>
              </p:cNvPr>
              <p:cNvSpPr/>
              <p:nvPr/>
            </p:nvSpPr>
            <p:spPr>
              <a:xfrm>
                <a:off x="7429398" y="558751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F </a:t>
                </a:r>
                <a:endParaRPr lang="ko-KR" altLang="en-US" sz="900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D0D504B-657F-9D06-B12E-B05FB7B24AC1}"/>
                  </a:ext>
                </a:extLst>
              </p:cNvPr>
              <p:cNvSpPr/>
              <p:nvPr/>
            </p:nvSpPr>
            <p:spPr>
              <a:xfrm>
                <a:off x="7429398" y="1245415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M </a:t>
                </a:r>
                <a:endParaRPr lang="ko-KR" altLang="en-US" sz="900"/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8E948E0-1AF1-C8AA-3D37-EA8D1C768798}"/>
                  </a:ext>
                </a:extLst>
              </p:cNvPr>
              <p:cNvCxnSpPr>
                <a:cxnSpLocks/>
                <a:stCxn id="46" idx="3"/>
                <a:endCxn id="39" idx="2"/>
              </p:cNvCxnSpPr>
              <p:nvPr/>
            </p:nvCxnSpPr>
            <p:spPr>
              <a:xfrm>
                <a:off x="8499070" y="1365975"/>
                <a:ext cx="323304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686722E-DF82-BBBF-800A-8685D89DEE95}"/>
                  </a:ext>
                </a:extLst>
              </p:cNvPr>
              <p:cNvSpPr/>
              <p:nvPr/>
            </p:nvSpPr>
            <p:spPr>
              <a:xfrm>
                <a:off x="9740398" y="1193236"/>
                <a:ext cx="1100442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I</a:t>
                </a:r>
                <a:endParaRPr lang="ko-KR" altLang="en-US" sz="900" dirty="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E6DB0B78-D2E3-C110-6DEA-6998071683E0}"/>
                  </a:ext>
                </a:extLst>
              </p:cNvPr>
              <p:cNvSpPr/>
              <p:nvPr/>
            </p:nvSpPr>
            <p:spPr>
              <a:xfrm>
                <a:off x="9686797" y="501959"/>
                <a:ext cx="120764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F</a:t>
                </a:r>
                <a:endParaRPr lang="ko-KR" altLang="en-US" sz="900" dirty="0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74B5F82E-C6A7-D8DA-A7A7-61CA45EDE5BF}"/>
                  </a:ext>
                </a:extLst>
              </p:cNvPr>
              <p:cNvSpPr/>
              <p:nvPr/>
            </p:nvSpPr>
            <p:spPr>
              <a:xfrm>
                <a:off x="9891000" y="2314729"/>
                <a:ext cx="799236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볼트</a:t>
                </a: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9191C337-C7E3-DDF0-4050-AD605F8C4725}"/>
                  </a:ext>
                </a:extLst>
              </p:cNvPr>
              <p:cNvSpPr/>
              <p:nvPr/>
            </p:nvSpPr>
            <p:spPr>
              <a:xfrm>
                <a:off x="9686796" y="1796512"/>
                <a:ext cx="1207646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Type D : M</a:t>
                </a:r>
                <a:endParaRPr lang="ko-KR" altLang="en-US" sz="900" dirty="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646D734F-B347-1C32-AA05-0F6E12AACA17}"/>
                  </a:ext>
                </a:extLst>
              </p:cNvPr>
              <p:cNvCxnSpPr>
                <a:cxnSpLocks/>
                <a:stCxn id="51" idx="4"/>
                <a:endCxn id="50" idx="0"/>
              </p:cNvCxnSpPr>
              <p:nvPr/>
            </p:nvCxnSpPr>
            <p:spPr>
              <a:xfrm>
                <a:off x="10290619" y="2141990"/>
                <a:ext cx="0" cy="17273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6E95CEEC-603B-F888-9426-F26991ED5D9B}"/>
                  </a:ext>
                </a:extLst>
              </p:cNvPr>
              <p:cNvCxnSpPr>
                <a:cxnSpLocks/>
                <a:stCxn id="45" idx="2"/>
                <a:endCxn id="46" idx="0"/>
              </p:cNvCxnSpPr>
              <p:nvPr/>
            </p:nvCxnSpPr>
            <p:spPr>
              <a:xfrm>
                <a:off x="7964234" y="799871"/>
                <a:ext cx="0" cy="445544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E1DDA6-9188-B5EF-CFE7-8DBA9DFAEEF8}"/>
                </a:ext>
              </a:extLst>
            </p:cNvPr>
            <p:cNvSpPr txBox="1"/>
            <p:nvPr/>
          </p:nvSpPr>
          <p:spPr>
            <a:xfrm>
              <a:off x="7462910" y="3337392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ko-KR" altLang="en-US" sz="1400" dirty="0"/>
                <a:t> 조립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E60169-29D2-C9F8-A91A-5E4ABA9CF1DB}"/>
              </a:ext>
            </a:extLst>
          </p:cNvPr>
          <p:cNvGrpSpPr/>
          <p:nvPr/>
        </p:nvGrpSpPr>
        <p:grpSpPr>
          <a:xfrm>
            <a:off x="6266402" y="2105934"/>
            <a:ext cx="5400000" cy="2931207"/>
            <a:chOff x="6266402" y="2105934"/>
            <a:chExt cx="5400000" cy="2931207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E16DAFE-4768-257D-1996-4127695B5E67}"/>
                </a:ext>
              </a:extLst>
            </p:cNvPr>
            <p:cNvGrpSpPr/>
            <p:nvPr/>
          </p:nvGrpSpPr>
          <p:grpSpPr>
            <a:xfrm>
              <a:off x="6266402" y="2105934"/>
              <a:ext cx="5400000" cy="2519996"/>
              <a:chOff x="6403562" y="3591834"/>
              <a:chExt cx="5400000" cy="2519996"/>
            </a:xfrm>
          </p:grpSpPr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BC0526C5-5E47-A43C-DE20-FEC838E92CE9}"/>
                  </a:ext>
                </a:extLst>
              </p:cNvPr>
              <p:cNvCxnSpPr>
                <a:cxnSpLocks/>
                <a:stCxn id="66" idx="2"/>
                <a:endCxn id="75" idx="0"/>
              </p:cNvCxnSpPr>
              <p:nvPr/>
            </p:nvCxnSpPr>
            <p:spPr>
              <a:xfrm>
                <a:off x="8368783" y="4412299"/>
                <a:ext cx="0" cy="838340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D6174B8-345E-577A-4E7F-74E04B9EE405}"/>
                  </a:ext>
                </a:extLst>
              </p:cNvPr>
              <p:cNvCxnSpPr>
                <a:cxnSpLocks/>
                <a:stCxn id="66" idx="3"/>
                <a:endCxn id="58" idx="2"/>
              </p:cNvCxnSpPr>
              <p:nvPr/>
            </p:nvCxnSpPr>
            <p:spPr>
              <a:xfrm flipV="1">
                <a:off x="8897514" y="4277985"/>
                <a:ext cx="695493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087A532C-86E1-11EE-AC8C-E5751012EC71}"/>
                  </a:ext>
                </a:extLst>
              </p:cNvPr>
              <p:cNvGrpSpPr/>
              <p:nvPr/>
            </p:nvGrpSpPr>
            <p:grpSpPr>
              <a:xfrm>
                <a:off x="9376453" y="3591834"/>
                <a:ext cx="2427109" cy="1401493"/>
                <a:chOff x="9376453" y="3591834"/>
                <a:chExt cx="2427109" cy="140149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988CEF88-B7F3-9447-E397-3134F3C3F840}"/>
                    </a:ext>
                  </a:extLst>
                </p:cNvPr>
                <p:cNvSpPr/>
                <p:nvPr/>
              </p:nvSpPr>
              <p:spPr>
                <a:xfrm>
                  <a:off x="9593007" y="4003504"/>
                  <a:ext cx="624358" cy="548962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래치</a:t>
                  </a:r>
                </a:p>
              </p:txBody>
            </p:sp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30CAF25C-7947-8AD5-0A18-779F348FF8C3}"/>
                    </a:ext>
                  </a:extLst>
                </p:cNvPr>
                <p:cNvSpPr/>
                <p:nvPr/>
              </p:nvSpPr>
              <p:spPr>
                <a:xfrm>
                  <a:off x="9404513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07ED8CAC-F20B-51E0-B229-27C395C2567A}"/>
                    </a:ext>
                  </a:extLst>
                </p:cNvPr>
                <p:cNvSpPr/>
                <p:nvPr/>
              </p:nvSpPr>
              <p:spPr>
                <a:xfrm>
                  <a:off x="10746098" y="4161451"/>
                  <a:ext cx="1057464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E : M</a:t>
                  </a:r>
                  <a:endParaRPr lang="ko-KR" altLang="en-US" sz="900"/>
                </a:p>
              </p:txBody>
            </p:sp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DA639322-CD1F-682C-3427-B09B75D8BFBD}"/>
                    </a:ext>
                  </a:extLst>
                </p:cNvPr>
                <p:cNvSpPr/>
                <p:nvPr/>
              </p:nvSpPr>
              <p:spPr>
                <a:xfrm>
                  <a:off x="9376453" y="4760260"/>
                  <a:ext cx="1057463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F : M </a:t>
                  </a:r>
                  <a:endParaRPr lang="ko-KR" altLang="en-US" sz="900"/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88E4349E-A6B7-20F1-3FDD-F306D41659F1}"/>
                    </a:ext>
                  </a:extLst>
                </p:cNvPr>
                <p:cNvCxnSpPr>
                  <a:cxnSpLocks/>
                  <a:stCxn id="58" idx="0"/>
                  <a:endCxn id="59" idx="4"/>
                </p:cNvCxnSpPr>
                <p:nvPr/>
              </p:nvCxnSpPr>
              <p:spPr>
                <a:xfrm flipH="1" flipV="1">
                  <a:off x="9905184" y="3824901"/>
                  <a:ext cx="2" cy="17860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9095914C-490C-A1E6-026E-C7FA5304E251}"/>
                    </a:ext>
                  </a:extLst>
                </p:cNvPr>
                <p:cNvCxnSpPr>
                  <a:cxnSpLocks/>
                  <a:stCxn id="60" idx="2"/>
                  <a:endCxn id="58" idx="6"/>
                </p:cNvCxnSpPr>
                <p:nvPr/>
              </p:nvCxnSpPr>
              <p:spPr>
                <a:xfrm flipH="1">
                  <a:off x="10217365" y="4277985"/>
                  <a:ext cx="52873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0975073D-63D0-66B8-E4BA-593D35248A49}"/>
                    </a:ext>
                  </a:extLst>
                </p:cNvPr>
                <p:cNvCxnSpPr>
                  <a:cxnSpLocks/>
                  <a:stCxn id="61" idx="0"/>
                  <a:endCxn id="58" idx="4"/>
                </p:cNvCxnSpPr>
                <p:nvPr/>
              </p:nvCxnSpPr>
              <p:spPr>
                <a:xfrm flipV="1">
                  <a:off x="9905185" y="4552466"/>
                  <a:ext cx="1" cy="20779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9ED199E9-8A2A-3F50-1B92-1E3DC683045E}"/>
                  </a:ext>
                </a:extLst>
              </p:cNvPr>
              <p:cNvSpPr/>
              <p:nvPr/>
            </p:nvSpPr>
            <p:spPr>
              <a:xfrm>
                <a:off x="6553269" y="4112832"/>
                <a:ext cx="758050" cy="4367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1752F7D-A04B-1A38-4F7B-E423F5A1AE2C}"/>
                  </a:ext>
                </a:extLst>
              </p:cNvPr>
              <p:cNvGrpSpPr/>
              <p:nvPr/>
            </p:nvGrpSpPr>
            <p:grpSpPr>
              <a:xfrm>
                <a:off x="6403562" y="5125655"/>
                <a:ext cx="2515789" cy="986175"/>
                <a:chOff x="6403562" y="5125655"/>
                <a:chExt cx="2515789" cy="986175"/>
              </a:xfrm>
            </p:grpSpPr>
            <p:sp>
              <p:nvSpPr>
                <p:cNvPr id="71" name="사각형: 둥근 모서리 70">
                  <a:extLst>
                    <a:ext uri="{FF2B5EF4-FFF2-40B4-BE49-F238E27FC236}">
                      <a16:creationId xmlns:a16="http://schemas.microsoft.com/office/drawing/2014/main" id="{CB272862-69A1-668D-CA36-B2950B50D4A0}"/>
                    </a:ext>
                  </a:extLst>
                </p:cNvPr>
                <p:cNvSpPr/>
                <p:nvPr/>
              </p:nvSpPr>
              <p:spPr>
                <a:xfrm>
                  <a:off x="6403562" y="5125655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</a:t>
                  </a:r>
                  <a:endParaRPr lang="ko-KR" altLang="en-US" sz="900"/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96977C79-2F49-D1F2-25A7-02372DEF03DC}"/>
                    </a:ext>
                  </a:extLst>
                </p:cNvPr>
                <p:cNvSpPr/>
                <p:nvPr/>
              </p:nvSpPr>
              <p:spPr>
                <a:xfrm>
                  <a:off x="7927278" y="5725503"/>
                  <a:ext cx="883007" cy="3863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75" name="타원 74">
                  <a:extLst>
                    <a:ext uri="{FF2B5EF4-FFF2-40B4-BE49-F238E27FC236}">
                      <a16:creationId xmlns:a16="http://schemas.microsoft.com/office/drawing/2014/main" id="{913B4E1B-F4BB-01AD-6C17-2E6446AD4BE2}"/>
                    </a:ext>
                  </a:extLst>
                </p:cNvPr>
                <p:cNvSpPr/>
                <p:nvPr/>
              </p:nvSpPr>
              <p:spPr>
                <a:xfrm>
                  <a:off x="7818215" y="5250639"/>
                  <a:ext cx="1101136" cy="28728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0CCA6011-61A3-C669-1779-9815406874C0}"/>
                    </a:ext>
                  </a:extLst>
                </p:cNvPr>
                <p:cNvCxnSpPr>
                  <a:cxnSpLocks/>
                  <a:stCxn id="75" idx="4"/>
                  <a:endCxn id="74" idx="0"/>
                </p:cNvCxnSpPr>
                <p:nvPr/>
              </p:nvCxnSpPr>
              <p:spPr>
                <a:xfrm flipH="1">
                  <a:off x="8368782" y="5537926"/>
                  <a:ext cx="1" cy="18757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4133022-35B4-8CE8-1AB2-454EC1C66B87}"/>
                  </a:ext>
                </a:extLst>
              </p:cNvPr>
              <p:cNvGrpSpPr/>
              <p:nvPr/>
            </p:nvGrpSpPr>
            <p:grpSpPr>
              <a:xfrm>
                <a:off x="6932294" y="3591834"/>
                <a:ext cx="2472219" cy="1533821"/>
                <a:chOff x="6932294" y="3591834"/>
                <a:chExt cx="2472219" cy="1533821"/>
              </a:xfrm>
            </p:grpSpPr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E81A7E90-BEE1-92E1-2939-DB11739BE786}"/>
                    </a:ext>
                  </a:extLst>
                </p:cNvPr>
                <p:cNvSpPr/>
                <p:nvPr/>
              </p:nvSpPr>
              <p:spPr>
                <a:xfrm>
                  <a:off x="7840051" y="4143672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F</a:t>
                  </a:r>
                  <a:endParaRPr lang="ko-KR" altLang="en-US" sz="90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8E344C77-2751-9126-A8EC-D54D772D51F5}"/>
                    </a:ext>
                  </a:extLst>
                </p:cNvPr>
                <p:cNvCxnSpPr>
                  <a:cxnSpLocks/>
                  <a:stCxn id="70" idx="2"/>
                  <a:endCxn id="67" idx="7"/>
                </p:cNvCxnSpPr>
                <p:nvPr/>
              </p:nvCxnSpPr>
              <p:spPr>
                <a:xfrm flipH="1">
                  <a:off x="7200305" y="3708368"/>
                  <a:ext cx="667807" cy="46842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EF5394F3-5E72-AAE3-04CC-798369562E1C}"/>
                    </a:ext>
                  </a:extLst>
                </p:cNvPr>
                <p:cNvCxnSpPr>
                  <a:cxnSpLocks/>
                  <a:stCxn id="71" idx="0"/>
                  <a:endCxn id="67" idx="4"/>
                </p:cNvCxnSpPr>
                <p:nvPr/>
              </p:nvCxnSpPr>
              <p:spPr>
                <a:xfrm flipV="1">
                  <a:off x="6932294" y="4549575"/>
                  <a:ext cx="0" cy="5760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3A3CBFF0-AFB2-0BEB-8185-CDA0B312A439}"/>
                    </a:ext>
                  </a:extLst>
                </p:cNvPr>
                <p:cNvSpPr/>
                <p:nvPr/>
              </p:nvSpPr>
              <p:spPr>
                <a:xfrm>
                  <a:off x="7868112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9968A815-C33E-0BF4-99AD-59A8C1F6FDA6}"/>
                    </a:ext>
                  </a:extLst>
                </p:cNvPr>
                <p:cNvSpPr/>
                <p:nvPr/>
              </p:nvSpPr>
              <p:spPr>
                <a:xfrm>
                  <a:off x="7840051" y="4742481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I</a:t>
                  </a:r>
                  <a:endParaRPr lang="ko-KR" altLang="en-US" sz="900"/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00CF94D6-4E83-547C-9D91-8C1F833FC50E}"/>
                    </a:ext>
                  </a:extLst>
                </p:cNvPr>
                <p:cNvCxnSpPr>
                  <a:cxnSpLocks/>
                  <a:stCxn id="72" idx="1"/>
                  <a:endCxn id="67" idx="5"/>
                </p:cNvCxnSpPr>
                <p:nvPr/>
              </p:nvCxnSpPr>
              <p:spPr>
                <a:xfrm flipH="1" flipV="1">
                  <a:off x="7200305" y="4485615"/>
                  <a:ext cx="639746" cy="3911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F2C2B991-DB39-341A-9DCE-71C4E9410041}"/>
                    </a:ext>
                  </a:extLst>
                </p:cNvPr>
                <p:cNvCxnSpPr>
                  <a:cxnSpLocks/>
                  <a:stCxn id="59" idx="2"/>
                  <a:endCxn id="70" idx="6"/>
                </p:cNvCxnSpPr>
                <p:nvPr/>
              </p:nvCxnSpPr>
              <p:spPr>
                <a:xfrm flipH="1">
                  <a:off x="8869453" y="3708368"/>
                  <a:ext cx="535060" cy="0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51F71EE-2362-0526-FD14-4CBAA74AA258}"/>
                </a:ext>
              </a:extLst>
            </p:cNvPr>
            <p:cNvSpPr txBox="1"/>
            <p:nvPr/>
          </p:nvSpPr>
          <p:spPr>
            <a:xfrm>
              <a:off x="7143881" y="4729364"/>
              <a:ext cx="3645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래치 조립</a:t>
              </a:r>
              <a:r>
                <a:rPr lang="en-US" altLang="ko-KR" sz="1400" dirty="0"/>
                <a:t> </a:t>
              </a:r>
              <a:endParaRPr lang="ko-KR" altLang="en-US" sz="1400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0B0294BE-30D3-10DE-8EA9-160F521CBE5E}"/>
              </a:ext>
            </a:extLst>
          </p:cNvPr>
          <p:cNvSpPr txBox="1"/>
          <p:nvPr/>
        </p:nvSpPr>
        <p:spPr>
          <a:xfrm>
            <a:off x="350982" y="716826"/>
            <a:ext cx="11395542" cy="48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맑은 고딕"/>
                <a:ea typeface="맑은 고딕"/>
              </a:rPr>
              <a:t>부품 조립 예시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ADEBA9-308E-56A0-F919-61EED4EAC2E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을 위한 정의</a:t>
            </a:r>
          </a:p>
        </p:txBody>
      </p:sp>
    </p:spTree>
    <p:extLst>
      <p:ext uri="{BB962C8B-B14F-4D97-AF65-F5344CB8AC3E}">
        <p14:creationId xmlns:p14="http://schemas.microsoft.com/office/powerpoint/2010/main" val="2228178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/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C483BCB1-F0CD-2C42-0D45-2B4F4AD59EBC}"/>
              </a:ext>
            </a:extLst>
          </p:cNvPr>
          <p:cNvSpPr/>
          <p:nvPr/>
        </p:nvSpPr>
        <p:spPr>
          <a:xfrm>
            <a:off x="821719" y="2707071"/>
            <a:ext cx="11028536" cy="313954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1FEA2-EB10-4419-24BB-706A5E10DAD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F0B715-6238-DD4B-A68E-CBD1552D09B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37EDEC1A-FC64-4476-4C97-0B0BC26E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26BC00E-9D38-ED0D-E6F1-66D0A73AC6A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8B57EDA-1D8C-12D9-762A-2E65C0D0CAD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DCB4B4A5-D939-3B26-31CC-E74AD18F653D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E87DC4A6-029D-82DF-28A5-6CB3316147D7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94F63E83-0B97-3484-9F12-F34C98658B2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D53DBA8B-B971-23B2-7538-21FA52F7CD52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5C2F14AE-D9B1-9CA2-6B62-55365D381397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095C43B1-6483-95F6-ED50-F78B52C98FA6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84EA002A-FA38-9F97-4133-E50863FF56F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0C64B426-2DA2-D825-B4DB-C74ACE26B07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B8E8DF89-75EC-7DD2-4C34-8825BAA8F84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A7225E7-CFFD-B624-1987-CF45BCFCDEA7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4AD78721-4E81-22E1-F729-AA4FC2E0C282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CB333E45-0F1C-F279-63D8-0FCA3A78805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A5DD3766-3FA0-A35B-1184-EAC049813165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0E834A92-7AF3-480C-2F24-068F51FFDED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A9F8FFF7-D4DF-93B8-6677-804F16098CA7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D9B64556-461B-36C3-0ECB-A9E82B9CA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87D105AF-D1D8-FE55-37B2-4B7C189AD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813D256B-582E-A9D0-8A4C-3730E314B2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E75A3DA1-1D6B-3A22-D9D9-CE1BADD514AF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232DC790-7C28-095D-841A-C5126D9B1319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2E000C4E-03EB-E5A4-B73E-E5E905E2356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AAEC59A5-E1B7-A180-FBFD-6E59615D97EF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CA0DF101-02AC-C4EE-F945-1F7F0B86C1B4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E6A6025E-CE5B-D812-58FB-52DB78848883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604D5A59-5EFB-75B2-38F8-6B33F377B404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A456CEA-8FE3-1A7C-18D4-EF74AAC677A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D326C9C-A1CD-A59E-29E3-3A9A3876ED63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2320882D-4342-EF0C-9C19-4246928B6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0F0785B-DA82-9730-5E13-0E94CC85DB45}"/>
              </a:ext>
            </a:extLst>
          </p:cNvPr>
          <p:cNvGrpSpPr/>
          <p:nvPr/>
        </p:nvGrpSpPr>
        <p:grpSpPr>
          <a:xfrm>
            <a:off x="3908439" y="1107438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D918CBE2-8CF7-C431-5F6F-756DA3F9B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C5F1B70-1D48-6D54-5FDA-2CA3FE158040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D955B742-3CFF-D7EC-DB02-8EED1DFE9D0E}"/>
              </a:ext>
            </a:extLst>
          </p:cNvPr>
          <p:cNvGrpSpPr/>
          <p:nvPr/>
        </p:nvGrpSpPr>
        <p:grpSpPr>
          <a:xfrm>
            <a:off x="4520617" y="2953088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E2CC0D0A-B785-B316-D371-91A1FB0E1A15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60840A14-B9A5-2A46-323D-BD96282C0F6F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9D3F3331-74A1-1210-9AFA-B6E57C316EA0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EEF0D99C-9C59-10BF-D6B6-17372C1A3E27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D291DABB-5A2E-8699-678B-38C1E881773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364EB44C-32A6-69A0-DB1D-4FC5728609D0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23CC56A-CC7F-4802-2F3C-69DAA6795E8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51DBE0-4810-EB2B-02AE-C1371E2A64F5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48E0728E-9A40-1E73-4915-90A9AA947770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B0798100-2351-7B9F-396A-8141E4BFF555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65748CDB-8288-B7D1-9432-FE67E7F0387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8CFD3B3C-4476-5412-F65D-58C26791710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04EEE15-1C02-B11C-99CD-9386DAFEC72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58DD0EA4-F911-AE05-B1C0-A77ED5BE3C46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F0FC362E-B3ED-2E90-CB96-8012B81DAAA8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5511DF3E-EB70-65A5-22AE-F17BE088CD60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C9B82E63-5FDF-2F3C-166A-BAEF543B72F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3C71CADA-D55F-8CE0-CA53-FB39C1ED5ADD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8DA7D58-2D4C-A897-4EA5-B5C6823C3650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E29A297-D003-AB7D-7418-C254DCE9C025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73C3566-5B47-7C99-5149-6AFEC718D008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33CBB08-BA2A-58D6-AF3A-751367E3A5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7719641-1CEE-625D-183A-2BA8AF5DBE99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3C8494B3-3D40-709F-566D-51DD1209402F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78C2D5AD-4643-C54F-6072-0D9F4539F196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77D4517-FE05-6534-CD0E-CD0C269EDE5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E87252-DCB0-8AC8-CAC9-961FA0DEB96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210DFE7-72E5-CF43-B67E-01428063D290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2E3AC5AD-8050-9389-4E51-913DD6BF429C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1DA77E3F-ABFC-4E20-8593-FD0615DA403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21D0EC0C-4273-1642-4E6D-DCBF716037B0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07A17A7-E072-777A-FC12-E990D4FAE4F3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8087B47A-055B-D6C6-23B3-BAFB892AE920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2563FC7-DE1B-F38D-B1B0-7F5B0F5B62C9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B2D7B108-0A44-D4D2-2EE1-0602B40128B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944A658-207D-0610-A6E7-2447E6DFE67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7F40524D-8E10-866B-9FEC-67B86CC8B5C1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951E5ED9-4589-AD14-E95E-92EF17CDBFF2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FA59218-130F-21C9-3BEB-131800C372CC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64F2FE5-A80B-C4D0-B4BC-35ED53EBE309}"/>
              </a:ext>
            </a:extLst>
          </p:cNvPr>
          <p:cNvGrpSpPr/>
          <p:nvPr/>
        </p:nvGrpSpPr>
        <p:grpSpPr>
          <a:xfrm>
            <a:off x="6679944" y="4078336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3B1B4CAD-0DE4-5EAB-0ED2-4478FBD308A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F0A2EA53-6011-B230-3B9C-B07CA340036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B9698ECA-4D31-EE28-48F5-F52BA7A5AB5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8E93EB21-D1BC-12F3-FB44-9505D0775A9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C698A8F2-AB39-B2ED-E04D-28BA5116E87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7F4B1B43-AC4E-EA19-A824-8AE9ED768E36}"/>
              </a:ext>
            </a:extLst>
          </p:cNvPr>
          <p:cNvGrpSpPr/>
          <p:nvPr/>
        </p:nvGrpSpPr>
        <p:grpSpPr>
          <a:xfrm>
            <a:off x="1132328" y="3310518"/>
            <a:ext cx="1812481" cy="1142487"/>
            <a:chOff x="8410242" y="1013492"/>
            <a:chExt cx="1812481" cy="1349188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C490FA0B-6639-919D-22C4-58DC8FD8353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165BD056-7AF4-A3B3-7170-E56978DCB26B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BA3D5C56-5915-FF89-DA57-911C3BA2B430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F8334B47-E2C4-720F-0092-8D22E0FAC46F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C43D96CB-624F-1554-268E-19BC33150EFA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02B5DDDE-B24B-6CF4-1041-4AD357D3A665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E0A384AF-8653-9D1A-21BD-D8BC41465799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1C0FD0AE-C905-4AF4-5131-635D7E77049E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986868FB-C71D-18F4-D799-E69AC9958BC0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5C9F2988-578E-BCEE-6767-27AB31BABA13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F75EA17-2DD1-7E95-9C58-4D81A7AA36A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21787D-0734-3DEE-6B0A-A51D2446ED0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D5F313F7-9D3F-A84F-9F7F-225B129CAE1C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0D579988-EC03-E812-384E-A308648BE1A8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3F4149C3-F17F-5B43-E89D-271D539CC762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397FEAA5-15CB-7A68-5A92-C0D685A0A221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5EF8E4CE-D9EE-C9BB-20CB-9753EA48F7D6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85290026-1E15-ABD9-87A6-3785BF903A07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5B5C433F-9C7D-EAB3-DDC4-1459798C4D3C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D95D120-6753-0E45-4298-28A50751EA6A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A755408E-1190-D423-D9B3-F24D81636A9F}"/>
              </a:ext>
            </a:extLst>
          </p:cNvPr>
          <p:cNvGraphicFramePr>
            <a:graphicFrameLocks noGrp="1"/>
          </p:cNvGraphicFramePr>
          <p:nvPr/>
        </p:nvGraphicFramePr>
        <p:xfrm>
          <a:off x="10112576" y="919665"/>
          <a:ext cx="1269793" cy="186320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6377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87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52306DE-6EE5-F45F-4695-500FB5494AC7}"/>
              </a:ext>
            </a:extLst>
          </p:cNvPr>
          <p:cNvGrpSpPr/>
          <p:nvPr/>
        </p:nvGrpSpPr>
        <p:grpSpPr>
          <a:xfrm>
            <a:off x="10606340" y="1236770"/>
            <a:ext cx="700666" cy="520671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661A9DF8-5444-4252-9F85-9ECABF55D83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055E0F8D-44CE-C049-0687-42ECD90D9B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F2407200-6750-D5D7-F59A-2881950CC6A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859B36-5CA9-9439-DC67-50E05C6A84E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081F34A-86B7-DC1E-A1B2-48D29F8B6EC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B9A3C74-B051-BA4D-BD56-81860080BD4E}"/>
              </a:ext>
            </a:extLst>
          </p:cNvPr>
          <p:cNvGrpSpPr/>
          <p:nvPr/>
        </p:nvGrpSpPr>
        <p:grpSpPr>
          <a:xfrm>
            <a:off x="10606340" y="1898504"/>
            <a:ext cx="700666" cy="454513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54135CCA-1B43-032D-FD4B-8DDE3D8FC17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BBB75B43-1D8E-88AC-99F9-46DDF826E5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815FE469-3078-3EC8-F753-E9FCE91FF4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1CB36C8B-C74A-8DB9-5C25-63F20F61C5A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7F0FDEEC-D9DD-EC05-054E-CAF36E6E81DD}"/>
              </a:ext>
            </a:extLst>
          </p:cNvPr>
          <p:cNvSpPr/>
          <p:nvPr/>
        </p:nvSpPr>
        <p:spPr>
          <a:xfrm>
            <a:off x="3271005" y="3379609"/>
            <a:ext cx="1059974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10D1B9BC-6499-80D9-5E69-726C36F12F2E}"/>
              </a:ext>
            </a:extLst>
          </p:cNvPr>
          <p:cNvGrpSpPr/>
          <p:nvPr/>
        </p:nvGrpSpPr>
        <p:grpSpPr>
          <a:xfrm>
            <a:off x="7159948" y="141440"/>
            <a:ext cx="2112516" cy="2742477"/>
            <a:chOff x="7691832" y="2982395"/>
            <a:chExt cx="2112516" cy="2742477"/>
          </a:xfrm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24C61008-FD0C-D632-D12C-82FDBE2FA49B}"/>
                </a:ext>
              </a:extLst>
            </p:cNvPr>
            <p:cNvGrpSpPr/>
            <p:nvPr/>
          </p:nvGrpSpPr>
          <p:grpSpPr>
            <a:xfrm>
              <a:off x="7691832" y="2982395"/>
              <a:ext cx="2112516" cy="958137"/>
              <a:chOff x="7994089" y="945795"/>
              <a:chExt cx="2112516" cy="1131485"/>
            </a:xfrm>
          </p:grpSpPr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829268B0-FEDA-DC81-CD10-691E84CF272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131" name="타원 130">
                  <a:extLst>
                    <a:ext uri="{FF2B5EF4-FFF2-40B4-BE49-F238E27FC236}">
                      <a16:creationId xmlns:a16="http://schemas.microsoft.com/office/drawing/2014/main" id="{3D25ABBF-5493-9E8D-FC0B-C580F249C696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2438370D-B74C-8C50-5290-6B6CE10E3300}"/>
                    </a:ext>
                  </a:extLst>
                </p:cNvPr>
                <p:cNvCxnSpPr>
                  <a:cxnSpLocks/>
                  <a:stCxn id="140" idx="2"/>
                  <a:endCxn id="131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3" name="타원 132">
                  <a:extLst>
                    <a:ext uri="{FF2B5EF4-FFF2-40B4-BE49-F238E27FC236}">
                      <a16:creationId xmlns:a16="http://schemas.microsoft.com/office/drawing/2014/main" id="{C932A6DD-F0BA-3E4E-3BF7-505E966CAC1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4" name="직선 연결선 133">
                  <a:extLst>
                    <a:ext uri="{FF2B5EF4-FFF2-40B4-BE49-F238E27FC236}">
                      <a16:creationId xmlns:a16="http://schemas.microsoft.com/office/drawing/2014/main" id="{E221EEDB-41F2-7ADB-C18B-AAE2BE5643A6}"/>
                    </a:ext>
                  </a:extLst>
                </p:cNvPr>
                <p:cNvCxnSpPr>
                  <a:cxnSpLocks/>
                  <a:stCxn id="137" idx="1"/>
                  <a:endCxn id="133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타원 134">
                  <a:extLst>
                    <a:ext uri="{FF2B5EF4-FFF2-40B4-BE49-F238E27FC236}">
                      <a16:creationId xmlns:a16="http://schemas.microsoft.com/office/drawing/2014/main" id="{0BC488A4-6AF2-C9F4-9E3E-E8BF30AE757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6" name="직선 연결선 135">
                  <a:extLst>
                    <a:ext uri="{FF2B5EF4-FFF2-40B4-BE49-F238E27FC236}">
                      <a16:creationId xmlns:a16="http://schemas.microsoft.com/office/drawing/2014/main" id="{AD6A1084-21C3-C8C4-2983-DDE93505F9BF}"/>
                    </a:ext>
                  </a:extLst>
                </p:cNvPr>
                <p:cNvCxnSpPr>
                  <a:cxnSpLocks/>
                  <a:stCxn id="141" idx="6"/>
                  <a:endCxn id="13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7" name="사각형: 둥근 모서리 136">
                  <a:extLst>
                    <a:ext uri="{FF2B5EF4-FFF2-40B4-BE49-F238E27FC236}">
                      <a16:creationId xmlns:a16="http://schemas.microsoft.com/office/drawing/2014/main" id="{B3794922-9446-DDCE-4C1B-9B9C0258E15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FB8BA78E-D143-F3C2-B702-BA4B2CF02F2B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50FC0866-6AD8-9DCB-B1B5-4D64858F2B9E}"/>
                    </a:ext>
                  </a:extLst>
                </p:cNvPr>
                <p:cNvCxnSpPr>
                  <a:cxnSpLocks/>
                  <a:stCxn id="138" idx="3"/>
                  <a:endCxn id="131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0" name="타원 139">
                  <a:extLst>
                    <a:ext uri="{FF2B5EF4-FFF2-40B4-BE49-F238E27FC236}">
                      <a16:creationId xmlns:a16="http://schemas.microsoft.com/office/drawing/2014/main" id="{40F65A50-2F56-4C34-BEEE-FA96A7419990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8E89D5F6-CD0B-E26E-4D6A-6DF7E6A60504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2" name="타원 141">
                  <a:extLst>
                    <a:ext uri="{FF2B5EF4-FFF2-40B4-BE49-F238E27FC236}">
                      <a16:creationId xmlns:a16="http://schemas.microsoft.com/office/drawing/2014/main" id="{42F18A76-DCD0-3CF7-BA16-A0F432300ABB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43" name="타원 142">
                  <a:extLst>
                    <a:ext uri="{FF2B5EF4-FFF2-40B4-BE49-F238E27FC236}">
                      <a16:creationId xmlns:a16="http://schemas.microsoft.com/office/drawing/2014/main" id="{7548C5F9-0956-0787-CF98-5A429F7E55F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44" name="직선 연결선 143">
                  <a:extLst>
                    <a:ext uri="{FF2B5EF4-FFF2-40B4-BE49-F238E27FC236}">
                      <a16:creationId xmlns:a16="http://schemas.microsoft.com/office/drawing/2014/main" id="{9F26DF5C-ED45-C7CD-5286-797FE8EC453C}"/>
                    </a:ext>
                  </a:extLst>
                </p:cNvPr>
                <p:cNvCxnSpPr>
                  <a:cxnSpLocks/>
                  <a:stCxn id="143" idx="4"/>
                  <a:endCxn id="142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연결선 144">
                  <a:extLst>
                    <a:ext uri="{FF2B5EF4-FFF2-40B4-BE49-F238E27FC236}">
                      <a16:creationId xmlns:a16="http://schemas.microsoft.com/office/drawing/2014/main" id="{ADC85AAE-82B7-4FB8-83B8-430887740925}"/>
                    </a:ext>
                  </a:extLst>
                </p:cNvPr>
                <p:cNvCxnSpPr>
                  <a:cxnSpLocks/>
                  <a:stCxn id="137" idx="2"/>
                  <a:endCxn id="138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9F51ADD7-42E0-BDCF-B023-EAAFE35A1A81}"/>
                  </a:ext>
                </a:extLst>
              </p:cNvPr>
              <p:cNvSpPr txBox="1"/>
              <p:nvPr/>
            </p:nvSpPr>
            <p:spPr>
              <a:xfrm>
                <a:off x="8144107" y="1825280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업데이트 부품 상태</a:t>
                </a:r>
              </a:p>
            </p:txBody>
          </p:sp>
        </p:grpSp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6777E838-D3B5-7FCA-2E87-9145FFD9377C}"/>
                </a:ext>
              </a:extLst>
            </p:cNvPr>
            <p:cNvSpPr/>
            <p:nvPr/>
          </p:nvSpPr>
          <p:spPr>
            <a:xfrm>
              <a:off x="8227171" y="4042257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B5F3070A-0CE8-7457-135A-4B3C70E5BA73}"/>
                </a:ext>
              </a:extLst>
            </p:cNvPr>
            <p:cNvGrpSpPr/>
            <p:nvPr/>
          </p:nvGrpSpPr>
          <p:grpSpPr>
            <a:xfrm>
              <a:off x="7853365" y="4601384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58761ACE-C3CA-32C6-E59E-C1966E9ED44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DBC40935-B9AA-38C2-C9EA-2004DA3B3009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506EB7CA-F48E-EB9D-D8C9-2212B2EDD917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213218A3-1592-BA5A-7A8D-97E93CBF20FB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7C977B75-76BA-22B2-396E-A7170B593C37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66B9DA7F-7BD3-C94C-D6E5-C0EBF1F7DEF4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FE98E85-9C07-BB05-1E4A-3011C38E45D9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96C31E59-3107-5B27-D455-0D29EB32A98E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34918DD6-2C5C-D16A-38B6-DA3B9522D788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3EFC7DF8-DD39-02CE-BEDA-536296238FA9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E61100E4-15A5-BC70-7FBB-E6F1526C1DCB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C8959E76-964D-9896-9227-702F24DD22D7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75A3F046-82CB-521D-3D17-8E9717ADF1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36FF3C-9D44-5A7C-8231-0EFAE794F28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39CF900A-8A69-59C1-5F4B-3813B4E2EB8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85D252AD-906E-0152-487D-5217B5653E7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3DCFFEDF-5D6C-354D-C1B0-4B1AC2185EB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3FC4640B-7DA4-025F-B3C7-0E61CF72EC44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4939567D-7C37-2199-2B06-13C460E6990A}"/>
              </a:ext>
            </a:extLst>
          </p:cNvPr>
          <p:cNvGrpSpPr/>
          <p:nvPr/>
        </p:nvGrpSpPr>
        <p:grpSpPr>
          <a:xfrm>
            <a:off x="821719" y="2725968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69D32AD3-3CAC-BCC6-B36C-2B6AC5363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0CECA326-6758-4EF1-8CA4-FD06BDE6863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14181456-000B-4D1B-88EE-8E034B3B4430}"/>
              </a:ext>
            </a:extLst>
          </p:cNvPr>
          <p:cNvSpPr/>
          <p:nvPr/>
        </p:nvSpPr>
        <p:spPr>
          <a:xfrm>
            <a:off x="2892493" y="361290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0E00D513-26F1-9CD6-C61F-0CE3DC4933E0}"/>
              </a:ext>
            </a:extLst>
          </p:cNvPr>
          <p:cNvSpPr/>
          <p:nvPr/>
        </p:nvSpPr>
        <p:spPr>
          <a:xfrm>
            <a:off x="4577712" y="3605828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48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E07C-B077-1013-DE05-F23E49D1C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7FC471E-48F9-C174-F285-A4BD7EECC92C}"/>
              </a:ext>
            </a:extLst>
          </p:cNvPr>
          <p:cNvSpPr/>
          <p:nvPr/>
        </p:nvSpPr>
        <p:spPr>
          <a:xfrm>
            <a:off x="413018" y="2564877"/>
            <a:ext cx="11550381" cy="2543602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26C7FA-32B8-1A3C-6B68-F7CF62C62C6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679C9DF-D8E5-7D23-B455-91AB1CD2502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84B143C8-5738-90D1-CA5E-C30837121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F78DB0F-8F51-0F36-2CAB-B12DC203FC98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EAE9D8E7-EB46-6797-D039-A275E0F0323D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3E62EC18-28FC-3E1E-747F-376DE41FF34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1630D6CC-8E67-9414-A3AB-ADFEE2A7C411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3E1EBBD7-1246-3912-B0D1-99DBFA24E18D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48344D2C-2008-5E2F-E7CC-E64292994B9E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6BAE57-4E57-A629-40CB-750B14FF6461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7B21AF-0E6F-DD26-7F01-1C481E41CE8A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C01B7E7-4783-E0B5-6F7C-2D7C025F50DE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1CBBAFD5-8415-2392-DA6E-72EFBAC3E430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25139DC-B563-A118-D85A-94313A7D99F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A8CB784F-F68D-FF58-7C88-BA8819F1B5C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BF25CA6F-CC0B-9D31-4891-805E11CD7F9F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B5BD8544-575D-66D5-CAE5-62007847B08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D0D1E62-EB9B-05BA-E1CE-0162285A3722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C6E91467-8AEB-3030-3239-7F1F244868A8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EB8FE661-85C0-AFF0-DB0F-3373900DCB88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49BBCECD-92E4-3669-18B1-3F476B0F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553F659-1759-2DB9-DB7C-4F32A1539C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ED22A8FB-C605-AC86-5ED9-2BA3480425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00742C1A-65E3-14DD-C014-370785ADD07B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1099FD3D-F3F9-ABB2-7DD4-5F44B67AB11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ABB8485-8CE6-1571-F98F-5AE9B320A2D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7307400-7753-E4C9-B8C8-89D132B8A82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1253EFAE-15C7-DCB0-BFCF-84E8D78F757B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422B05A1-2524-C840-31CE-A6D4559E5589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4EF06BE-96E1-3FA2-7CF3-DF9ACA1D482F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5496D83-D38D-CF53-0AAE-AF678A32E14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2CA04E-6D8E-BF00-33B9-DEC91FDB39F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3737DB4B-4E47-D669-25AA-0C77E3E13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EA51F6E5-181A-3BD1-CABD-A74663AFFA60}"/>
              </a:ext>
            </a:extLst>
          </p:cNvPr>
          <p:cNvGrpSpPr/>
          <p:nvPr/>
        </p:nvGrpSpPr>
        <p:grpSpPr>
          <a:xfrm>
            <a:off x="4662408" y="1099577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04595AC0-04C0-53A1-538B-A4671F7B0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7CC61A-376A-0A36-685C-7BA4A1B2C01A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3741E446-12CD-4848-7EED-B85EDB1D058F}"/>
              </a:ext>
            </a:extLst>
          </p:cNvPr>
          <p:cNvGrpSpPr/>
          <p:nvPr/>
        </p:nvGrpSpPr>
        <p:grpSpPr>
          <a:xfrm>
            <a:off x="3096765" y="2766621"/>
            <a:ext cx="1812481" cy="2002162"/>
            <a:chOff x="4074510" y="2332845"/>
            <a:chExt cx="1812481" cy="2364397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F967DCAA-1C3E-20D0-ED03-714E17D73A5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BD80898F-90FC-81F1-0B26-6CFC7E30E4E0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0A28FA7A-BF9F-4905-336F-A73714C30884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1E3653D9-466C-03BA-2659-9A3D30145ABC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9A654DC6-2881-C5F1-5422-72A3E3982967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7728FE8C-8BBD-24D3-F3FB-62077D31D4CE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C6E8CABD-5EF4-5CCF-CC87-24DC8AC7BD5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BC1598A8-7ADD-4981-2619-B184E332195B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C836A0E2-0CD7-FC07-8739-E3033D113CCB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450DA9F4-AE71-1BCE-C5CF-F2205E44D14C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2A57057-6F11-222C-8D60-A49640EF3BB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7114EB58-48B5-20AA-1EB3-B9AAF805EC4A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20985DD3-1CDD-4D35-9235-11467BB97C4E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2553FA3E-ECF1-E976-1B53-0FA7E8BC1BDB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C495BE74-2012-C300-7C3D-68EA81ECF982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010F0FBC-ABD4-C7D7-CF46-B90C065212CE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61B74738-3A96-E183-C8B7-A03F51C2030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9C5767DC-62F2-46C6-B518-CD3CCA9B3F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F0DC8FE-F59E-DFE6-43F4-482C5A8B50A3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3BD65A-8ABF-2CBA-7D04-2DC775DF5366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</a:t>
              </a:r>
              <a:r>
                <a:rPr lang="en-US" altLang="ko-KR" sz="1000" dirty="0"/>
                <a:t>assembly</a:t>
              </a:r>
              <a:r>
                <a:rPr lang="ko-KR" altLang="en-US" sz="1000" dirty="0"/>
                <a:t>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F89565E-D526-AD1D-B149-1E3A22DD01E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84D7F1DA-63FB-B6EE-CDBD-13A094719F31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BB6AD3E2-D1AA-E3B3-71F6-124E54E2E75D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6DC9730A-EE62-F2E1-8659-E0F986421975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C4D51F54-49AA-746E-B22B-E12FCA829BB0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6465F86E-C490-5315-34CD-BE63413918AE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55BAC7E0-2F25-08F3-436A-F4083620B1DC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8D13B8E-5810-A199-EB7F-03BFBBD30431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8A64EC2E-654D-8FE1-7F0D-06922896A3E6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981CF6FF-C350-A485-9BFD-D028212DB58B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41E212D1-DE0E-11B4-AB17-BE8401D977B8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0936EBC2-5F96-7BEB-160D-393D17A5E114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DD982F6D-BE0C-A46D-C812-A6B5F64CAB33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C81E8B-0CBC-0469-8985-C40A87987DE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63432E9-100A-D534-004F-32E747B19C5F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B435E4F0-4620-CBCE-350E-488F479EAACE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3297A0A6-6CD5-6D96-334B-257831672AC7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785D36F5-A0F4-D4AE-ECB1-CCD8C4D6F57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4F4FD67-4F53-31B2-A528-6AF78FB32D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9D9101-2DEC-4585-E7BC-FFB96C6B1E5F}"/>
              </a:ext>
            </a:extLst>
          </p:cNvPr>
          <p:cNvGrpSpPr/>
          <p:nvPr/>
        </p:nvGrpSpPr>
        <p:grpSpPr>
          <a:xfrm>
            <a:off x="6473954" y="3312812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23E42399-A649-7C9B-7BBA-9B793023B46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B108A39E-E6EA-443D-F00C-D77F965182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DDFC7EFE-6A37-B9E6-0D4C-65495179C54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A04B0FED-A36A-F380-A210-7AF4F1B6AF7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0A54055F-873B-05A4-73C6-406318E8E4C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9A6FE42-3D90-E66C-9766-4E7CC65D7EA2}"/>
              </a:ext>
            </a:extLst>
          </p:cNvPr>
          <p:cNvGrpSpPr/>
          <p:nvPr/>
        </p:nvGrpSpPr>
        <p:grpSpPr>
          <a:xfrm>
            <a:off x="418828" y="3168323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32C57166-0514-2F60-389C-FC1FB617F0BF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5128700-5EBB-36D1-02EE-79E493F0FB22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FBF525AD-86ED-131B-3460-4FEBF76E7A5D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5778A537-B20E-CFFF-1ECF-0BBC0AD0DE6B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A314BBF4-42A4-EB24-AA15-8004D0A207E2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2C1E436A-5F26-C7A5-93EA-1991D696A7A7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78E05833-1DE5-E621-27F5-2454F0EB749B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4AD6808-59DA-23E8-AA81-7BBB6A7F46FA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517924C6-7D69-151C-ACA8-B29917C5E86F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2A46A320-E551-890D-A4E9-949B4F2027B6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7E4AD645-A0A6-82C0-575F-75CADF01B9D5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E45A592C-7A12-3505-ABFA-0DC560FB942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1B142151-2805-C809-9EDC-A08BDF69652A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92DB99DB-7123-7528-0B40-6B18DF5D4D8F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23EEA45E-EEB7-B48D-5B22-DADE4F6A9FB5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7D1F9BB8-BB2E-64FF-DE74-557CFF9D44C2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9565CCA0-1A6D-AC34-92C5-0F1826B38948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F5B59618-36AA-6710-E01C-866ACE9ACD43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C2F272F7-395B-C5FF-A37D-83724A791069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625EDC2-22C7-18B4-B8F9-A55F1E139849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C20F854B-06A8-5471-4647-8B64CBD54F77}"/>
              </a:ext>
            </a:extLst>
          </p:cNvPr>
          <p:cNvGraphicFramePr>
            <a:graphicFrameLocks noGrp="1"/>
          </p:cNvGraphicFramePr>
          <p:nvPr/>
        </p:nvGraphicFramePr>
        <p:xfrm>
          <a:off x="10228650" y="72866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3DFC2A4F-6B29-CE0A-16FB-7225B1FE1C0C}"/>
              </a:ext>
            </a:extLst>
          </p:cNvPr>
          <p:cNvGrpSpPr/>
          <p:nvPr/>
        </p:nvGrpSpPr>
        <p:grpSpPr>
          <a:xfrm>
            <a:off x="10779564" y="1045768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23CB3EB3-6A43-A803-7AE0-45FD57F9F738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979A3651-090C-FE48-3EDE-9E4D5364E89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487C4607-A56C-B093-4F6A-AF7F72662C2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2282A84E-6D96-83B9-5AC2-45C8C48CFBD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037928D2-B023-932E-CE3B-4D7244E852F5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8FB97A6F-4134-BDD8-7911-554DFEA5EEAD}"/>
              </a:ext>
            </a:extLst>
          </p:cNvPr>
          <p:cNvGrpSpPr/>
          <p:nvPr/>
        </p:nvGrpSpPr>
        <p:grpSpPr>
          <a:xfrm>
            <a:off x="10779564" y="1545846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1B70E497-E46D-0C5A-2FC2-0871CAC7A139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A838F7A4-CAB1-60C2-3BDB-5384AB1FFD06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E5132E23-B968-FA1A-02AA-F16FF031F38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BE6BB63F-B0F7-2CCA-0904-86FBB4BC349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2EB0C1D-2C78-D6AC-55C3-3BC4C2AFDA46}"/>
              </a:ext>
            </a:extLst>
          </p:cNvPr>
          <p:cNvSpPr/>
          <p:nvPr/>
        </p:nvSpPr>
        <p:spPr>
          <a:xfrm>
            <a:off x="2327832" y="3227104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9383CC1D-D34E-17DF-735B-44F920855631}"/>
              </a:ext>
            </a:extLst>
          </p:cNvPr>
          <p:cNvGrpSpPr/>
          <p:nvPr/>
        </p:nvGrpSpPr>
        <p:grpSpPr>
          <a:xfrm>
            <a:off x="7159948" y="141440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9AB5F803-588E-5A8B-7AE6-27F387A0682B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EEEC5050-8486-6302-865E-E3AA74FF0030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15053BB4-0027-2805-4237-F1981817D402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B0600178-5621-64B3-1342-68A4D7899229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E17D3647-3D92-EB80-1B33-DDE61AFF327B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82CB25B2-DE2C-5A9F-B352-9A72BBED7A7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45841F9D-2627-AF14-6046-0F17756B30C1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28B12C5A-381F-6871-A86D-3D414B02CD51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BF057EB3-9AC5-27DF-EC76-B3957A925F6E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83C4855B-4C6A-AE8E-9907-0DDB20670388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E98F376C-4819-3B0C-3664-462A805FF97A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49DBE746-EF79-F3A6-1743-0C8F8393769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B5952F01-3FBB-68E6-2272-73230FE48BC8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BC29C5D0-3DA8-E610-B337-BC7B489EFE68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5CD609D6-3DF8-0401-204D-39B20649A48E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7BF2D1C-ED2C-639E-93EC-33C3A6C7C7DF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A57DD57-631E-39F9-1BAA-41109FCF1D46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148" name="화살표: 위쪽/아래쪽 147">
            <a:extLst>
              <a:ext uri="{FF2B5EF4-FFF2-40B4-BE49-F238E27FC236}">
                <a16:creationId xmlns:a16="http://schemas.microsoft.com/office/drawing/2014/main" id="{F5861515-EE79-0570-30BB-0D1346F6EEC0}"/>
              </a:ext>
            </a:extLst>
          </p:cNvPr>
          <p:cNvSpPr/>
          <p:nvPr/>
        </p:nvSpPr>
        <p:spPr>
          <a:xfrm>
            <a:off x="8247662" y="1289299"/>
            <a:ext cx="1137021" cy="493967"/>
          </a:xfrm>
          <a:prstGeom prst="upDownArrow">
            <a:avLst>
              <a:gd name="adj1" fmla="val 63892"/>
              <a:gd name="adj2" fmla="val 2033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상태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비교</a:t>
            </a:r>
          </a:p>
        </p:txBody>
      </p: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2FB9112E-7E70-2BAF-0E4C-5A5D471EFFEE}"/>
              </a:ext>
            </a:extLst>
          </p:cNvPr>
          <p:cNvGrpSpPr/>
          <p:nvPr/>
        </p:nvGrpSpPr>
        <p:grpSpPr>
          <a:xfrm>
            <a:off x="6121211" y="1229871"/>
            <a:ext cx="1877163" cy="1123488"/>
            <a:chOff x="2509044" y="1152607"/>
            <a:chExt cx="1877163" cy="1326752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AE166FAC-CEFB-FE13-FC87-220B191F8D23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92" name="직선 연결선 191">
                <a:extLst>
                  <a:ext uri="{FF2B5EF4-FFF2-40B4-BE49-F238E27FC236}">
                    <a16:creationId xmlns:a16="http://schemas.microsoft.com/office/drawing/2014/main" id="{6AB889DA-BCA8-1891-C337-E0BFAEF0D7F4}"/>
                  </a:ext>
                </a:extLst>
              </p:cNvPr>
              <p:cNvCxnSpPr>
                <a:cxnSpLocks/>
                <a:stCxn id="203" idx="4"/>
                <a:endCxn id="205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타원 192">
                <a:extLst>
                  <a:ext uri="{FF2B5EF4-FFF2-40B4-BE49-F238E27FC236}">
                    <a16:creationId xmlns:a16="http://schemas.microsoft.com/office/drawing/2014/main" id="{B2923A56-D471-0961-3A70-B2F3C4D7955C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94" name="직선 연결선 193">
                <a:extLst>
                  <a:ext uri="{FF2B5EF4-FFF2-40B4-BE49-F238E27FC236}">
                    <a16:creationId xmlns:a16="http://schemas.microsoft.com/office/drawing/2014/main" id="{314BFD05-2EF8-43D5-B7B0-B6E5ACAFF188}"/>
                  </a:ext>
                </a:extLst>
              </p:cNvPr>
              <p:cNvCxnSpPr>
                <a:cxnSpLocks/>
                <a:stCxn id="202" idx="2"/>
                <a:endCxn id="193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63849742-A151-2F7E-AB7F-E2CD9CBFA4E5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177FED2C-50D4-3C3F-EA9F-9ED81DF720BB}"/>
                  </a:ext>
                </a:extLst>
              </p:cNvPr>
              <p:cNvCxnSpPr>
                <a:cxnSpLocks/>
                <a:stCxn id="199" idx="1"/>
                <a:endCxn id="195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7" name="타원 196">
                <a:extLst>
                  <a:ext uri="{FF2B5EF4-FFF2-40B4-BE49-F238E27FC236}">
                    <a16:creationId xmlns:a16="http://schemas.microsoft.com/office/drawing/2014/main" id="{EA30EC95-551A-99D0-B6A9-E09882DDAFBC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98" name="직선 연결선 197">
                <a:extLst>
                  <a:ext uri="{FF2B5EF4-FFF2-40B4-BE49-F238E27FC236}">
                    <a16:creationId xmlns:a16="http://schemas.microsoft.com/office/drawing/2014/main" id="{73189458-4248-56D3-76EB-A6C030521993}"/>
                  </a:ext>
                </a:extLst>
              </p:cNvPr>
              <p:cNvCxnSpPr>
                <a:cxnSpLocks/>
                <a:stCxn id="203" idx="6"/>
                <a:endCxn id="197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9" name="사각형: 둥근 모서리 198">
                <a:extLst>
                  <a:ext uri="{FF2B5EF4-FFF2-40B4-BE49-F238E27FC236}">
                    <a16:creationId xmlns:a16="http://schemas.microsoft.com/office/drawing/2014/main" id="{9D9C068C-DB61-F4D9-FD23-57E5585040DF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0" name="사각형: 둥근 모서리 199">
                <a:extLst>
                  <a:ext uri="{FF2B5EF4-FFF2-40B4-BE49-F238E27FC236}">
                    <a16:creationId xmlns:a16="http://schemas.microsoft.com/office/drawing/2014/main" id="{EA08A2C5-BF0C-9881-A3A6-E0BBF9A8F8F9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1" name="직선 연결선 200">
                <a:extLst>
                  <a:ext uri="{FF2B5EF4-FFF2-40B4-BE49-F238E27FC236}">
                    <a16:creationId xmlns:a16="http://schemas.microsoft.com/office/drawing/2014/main" id="{62CEE73F-7754-06C0-17D0-F76CE2AF38C1}"/>
                  </a:ext>
                </a:extLst>
              </p:cNvPr>
              <p:cNvCxnSpPr>
                <a:cxnSpLocks/>
                <a:stCxn id="200" idx="3"/>
                <a:endCxn id="193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23923799-7A76-E4C9-5475-C8D67DD829DA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3" name="타원 202">
                <a:extLst>
                  <a:ext uri="{FF2B5EF4-FFF2-40B4-BE49-F238E27FC236}">
                    <a16:creationId xmlns:a16="http://schemas.microsoft.com/office/drawing/2014/main" id="{AC2F2E76-816F-446B-E4DA-9DE59B47EDF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4" name="타원 203">
                <a:extLst>
                  <a:ext uri="{FF2B5EF4-FFF2-40B4-BE49-F238E27FC236}">
                    <a16:creationId xmlns:a16="http://schemas.microsoft.com/office/drawing/2014/main" id="{61C3B5E1-B28A-A018-9F84-1B52EA2EF5C8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05" name="타원 204">
                <a:extLst>
                  <a:ext uri="{FF2B5EF4-FFF2-40B4-BE49-F238E27FC236}">
                    <a16:creationId xmlns:a16="http://schemas.microsoft.com/office/drawing/2014/main" id="{C2AFA84B-5297-0189-36E1-732F74DF8DE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206" name="직선 연결선 205">
                <a:extLst>
                  <a:ext uri="{FF2B5EF4-FFF2-40B4-BE49-F238E27FC236}">
                    <a16:creationId xmlns:a16="http://schemas.microsoft.com/office/drawing/2014/main" id="{00E3BBFF-613C-A0BC-978F-B57C59E5725A}"/>
                  </a:ext>
                </a:extLst>
              </p:cNvPr>
              <p:cNvCxnSpPr>
                <a:cxnSpLocks/>
                <a:stCxn id="205" idx="4"/>
                <a:endCxn id="204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B2528805-E197-D8DE-196B-E60B757B6935}"/>
                  </a:ext>
                </a:extLst>
              </p:cNvPr>
              <p:cNvCxnSpPr>
                <a:cxnSpLocks/>
                <a:stCxn id="199" idx="2"/>
                <a:endCxn id="200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BA146CE-10CA-319D-805D-A7F6A73094FE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B44BC9FE-DDBB-9B17-6A9A-1AA621893656}"/>
              </a:ext>
            </a:extLst>
          </p:cNvPr>
          <p:cNvGrpSpPr/>
          <p:nvPr/>
        </p:nvGrpSpPr>
        <p:grpSpPr>
          <a:xfrm>
            <a:off x="413019" y="2583773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37645094-119F-413F-D74C-1AC941614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C370116-DF43-ED3D-6EE7-2AD3B4FF7ED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5FA8D150-958D-EBFF-9D8C-19F4C3F44F2E}"/>
              </a:ext>
            </a:extLst>
          </p:cNvPr>
          <p:cNvSpPr/>
          <p:nvPr/>
        </p:nvSpPr>
        <p:spPr>
          <a:xfrm>
            <a:off x="2026593" y="347071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F04BEECF-2634-B2D7-DC0F-0889A1095C42}"/>
              </a:ext>
            </a:extLst>
          </p:cNvPr>
          <p:cNvSpPr/>
          <p:nvPr/>
        </p:nvSpPr>
        <p:spPr>
          <a:xfrm>
            <a:off x="3281057" y="3429000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D47CB9C-9573-7C03-B542-DA56A83C2EE8}"/>
              </a:ext>
            </a:extLst>
          </p:cNvPr>
          <p:cNvSpPr/>
          <p:nvPr/>
        </p:nvSpPr>
        <p:spPr>
          <a:xfrm>
            <a:off x="4851419" y="3182363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65BEAA5-B67D-B009-1312-E6D6C0244170}"/>
              </a:ext>
            </a:extLst>
          </p:cNvPr>
          <p:cNvGrpSpPr/>
          <p:nvPr/>
        </p:nvGrpSpPr>
        <p:grpSpPr>
          <a:xfrm>
            <a:off x="8260062" y="3038060"/>
            <a:ext cx="2112516" cy="958137"/>
            <a:chOff x="7994089" y="945795"/>
            <a:chExt cx="2112516" cy="1131485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38C9DB02-0E56-E26D-3835-8C7CD75B9C8C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41884F4-0DEE-63C8-FECA-AA14B7763A5D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CB04BCC5-EE32-175A-78CF-2EEC6733E546}"/>
                  </a:ext>
                </a:extLst>
              </p:cNvPr>
              <p:cNvCxnSpPr>
                <a:cxnSpLocks/>
                <a:stCxn id="62" idx="2"/>
                <a:endCxn id="49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D39F79D7-FD7A-4733-23EB-CD869908F77B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C15A9CEE-ADEA-3903-EA05-673BB89EE643}"/>
                  </a:ext>
                </a:extLst>
              </p:cNvPr>
              <p:cNvCxnSpPr>
                <a:cxnSpLocks/>
                <a:stCxn id="57" idx="1"/>
                <a:endCxn id="51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1959FC52-7B62-388E-C967-5E046E5CBDD7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DAC9F70B-7F37-7011-79B4-7AB9DBFFE200}"/>
                  </a:ext>
                </a:extLst>
              </p:cNvPr>
              <p:cNvCxnSpPr>
                <a:cxnSpLocks/>
                <a:stCxn id="63" idx="6"/>
                <a:endCxn id="5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F50EA02E-CCD6-FC00-E394-67D2E24579FB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E3BDBA84-ED66-E138-6A98-DD0B996AB492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06CCAFD-6D55-4F20-AE8B-E28C2CF20247}"/>
                  </a:ext>
                </a:extLst>
              </p:cNvPr>
              <p:cNvCxnSpPr>
                <a:cxnSpLocks/>
                <a:stCxn id="59" idx="3"/>
                <a:endCxn id="49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ABC991C6-45E7-90A0-6D30-60F017F7A975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03FE0957-F128-FFD3-A7BD-6A62BC6F53C4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C4E4C5B7-F9A2-B6DC-9D79-7491D92A4647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D50708F9-EDF1-E8EA-A4C4-061B4A657185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690498A2-D410-F36D-588C-85E56FF90455}"/>
                  </a:ext>
                </a:extLst>
              </p:cNvPr>
              <p:cNvCxnSpPr>
                <a:cxnSpLocks/>
                <a:stCxn id="69" idx="4"/>
                <a:endCxn id="65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5CBFBDB1-D3E0-DEEF-9A19-77D4729FFA65}"/>
                  </a:ext>
                </a:extLst>
              </p:cNvPr>
              <p:cNvCxnSpPr>
                <a:cxnSpLocks/>
                <a:stCxn id="57" idx="2"/>
                <a:endCxn id="59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525963-910D-2241-5AC1-148BB8B68F87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34DBA3AB-816F-017C-83AB-F2C6644ED46D}"/>
              </a:ext>
            </a:extLst>
          </p:cNvPr>
          <p:cNvSpPr/>
          <p:nvPr/>
        </p:nvSpPr>
        <p:spPr>
          <a:xfrm>
            <a:off x="4552327" y="3414243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6DCE3F55-3175-1588-85A7-CE088AAFA940}"/>
              </a:ext>
            </a:extLst>
          </p:cNvPr>
          <p:cNvSpPr/>
          <p:nvPr/>
        </p:nvSpPr>
        <p:spPr>
          <a:xfrm>
            <a:off x="6200141" y="3424007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3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7F67-8493-5930-305F-F16DC2B8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3E420C2-02FC-C72C-A01B-DEFA48A8E616}"/>
              </a:ext>
            </a:extLst>
          </p:cNvPr>
          <p:cNvSpPr/>
          <p:nvPr/>
        </p:nvSpPr>
        <p:spPr>
          <a:xfrm>
            <a:off x="124721" y="2723831"/>
            <a:ext cx="14543779" cy="476100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6ABE50-E10F-8BB7-15C1-24593150C6C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D2796D6-45CB-992B-4BBC-DAB1A582914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7320C36F-BE94-A9C6-DDDE-D60078866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25D17C-6160-90DD-C671-56A69BE34915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8558AF3-7E5A-8550-024B-7888FD2702B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C89E2608-C538-8B27-AA4C-4F4C620C34E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2B02E381-64EB-81BC-DE53-8CA0C638741C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CC56C02F-776A-DF88-5220-4EBA2E38318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138303F4-E26C-9A4F-1041-7955E61B6DF8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2D3F0F-18D0-F30E-6422-0E5C9F7E121B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CCB6ACA4-BAF8-70F6-E1B0-87AB2FDD03D1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1A6EE61-2655-885D-FE42-9608CADF944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D5AB0FE2-7023-FBEC-B73D-E8B3A6FC4B6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9DC5E10-C494-CECA-5375-5C45ECE5D3ED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FDF80322-2608-F3E0-56FA-5A4FB91DE1F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1AF5897F-6ED0-D0D8-DCC2-C3905953477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2ED50AF-DA5B-92AC-9CAE-85949262B4D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6FDC3107-8CE3-4CB3-EACB-EDEE869AC287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72C13647-F22A-81D8-200F-C13E1195D35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2E5479B7-0409-6A96-D4A5-E87C91260B8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28BDB1B4-7144-0E3A-A6D0-9A278DA4C1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F445C3F-610F-CBD4-32B5-AFF57055EA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73D30AEC-75D9-E2A8-DD99-79D69FAEB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9D8EAF47-6F04-1A21-BB7F-EB52C9E75C7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7795F28F-9C08-D642-84A4-79412A451EB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665CE42-F39F-9365-C95C-36B8C68D506A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8A72660D-F697-0816-9D86-85BD733FC80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332A9E5-A9BD-5DD9-64A9-46E3E47858A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A69B3CFB-4332-D7F0-D21F-C1A2CFA3533A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D6F5218-4F15-5896-C49B-33988A6029F8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2DD92892-AD63-97A7-6054-03881D845A7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6D462F-3834-2B73-51B8-5E306995D2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8C1B9B9-0731-3CC1-E047-1411B7570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F6385D6-6A05-F548-A5A0-B095DCEE63A9}"/>
              </a:ext>
            </a:extLst>
          </p:cNvPr>
          <p:cNvGrpSpPr/>
          <p:nvPr/>
        </p:nvGrpSpPr>
        <p:grpSpPr>
          <a:xfrm>
            <a:off x="1700744" y="3172542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26C4731E-91FC-DBE2-9AC1-529DC002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FC2981E-4004-A6AB-545E-B1464B413FDD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25D94CA4-03FE-BFC2-CD96-EBA6B29667D7}"/>
              </a:ext>
            </a:extLst>
          </p:cNvPr>
          <p:cNvGrpSpPr/>
          <p:nvPr/>
        </p:nvGrpSpPr>
        <p:grpSpPr>
          <a:xfrm>
            <a:off x="2807518" y="4471400"/>
            <a:ext cx="1812481" cy="2034991"/>
            <a:chOff x="4074510" y="2332845"/>
            <a:chExt cx="1812481" cy="2403165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A8ACF9F6-2E47-5427-9DC8-7FB66719C11A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5365C358-180E-EBA7-BD8E-BBD7DC4DE04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C7DB2157-FD86-6BDE-DC42-F3C1D07CAD4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79AA5FA7-07DE-9B1C-CD6A-7C986982808D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0BF10EC8-C7A0-13A7-DD75-3D7D80C7765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BBC1EB49-5C86-E0F4-1F1E-12FB0F9A3F92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467D6E5C-588D-F092-0186-E2110EFD751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770F3F-381B-5850-9A80-D3B06B9A5C8E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03F3CAEC-BCC6-5FC7-A276-B0936A6A4216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835A698E-BE04-840B-6DAB-F0F71876C8E8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D4125A72-28D8-5A00-D43C-69143623815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4A61389-821E-68A9-5B79-4880B15E85F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D6335F25-E6F7-54DA-D3A3-ED0669F75F2C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4F950C29-F569-7B05-11D6-6BE5E72DD46C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3DDBD5A2-0D2F-AF1A-E134-913C5E946ABB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F7F0C720-29C7-3384-3A67-5353615771AC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3699A812-82CD-27D4-3295-82F244194CE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5EB13633-9242-770C-290C-3ABAF52346C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4F04849-9245-3B52-47B6-29FCBA8B0409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11A75D9-DE5E-7754-180D-F468DE39053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조립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1511E736-2A0B-95DD-C978-C70F6BE344F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9846EFFC-CD1A-9106-0648-397E47693410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633456C1-13DE-D3FD-89D4-2327A07133CC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ADA862A9-CDFE-3B02-AD8E-1D10BC487B3E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89AE689B-3023-A825-5DE5-578323884EB2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096DC0E-8251-644B-15C1-19DA9996BC90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875DD6-C5A3-6CCE-E1DF-61DAA4AC10BA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5690501-70DB-7046-B6FD-D7FC810F60D6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1703A501-9EC8-1D65-F6B7-42705E692EE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FF2AC3E5-72F3-1F7C-33B4-A06C3383B670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B0BEF053-7B74-C4EE-D583-D61DDA83EE5A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7E7B286-E396-9EAD-F999-9994EF6B799D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3A23B39B-E8F0-AC0A-0790-C53E20BFA99F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BEB20236-CAC2-BE24-50F5-69A225704EBB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3EDEB60-5650-2D85-CA5A-EBA4FC4D95E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0EF8E8CF-3C3A-5CB6-BC06-DFB5D047A138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9ED511A0-B56B-E824-ADD0-E8255723879C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3AC1AFF-16A6-611A-52FD-7C700D73442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E7A580C-9DFB-7489-436A-772EED79AF7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FA492CD-5161-2117-9A61-7081811CA4BF}"/>
              </a:ext>
            </a:extLst>
          </p:cNvPr>
          <p:cNvGrpSpPr/>
          <p:nvPr/>
        </p:nvGrpSpPr>
        <p:grpSpPr>
          <a:xfrm>
            <a:off x="6184707" y="5017591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EDFB6548-2DAB-5165-D48B-16A3A5FE337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3E2B0DA8-D668-B610-3F1D-84E689A7AE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F5F82466-C86D-BFEB-973D-6B65552295B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601F208C-F429-3251-0E1E-DED2101B350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3CA41501-E4E1-4E9B-DCAB-2546D3B782EA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9C275A06-1CB1-8BE0-C5D0-448437FC7A7D}"/>
              </a:ext>
            </a:extLst>
          </p:cNvPr>
          <p:cNvGrpSpPr/>
          <p:nvPr/>
        </p:nvGrpSpPr>
        <p:grpSpPr>
          <a:xfrm>
            <a:off x="129581" y="4873102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ECF2D5FC-27E9-5061-2122-4C09605DC812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9CACF6BE-1A21-6003-215D-6EB82602B8D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095C77F4-76F7-6CDB-C2F0-53A6417ED245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DD466A2C-E07C-14E2-2C29-AF5C62E82326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8C4A36B7-940D-FC7A-A76B-C2FDCD88CBF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F8D233CC-4899-602A-C64C-CE6ECFE17C33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E98750D-02A6-AC46-FF24-4F39EF7741B6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FA35C0A-A24C-B6EF-5CCB-5A168F46C69C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2492C03C-291F-E89D-6CE0-A9A3FBC1A04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9E31A7D7-AA89-EDB8-D076-DEB607B476AF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F07E50D3-5EE7-84DC-7EFD-9C9A47A9639D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0397FEDB-D6E1-1869-D91C-9C20EB4BEE8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7354C211-291F-BCA5-A51F-BB03B59565E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E6684E93-FD5C-AFC2-7C3E-AD00C799A8B1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EDE7A3F3-05B9-4E2A-240C-3ACCFCED5009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18F5D61D-2873-CA2D-FD7A-91F89001875A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F86557BC-137F-F1DE-8BED-517708E196C3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E0C022B-5ACC-6E79-5FA3-370A1743D7F2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C5808A-CD0B-42F8-1DAC-D7BFC9BFA477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1B8E781-9902-EACF-3A5F-69BCAB42D5DB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35596C22-D512-7DE0-E89E-4CCEAD5F812D}"/>
              </a:ext>
            </a:extLst>
          </p:cNvPr>
          <p:cNvGraphicFramePr>
            <a:graphicFrameLocks noGrp="1"/>
          </p:cNvGraphicFramePr>
          <p:nvPr/>
        </p:nvGraphicFramePr>
        <p:xfrm>
          <a:off x="5891356" y="287666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905576D3-CF6A-7C18-616F-16737B4FE6D8}"/>
              </a:ext>
            </a:extLst>
          </p:cNvPr>
          <p:cNvGrpSpPr/>
          <p:nvPr/>
        </p:nvGrpSpPr>
        <p:grpSpPr>
          <a:xfrm>
            <a:off x="6446982" y="3205194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652ABFB-C24E-35AB-089C-FA660652733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6D30FF14-17E5-7E08-A933-DD1FEC8ACF2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E352358-EE18-7E30-511C-AE97408BCBF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6B23BBD7-4F9B-8103-3C44-3314B827251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6F5E7058-0269-31D8-F89C-161ABF3FE7A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BF2EA021-A45C-3F97-DF14-3A5F6C495674}"/>
              </a:ext>
            </a:extLst>
          </p:cNvPr>
          <p:cNvGrpSpPr/>
          <p:nvPr/>
        </p:nvGrpSpPr>
        <p:grpSpPr>
          <a:xfrm>
            <a:off x="6446982" y="3705272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BFC05464-0BF6-A575-E1FF-239B624A688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21FCB8BE-984E-7154-2F61-E0A14A7CF0B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6C37F166-8141-7B41-22F1-89C7D3E0AD7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7072C044-D6DF-3590-8C43-7CFC496C6F05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8A7B9D8-2736-F634-54F4-194CA41301DA}"/>
              </a:ext>
            </a:extLst>
          </p:cNvPr>
          <p:cNvSpPr/>
          <p:nvPr/>
        </p:nvSpPr>
        <p:spPr>
          <a:xfrm>
            <a:off x="2038585" y="4931883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751E9725-5438-A540-4878-05F5360CC6A2}"/>
              </a:ext>
            </a:extLst>
          </p:cNvPr>
          <p:cNvGrpSpPr/>
          <p:nvPr/>
        </p:nvGrpSpPr>
        <p:grpSpPr>
          <a:xfrm>
            <a:off x="8591998" y="309479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44FFD401-09E6-567E-DEB9-96E293EA5BFE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91F6422A-2A92-28CF-6B77-ED1341B4EC38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9521F6EA-29B7-71EF-68A6-6A03C0869B0E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45E42EA1-47E7-C483-72BE-8B3D36732DEC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CFA47421-500E-08BD-E05A-B3F7B055E3DA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BD4A43A2-71B9-D5E5-1973-9BC632D1623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6A7EFCEB-4364-50E8-54AF-06DFFB8B29B5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FE2AA3B4-5F06-707A-D8A6-4AA8DEE47F2D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0032F818-849D-117F-BB64-7FB99F42DE10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A4B8335F-2A62-36B5-1C29-8FC3EEB07C0B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8EB51ECF-2D67-32D8-5AB4-98C9DB044C2F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1156A96E-E738-6C88-7734-79A431B4097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11A35BD1-33AF-EFF1-F965-432D0975C2C1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4CD3A17-7952-BFBB-DEB5-C904B5A5437D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90B38C28-FE9C-8748-A35A-0539E19B2086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CF2B922-9920-186C-B448-7D3867965556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E3F4D61-373D-E8DC-EAE1-D28AF93730B9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A0469285-1A52-1287-D4DB-F9C72DB4EC1E}"/>
              </a:ext>
            </a:extLst>
          </p:cNvPr>
          <p:cNvGrpSpPr/>
          <p:nvPr/>
        </p:nvGrpSpPr>
        <p:grpSpPr>
          <a:xfrm>
            <a:off x="179460" y="2835100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1CCB92EB-82EE-76FE-E425-E749F7AC5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9E50B7A0-0F39-33CF-4181-628F18044F66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00E5899F-D6D7-FA82-4179-AE4D42E7584C}"/>
              </a:ext>
            </a:extLst>
          </p:cNvPr>
          <p:cNvSpPr/>
          <p:nvPr/>
        </p:nvSpPr>
        <p:spPr>
          <a:xfrm>
            <a:off x="1737346" y="517549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9CD5795D-433C-7085-3FC7-03A5E0DF23D2}"/>
              </a:ext>
            </a:extLst>
          </p:cNvPr>
          <p:cNvSpPr/>
          <p:nvPr/>
        </p:nvSpPr>
        <p:spPr>
          <a:xfrm>
            <a:off x="2991810" y="513377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D748078-F646-6F6B-3550-18ED8A4E4814}"/>
              </a:ext>
            </a:extLst>
          </p:cNvPr>
          <p:cNvSpPr/>
          <p:nvPr/>
        </p:nvSpPr>
        <p:spPr>
          <a:xfrm>
            <a:off x="4562172" y="4887142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7D419C-F272-6685-284A-2A9AF843E80D}"/>
              </a:ext>
            </a:extLst>
          </p:cNvPr>
          <p:cNvGrpSpPr/>
          <p:nvPr/>
        </p:nvGrpSpPr>
        <p:grpSpPr>
          <a:xfrm>
            <a:off x="9387728" y="3172542"/>
            <a:ext cx="1877163" cy="2742491"/>
            <a:chOff x="9206023" y="2632635"/>
            <a:chExt cx="1877163" cy="2742491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1D0069B5-A1CC-7F8B-040E-ADD25FCDB472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C3889175-3471-8B89-87B7-4A20FB8E2ACD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28245056-2B93-4B91-F70E-9DA4276CBF3F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6EA4DA51-CA36-CC42-3051-380C475F7BD0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3D194307-1B25-C9CB-6102-0A4C7A71F96C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093796F-2102-3542-1AE2-F2B0610DA339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139B15E4-594B-AB4B-1514-0C6B87AE7C3E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E90AC188-6064-7168-9270-86BA0AAA0D0C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4845CF4-2EA2-F594-D2CF-EF63A722D37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1222A8F7-3F4E-D7CE-CCAF-1ADA6A26E155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4174C5E2-CD28-41EC-40AB-9375C43F062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4091FF2B-73B7-9FA1-A8E1-29958DD3D3C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966D42B0-7735-0353-F35F-A9A792ED8D5E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1B11B949-BAAB-1FE7-533A-4EA1F81851D2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B84165DE-8955-4119-D080-82C89AAFF90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0721A6-D2B1-64DA-5CC2-FCF54C577C35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D40144C4-AC58-575E-E695-2A92D64793AF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7D18DF54-E053-DA63-5221-72D23AAB300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CC9716F9-8ADA-6184-B4C4-3615ED1591D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802793D-1B8C-9322-2FD6-91A748E084C2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DB657E1B-66EC-98FB-9F46-935EDD33DAF0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90967"/>
              <a:chOff x="7890699" y="945795"/>
              <a:chExt cx="2319300" cy="1170254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EF14DAF1-F9C4-082D-22A5-DB081CFA0996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1F3F989F-936E-4CFF-C754-13993297D731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4B74D2A9-5D19-1C4E-5F5E-F7E0D9621F35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2F41CC8C-E490-8619-1CA1-1FD0CCED6C6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6C77977B-61BF-A9E1-A089-FDA4EFC1CDE5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7803A1DA-1C15-B30C-658D-F74813F2200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AE8259EE-5A3F-5D7B-D04F-C3425462EB5B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58C78A9E-9921-00B3-7E61-F30C8093FA80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099B1020-F736-DED9-6036-0227E9E4D7F6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591E8EE7-1777-1411-F3AD-3BBC8D574EA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877B8EAD-76C9-A52C-7FCE-0D8A27E2D854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B75A8DD9-4DF5-4422-1EEF-CBE29C9A1E2A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9904AA02-C0AC-289A-8150-309AE3AC4647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F72586E6-2A1C-8AEE-6124-B3B9BEF1F13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62409F6B-B9C7-54D6-C32D-6897ECCD77A2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1E9A506-C56E-BF30-6957-0B246B97333B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6694863-AC38-24D6-D6A4-111B8909DFB7}"/>
                  </a:ext>
                </a:extLst>
              </p:cNvPr>
              <p:cNvSpPr txBox="1"/>
              <p:nvPr/>
            </p:nvSpPr>
            <p:spPr>
              <a:xfrm>
                <a:off x="7890699" y="1825281"/>
                <a:ext cx="2319300" cy="290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DEEBDAD-E732-0A38-CB72-65E8B55DBC62}"/>
              </a:ext>
            </a:extLst>
          </p:cNvPr>
          <p:cNvSpPr/>
          <p:nvPr/>
        </p:nvSpPr>
        <p:spPr>
          <a:xfrm>
            <a:off x="42630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C475E81E-00EE-5951-96C7-C030C7BE8DBB}"/>
              </a:ext>
            </a:extLst>
          </p:cNvPr>
          <p:cNvSpPr/>
          <p:nvPr/>
        </p:nvSpPr>
        <p:spPr>
          <a:xfrm>
            <a:off x="5910894" y="5128786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06C235-AA13-A8BA-8F71-B0A9B37F02A0}"/>
              </a:ext>
            </a:extLst>
          </p:cNvPr>
          <p:cNvSpPr txBox="1"/>
          <p:nvPr/>
        </p:nvSpPr>
        <p:spPr>
          <a:xfrm>
            <a:off x="5786792" y="5619699"/>
            <a:ext cx="14437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CB1D00D-C4C8-E0D9-B0E4-9913292CD604}"/>
              </a:ext>
            </a:extLst>
          </p:cNvPr>
          <p:cNvSpPr/>
          <p:nvPr/>
        </p:nvSpPr>
        <p:spPr>
          <a:xfrm>
            <a:off x="70003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0E573F4-2E46-89B1-2C18-EB2AD9014178}"/>
              </a:ext>
            </a:extLst>
          </p:cNvPr>
          <p:cNvSpPr/>
          <p:nvPr/>
        </p:nvSpPr>
        <p:spPr>
          <a:xfrm>
            <a:off x="7284233" y="4879530"/>
            <a:ext cx="1589808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</a:t>
            </a:r>
            <a:r>
              <a:rPr lang="ko-KR" altLang="en-US" sz="1200" dirty="0" err="1"/>
              <a:t>조립</a:t>
            </a:r>
            <a:r>
              <a:rPr lang="ko-KR" altLang="en-US" sz="1200" dirty="0"/>
              <a:t> 적용 </a:t>
            </a:r>
            <a:endParaRPr lang="en-US" altLang="ko-KR" sz="1200" dirty="0"/>
          </a:p>
          <a:p>
            <a:pPr algn="ctr"/>
            <a:r>
              <a:rPr lang="ko-KR" altLang="en-US" sz="1200" dirty="0"/>
              <a:t>및 </a:t>
            </a:r>
            <a:endParaRPr lang="en-US" altLang="ko-KR" sz="1200" dirty="0"/>
          </a:p>
          <a:p>
            <a:pPr algn="ctr"/>
            <a:r>
              <a:rPr lang="ko-KR" altLang="en-US" sz="12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A5AA8492-FC13-D6E1-D87A-964FE274B62E}"/>
              </a:ext>
            </a:extLst>
          </p:cNvPr>
          <p:cNvSpPr/>
          <p:nvPr/>
        </p:nvSpPr>
        <p:spPr>
          <a:xfrm>
            <a:off x="8996686" y="510574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2A71AC5D-8471-865F-832B-0860022DAD67}"/>
              </a:ext>
            </a:extLst>
          </p:cNvPr>
          <p:cNvSpPr/>
          <p:nvPr/>
        </p:nvSpPr>
        <p:spPr>
          <a:xfrm>
            <a:off x="6384243" y="4632546"/>
            <a:ext cx="284018" cy="283575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939E4FC8-266B-CA8A-E354-8F615A9D4206}"/>
              </a:ext>
            </a:extLst>
          </p:cNvPr>
          <p:cNvSpPr/>
          <p:nvPr/>
        </p:nvSpPr>
        <p:spPr>
          <a:xfrm>
            <a:off x="11342011" y="4830299"/>
            <a:ext cx="1963743" cy="10356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현재 상태가 목표 상태에 도달했는가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98B0EDF0-1787-CAAD-12F1-7BA9AF97FA2B}"/>
              </a:ext>
            </a:extLst>
          </p:cNvPr>
          <p:cNvSpPr/>
          <p:nvPr/>
        </p:nvSpPr>
        <p:spPr>
          <a:xfrm>
            <a:off x="13510426" y="5059261"/>
            <a:ext cx="957943" cy="6038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016F8E94-F7C1-DB85-44B5-4478F39310B0}"/>
              </a:ext>
            </a:extLst>
          </p:cNvPr>
          <p:cNvSpPr/>
          <p:nvPr/>
        </p:nvSpPr>
        <p:spPr>
          <a:xfrm>
            <a:off x="11823139" y="6172553"/>
            <a:ext cx="1001486" cy="46332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37F692A-7004-C2E7-7E80-9E5B35839A06}"/>
              </a:ext>
            </a:extLst>
          </p:cNvPr>
          <p:cNvSpPr/>
          <p:nvPr/>
        </p:nvSpPr>
        <p:spPr>
          <a:xfrm>
            <a:off x="11274556" y="6796565"/>
            <a:ext cx="2098651" cy="577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9ADDED7-9567-1A8B-4668-085CD8411387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1035822" y="6048419"/>
            <a:ext cx="10238734" cy="1036855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ACC34E5-5B22-76CB-A637-3C60FAB1274E}"/>
              </a:ext>
            </a:extLst>
          </p:cNvPr>
          <p:cNvGraphicFramePr>
            <a:graphicFrameLocks noGrp="1"/>
          </p:cNvGraphicFramePr>
          <p:nvPr/>
        </p:nvGraphicFramePr>
        <p:xfrm>
          <a:off x="14759738" y="4632546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A7D9BA7-B30C-EDA3-4392-D84A1FDC754B}"/>
              </a:ext>
            </a:extLst>
          </p:cNvPr>
          <p:cNvGrpSpPr/>
          <p:nvPr/>
        </p:nvGrpSpPr>
        <p:grpSpPr>
          <a:xfrm>
            <a:off x="15315364" y="4961072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79691091-ECC3-B176-BAAB-7A0512EED4F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40C30CDE-1CB6-02FF-79C5-E2BD2D353BA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BDD80B85-62B2-CFF1-530F-C0D0A6BCE94C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460A57A-811C-215B-F32E-225EB600AA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C0CA46D-85EE-A258-C22E-5B267F1106D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3846617-D9A1-7D14-0A9B-DBB8E78CA227}"/>
              </a:ext>
            </a:extLst>
          </p:cNvPr>
          <p:cNvGrpSpPr/>
          <p:nvPr/>
        </p:nvGrpSpPr>
        <p:grpSpPr>
          <a:xfrm>
            <a:off x="15315364" y="5461150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4BD6C0FA-48E5-0E3D-8129-E1FFF03F4314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7116BC1D-C730-6243-ABB6-3CC91D904C4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DE0E27A0-BEE6-FC1C-A4DD-168D7B8BE4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984D16DF-B875-89B0-D0EE-783DF523763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B7E9E68-D800-FA51-4751-9DE84A995A88}"/>
              </a:ext>
            </a:extLst>
          </p:cNvPr>
          <p:cNvSpPr txBox="1"/>
          <p:nvPr/>
        </p:nvSpPr>
        <p:spPr>
          <a:xfrm>
            <a:off x="14488393" y="6154476"/>
            <a:ext cx="1812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기록된 조립 순서 반환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43BADDB-724D-B660-D6AF-17775C7084D3}"/>
              </a:ext>
            </a:extLst>
          </p:cNvPr>
          <p:cNvSpPr txBox="1"/>
          <p:nvPr/>
        </p:nvSpPr>
        <p:spPr>
          <a:xfrm>
            <a:off x="5637869" y="4359122"/>
            <a:ext cx="174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19F109B8-3E85-3BF1-C515-0312F0864520}"/>
              </a:ext>
            </a:extLst>
          </p:cNvPr>
          <p:cNvSpPr/>
          <p:nvPr/>
        </p:nvSpPr>
        <p:spPr>
          <a:xfrm>
            <a:off x="2018545" y="4375520"/>
            <a:ext cx="883027" cy="45477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</p:spTree>
    <p:extLst>
      <p:ext uri="{BB962C8B-B14F-4D97-AF65-F5344CB8AC3E}">
        <p14:creationId xmlns:p14="http://schemas.microsoft.com/office/powerpoint/2010/main" val="1815110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DC2F-6735-D620-18B8-F17B9547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0751181-2AB2-FEBB-D8A9-02AF9FB67D58}"/>
              </a:ext>
            </a:extLst>
          </p:cNvPr>
          <p:cNvSpPr/>
          <p:nvPr/>
        </p:nvSpPr>
        <p:spPr>
          <a:xfrm>
            <a:off x="124721" y="2723832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F04A6C4-9B9E-789B-896F-2D83170DD8C2}"/>
              </a:ext>
            </a:extLst>
          </p:cNvPr>
          <p:cNvGrpSpPr/>
          <p:nvPr/>
        </p:nvGrpSpPr>
        <p:grpSpPr>
          <a:xfrm>
            <a:off x="1271190" y="3059235"/>
            <a:ext cx="1133874" cy="741791"/>
            <a:chOff x="7670009" y="1193508"/>
            <a:chExt cx="1558708" cy="992387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CDC185D8-D3E3-2A26-2DF9-31ECD9AD8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CA47153-4552-7587-2E1A-60244648D7A2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EFAD535-98D9-5A9B-3E1A-5DE64697159A}"/>
              </a:ext>
            </a:extLst>
          </p:cNvPr>
          <p:cNvGrpSpPr/>
          <p:nvPr/>
        </p:nvGrpSpPr>
        <p:grpSpPr>
          <a:xfrm>
            <a:off x="2076307" y="4030108"/>
            <a:ext cx="1318479" cy="1498113"/>
            <a:chOff x="4074510" y="2332845"/>
            <a:chExt cx="1812481" cy="2366820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1CD4B72-B736-6414-1E44-623002C7A338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15518237-F857-C17D-A331-8551B2C81F86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6B97C36C-733B-9871-DB88-49E7D66032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B6878D23-479E-F9A6-10D7-96375AE3608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9EDB5E6-0F87-1A99-F202-2628F97096B0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4503CF16-6378-B52E-EBC8-5B3BD19952CC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A83A5CE8-AE72-C409-A8F5-30F02379C4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6ACBDF0C-394B-D7BD-AAD1-924C0E04CCC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60BEB8A3-0405-38F4-A835-CDE4AAFE3A75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11351132-CECB-AF47-D6BC-CE3B759AD0DA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B8F5B2A-F39F-0C8A-8D24-5DA008A4BA5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1AF1F90-0821-6A02-3FBD-E5EB16D4ED8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98B206D-9E6F-3F32-C951-C05C49C43F0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34287A2C-F02B-CB40-8D6E-4547E1AF9569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59B34B5B-74B8-626B-2A7D-F921D3D234F7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4A5CFD36-10DA-E077-9D32-3D2A28A6C25B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4CC338DF-2ABC-A53A-D108-0734C528FDC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DBFE29A9-5338-E55D-9C4A-A4476B23CE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A16A6A-C879-BC35-815E-D509992DC9C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1C98CC1-4BDF-986A-DCA4-6DD994C6A051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BE37A48F-58CA-16EC-F11B-A1A0FB8EA84D}"/>
              </a:ext>
            </a:extLst>
          </p:cNvPr>
          <p:cNvGrpSpPr/>
          <p:nvPr/>
        </p:nvGrpSpPr>
        <p:grpSpPr>
          <a:xfrm>
            <a:off x="4533025" y="4438376"/>
            <a:ext cx="496912" cy="378634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7C090C9C-BF17-1703-9E2D-491436DE7D4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0C9C2982-09BD-D3A8-0F96-B466377AF2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93A6B3DA-6038-8B7B-063B-2C1122633B7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45A6ECF3-954A-689F-5069-B85616DBD2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60D3B89B-6454-504B-4321-65C623240F8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53CC9DA-5216-80ED-E3E0-FE1D9588723E}"/>
              </a:ext>
            </a:extLst>
          </p:cNvPr>
          <p:cNvGrpSpPr/>
          <p:nvPr/>
        </p:nvGrpSpPr>
        <p:grpSpPr>
          <a:xfrm>
            <a:off x="128256" y="4330373"/>
            <a:ext cx="1318479" cy="855521"/>
            <a:chOff x="8410242" y="1013492"/>
            <a:chExt cx="1812481" cy="1351610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8C258FA-8338-88BF-E67F-4C643DAEE343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9FA1B53-F16B-9C92-09C9-D5E0E24E734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3CFE29E8-69C7-F097-5FF9-5EC14AB77FDF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B3CE10C0-BFBF-5B8E-AD8E-5FB903DB51C9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DAA9032A-9E1F-9EBE-1282-73442C19D0A1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D3A8887A-2A65-E5EA-36F8-659310445BCE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B3DF9EA-842F-1E63-FA4C-5A254A7F7804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240F65FC-4D11-C747-9844-473EDE4D335F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E4065347-7977-52E5-E0B3-314ED89BBE5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E8B322E7-F416-772B-2CD8-EA14CFAE3A5D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A77CAACE-E9F0-68B9-5561-358DCE4469EA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9B57818E-4982-C917-2A79-AF8E7C00E69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8AE47145-1507-7B3D-F066-C3AD1F76EA75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1F98D2D9-9379-31F8-3546-6B823BA97CF2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95FA5A2A-ABC7-52A1-B3EB-701866D395E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CEBC7D79-0B9F-D8A9-49B0-A244B8F6BBB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0D71DCEF-4871-D7D3-35B5-9F5BB265D550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7EAC16D-2146-6E40-9F5B-EDCB01B1EB14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B7A947-57A0-E22F-9218-11D735B071E8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BF1DD05-772D-4125-93E1-2F5E697017F3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AA0049F-73D1-72D2-190D-D3FC3BC116DA}"/>
              </a:ext>
            </a:extLst>
          </p:cNvPr>
          <p:cNvSpPr/>
          <p:nvPr/>
        </p:nvSpPr>
        <p:spPr>
          <a:xfrm>
            <a:off x="1516951" y="4374311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15DDE180-D617-C792-9C34-64E3DCE294A4}"/>
              </a:ext>
            </a:extLst>
          </p:cNvPr>
          <p:cNvGrpSpPr/>
          <p:nvPr/>
        </p:nvGrpSpPr>
        <p:grpSpPr>
          <a:xfrm>
            <a:off x="164541" y="2807004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CFA328D6-46B1-7AF7-6801-51B0EE87A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9020313-A615-67BD-38E2-726E7B68907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3931EBB1-2ED3-EAAA-2B93-8339CD801597}"/>
              </a:ext>
            </a:extLst>
          </p:cNvPr>
          <p:cNvSpPr/>
          <p:nvPr/>
        </p:nvSpPr>
        <p:spPr>
          <a:xfrm>
            <a:off x="1297816" y="455640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1B6932BA-40BC-F256-11DE-D5115A013C83}"/>
              </a:ext>
            </a:extLst>
          </p:cNvPr>
          <p:cNvSpPr/>
          <p:nvPr/>
        </p:nvSpPr>
        <p:spPr>
          <a:xfrm>
            <a:off x="2210369" y="452522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E6C1C0-3DC5-25C3-AFA4-BAA4EC5C0CB6}"/>
              </a:ext>
            </a:extLst>
          </p:cNvPr>
          <p:cNvSpPr/>
          <p:nvPr/>
        </p:nvSpPr>
        <p:spPr>
          <a:xfrm>
            <a:off x="3352721" y="4340868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4102D0C-FD42-B0DA-3482-4CB0518550A0}"/>
              </a:ext>
            </a:extLst>
          </p:cNvPr>
          <p:cNvGrpSpPr/>
          <p:nvPr/>
        </p:nvGrpSpPr>
        <p:grpSpPr>
          <a:xfrm>
            <a:off x="6733796" y="3059235"/>
            <a:ext cx="1625057" cy="2064519"/>
            <a:chOff x="9028349" y="2632635"/>
            <a:chExt cx="2233926" cy="2761965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5182921D-B939-BC95-6AC5-1C5123ABD15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EBDF3252-0D03-0849-3075-5F1B068B062A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12B7A31C-A9DF-A858-933C-887063B1856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2359C8FB-0B77-2CD0-C82D-B60F0E32C857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13701B0C-9AC9-B12A-AD55-A413BF618AF3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D14F115-7EE1-3411-7DD1-890C43C5E268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302EC9D4-A9DF-4B60-3B02-A688C1B413E5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96C0A6C8-392E-105B-3C91-7DF3F1EFE66D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24ABA87B-A816-8518-43FF-B0126B61CE0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BABF1AB7-E0C5-5B06-DB2A-2062A8A16426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69870FCF-7500-A0CE-D8FB-1D7BF7B079DD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1438856F-1867-A07F-FB17-D8B551E75295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3BB0FFA8-F06B-F4F3-43F8-1591307D0CF4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DF6664D7-15AF-3870-B384-433C7FCA5DBB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24DB450B-8606-FC61-DBC8-23F4B5D0E2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5775A552-44BD-94BD-B369-19F6FB8D230D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E9FEAE6D-F1A2-539C-A868-AB0D562F322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D252B3B4-B434-9370-D8BF-B98FDAAC76FE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FC080FF2-4D48-E33D-D26B-D5E11C470201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86DCF2C-B27E-FE7E-D004-0974D9EF08D5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E6132F5-6B20-0E1D-BD1F-BB6F6D111F4A}"/>
                </a:ext>
              </a:extLst>
            </p:cNvPr>
            <p:cNvGrpSpPr/>
            <p:nvPr/>
          </p:nvGrpSpPr>
          <p:grpSpPr>
            <a:xfrm>
              <a:off x="9028349" y="4384159"/>
              <a:ext cx="2233926" cy="1010441"/>
              <a:chOff x="7648155" y="945795"/>
              <a:chExt cx="2804390" cy="1193252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A5DFE7C5-AA8D-7FD7-D713-25B34B8F2B2F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DFC7026D-E6EA-B4F3-E643-E3368CE23C1D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7776518-9112-1D51-FD5A-F67FC25AC287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A1DE4C7E-4C9F-EB63-2669-D64725F2B6D1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FDD7A136-B334-7B00-B07E-9A8CFD8B733D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2C9FE4A1-E4E4-BB4C-CAB7-368353870B08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96EED35F-B2EE-0E37-034F-000BE34D71A2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C3714E67-87F0-4226-0D2C-E6F47CDC8449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7968D600-AA54-F002-7160-3E94A88ADE6A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ACA463E5-6C7C-F15C-90D3-41E2F3FA232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97492E62-E81B-5426-0B43-7D25BF932798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270DD6F5-E7CC-7C79-CABE-CB63AE0E3F9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6BB6D3B2-1ABA-194A-9061-D6AB34BA1305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3C6654F-E767-F00A-2A82-FCCD5A37D0AA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767CBD7A-EB36-951D-924B-5AC3BE6A34F4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78B01AF-AD2E-E9DD-6F95-519D51C499D9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2FAF11A-19B5-C77A-AEC1-A6296894BCBB}"/>
                  </a:ext>
                </a:extLst>
              </p:cNvPr>
              <p:cNvSpPr txBox="1"/>
              <p:nvPr/>
            </p:nvSpPr>
            <p:spPr>
              <a:xfrm>
                <a:off x="7648155" y="1798674"/>
                <a:ext cx="2804390" cy="340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7371592-ED15-20F5-066F-1E9ADAAEDE42}"/>
              </a:ext>
            </a:extLst>
          </p:cNvPr>
          <p:cNvSpPr/>
          <p:nvPr/>
        </p:nvSpPr>
        <p:spPr>
          <a:xfrm>
            <a:off x="3135148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0B8F1329-5CD4-FE19-9882-7F772F194083}"/>
              </a:ext>
            </a:extLst>
          </p:cNvPr>
          <p:cNvSpPr/>
          <p:nvPr/>
        </p:nvSpPr>
        <p:spPr>
          <a:xfrm>
            <a:off x="4333841" y="452149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14EDDA-3EF3-91A6-89C6-62536BF32F9F}"/>
              </a:ext>
            </a:extLst>
          </p:cNvPr>
          <p:cNvSpPr txBox="1"/>
          <p:nvPr/>
        </p:nvSpPr>
        <p:spPr>
          <a:xfrm>
            <a:off x="4243564" y="4888441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CA0BE36-9C15-CF8E-9F82-B2DFCA5C8561}"/>
              </a:ext>
            </a:extLst>
          </p:cNvPr>
          <p:cNvSpPr/>
          <p:nvPr/>
        </p:nvSpPr>
        <p:spPr>
          <a:xfrm>
            <a:off x="5126382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45DB37-BC21-1802-665D-E72B5435D403}"/>
              </a:ext>
            </a:extLst>
          </p:cNvPr>
          <p:cNvSpPr/>
          <p:nvPr/>
        </p:nvSpPr>
        <p:spPr>
          <a:xfrm>
            <a:off x="5332869" y="4335178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4502B96-A6C2-BE9A-3E58-61B21922F344}"/>
              </a:ext>
            </a:extLst>
          </p:cNvPr>
          <p:cNvSpPr/>
          <p:nvPr/>
        </p:nvSpPr>
        <p:spPr>
          <a:xfrm>
            <a:off x="6578584" y="450427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6A767382-F10C-421A-D195-E3A3454A8056}"/>
              </a:ext>
            </a:extLst>
          </p:cNvPr>
          <p:cNvSpPr/>
          <p:nvPr/>
        </p:nvSpPr>
        <p:spPr>
          <a:xfrm>
            <a:off x="4671826" y="4150562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DF17A07E-7178-6ADC-655E-202932C438F0}"/>
              </a:ext>
            </a:extLst>
          </p:cNvPr>
          <p:cNvSpPr/>
          <p:nvPr/>
        </p:nvSpPr>
        <p:spPr>
          <a:xfrm>
            <a:off x="8284678" y="4298378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D86C364A-A108-4219-30F8-FE62941EAFC0}"/>
              </a:ext>
            </a:extLst>
          </p:cNvPr>
          <p:cNvSpPr/>
          <p:nvPr/>
        </p:nvSpPr>
        <p:spPr>
          <a:xfrm>
            <a:off x="9862079" y="4469523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E84B421E-45EF-4956-0E65-C2D08C1AF113}"/>
              </a:ext>
            </a:extLst>
          </p:cNvPr>
          <p:cNvSpPr/>
          <p:nvPr/>
        </p:nvSpPr>
        <p:spPr>
          <a:xfrm>
            <a:off x="8634672" y="5301689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CFDA937-59A5-EBF0-0FE7-50D37CE80C3A}"/>
              </a:ext>
            </a:extLst>
          </p:cNvPr>
          <p:cNvSpPr/>
          <p:nvPr/>
        </p:nvSpPr>
        <p:spPr>
          <a:xfrm>
            <a:off x="8235608" y="5768126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1FEF2709-9625-BB09-C61E-E492B8C2A674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787496" y="5185895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F9352B4-45FA-A5EF-178F-E62220425ED0}"/>
              </a:ext>
            </a:extLst>
          </p:cNvPr>
          <p:cNvSpPr txBox="1"/>
          <p:nvPr/>
        </p:nvSpPr>
        <p:spPr>
          <a:xfrm>
            <a:off x="4080851" y="3946182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EED746C9-014E-F55B-B05F-F10EDB143794}"/>
              </a:ext>
            </a:extLst>
          </p:cNvPr>
          <p:cNvSpPr/>
          <p:nvPr/>
        </p:nvSpPr>
        <p:spPr>
          <a:xfrm>
            <a:off x="1502373" y="3958439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4E57E-0109-2BA1-AF56-AA8D0791E49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5F85050-D0D2-620F-458F-EC6EAEDE67D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430BA8A6-0774-92F3-7C8D-5BF552F5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2398014-2312-E050-0723-A5660DC9968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C16C520-0ACD-28D7-A466-6F68A0BCC37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02AE20F6-4F4E-7C9A-A08F-3468B896AA7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FD961D1-EC85-DF83-F60F-EBC6F221ED9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0D946618-B715-13ED-E134-B4464DDCBCC3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567FB3F-EBA1-C333-11A7-8BA4AC045310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90AF7202-16C0-B8E6-6811-9B20D1CEBE80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0B402A-FAA9-6C8A-F8E0-B1BD08EF5E67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2B6835B7-6E83-6C3D-ACC1-B5AD026D1A2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C16985A8-EB69-13E0-B568-F56042BE9DB8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66506A8-12EB-5E6E-78AD-E353E0CBF4A4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399D972F-F9B3-5A79-4301-DCEDED42524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961474B-955F-5670-84F3-4E7BECCCD3F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AA375FD5-9333-A44A-42D3-4DB43BCE466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E1F8C6B-9EF6-E11F-3F64-E4B122FF55C3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3FFD674-8BAA-2BC2-2E85-0B7A0F39084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4045E5EF-125F-BA7B-5044-524607E419B0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544665F-7BF5-4690-B912-6CB73F75D3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26186EE-BBDC-C398-19F4-DEEC225E75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321CDB03-3BD5-6B51-8905-B5B5B13FA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5ABF6FFA-B184-1CC4-7B1B-006A638CCD8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A8B9DDE4-4A0D-60DE-FC78-B5A600DC6AEF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C242343-4DC1-7695-8B8F-FE721C30263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301DFC76-D0A8-8237-35F8-5734C8E514D2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8CA25D46-06F2-1BFA-36E4-068B3A443259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701B0AC2-1C57-647F-7BCC-85EDB72F984E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9C7BB99-BF37-F070-20A9-9C9AAAF7EBCB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1C4D335-823A-9953-87CB-98CB40C0DBA5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47F1682-93B3-F225-D167-657AC93E00EC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B97039AD-1275-4D7E-E8CB-A3122CA3E6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B762C9C2-3677-958C-EE00-6BF52A06231A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4A24EF31-BD9B-0F74-BE3D-19A218CCF3E7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FA68568-E005-67C6-EB4F-8E9E2C0F8218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10F9103-FBF0-17DD-3AEB-35934E0F3DE4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9F75A673-B005-F69A-A61A-FAF771EAD154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215D67D7-C288-B2F0-12EE-4939072420D8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483E9AE-469A-3356-9CFC-254D898CE017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9956AECC-A0D3-D2D2-2EA2-504A716445DA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C0307EBD-863F-F69C-341E-B4807B811AC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51D43906-A785-65F1-F98C-C26B3D6142A7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B8F1E4-7A64-8175-28EE-76295C2CDF02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A0AE979D-CA90-1CD3-43B7-9C1D7BD5B4C1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15C02461-4568-FB64-271C-D8966C8A29F7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1536CA-81D7-2E9B-A318-23B4C2345896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83B7243-7E29-2274-0BBD-ABA5B11940F5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A41CE5D-60EA-7A8F-F717-4B4051A5E290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10E8859-F5C9-3CF1-86C9-5D4A0D90B402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E949D77-E97A-1DDA-14C3-8524CFC66436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F6D601-4A47-521C-E7F7-8D9EBB7C03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96DF3854-2C1E-1244-03B0-5E3257AC312A}"/>
              </a:ext>
            </a:extLst>
          </p:cNvPr>
          <p:cNvGraphicFramePr>
            <a:graphicFrameLocks noGrp="1"/>
          </p:cNvGraphicFramePr>
          <p:nvPr/>
        </p:nvGraphicFramePr>
        <p:xfrm>
          <a:off x="4176691" y="2778839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BAEF3805-9827-C8C8-C0E3-0B4924E3F1E2}"/>
              </a:ext>
            </a:extLst>
          </p:cNvPr>
          <p:cNvGraphicFramePr>
            <a:graphicFrameLocks noGrp="1"/>
          </p:cNvGraphicFramePr>
          <p:nvPr/>
        </p:nvGraphicFramePr>
        <p:xfrm>
          <a:off x="10825842" y="402613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39E975AC-ECF1-0BE5-5177-8E0642ECBDD7}"/>
              </a:ext>
            </a:extLst>
          </p:cNvPr>
          <p:cNvGrpSpPr/>
          <p:nvPr/>
        </p:nvGrpSpPr>
        <p:grpSpPr>
          <a:xfrm>
            <a:off x="11381468" y="4354664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B3C31A60-BC73-2188-21AA-B2017AECDEB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228530-912A-27F8-7EB0-555DCF1442A8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C2CB90E7-DDA4-5BF9-6DE3-76A9425CFC2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08903FB-4AFD-E375-38D4-E8712C17A1F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BF7E3827-DCC0-517E-2E6B-37F9B54CC13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DBAF44B-EEEB-5787-15B3-4F0DF1F8E600}"/>
              </a:ext>
            </a:extLst>
          </p:cNvPr>
          <p:cNvGrpSpPr/>
          <p:nvPr/>
        </p:nvGrpSpPr>
        <p:grpSpPr>
          <a:xfrm>
            <a:off x="11381468" y="4854742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2363FF1D-B36A-E51C-D664-4022D787EA1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7C94700-DE47-7B59-E284-F7F6CBC6A1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C46867EC-B0BD-32BD-E370-25AFB808EFB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E1857EE9-5FB4-1ACB-7351-EAE7DFB1FA1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8367FA55-0610-CABF-EC28-C88A23261646}"/>
              </a:ext>
            </a:extLst>
          </p:cNvPr>
          <p:cNvSpPr txBox="1"/>
          <p:nvPr/>
        </p:nvSpPr>
        <p:spPr>
          <a:xfrm>
            <a:off x="10554497" y="5548068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1A9D5DB1-1425-C173-9BFC-1D7DCEE18BAA}"/>
              </a:ext>
            </a:extLst>
          </p:cNvPr>
          <p:cNvGrpSpPr/>
          <p:nvPr/>
        </p:nvGrpSpPr>
        <p:grpSpPr>
          <a:xfrm>
            <a:off x="4764501" y="3040120"/>
            <a:ext cx="441736" cy="295305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151F728-4650-5502-1D51-1BDBBFAFDA59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7DAEFD58-7F42-FF34-24AE-4D20A0D215C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6F552C9C-8D3C-5FB1-539C-1292554E879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951B9D16-FC9A-4856-77E3-D25952FBCC7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7A1C9907-487E-0CEC-24F7-8485C4BCBC4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5C8B27F-6AC0-66BF-744F-CA444600B1E6}"/>
              </a:ext>
            </a:extLst>
          </p:cNvPr>
          <p:cNvGrpSpPr/>
          <p:nvPr/>
        </p:nvGrpSpPr>
        <p:grpSpPr>
          <a:xfrm>
            <a:off x="4764501" y="3432969"/>
            <a:ext cx="441736" cy="177467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C882473E-DBC8-A9EA-1FFC-A730EB2C8ED0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43F4A2B9-1147-03C6-2186-B96DD9F1ED2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42162398-DD52-00F2-F71A-78D18396075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623719F0-CB02-7B37-1022-365EE61A5D3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7810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5D057-6E98-BD3B-F146-AE9D296C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18B9B87-85C2-4FB1-4389-54AA0300AD9B}"/>
              </a:ext>
            </a:extLst>
          </p:cNvPr>
          <p:cNvSpPr/>
          <p:nvPr/>
        </p:nvSpPr>
        <p:spPr>
          <a:xfrm>
            <a:off x="758775" y="2885353"/>
            <a:ext cx="4805495" cy="225765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88F33089-39FC-32F7-60A7-E2A2DD655182}"/>
              </a:ext>
            </a:extLst>
          </p:cNvPr>
          <p:cNvGrpSpPr/>
          <p:nvPr/>
        </p:nvGrpSpPr>
        <p:grpSpPr>
          <a:xfrm>
            <a:off x="772321" y="2911488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A7214541-EB68-1EC4-9D53-797DDA93F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A4520930-0DEF-1C66-4019-3882C6973057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2038FD-5DE0-5105-0BC5-32262D3C2642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896C76-B50E-5C90-69CC-757A3FF7C10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55D37FC0-C318-1099-CFC9-79A89E468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4CEBEFA-E320-AFA5-A506-F6D02D4202C4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550B767-F768-9628-07AA-76532201E75B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C128F97-6497-AC22-AC18-22A9EB7B4044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55ECAD0B-5E66-0572-ABA8-BB8965FF58C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E7D3C689-19AE-7F89-3190-B1242F908F58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248C64B6-0136-8F19-82A1-83328280A804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DE8B35E9-E6DD-C64F-44CF-DA720B26638D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FBF6FE6F-6DE6-3778-C1C7-064F4DB8DFCD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0F05BAF8-4AE5-E037-AF9D-9D5455EBED3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53B2EDE1-76D9-25B0-5B36-3CE3E2F0CF05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9E24641C-2216-9AC5-AE07-6A0D833CC99C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451043CB-02C4-64EE-1FD4-29860FC8A38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3BC2AA5E-13CA-1C6B-3D79-F9F01996ED81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95D59C4-DC3B-964A-A181-DA7771318CDE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4A2A84FA-6622-BA1C-117A-631DF16C14C8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7919FE4-F838-4A25-618F-2CBD8D39015C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00C2A7EE-62B0-02C1-B3DC-3FFA10F8D7F1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550A0043-54C5-EC0C-C9CA-ED954F7DE6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24901EF6-3004-68E9-0603-82ECAFC6B1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115EA161-595D-9621-9EFB-827CD44F09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D29F1423-685B-D6E8-46BA-E09D04A6A9CE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4AE9450B-6198-8CC3-5284-4BCB48F0CDE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B4F0C1E-8D78-46EF-37A8-5D1A199E350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BBA24F1D-D545-009D-FD72-6744DE54F56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EEC6174-A582-EC25-AB4D-AAF123082DF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88CC3718-E58D-2859-F3CE-812646E53C0B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18906D97-CAAA-41E0-62A8-87CF78F2FCA6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8BC2CE4A-7A7C-912C-91F8-7A49ED584463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2FD3A7E-7E48-7D09-E1EE-4C3F70AEB8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00E27A2-D53E-2D87-1E98-7FC53F998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05B8CD56-93F9-B55F-4FA6-F2DBA28BF7B3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7422784E-F5B2-9349-BC72-D9A7FAFB1FE5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5E3A08DB-BB93-D920-4DFB-32F0A86FEC55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5B1F3230-18BD-7430-0473-550A656AAD41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A6C4CFCA-1814-4517-E140-3EDBA7C4494A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7D666D21-0227-BC25-FBC6-8D844E9864B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C0D04547-AD05-C2BB-AECA-001B0E250F5B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CC52E787-7A77-1223-C9A6-F53EEF2E851B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B4621D2B-BE35-EEA2-5447-55F2DEE807F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D6634A9C-D2E7-D422-AAED-7761BF8B9F41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F7340E-173A-FF0F-F2DE-F0B7875A1FB5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2312D35A-1AEC-6F8F-C597-79F2323B5970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459C34A9-B9F8-8695-9005-F32DBA31310D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13728195-CE40-04AE-8743-72BCBB4008A8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B7EDFFD-D3AE-4474-18FF-44498B4082C6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CBF21A9-1371-8073-92AB-C4225C2EDB32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B0783B79-1EDC-2BED-703D-2587E95C772E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DECA9560-AB39-4840-DB29-6A0F1DF48F37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C053213-9E2B-B82E-6484-08247C606C0B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79432C1-87B1-26B0-D648-4D63FE6F2020}"/>
              </a:ext>
            </a:extLst>
          </p:cNvPr>
          <p:cNvGraphicFramePr>
            <a:graphicFrameLocks noGrp="1"/>
          </p:cNvGraphicFramePr>
          <p:nvPr/>
        </p:nvGraphicFramePr>
        <p:xfrm>
          <a:off x="6212774" y="3426183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2B749C9-E72E-4EF6-D5AB-A9DF0AC337EB}"/>
              </a:ext>
            </a:extLst>
          </p:cNvPr>
          <p:cNvGrpSpPr/>
          <p:nvPr/>
        </p:nvGrpSpPr>
        <p:grpSpPr>
          <a:xfrm>
            <a:off x="6768400" y="3754709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592D2A94-2E5E-33CE-0859-463E5115E72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27734275-551F-80D1-805D-C59842F003A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696C21B6-1F6D-EC3D-7060-57B71D910C7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0F10D99-FA4D-365F-1F93-0928C913350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D1E57C30-DA97-F76F-1A44-504256A20A6F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2162E88-EA58-96EA-30C3-E5885491828F}"/>
              </a:ext>
            </a:extLst>
          </p:cNvPr>
          <p:cNvGrpSpPr/>
          <p:nvPr/>
        </p:nvGrpSpPr>
        <p:grpSpPr>
          <a:xfrm>
            <a:off x="6768400" y="4254787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32F4A7B5-E87E-E63D-EB3B-F1FA5A91641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00D2085D-384D-D368-3434-A237BEA781D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15790A80-E03A-BEB4-A1D6-BE870DE4C33B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444AC586-6846-3941-5BB8-8FD03B07151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2EEAD974-5A69-2A5E-45A2-F551ECC417C0}"/>
              </a:ext>
            </a:extLst>
          </p:cNvPr>
          <p:cNvSpPr txBox="1"/>
          <p:nvPr/>
        </p:nvSpPr>
        <p:spPr>
          <a:xfrm>
            <a:off x="5941429" y="4948113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312499D-5182-5AF7-5A69-FBF407C5D0FC}"/>
              </a:ext>
            </a:extLst>
          </p:cNvPr>
          <p:cNvSpPr/>
          <p:nvPr/>
        </p:nvSpPr>
        <p:spPr>
          <a:xfrm>
            <a:off x="8190467" y="3627671"/>
            <a:ext cx="1119662" cy="1044210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377A673-CFE0-1DA8-BB59-0D5D8B6A5C22}"/>
              </a:ext>
            </a:extLst>
          </p:cNvPr>
          <p:cNvGrpSpPr/>
          <p:nvPr/>
        </p:nvGrpSpPr>
        <p:grpSpPr>
          <a:xfrm>
            <a:off x="9969398" y="3304299"/>
            <a:ext cx="1694578" cy="1828684"/>
            <a:chOff x="9546077" y="3179194"/>
            <a:chExt cx="2381250" cy="2469129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0F722756-8DE3-78F5-DBBF-0C9F188811A0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B6F44B0-299A-D905-A137-C9434C7A4314}"/>
                </a:ext>
              </a:extLst>
            </p:cNvPr>
            <p:cNvSpPr/>
            <p:nvPr/>
          </p:nvSpPr>
          <p:spPr>
            <a:xfrm>
              <a:off x="9575807" y="3179194"/>
              <a:ext cx="1537277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공법서 형태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3F75FA6-C284-ED87-6B8D-B6D1846F9804}"/>
                </a:ext>
              </a:extLst>
            </p:cNvPr>
            <p:cNvSpPr txBox="1"/>
            <p:nvPr/>
          </p:nvSpPr>
          <p:spPr>
            <a:xfrm>
              <a:off x="9546077" y="3560101"/>
              <a:ext cx="1962432" cy="20882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{nut type C,</a:t>
              </a:r>
              <a:r>
                <a:rPr lang="ko-KR" altLang="en-US" sz="1050" dirty="0"/>
                <a:t> </a:t>
              </a:r>
              <a:r>
                <a:rPr lang="ko-KR" altLang="en-US" sz="1050" dirty="0" err="1"/>
                <a:t>가조립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1}, 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{nut type C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dirty="0"/>
                <a:t>잡음</a:t>
              </a:r>
              <a:r>
                <a:rPr lang="en-US" altLang="ko-KR" sz="1050" dirty="0"/>
                <a:t>/</a:t>
              </a:r>
              <a:r>
                <a:rPr lang="ko-KR" altLang="en-US" sz="1050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 type D </a:t>
              </a:r>
              <a:r>
                <a:rPr lang="ko-KR" altLang="en-US" sz="1050" dirty="0"/>
                <a:t>체결 </a:t>
              </a:r>
              <a:r>
                <a:rPr lang="en-US" altLang="ko-KR" sz="1050" dirty="0"/>
                <a:t>1}</a:t>
              </a:r>
            </a:p>
            <a:p>
              <a:endParaRPr lang="en-US" altLang="ko-KR" sz="1050" dirty="0"/>
            </a:p>
            <a:p>
              <a:endParaRPr lang="ko-KR" altLang="en-US" sz="1050" dirty="0"/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8D2C430-9660-289D-E723-1A9BF6111FDC}"/>
              </a:ext>
            </a:extLst>
          </p:cNvPr>
          <p:cNvGrpSpPr/>
          <p:nvPr/>
        </p:nvGrpSpPr>
        <p:grpSpPr>
          <a:xfrm>
            <a:off x="561533" y="5389463"/>
            <a:ext cx="1529700" cy="1219719"/>
            <a:chOff x="7670009" y="1193508"/>
            <a:chExt cx="1558708" cy="1156227"/>
          </a:xfrm>
        </p:grpSpPr>
        <p:pic>
          <p:nvPicPr>
            <p:cNvPr id="138" name="그래픽 137" descr="데이터베이스 단색으로 채워진">
              <a:extLst>
                <a:ext uri="{FF2B5EF4-FFF2-40B4-BE49-F238E27FC236}">
                  <a16:creationId xmlns:a16="http://schemas.microsoft.com/office/drawing/2014/main" id="{9ED135F8-0942-17FD-400D-F049F4E86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451B72A-69A9-EF76-BBA3-6C8D857EBE9A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37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6EF7C197-A2A0-3902-0FAF-5936FACBAA48}"/>
              </a:ext>
            </a:extLst>
          </p:cNvPr>
          <p:cNvSpPr/>
          <p:nvPr/>
        </p:nvSpPr>
        <p:spPr>
          <a:xfrm>
            <a:off x="830340" y="3524643"/>
            <a:ext cx="1108392" cy="1232932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가능 후보 확인 시스템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3C24A3EA-4F47-38FA-8F1E-BA275DE93E5E}"/>
              </a:ext>
            </a:extLst>
          </p:cNvPr>
          <p:cNvSpPr/>
          <p:nvPr/>
        </p:nvSpPr>
        <p:spPr>
          <a:xfrm>
            <a:off x="2079447" y="352360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조립 후보 평가 및 </a:t>
            </a:r>
            <a:br>
              <a:rPr lang="en-US" altLang="ko-KR" sz="1000" dirty="0"/>
            </a:br>
            <a:r>
              <a:rPr lang="ko-KR" altLang="en-US" sz="1000" dirty="0"/>
              <a:t>조립 상태 예측 시스템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99FA0D0-9435-5DC7-6E3B-5273BDA39EA9}"/>
              </a:ext>
            </a:extLst>
          </p:cNvPr>
          <p:cNvSpPr/>
          <p:nvPr/>
        </p:nvSpPr>
        <p:spPr>
          <a:xfrm>
            <a:off x="3756376" y="3518747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가능 </a:t>
            </a:r>
            <a:r>
              <a:rPr lang="en-US" altLang="ko-KR" sz="1000" dirty="0"/>
              <a:t>Plan </a:t>
            </a:r>
            <a:r>
              <a:rPr lang="ko-KR" altLang="en-US" sz="1000" dirty="0"/>
              <a:t>탐색 시스템</a:t>
            </a:r>
            <a:endParaRPr lang="en-US" altLang="ko-KR" sz="1000" dirty="0"/>
          </a:p>
          <a:p>
            <a:pPr algn="ctr"/>
            <a:r>
              <a:rPr lang="en-US" altLang="ko-KR" sz="1000" dirty="0"/>
              <a:t>(Search Algorithm)</a:t>
            </a:r>
            <a:endParaRPr lang="ko-KR" altLang="en-US" sz="1000" dirty="0"/>
          </a:p>
        </p:txBody>
      </p:sp>
      <p:sp>
        <p:nvSpPr>
          <p:cNvPr id="144" name="화살표: 위쪽 143">
            <a:extLst>
              <a:ext uri="{FF2B5EF4-FFF2-40B4-BE49-F238E27FC236}">
                <a16:creationId xmlns:a16="http://schemas.microsoft.com/office/drawing/2014/main" id="{9847BB6F-31CD-9880-FE02-14730B6BC9D8}"/>
              </a:ext>
            </a:extLst>
          </p:cNvPr>
          <p:cNvSpPr/>
          <p:nvPr/>
        </p:nvSpPr>
        <p:spPr>
          <a:xfrm>
            <a:off x="965493" y="4671881"/>
            <a:ext cx="752053" cy="615309"/>
          </a:xfrm>
          <a:prstGeom prst="upArrow">
            <a:avLst>
              <a:gd name="adj1" fmla="val 79357"/>
              <a:gd name="adj2" fmla="val 3880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326CDDEF-216C-6E74-9CF5-CEA1F72F2354}"/>
              </a:ext>
            </a:extLst>
          </p:cNvPr>
          <p:cNvSpPr/>
          <p:nvPr/>
        </p:nvSpPr>
        <p:spPr>
          <a:xfrm>
            <a:off x="5694172" y="3803404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화살표: 아래쪽 146">
            <a:extLst>
              <a:ext uri="{FF2B5EF4-FFF2-40B4-BE49-F238E27FC236}">
                <a16:creationId xmlns:a16="http://schemas.microsoft.com/office/drawing/2014/main" id="{FCD425F6-513C-9C22-3455-7627EBE2D48B}"/>
              </a:ext>
            </a:extLst>
          </p:cNvPr>
          <p:cNvSpPr/>
          <p:nvPr/>
        </p:nvSpPr>
        <p:spPr>
          <a:xfrm>
            <a:off x="1265807" y="2511974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화살표: 아래쪽 165">
            <a:extLst>
              <a:ext uri="{FF2B5EF4-FFF2-40B4-BE49-F238E27FC236}">
                <a16:creationId xmlns:a16="http://schemas.microsoft.com/office/drawing/2014/main" id="{78AD9533-E213-DAA3-2E08-792E1D99D6E4}"/>
              </a:ext>
            </a:extLst>
          </p:cNvPr>
          <p:cNvSpPr/>
          <p:nvPr/>
        </p:nvSpPr>
        <p:spPr>
          <a:xfrm>
            <a:off x="3161523" y="2515792"/>
            <a:ext cx="471054" cy="24428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F53E512E-7BCA-1256-A310-A46FFCB454A0}"/>
              </a:ext>
            </a:extLst>
          </p:cNvPr>
          <p:cNvSpPr/>
          <p:nvPr/>
        </p:nvSpPr>
        <p:spPr>
          <a:xfrm>
            <a:off x="7684582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66BF4715-FBAB-52B2-9A1E-E45C9D407F22}"/>
              </a:ext>
            </a:extLst>
          </p:cNvPr>
          <p:cNvSpPr/>
          <p:nvPr/>
        </p:nvSpPr>
        <p:spPr>
          <a:xfrm>
            <a:off x="9467162" y="3797866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558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2358E-BCF0-77AD-5EEF-85F52D2DBEA4}"/>
              </a:ext>
            </a:extLst>
          </p:cNvPr>
          <p:cNvSpPr/>
          <p:nvPr/>
        </p:nvSpPr>
        <p:spPr>
          <a:xfrm>
            <a:off x="133958" y="1790959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66675B-8650-6714-F652-A8617059F3E0}"/>
              </a:ext>
            </a:extLst>
          </p:cNvPr>
          <p:cNvGrpSpPr/>
          <p:nvPr/>
        </p:nvGrpSpPr>
        <p:grpSpPr>
          <a:xfrm>
            <a:off x="1280427" y="2126362"/>
            <a:ext cx="1133874" cy="741791"/>
            <a:chOff x="7670009" y="1193508"/>
            <a:chExt cx="1558708" cy="992387"/>
          </a:xfrm>
        </p:grpSpPr>
        <p:pic>
          <p:nvPicPr>
            <p:cNvPr id="4" name="그래픽 3" descr="데이터베이스 단색으로 채워진">
              <a:extLst>
                <a:ext uri="{FF2B5EF4-FFF2-40B4-BE49-F238E27FC236}">
                  <a16:creationId xmlns:a16="http://schemas.microsoft.com/office/drawing/2014/main" id="{E7DF306F-8A45-CA4E-BFFB-E2B8CFE3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53C734-6AC6-23EF-0A47-6C14A07A48B4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0C7A6933-6550-2082-2DA8-BCBBFB699582}"/>
              </a:ext>
            </a:extLst>
          </p:cNvPr>
          <p:cNvGrpSpPr/>
          <p:nvPr/>
        </p:nvGrpSpPr>
        <p:grpSpPr>
          <a:xfrm>
            <a:off x="2085544" y="3097235"/>
            <a:ext cx="1318479" cy="1498113"/>
            <a:chOff x="4074510" y="2332845"/>
            <a:chExt cx="1812481" cy="236682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8FC1ACF-B7BC-806C-CB56-096C22253B32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BC5624B1-A5B0-E092-522E-EAA5EA811A6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99C85BA2-E423-EC0F-8E1D-B7459F243CC3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DE13639A-6FB1-C64C-BB00-527DF0FF3BE3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1D2AA44-7C2A-411F-9C24-3E32592728A1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25" name="사각형: 둥근 모서리 24">
                    <a:extLst>
                      <a:ext uri="{FF2B5EF4-FFF2-40B4-BE49-F238E27FC236}">
                        <a16:creationId xmlns:a16="http://schemas.microsoft.com/office/drawing/2014/main" id="{61A8D46A-EA52-4B79-FC51-B9C256361F75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A38C486E-CD1A-7D8E-276C-C9FCBF20043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928E8F6D-F09B-4620-CABA-7ADEA380C74C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EA8657B9-BA1C-77D1-5430-0FD826BFA902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3A39CA5C-86A2-A629-4B53-3F336E66CB7E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20" name="타원 19">
                    <a:extLst>
                      <a:ext uri="{FF2B5EF4-FFF2-40B4-BE49-F238E27FC236}">
                        <a16:creationId xmlns:a16="http://schemas.microsoft.com/office/drawing/2014/main" id="{58909528-1522-68BB-5C68-5DEAA6F1358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0DBE0C06-1F62-D9F4-FEAC-48107702F33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22" name="타원 21">
                    <a:extLst>
                      <a:ext uri="{FF2B5EF4-FFF2-40B4-BE49-F238E27FC236}">
                        <a16:creationId xmlns:a16="http://schemas.microsoft.com/office/drawing/2014/main" id="{F0E14992-E366-C79F-69BC-A0401FA99EE0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B10AA52-D30B-509D-7A98-67B77584EB1F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14" name="사각형: 둥근 모서리 13">
                  <a:extLst>
                    <a:ext uri="{FF2B5EF4-FFF2-40B4-BE49-F238E27FC236}">
                      <a16:creationId xmlns:a16="http://schemas.microsoft.com/office/drawing/2014/main" id="{EAA2F810-039E-3331-0C74-E6799EB60B54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15" name="그룹 14">
                  <a:extLst>
                    <a:ext uri="{FF2B5EF4-FFF2-40B4-BE49-F238E27FC236}">
                      <a16:creationId xmlns:a16="http://schemas.microsoft.com/office/drawing/2014/main" id="{487D3E8B-4B19-1287-2755-F24CA9BB3D37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42D9EF54-B712-A2CE-ED8A-465BF9AD5CB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B81A491D-D3D9-3700-DBE9-2E80F73A282F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CDD8E-5F68-3AF5-6D53-93EA9DE6B27D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8125CC-F3EF-57B1-93C7-027E0D1C477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9C9A51-967F-8346-A981-5871A81A36F8}"/>
              </a:ext>
            </a:extLst>
          </p:cNvPr>
          <p:cNvGrpSpPr/>
          <p:nvPr/>
        </p:nvGrpSpPr>
        <p:grpSpPr>
          <a:xfrm>
            <a:off x="4542262" y="3505503"/>
            <a:ext cx="496912" cy="378634"/>
            <a:chOff x="8523851" y="2626812"/>
            <a:chExt cx="1080000" cy="162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832D5B2-40DF-C474-FB77-2FD0C9C47135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F859336-3C90-C2C2-B7B6-FE04DF7C2C99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5618D676-CCC3-6E25-BFE5-255A34137CB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08849202-ED4A-D3BD-92FB-3BA85EF50A43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981D16A1-D70E-AD1C-C1E8-39CD2833C7B4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81A8BB-0C75-9B8D-1239-A7546EA6D004}"/>
              </a:ext>
            </a:extLst>
          </p:cNvPr>
          <p:cNvGrpSpPr/>
          <p:nvPr/>
        </p:nvGrpSpPr>
        <p:grpSpPr>
          <a:xfrm>
            <a:off x="137493" y="3397500"/>
            <a:ext cx="1318479" cy="855521"/>
            <a:chOff x="8410242" y="1013492"/>
            <a:chExt cx="1812481" cy="135161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E7500A26-06AF-1EC7-B228-26789D05A9ED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8E087AA-C01E-2AB2-9942-AD76003B2E17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78645A55-23F7-E952-D788-0069EEE704BE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18C4D49C-5574-A70E-1E32-3AFE3E8265ED}"/>
                    </a:ext>
                  </a:extLst>
                </p:cNvPr>
                <p:cNvCxnSpPr>
                  <a:cxnSpLocks/>
                  <a:stCxn id="53" idx="1"/>
                  <a:endCxn id="51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626BB0CC-B566-A1B3-BC20-3C127C7CE86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1B99F08-F579-7528-F775-7F49AB0E1DF8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4EBCD913-C5CF-606D-4E95-8E90E0731BBE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A78D0E5E-1791-BFBA-B388-E2E49BF6D84D}"/>
                    </a:ext>
                  </a:extLst>
                </p:cNvPr>
                <p:cNvCxnSpPr>
                  <a:cxnSpLocks/>
                  <a:stCxn id="50" idx="2"/>
                  <a:endCxn id="46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사각형: 둥근 모서리 47">
                  <a:extLst>
                    <a:ext uri="{FF2B5EF4-FFF2-40B4-BE49-F238E27FC236}">
                      <a16:creationId xmlns:a16="http://schemas.microsoft.com/office/drawing/2014/main" id="{6101DA37-5F52-2304-DF67-168CDD176D9B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19F58B3C-37EB-1290-A519-1D3D3F9476ED}"/>
                    </a:ext>
                  </a:extLst>
                </p:cNvPr>
                <p:cNvCxnSpPr>
                  <a:cxnSpLocks/>
                  <a:stCxn id="48" idx="3"/>
                  <a:endCxn id="46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58C58766-7977-9545-6097-ADE9AD2CD746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2AB61622-13A0-FB2A-507E-CD9E7A22CE82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416921A-3081-9316-CA43-6C083C623BFE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3AED381-9D7E-3859-19FD-D81E9FB8331D}"/>
                    </a:ext>
                  </a:extLst>
                </p:cNvPr>
                <p:cNvCxnSpPr>
                  <a:cxnSpLocks/>
                  <a:stCxn id="45" idx="6"/>
                  <a:endCxn id="43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7C7D52C-AD61-D957-FB35-0C26BCDB039C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0AF155C8-0277-7E72-0DCE-CAE92D554044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D19E5C4-2019-8A27-8A3B-6988C30358DC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56D941A-749A-9E87-5D68-32A5A9EB3BE8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770FBFF5-8EA6-595A-BD96-B8F9D6B2C2BE}"/>
                    </a:ext>
                  </a:extLst>
                </p:cNvPr>
                <p:cNvCxnSpPr>
                  <a:cxnSpLocks/>
                  <a:stCxn id="41" idx="4"/>
                  <a:endCxn id="40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335CE95-5134-3C02-5A62-65E79135BB02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397E4C-E932-8835-826D-7F6C0F1FED04}"/>
              </a:ext>
            </a:extLst>
          </p:cNvPr>
          <p:cNvSpPr/>
          <p:nvPr/>
        </p:nvSpPr>
        <p:spPr>
          <a:xfrm>
            <a:off x="1526188" y="3441438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DD85EE1-E225-104B-89BF-ACDEB51351EF}"/>
              </a:ext>
            </a:extLst>
          </p:cNvPr>
          <p:cNvGrpSpPr/>
          <p:nvPr/>
        </p:nvGrpSpPr>
        <p:grpSpPr>
          <a:xfrm>
            <a:off x="173778" y="1874131"/>
            <a:ext cx="1826685" cy="339537"/>
            <a:chOff x="821719" y="2725968"/>
            <a:chExt cx="2511098" cy="454241"/>
          </a:xfrm>
        </p:grpSpPr>
        <p:pic>
          <p:nvPicPr>
            <p:cNvPr id="56" name="그래픽 55" descr="모스 코드 단색으로 채워진">
              <a:extLst>
                <a:ext uri="{FF2B5EF4-FFF2-40B4-BE49-F238E27FC236}">
                  <a16:creationId xmlns:a16="http://schemas.microsoft.com/office/drawing/2014/main" id="{95B44685-BBF1-571F-4184-E46287545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994DFC0-F580-EBE9-F6CD-B2FF3C788C6B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81D04CBC-E0E2-573E-9025-205FA123BA03}"/>
              </a:ext>
            </a:extLst>
          </p:cNvPr>
          <p:cNvSpPr/>
          <p:nvPr/>
        </p:nvSpPr>
        <p:spPr>
          <a:xfrm>
            <a:off x="1307053" y="362353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4CA1E51E-FC9C-4B44-571A-77FE52C97896}"/>
              </a:ext>
            </a:extLst>
          </p:cNvPr>
          <p:cNvSpPr/>
          <p:nvPr/>
        </p:nvSpPr>
        <p:spPr>
          <a:xfrm>
            <a:off x="2219606" y="359235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C4626E9-B23D-D3B0-33A5-9DF16E5E1117}"/>
              </a:ext>
            </a:extLst>
          </p:cNvPr>
          <p:cNvSpPr/>
          <p:nvPr/>
        </p:nvSpPr>
        <p:spPr>
          <a:xfrm>
            <a:off x="3361958" y="3407995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E32BBF4-B369-B6A7-2B7B-D93D4FB3A04A}"/>
              </a:ext>
            </a:extLst>
          </p:cNvPr>
          <p:cNvGrpSpPr/>
          <p:nvPr/>
        </p:nvGrpSpPr>
        <p:grpSpPr>
          <a:xfrm>
            <a:off x="6872282" y="2126362"/>
            <a:ext cx="1365532" cy="2026955"/>
            <a:chOff x="9206023" y="2632635"/>
            <a:chExt cx="1877163" cy="2711712"/>
          </a:xfrm>
        </p:grpSpPr>
        <p:sp>
          <p:nvSpPr>
            <p:cNvPr id="62" name="화살표: 위쪽/아래쪽 61">
              <a:extLst>
                <a:ext uri="{FF2B5EF4-FFF2-40B4-BE49-F238E27FC236}">
                  <a16:creationId xmlns:a16="http://schemas.microsoft.com/office/drawing/2014/main" id="{E44163AB-9E53-A92A-7B97-78BAE5BD2F3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663A010-994A-C296-E77B-B8B02D6A4162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828D766B-9AA2-F113-ED8E-B42A5F2484A8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07409FF-9FC7-4E5F-962E-FBC8FBA9A57C}"/>
                    </a:ext>
                  </a:extLst>
                </p:cNvPr>
                <p:cNvCxnSpPr>
                  <a:cxnSpLocks/>
                  <a:stCxn id="95" idx="4"/>
                  <a:endCxn id="97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5821662B-4697-CB59-82EA-3FEE001CF9EE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86" name="직선 연결선 85">
                  <a:extLst>
                    <a:ext uri="{FF2B5EF4-FFF2-40B4-BE49-F238E27FC236}">
                      <a16:creationId xmlns:a16="http://schemas.microsoft.com/office/drawing/2014/main" id="{138907B3-45E9-5ADB-1E5F-3AF4B8115357}"/>
                    </a:ext>
                  </a:extLst>
                </p:cNvPr>
                <p:cNvCxnSpPr>
                  <a:cxnSpLocks/>
                  <a:stCxn id="94" idx="2"/>
                  <a:endCxn id="85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248F652-B2F8-AAA1-E048-252A1F96100A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8" name="직선 연결선 87">
                  <a:extLst>
                    <a:ext uri="{FF2B5EF4-FFF2-40B4-BE49-F238E27FC236}">
                      <a16:creationId xmlns:a16="http://schemas.microsoft.com/office/drawing/2014/main" id="{3B62B1D9-B0A4-5362-0BFB-F14F68EC00FC}"/>
                    </a:ext>
                  </a:extLst>
                </p:cNvPr>
                <p:cNvCxnSpPr>
                  <a:cxnSpLocks/>
                  <a:stCxn id="91" idx="1"/>
                  <a:endCxn id="87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A1510D6A-B01F-3777-5CC0-C807EE36CFFB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6F0591A5-EC88-6F10-193A-DBC4445A61CB}"/>
                    </a:ext>
                  </a:extLst>
                </p:cNvPr>
                <p:cNvCxnSpPr>
                  <a:cxnSpLocks/>
                  <a:stCxn id="95" idx="6"/>
                  <a:endCxn id="89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8D699CBA-EB0E-C409-206E-92F06862918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90A17047-CE0A-81E4-2913-46E47703BF2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9149D8A2-3C38-31F7-A71B-7DC19B63C910}"/>
                    </a:ext>
                  </a:extLst>
                </p:cNvPr>
                <p:cNvCxnSpPr>
                  <a:cxnSpLocks/>
                  <a:stCxn id="92" idx="3"/>
                  <a:endCxn id="85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8CE8E3D0-0199-5FC6-372C-DC589053EDC4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229CD1D2-1EE6-B4B3-1E20-96BE9DEA80CB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3C34B8FD-4CD2-A226-FB79-E98ED0EA5ADB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5856BDB6-D172-FB0A-24C5-C0FACA9E70F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3C2DF8F0-5F15-4286-F01A-8D009FCC84DE}"/>
                    </a:ext>
                  </a:extLst>
                </p:cNvPr>
                <p:cNvCxnSpPr>
                  <a:cxnSpLocks/>
                  <a:stCxn id="97" idx="4"/>
                  <a:endCxn id="96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직선 연결선 98">
                  <a:extLst>
                    <a:ext uri="{FF2B5EF4-FFF2-40B4-BE49-F238E27FC236}">
                      <a16:creationId xmlns:a16="http://schemas.microsoft.com/office/drawing/2014/main" id="{33ECF03B-D8FA-AE28-2406-C754687E57AA}"/>
                    </a:ext>
                  </a:extLst>
                </p:cNvPr>
                <p:cNvCxnSpPr>
                  <a:cxnSpLocks/>
                  <a:stCxn id="91" idx="2"/>
                  <a:endCxn id="92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B3E5623-7832-06C8-168C-1EE8825BE903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2B10F44-BAD7-9539-3D2A-553DB4329677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DA78283-A27C-EFD0-200C-9F8560ECD2B1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1067AAB2-0C16-5B15-6B5D-D6F5FC6C6ADC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14ED5254-4E65-E6B5-16C9-26F46A42C67C}"/>
                    </a:ext>
                  </a:extLst>
                </p:cNvPr>
                <p:cNvCxnSpPr>
                  <a:cxnSpLocks/>
                  <a:stCxn id="76" idx="2"/>
                  <a:endCxn id="67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5DB3262A-0DA8-E6BF-64A3-BE2580C79B47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92688E32-CC24-0763-6E03-C1B6278FEB68}"/>
                    </a:ext>
                  </a:extLst>
                </p:cNvPr>
                <p:cNvCxnSpPr>
                  <a:cxnSpLocks/>
                  <a:stCxn id="73" idx="1"/>
                  <a:endCxn id="69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F36DAFAA-664C-680C-4B0D-40B95DB69239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1E5B3A0-1300-23F4-EAAC-C9BBA56ABEDB}"/>
                    </a:ext>
                  </a:extLst>
                </p:cNvPr>
                <p:cNvCxnSpPr>
                  <a:cxnSpLocks/>
                  <a:stCxn id="77" idx="6"/>
                  <a:endCxn id="71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9454F68D-A338-4005-22C2-66A26250F13E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4" name="사각형: 둥근 모서리 73">
                  <a:extLst>
                    <a:ext uri="{FF2B5EF4-FFF2-40B4-BE49-F238E27FC236}">
                      <a16:creationId xmlns:a16="http://schemas.microsoft.com/office/drawing/2014/main" id="{7921CB42-0EC6-2A40-2BDF-44484A999145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6BB4E44D-0560-3C1A-ED30-5D77EE353E1E}"/>
                    </a:ext>
                  </a:extLst>
                </p:cNvPr>
                <p:cNvCxnSpPr>
                  <a:cxnSpLocks/>
                  <a:stCxn id="74" idx="3"/>
                  <a:endCxn id="67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185AACFA-6289-5F22-BBA8-42C8F17891FA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5CE25B3-80B3-45A0-9892-26455566F2EE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E2F3574F-5BB0-CB63-0CFC-9D0CCBD69ECD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4392107E-9C88-5805-E5C7-BC07769D236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78BC0693-9E1C-4E26-7C7C-95197A924E79}"/>
                    </a:ext>
                  </a:extLst>
                </p:cNvPr>
                <p:cNvCxnSpPr>
                  <a:cxnSpLocks/>
                  <a:stCxn id="79" idx="4"/>
                  <a:endCxn id="78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52F1F5A-71F8-BFE5-A05E-16293A323915}"/>
                    </a:ext>
                  </a:extLst>
                </p:cNvPr>
                <p:cNvCxnSpPr>
                  <a:cxnSpLocks/>
                  <a:stCxn id="73" idx="2"/>
                  <a:endCxn id="74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8DF958-BFDB-498D-3724-32856A642CDA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100" name="화살표: 오른쪽 99">
            <a:extLst>
              <a:ext uri="{FF2B5EF4-FFF2-40B4-BE49-F238E27FC236}">
                <a16:creationId xmlns:a16="http://schemas.microsoft.com/office/drawing/2014/main" id="{A28268D4-A342-9801-7910-649D9F2AB915}"/>
              </a:ext>
            </a:extLst>
          </p:cNvPr>
          <p:cNvSpPr/>
          <p:nvPr/>
        </p:nvSpPr>
        <p:spPr>
          <a:xfrm>
            <a:off x="3144385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1" name="화살표: 오른쪽 100">
            <a:extLst>
              <a:ext uri="{FF2B5EF4-FFF2-40B4-BE49-F238E27FC236}">
                <a16:creationId xmlns:a16="http://schemas.microsoft.com/office/drawing/2014/main" id="{EBECC21D-89FC-123E-5C8B-DFF3832A5CAD}"/>
              </a:ext>
            </a:extLst>
          </p:cNvPr>
          <p:cNvSpPr/>
          <p:nvPr/>
        </p:nvSpPr>
        <p:spPr>
          <a:xfrm>
            <a:off x="4343078" y="358861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92582-B2F6-AA53-E7A7-9A3CE0E6D430}"/>
              </a:ext>
            </a:extLst>
          </p:cNvPr>
          <p:cNvSpPr txBox="1"/>
          <p:nvPr/>
        </p:nvSpPr>
        <p:spPr>
          <a:xfrm>
            <a:off x="4252801" y="3955568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362AAB3C-4C9D-E967-7C0B-07146155F76C}"/>
              </a:ext>
            </a:extLst>
          </p:cNvPr>
          <p:cNvSpPr/>
          <p:nvPr/>
        </p:nvSpPr>
        <p:spPr>
          <a:xfrm>
            <a:off x="5135619" y="3581321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654E913D-813F-8DDC-41E0-7B7E75887788}"/>
              </a:ext>
            </a:extLst>
          </p:cNvPr>
          <p:cNvSpPr/>
          <p:nvPr/>
        </p:nvSpPr>
        <p:spPr>
          <a:xfrm>
            <a:off x="5342106" y="3402305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FBF8DA40-B77F-9EF6-DF6E-A8DEC7A64B31}"/>
              </a:ext>
            </a:extLst>
          </p:cNvPr>
          <p:cNvSpPr/>
          <p:nvPr/>
        </p:nvSpPr>
        <p:spPr>
          <a:xfrm>
            <a:off x="6587821" y="3571399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6" name="화살표: 위쪽 105">
            <a:extLst>
              <a:ext uri="{FF2B5EF4-FFF2-40B4-BE49-F238E27FC236}">
                <a16:creationId xmlns:a16="http://schemas.microsoft.com/office/drawing/2014/main" id="{DE28EAAD-BC1E-8BDF-6FB8-F91C18ABBD4D}"/>
              </a:ext>
            </a:extLst>
          </p:cNvPr>
          <p:cNvSpPr/>
          <p:nvPr/>
        </p:nvSpPr>
        <p:spPr>
          <a:xfrm>
            <a:off x="4681063" y="3217689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A19A5816-A46F-FD1D-3E6D-7A89456FAA5C}"/>
              </a:ext>
            </a:extLst>
          </p:cNvPr>
          <p:cNvSpPr/>
          <p:nvPr/>
        </p:nvSpPr>
        <p:spPr>
          <a:xfrm>
            <a:off x="8293915" y="3365505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4465D0CD-EE11-47D3-4997-4E9AC8AF7378}"/>
              </a:ext>
            </a:extLst>
          </p:cNvPr>
          <p:cNvSpPr/>
          <p:nvPr/>
        </p:nvSpPr>
        <p:spPr>
          <a:xfrm>
            <a:off x="9871316" y="3536650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109" name="화살표: 아래쪽 108">
            <a:extLst>
              <a:ext uri="{FF2B5EF4-FFF2-40B4-BE49-F238E27FC236}">
                <a16:creationId xmlns:a16="http://schemas.microsoft.com/office/drawing/2014/main" id="{BE1B4199-DECC-7713-7551-4A80E30A0CCA}"/>
              </a:ext>
            </a:extLst>
          </p:cNvPr>
          <p:cNvSpPr/>
          <p:nvPr/>
        </p:nvSpPr>
        <p:spPr>
          <a:xfrm>
            <a:off x="8643909" y="4368816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2314A76-D59B-F4EA-907E-5C82875C349D}"/>
              </a:ext>
            </a:extLst>
          </p:cNvPr>
          <p:cNvSpPr/>
          <p:nvPr/>
        </p:nvSpPr>
        <p:spPr>
          <a:xfrm>
            <a:off x="8244845" y="4835253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FBB44D6C-5E55-0536-C1F0-AD63B08C95A2}"/>
              </a:ext>
            </a:extLst>
          </p:cNvPr>
          <p:cNvCxnSpPr>
            <a:stCxn id="110" idx="1"/>
            <a:endCxn id="35" idx="2"/>
          </p:cNvCxnSpPr>
          <p:nvPr/>
        </p:nvCxnSpPr>
        <p:spPr>
          <a:xfrm rot="10800000">
            <a:off x="796733" y="4253022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1DCC0E-9550-CC93-8A1B-48339DBAC91B}"/>
              </a:ext>
            </a:extLst>
          </p:cNvPr>
          <p:cNvSpPr txBox="1"/>
          <p:nvPr/>
        </p:nvSpPr>
        <p:spPr>
          <a:xfrm>
            <a:off x="4090088" y="3013309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13" name="화살표: 아래쪽 112">
            <a:extLst>
              <a:ext uri="{FF2B5EF4-FFF2-40B4-BE49-F238E27FC236}">
                <a16:creationId xmlns:a16="http://schemas.microsoft.com/office/drawing/2014/main" id="{15728898-2E79-8F0B-ABBA-DE5295F54155}"/>
              </a:ext>
            </a:extLst>
          </p:cNvPr>
          <p:cNvSpPr/>
          <p:nvPr/>
        </p:nvSpPr>
        <p:spPr>
          <a:xfrm>
            <a:off x="1511610" y="3025566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5CAC275B-E838-F5B7-2A39-0E43CCE7EB56}"/>
              </a:ext>
            </a:extLst>
          </p:cNvPr>
          <p:cNvGraphicFramePr>
            <a:graphicFrameLocks noGrp="1"/>
          </p:cNvGraphicFramePr>
          <p:nvPr/>
        </p:nvGraphicFramePr>
        <p:xfrm>
          <a:off x="4185928" y="1845966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BA496FE9-3ECA-C0C6-A362-1736522DDEC9}"/>
              </a:ext>
            </a:extLst>
          </p:cNvPr>
          <p:cNvGrpSpPr/>
          <p:nvPr/>
        </p:nvGrpSpPr>
        <p:grpSpPr>
          <a:xfrm>
            <a:off x="4773738" y="2107247"/>
            <a:ext cx="441736" cy="295305"/>
            <a:chOff x="8523851" y="2626812"/>
            <a:chExt cx="1080000" cy="1620000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0B2A0AE0-613F-5F09-07BD-34EE016A7AF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47235CD0-5C68-4F52-7FDE-7D43E626F6F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805D5186-BBB8-D1D8-231D-BBA6C391CB9F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CED64668-E982-DEF8-BA97-80E5199BD76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1E168B21-8352-CF7C-DBCB-B8EF6EC0557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C7758C4D-669D-DA72-DCEB-AFD0F5897E56}"/>
              </a:ext>
            </a:extLst>
          </p:cNvPr>
          <p:cNvGrpSpPr/>
          <p:nvPr/>
        </p:nvGrpSpPr>
        <p:grpSpPr>
          <a:xfrm>
            <a:off x="4773738" y="2500096"/>
            <a:ext cx="441736" cy="177467"/>
            <a:chOff x="8523851" y="1625702"/>
            <a:chExt cx="1080000" cy="90000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8CBA2E9-EACC-ED3A-0849-BAB427509FA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B18D63D7-4AD7-F526-8DB7-8A182BC4C5A9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A7E6604-5EAB-1C53-84BA-5869A90EF878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B54486A-58DA-64E0-BD7F-A4DA11ED6E0B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F09F086E-1B10-CF42-7F90-F9E426B1B31E}"/>
              </a:ext>
            </a:extLst>
          </p:cNvPr>
          <p:cNvGraphicFramePr>
            <a:graphicFrameLocks noGrp="1"/>
          </p:cNvGraphicFramePr>
          <p:nvPr/>
        </p:nvGraphicFramePr>
        <p:xfrm>
          <a:off x="10787994" y="3093265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C7CF019-9899-6C82-714D-7BBE51BF4421}"/>
              </a:ext>
            </a:extLst>
          </p:cNvPr>
          <p:cNvGrpSpPr/>
          <p:nvPr/>
        </p:nvGrpSpPr>
        <p:grpSpPr>
          <a:xfrm>
            <a:off x="11343620" y="3421791"/>
            <a:ext cx="607244" cy="395067"/>
            <a:chOff x="8523851" y="2626812"/>
            <a:chExt cx="1080000" cy="162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D540C68-14F3-DC3E-43E6-77B985650D42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DF85BE7-5899-2498-29F5-605B1E8F877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4BB05D11-4654-FF65-31F1-1BF25DDF905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F0698C4-32A1-FC34-9FFC-ED0507297B8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B8639157-BFD2-70A4-248A-EC814B649EE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0962481-D77D-48BB-8660-D88992ECD52E}"/>
              </a:ext>
            </a:extLst>
          </p:cNvPr>
          <p:cNvGrpSpPr/>
          <p:nvPr/>
        </p:nvGrpSpPr>
        <p:grpSpPr>
          <a:xfrm>
            <a:off x="11343620" y="3921869"/>
            <a:ext cx="607244" cy="237420"/>
            <a:chOff x="8523851" y="1625702"/>
            <a:chExt cx="1080000" cy="900000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2CA30760-7B23-8182-9077-BA59B4534D5F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33E1F6-A9BC-8402-625C-F38FB2D8790C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12DDCFD-8B8F-2502-1F02-CFB990C367A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C856E8D7-CF5F-FC80-AA4A-8E434C18359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A7B8668-E56F-4F7A-FBE4-3E1BF1C459B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456999C-6917-6F2B-8D36-46DA04B421F3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7938AEE-D07A-D156-FBE2-0E4718C7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10460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00A033E-105F-C5C0-B4DC-32F662FC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CAD56B-C24E-94DF-AB63-2AB8D432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40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4339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907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Type D : I</a:t>
              </a:r>
              <a:endParaRPr lang="ko-KR" altLang="en-US" sz="900" dirty="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2085170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B17BB8-FB15-F44B-FC07-173343EA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96" y="2505528"/>
            <a:ext cx="2612332" cy="35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결정 과정에서</a:t>
            </a:r>
            <a:r>
              <a:rPr lang="en-US" altLang="ko-KR" sz="1200" u="sng" dirty="0">
                <a:latin typeface="+mj-ea"/>
              </a:rPr>
              <a:t>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/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34FE3C-D7E7-2C4A-D3A5-F85D2B5B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533" y="2956743"/>
            <a:ext cx="3412016" cy="37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71BA-7F15-2C56-0EEB-1070A06BE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CF3F-8C6F-D10D-C068-646D67E6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0D2B7D8-099C-8444-9D18-EBD804D0C248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C6B26F-E948-FBCA-FEB3-ED9FE801D07B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9E90ABF-57BF-E578-3C7E-BE1AE4E93341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E00F6F42-45BB-6B92-5E34-B7C92B704BBC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FF556D1-6089-FDA8-FB4D-3D1B5959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FE356E-03EB-29B2-FACE-4F069BF2C7B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584E0F-EA13-F57D-9F2B-4B73D11AC3F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318F199E-BC3B-355F-65A6-EACC22923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B5540F-CCF0-0BDE-4534-ADDB892D3B65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54262C-8A86-F290-25FA-E55811052DF0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5BC501-F4F4-76A1-EDEA-2B29FD11D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92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{</a:t>
            </a:r>
            <a:r>
              <a:rPr lang="ko-KR" altLang="en-US" sz="1400" dirty="0"/>
              <a:t>도어 </a:t>
            </a:r>
            <a:r>
              <a:rPr lang="ko-KR" altLang="en-US" sz="1400" dirty="0" err="1"/>
              <a:t>체커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{nut type C,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가조립</a:t>
            </a:r>
            <a:r>
              <a:rPr lang="ko-KR" altLang="en-US" sz="1400" dirty="0"/>
              <a:t> </a:t>
            </a:r>
            <a:r>
              <a:rPr lang="en-US" altLang="ko-KR" sz="1400" dirty="0"/>
              <a:t>1}, 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{nut type C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공구</a:t>
            </a:r>
            <a:r>
              <a:rPr lang="en-US" altLang="ko-KR" sz="1400" dirty="0"/>
              <a:t>, </a:t>
            </a:r>
            <a:r>
              <a:rPr lang="ko-KR" altLang="en-US" sz="1400" dirty="0"/>
              <a:t>잡음</a:t>
            </a:r>
            <a:r>
              <a:rPr lang="en-US" altLang="ko-KR" sz="1400" dirty="0"/>
              <a:t>/</a:t>
            </a:r>
            <a:r>
              <a:rPr lang="ko-KR" altLang="en-US" sz="1400" dirty="0"/>
              <a:t>쥠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볼트</a:t>
            </a:r>
            <a:r>
              <a:rPr lang="en-US" altLang="ko-KR" sz="1400" dirty="0"/>
              <a:t> type D </a:t>
            </a:r>
            <a:r>
              <a:rPr lang="ko-KR" altLang="en-US" sz="1400" dirty="0"/>
              <a:t>체결 </a:t>
            </a:r>
            <a:r>
              <a:rPr lang="en-US" altLang="ko-KR" sz="1400" dirty="0"/>
              <a:t>1}</a:t>
            </a:r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3880</Words>
  <Application>Microsoft Office PowerPoint</Application>
  <PresentationFormat>와이드스크린</PresentationFormat>
  <Paragraphs>1163</Paragraphs>
  <Slides>50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50</vt:i4>
      </vt:variant>
    </vt:vector>
  </HeadingPairs>
  <TitlesOfParts>
    <vt:vector size="60" baseType="lpstr">
      <vt:lpstr>Hyundai Sans Head Pro Medium</vt:lpstr>
      <vt:lpstr>Hyundai Sans Text Pro Medium</vt:lpstr>
      <vt:lpstr>Hyundai Sans Text Pro Regular</vt:lpstr>
      <vt:lpstr>Noto Sans Symbols</vt:lpstr>
      <vt:lpstr>Arial</vt:lpstr>
      <vt:lpstr>Calibri</vt:lpstr>
      <vt:lpstr>Wingdings</vt:lpstr>
      <vt:lpstr>맑은 고딕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372</cp:revision>
  <dcterms:modified xsi:type="dcterms:W3CDTF">2025-11-23T19:50:17Z</dcterms:modified>
</cp:coreProperties>
</file>