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3"/>
  </p:notesMasterIdLst>
  <p:sldIdLst>
    <p:sldId id="256" r:id="rId3"/>
    <p:sldId id="257" r:id="rId4"/>
    <p:sldId id="2428" r:id="rId5"/>
    <p:sldId id="2419" r:id="rId6"/>
    <p:sldId id="2420" r:id="rId7"/>
    <p:sldId id="2411" r:id="rId8"/>
    <p:sldId id="2423" r:id="rId9"/>
    <p:sldId id="2422" r:id="rId10"/>
    <p:sldId id="2426" r:id="rId11"/>
    <p:sldId id="336" r:id="rId12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D1"/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6" autoAdjust="0"/>
    <p:restoredTop sz="86182" autoAdjust="0"/>
  </p:normalViewPr>
  <p:slideViewPr>
    <p:cSldViewPr snapToGrid="0">
      <p:cViewPr>
        <p:scale>
          <a:sx n="100" d="100"/>
          <a:sy n="100" d="100"/>
        </p:scale>
        <p:origin x="618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</a:t>
            </a:r>
            <a:r>
              <a:rPr lang="ko-KR" altLang="en-US"/>
              <a:t>됨</a:t>
            </a:r>
            <a:r>
              <a:rPr lang="en-US" altLang="ko-KR"/>
              <a:t>.</a:t>
            </a:r>
            <a:endParaRPr lang="en-US" altLang="ko-KR" dirty="0"/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2.wdp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svg"/><Relationship Id="rId1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64411A4-903D-12C4-1A7D-B3E472C5BD56}"/>
              </a:ext>
            </a:extLst>
          </p:cNvPr>
          <p:cNvSpPr/>
          <p:nvPr/>
        </p:nvSpPr>
        <p:spPr>
          <a:xfrm>
            <a:off x="381359" y="2807577"/>
            <a:ext cx="5592698" cy="3879364"/>
          </a:xfrm>
          <a:prstGeom prst="roundRect">
            <a:avLst>
              <a:gd name="adj" fmla="val 3596"/>
            </a:avLst>
          </a:prstGeom>
          <a:noFill/>
          <a:ln w="28575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71AB6D-2856-99ED-73A1-46D794F1A180}"/>
              </a:ext>
            </a:extLst>
          </p:cNvPr>
          <p:cNvGrpSpPr/>
          <p:nvPr/>
        </p:nvGrpSpPr>
        <p:grpSpPr>
          <a:xfrm>
            <a:off x="194878" y="900719"/>
            <a:ext cx="5779179" cy="1467972"/>
            <a:chOff x="200673" y="5331999"/>
            <a:chExt cx="5842833" cy="146797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F7869E-661C-C42D-B0B8-FB9A34585B5E}"/>
                </a:ext>
              </a:extLst>
            </p:cNvPr>
            <p:cNvGrpSpPr/>
            <p:nvPr/>
          </p:nvGrpSpPr>
          <p:grpSpPr>
            <a:xfrm>
              <a:off x="923343" y="5598359"/>
              <a:ext cx="2630072" cy="1201612"/>
              <a:chOff x="1211346" y="5744659"/>
              <a:chExt cx="1916951" cy="120161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65AE8B6-2240-8B55-E72E-CC0F371ED867}"/>
                  </a:ext>
                </a:extLst>
              </p:cNvPr>
              <p:cNvGrpSpPr/>
              <p:nvPr/>
            </p:nvGrpSpPr>
            <p:grpSpPr>
              <a:xfrm>
                <a:off x="1652753" y="5744659"/>
                <a:ext cx="1115416" cy="689120"/>
                <a:chOff x="1299418" y="1152609"/>
                <a:chExt cx="1544859" cy="100448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4A2CC8DF-3828-AA06-73B6-5C8AA9BC933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591B8399-22D1-ABE6-A123-258A9CFBFB5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D1FA57CF-C070-64E7-A82B-1BEC9EB468F4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8266E62E-55E5-3509-FC15-6E0D8D4D55AA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358F423-7FDA-1EF7-9366-CFFA41687598}"/>
                      </a:ext>
                    </a:extLst>
                  </p:cNvPr>
                  <p:cNvCxnSpPr>
                    <a:cxnSpLocks/>
                    <a:stCxn id="46" idx="2"/>
                    <a:endCxn id="45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CEDD8FA0-F248-D198-F4B9-6EFBAD0ED779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50" name="사각형: 둥근 모서리 49">
                      <a:extLst>
                        <a:ext uri="{FF2B5EF4-FFF2-40B4-BE49-F238E27FC236}">
                          <a16:creationId xmlns:a16="http://schemas.microsoft.com/office/drawing/2014/main" id="{70A040CB-F1DC-5287-4B1A-9859EC3DB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1" name="타원 50">
                      <a:extLst>
                        <a:ext uri="{FF2B5EF4-FFF2-40B4-BE49-F238E27FC236}">
                          <a16:creationId xmlns:a16="http://schemas.microsoft.com/office/drawing/2014/main" id="{F0815040-E06A-41DA-440C-E7C8071E3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2" name="타원 51">
                      <a:extLst>
                        <a:ext uri="{FF2B5EF4-FFF2-40B4-BE49-F238E27FC236}">
                          <a16:creationId xmlns:a16="http://schemas.microsoft.com/office/drawing/2014/main" id="{2ECDA7E3-3A81-B14E-297C-EA265CE0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3" name="타원 52">
                      <a:extLst>
                        <a:ext uri="{FF2B5EF4-FFF2-40B4-BE49-F238E27FC236}">
                          <a16:creationId xmlns:a16="http://schemas.microsoft.com/office/drawing/2014/main" id="{E4D258EE-4E11-E5D6-DA77-3A4B3A66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10D64FD7-2850-45B7-6BBA-20B78F249AB7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2387EF2A-65CC-0A3C-3D38-17958AA2CE06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55DC8ECD-4CC4-0FC5-D5B0-095316BBEBA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6329CDDB-0CB3-2124-174B-A3D61CD8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40" name="그룹 39">
                      <a:extLst>
                        <a:ext uri="{FF2B5EF4-FFF2-40B4-BE49-F238E27FC236}">
                          <a16:creationId xmlns:a16="http://schemas.microsoft.com/office/drawing/2014/main" id="{C8D79954-8D31-3910-AF29-1E77516B3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42" name="타원 41">
                        <a:extLst>
                          <a:ext uri="{FF2B5EF4-FFF2-40B4-BE49-F238E27FC236}">
                            <a16:creationId xmlns:a16="http://schemas.microsoft.com/office/drawing/2014/main" id="{0B006D15-001B-DC3A-C674-927514F90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3" name="타원 42">
                        <a:extLst>
                          <a:ext uri="{FF2B5EF4-FFF2-40B4-BE49-F238E27FC236}">
                            <a16:creationId xmlns:a16="http://schemas.microsoft.com/office/drawing/2014/main" id="{D691C5E2-9AF2-AE95-47A5-EF450156CB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4" name="타원 43">
                        <a:extLst>
                          <a:ext uri="{FF2B5EF4-FFF2-40B4-BE49-F238E27FC236}">
                            <a16:creationId xmlns:a16="http://schemas.microsoft.com/office/drawing/2014/main" id="{DBCB8283-B519-79FF-EAC2-64DA25BB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41" name="타원 40">
                      <a:extLst>
                        <a:ext uri="{FF2B5EF4-FFF2-40B4-BE49-F238E27FC236}">
                          <a16:creationId xmlns:a16="http://schemas.microsoft.com/office/drawing/2014/main" id="{628FDA06-3C91-3224-8DED-B024A42AB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83916D79-0F5A-1867-D990-D942CB0F6169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45737BF4-09E9-0D63-FA83-BB9EA62716BC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7D2D9DD-2180-E4BB-1AD4-078559679CB4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3CC93642-5429-6D01-56EA-1599042B352D}"/>
                      </a:ext>
                    </a:extLst>
                  </p:cNvPr>
                  <p:cNvCxnSpPr>
                    <a:cxnSpLocks/>
                    <a:endCxn id="30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C43F8E7C-73E3-BE8C-B1E8-B0EEE4B83ADC}"/>
                      </a:ext>
                    </a:extLst>
                  </p:cNvPr>
                  <p:cNvCxnSpPr>
                    <a:cxnSpLocks/>
                    <a:stCxn id="30" idx="7"/>
                    <a:endCxn id="32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0FDCB93-FB71-44CB-C5B0-8BF37BFAD2F2}"/>
                      </a:ext>
                    </a:extLst>
                  </p:cNvPr>
                  <p:cNvCxnSpPr>
                    <a:cxnSpLocks/>
                    <a:stCxn id="33" idx="1"/>
                    <a:endCxn id="30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FE40263-8BD8-AD0B-7690-8537644CD7EC}"/>
                      </a:ext>
                    </a:extLst>
                  </p:cNvPr>
                  <p:cNvCxnSpPr>
                    <a:cxnSpLocks/>
                    <a:stCxn id="34" idx="7"/>
                    <a:endCxn id="30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D2496E-02BC-54B4-75EB-1981A406CFBE}"/>
                  </a:ext>
                </a:extLst>
              </p:cNvPr>
              <p:cNvSpPr txBox="1"/>
              <p:nvPr/>
            </p:nvSpPr>
            <p:spPr>
              <a:xfrm>
                <a:off x="1211346" y="6515384"/>
                <a:ext cx="19169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초기 부품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엔드 아이템 리스트</a:t>
                </a:r>
                <a:r>
                  <a:rPr lang="en-US" altLang="ko-KR" sz="1100" dirty="0"/>
                  <a:t>, </a:t>
                </a:r>
                <a:r>
                  <a:rPr lang="ko-KR" altLang="en-US" sz="1100" dirty="0"/>
                  <a:t>이미 조립됨 여부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42C5236-1DD1-0718-92FE-A2D8EFF0B888}"/>
                </a:ext>
              </a:extLst>
            </p:cNvPr>
            <p:cNvGrpSpPr/>
            <p:nvPr/>
          </p:nvGrpSpPr>
          <p:grpSpPr>
            <a:xfrm>
              <a:off x="3582683" y="5656196"/>
              <a:ext cx="1798084" cy="1143775"/>
              <a:chOff x="3344987" y="5802496"/>
              <a:chExt cx="1310548" cy="1143775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9E25F1C-EE55-5E42-E52A-7AD56ED4B361}"/>
                  </a:ext>
                </a:extLst>
              </p:cNvPr>
              <p:cNvGrpSpPr/>
              <p:nvPr/>
            </p:nvGrpSpPr>
            <p:grpSpPr>
              <a:xfrm>
                <a:off x="3397832" y="5802496"/>
                <a:ext cx="1204859" cy="669888"/>
                <a:chOff x="2567856" y="1152608"/>
                <a:chExt cx="1577232" cy="802664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A7A4F84C-E65E-01BC-00AB-56E4808F3848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0A3F2C21-1201-F8DD-931F-A58A19BB4466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100" dirty="0"/>
                </a:p>
              </p:txBody>
            </p: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B717143F-2D82-C412-703F-6E07DA22444B}"/>
                    </a:ext>
                  </a:extLst>
                </p:cNvPr>
                <p:cNvCxnSpPr>
                  <a:cxnSpLocks/>
                  <a:stCxn id="20" idx="2"/>
                  <a:endCxn id="11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A482C4A6-2D55-F281-28F4-AF933EF1A130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ED527598-FDB7-A6D8-5B59-23FCBA34E962}"/>
                    </a:ext>
                  </a:extLst>
                </p:cNvPr>
                <p:cNvCxnSpPr>
                  <a:cxnSpLocks/>
                  <a:stCxn id="17" idx="1"/>
                  <a:endCxn id="13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0C113C03-A038-3A07-5108-36F5E2DA960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AB658EC2-4963-1FDC-759B-B909EEE2B48C}"/>
                    </a:ext>
                  </a:extLst>
                </p:cNvPr>
                <p:cNvCxnSpPr>
                  <a:cxnSpLocks/>
                  <a:stCxn id="21" idx="6"/>
                  <a:endCxn id="15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AF9388AC-F5DE-B7ED-4C13-F604D8E533CF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38C3159D-E27C-BE54-6EC7-5D60B2548906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493D7A71-80E2-EE8F-89DF-C06DF652807A}"/>
                    </a:ext>
                  </a:extLst>
                </p:cNvPr>
                <p:cNvCxnSpPr>
                  <a:cxnSpLocks/>
                  <a:stCxn id="18" idx="3"/>
                  <a:endCxn id="11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44E7782A-00FA-788D-0460-844309610D6C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2356856D-BAA9-807E-76B7-98246791ECA6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3B9222B2-FEA0-6030-4476-B7828709206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931E7572-B931-ED0C-EF7A-89E03BFC845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F7746D9-5AC0-BEE7-8313-E63E1651A612}"/>
                    </a:ext>
                  </a:extLst>
                </p:cNvPr>
                <p:cNvCxnSpPr>
                  <a:cxnSpLocks/>
                  <a:stCxn id="23" idx="4"/>
                  <a:endCxn id="22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4311621-95FE-FF60-769F-EE1DECBA10D3}"/>
                    </a:ext>
                  </a:extLst>
                </p:cNvPr>
                <p:cNvCxnSpPr>
                  <a:cxnSpLocks/>
                  <a:stCxn id="17" idx="2"/>
                  <a:endCxn id="18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25AD8-4345-B2D0-4724-FFC4AF4AF420}"/>
                  </a:ext>
                </a:extLst>
              </p:cNvPr>
              <p:cNvSpPr txBox="1"/>
              <p:nvPr/>
            </p:nvSpPr>
            <p:spPr>
              <a:xfrm>
                <a:off x="3344987" y="6515384"/>
                <a:ext cx="13105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조립 목표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차량의 최종 목표 상태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C442B06-DF82-A584-0BF5-FA3FB7F1AB0A}"/>
                </a:ext>
              </a:extLst>
            </p:cNvPr>
            <p:cNvGrpSpPr/>
            <p:nvPr/>
          </p:nvGrpSpPr>
          <p:grpSpPr>
            <a:xfrm>
              <a:off x="200673" y="5331999"/>
              <a:ext cx="5842833" cy="1433579"/>
              <a:chOff x="200673" y="5382536"/>
              <a:chExt cx="5842833" cy="1433579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DE703B4-F4F8-1A55-C4B6-6887DE8CB516}"/>
                  </a:ext>
                </a:extLst>
              </p:cNvPr>
              <p:cNvSpPr/>
              <p:nvPr/>
            </p:nvSpPr>
            <p:spPr>
              <a:xfrm>
                <a:off x="387154" y="5596870"/>
                <a:ext cx="5656352" cy="1219245"/>
              </a:xfrm>
              <a:prstGeom prst="roundRect">
                <a:avLst>
                  <a:gd name="adj" fmla="val 12677"/>
                </a:avLst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8DFCD102-9CD0-8F27-B8EF-63D2714837D2}"/>
                  </a:ext>
                </a:extLst>
              </p:cNvPr>
              <p:cNvSpPr/>
              <p:nvPr/>
            </p:nvSpPr>
            <p:spPr>
              <a:xfrm>
                <a:off x="200673" y="5382536"/>
                <a:ext cx="1164543" cy="42866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사용자 입력</a:t>
                </a:r>
              </a:p>
            </p:txBody>
          </p: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64F0D438-45BE-1D26-4110-7FCD835928D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1AFD3B5-AC41-D0AF-6E41-8C7F5219242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">
            <a:extLst>
              <a:ext uri="{FF2B5EF4-FFF2-40B4-BE49-F238E27FC236}">
                <a16:creationId xmlns:a16="http://schemas.microsoft.com/office/drawing/2014/main" id="{23322E0E-C636-EE9D-0034-A400D105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31CA5217-3FC7-F0AA-4B65-7F8CB3F90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87886"/>
              </p:ext>
            </p:extLst>
          </p:nvPr>
        </p:nvGraphicFramePr>
        <p:xfrm>
          <a:off x="561916" y="4647391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F4C0AF1-B196-3A8F-8566-37453A3CD3EA}"/>
              </a:ext>
            </a:extLst>
          </p:cNvPr>
          <p:cNvGrpSpPr/>
          <p:nvPr/>
        </p:nvGrpSpPr>
        <p:grpSpPr>
          <a:xfrm>
            <a:off x="1052009" y="4927960"/>
            <a:ext cx="783798" cy="517711"/>
            <a:chOff x="8523851" y="2626812"/>
            <a:chExt cx="1080000" cy="1620000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8CA59746-D03A-6C81-77FC-E4CE7761240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0E2C44A-B843-0717-8641-0D737C37CDF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7764D97-9408-6ED7-A043-9C4FDA6E805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0BDD078-B24A-3A7B-74DA-E6092508C47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B8F21E9B-2E74-65A8-C9F7-F256CE1C903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34BA5DA-04AB-8DE9-5131-E0904D773FA6}"/>
              </a:ext>
            </a:extLst>
          </p:cNvPr>
          <p:cNvGrpSpPr/>
          <p:nvPr/>
        </p:nvGrpSpPr>
        <p:grpSpPr>
          <a:xfrm>
            <a:off x="1094093" y="5518186"/>
            <a:ext cx="715093" cy="485167"/>
            <a:chOff x="8523851" y="1625702"/>
            <a:chExt cx="1080000" cy="900000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D81EDEF-C008-ED72-318C-917CB37C654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A55F79A-06D4-9B06-085E-9D43E8891C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60034AC1-17CC-8FA3-067F-CF2B2C195D2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FF459A5-14C0-5D53-C87F-888C9B2A2C2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5A0D8-A7BA-4D3A-9439-25D1E55E4AD7}"/>
              </a:ext>
            </a:extLst>
          </p:cNvPr>
          <p:cNvSpPr txBox="1"/>
          <p:nvPr/>
        </p:nvSpPr>
        <p:spPr>
          <a:xfrm>
            <a:off x="334056" y="636231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3DA4EF3-4475-C607-A48E-D5F7B1FC0F03}"/>
              </a:ext>
            </a:extLst>
          </p:cNvPr>
          <p:cNvSpPr/>
          <p:nvPr/>
        </p:nvSpPr>
        <p:spPr>
          <a:xfrm>
            <a:off x="2510830" y="5733167"/>
            <a:ext cx="1138968" cy="67524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en-US" altLang="ko-KR" sz="1200" b="1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첨부 </a:t>
            </a:r>
            <a:r>
              <a:rPr lang="en-US" altLang="ko-KR" sz="1000" dirty="0"/>
              <a:t>4]</a:t>
            </a:r>
            <a:endParaRPr lang="ko-KR" altLang="en-US" sz="1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7020C24-F77B-E44B-4A98-224DBFB5F802}"/>
              </a:ext>
            </a:extLst>
          </p:cNvPr>
          <p:cNvGrpSpPr/>
          <p:nvPr/>
        </p:nvGrpSpPr>
        <p:grpSpPr>
          <a:xfrm>
            <a:off x="4207967" y="4891012"/>
            <a:ext cx="1606586" cy="1485109"/>
            <a:chOff x="9452162" y="3184556"/>
            <a:chExt cx="2475165" cy="213118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65EA796-EF74-C9AA-D0A8-F579699182C9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7840D01D-EBDD-1BB6-C6B4-D85931F63C31}"/>
                </a:ext>
              </a:extLst>
            </p:cNvPr>
            <p:cNvSpPr/>
            <p:nvPr/>
          </p:nvSpPr>
          <p:spPr>
            <a:xfrm>
              <a:off x="9452162" y="3184556"/>
              <a:ext cx="220753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형식 출력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2F5F2FF-1514-235F-F998-6B3D2CF07F9A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1D1F0A-D377-457A-8006-12C4F5826065}"/>
              </a:ext>
            </a:extLst>
          </p:cNvPr>
          <p:cNvGrpSpPr/>
          <p:nvPr/>
        </p:nvGrpSpPr>
        <p:grpSpPr>
          <a:xfrm>
            <a:off x="546548" y="3127716"/>
            <a:ext cx="5250623" cy="1245076"/>
            <a:chOff x="534572" y="2960777"/>
            <a:chExt cx="5532906" cy="1316258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46A8BA0E-6045-F1F7-6C35-633FB9C9B2EB}"/>
                </a:ext>
              </a:extLst>
            </p:cNvPr>
            <p:cNvSpPr/>
            <p:nvPr/>
          </p:nvSpPr>
          <p:spPr>
            <a:xfrm>
              <a:off x="534572" y="2960777"/>
              <a:ext cx="5532906" cy="1316258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D206BF0-09A4-B448-0FC3-A661F2951AAC}"/>
                </a:ext>
              </a:extLst>
            </p:cNvPr>
            <p:cNvGrpSpPr/>
            <p:nvPr/>
          </p:nvGrpSpPr>
          <p:grpSpPr>
            <a:xfrm>
              <a:off x="598840" y="3025038"/>
              <a:ext cx="1826685" cy="339537"/>
              <a:chOff x="821719" y="2697546"/>
              <a:chExt cx="2511098" cy="454241"/>
            </a:xfrm>
          </p:grpSpPr>
          <p:pic>
            <p:nvPicPr>
              <p:cNvPr id="129" name="그래픽 128" descr="모스 코드 단색으로 채워진">
                <a:extLst>
                  <a:ext uri="{FF2B5EF4-FFF2-40B4-BE49-F238E27FC236}">
                    <a16:creationId xmlns:a16="http://schemas.microsoft.com/office/drawing/2014/main" id="{C3E5CD2C-90B3-7AB1-4A14-B72A023B0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21719" y="2697546"/>
                <a:ext cx="536423" cy="454241"/>
              </a:xfrm>
              <a:prstGeom prst="rect">
                <a:avLst/>
              </a:prstGeom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2A885B-FC62-42D6-A6EB-34F28582FC6A}"/>
                  </a:ext>
                </a:extLst>
              </p:cNvPr>
              <p:cNvSpPr txBox="1"/>
              <p:nvPr/>
            </p:nvSpPr>
            <p:spPr>
              <a:xfrm>
                <a:off x="1327874" y="2770778"/>
                <a:ext cx="200494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6E02337-F8A0-4243-EB3F-F694F0983A17}"/>
                </a:ext>
              </a:extLst>
            </p:cNvPr>
            <p:cNvGrpSpPr/>
            <p:nvPr/>
          </p:nvGrpSpPr>
          <p:grpSpPr>
            <a:xfrm>
              <a:off x="617718" y="3418839"/>
              <a:ext cx="5366274" cy="720003"/>
              <a:chOff x="748242" y="3915261"/>
              <a:chExt cx="5072568" cy="720003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8AAC4BB8-9C2F-768A-9896-6F1A6447A5C4}"/>
                  </a:ext>
                </a:extLst>
              </p:cNvPr>
              <p:cNvSpPr/>
              <p:nvPr/>
            </p:nvSpPr>
            <p:spPr>
              <a:xfrm>
                <a:off x="748242" y="3915264"/>
                <a:ext cx="1768506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가능 후보 확인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1]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27BDFA77-A976-117B-E167-B78CF03B5685}"/>
                  </a:ext>
                </a:extLst>
              </p:cNvPr>
              <p:cNvSpPr/>
              <p:nvPr/>
            </p:nvSpPr>
            <p:spPr>
              <a:xfrm>
                <a:off x="2675807" y="3915263"/>
                <a:ext cx="1512000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후보 평가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2]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AB94F9A-6C4E-BDBB-B816-FFA149A0CDDC}"/>
                  </a:ext>
                </a:extLst>
              </p:cNvPr>
              <p:cNvSpPr/>
              <p:nvPr/>
            </p:nvSpPr>
            <p:spPr>
              <a:xfrm>
                <a:off x="4308810" y="3915261"/>
                <a:ext cx="1512000" cy="719999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가능 </a:t>
                </a:r>
                <a:r>
                  <a:rPr lang="en-US" altLang="ko-KR" sz="1000" dirty="0"/>
                  <a:t>Plan </a:t>
                </a:r>
                <a:r>
                  <a:rPr lang="ko-KR" altLang="en-US" sz="1000" dirty="0"/>
                  <a:t>탐색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(Search Algorithm)</a:t>
                </a:r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3]</a:t>
                </a:r>
                <a:endParaRPr lang="ko-KR" altLang="en-US" sz="1000" dirty="0"/>
              </a:p>
            </p:txBody>
          </p:sp>
        </p:grpSp>
      </p:grpSp>
      <p:sp>
        <p:nvSpPr>
          <p:cNvPr id="134" name="화살표: 오른쪽 133">
            <a:extLst>
              <a:ext uri="{FF2B5EF4-FFF2-40B4-BE49-F238E27FC236}">
                <a16:creationId xmlns:a16="http://schemas.microsoft.com/office/drawing/2014/main" id="{A053ECAA-E2A8-A14F-312B-713A82FD2AE0}"/>
              </a:ext>
            </a:extLst>
          </p:cNvPr>
          <p:cNvSpPr/>
          <p:nvPr/>
        </p:nvSpPr>
        <p:spPr>
          <a:xfrm>
            <a:off x="2057574" y="569975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화살표: 오른쪽 134">
            <a:extLst>
              <a:ext uri="{FF2B5EF4-FFF2-40B4-BE49-F238E27FC236}">
                <a16:creationId xmlns:a16="http://schemas.microsoft.com/office/drawing/2014/main" id="{61B88885-CD5C-DAFC-AF7C-1F21690FD896}"/>
              </a:ext>
            </a:extLst>
          </p:cNvPr>
          <p:cNvSpPr/>
          <p:nvPr/>
        </p:nvSpPr>
        <p:spPr>
          <a:xfrm>
            <a:off x="3840154" y="573685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화살표: 아래쪽 135">
            <a:extLst>
              <a:ext uri="{FF2B5EF4-FFF2-40B4-BE49-F238E27FC236}">
                <a16:creationId xmlns:a16="http://schemas.microsoft.com/office/drawing/2014/main" id="{20FBCC81-B42B-BC07-3A5D-EB5BF503FBC5}"/>
              </a:ext>
            </a:extLst>
          </p:cNvPr>
          <p:cNvSpPr/>
          <p:nvPr/>
        </p:nvSpPr>
        <p:spPr>
          <a:xfrm>
            <a:off x="889349" y="4407320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29EEEBDB-4CD2-F0BF-54D1-D62086C66CB9}"/>
              </a:ext>
            </a:extLst>
          </p:cNvPr>
          <p:cNvSpPr/>
          <p:nvPr/>
        </p:nvSpPr>
        <p:spPr>
          <a:xfrm>
            <a:off x="194383" y="2583409"/>
            <a:ext cx="1894384" cy="4286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공법서 생성 시스템 작동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21E097-36C5-7DA6-870D-AEA59F26FB0B}"/>
              </a:ext>
            </a:extLst>
          </p:cNvPr>
          <p:cNvSpPr txBox="1"/>
          <p:nvPr/>
        </p:nvSpPr>
        <p:spPr>
          <a:xfrm>
            <a:off x="4079124" y="6367485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40" name="그래픽 139" descr="데이터베이스 단색으로 채워진">
            <a:extLst>
              <a:ext uri="{FF2B5EF4-FFF2-40B4-BE49-F238E27FC236}">
                <a16:creationId xmlns:a16="http://schemas.microsoft.com/office/drawing/2014/main" id="{D2D355CB-0FFA-ECB7-86C0-055693E93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6074" y="4439205"/>
            <a:ext cx="539777" cy="580215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6BC0DEFC-2448-AC4F-E606-3FE4197D06D5}"/>
              </a:ext>
            </a:extLst>
          </p:cNvPr>
          <p:cNvSpPr txBox="1"/>
          <p:nvPr/>
        </p:nvSpPr>
        <p:spPr>
          <a:xfrm>
            <a:off x="2088767" y="501830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42" name="화살표: 아래쪽 141">
            <a:extLst>
              <a:ext uri="{FF2B5EF4-FFF2-40B4-BE49-F238E27FC236}">
                <a16:creationId xmlns:a16="http://schemas.microsoft.com/office/drawing/2014/main" id="{7A64723E-5248-B072-0F35-19E3ACDD0299}"/>
              </a:ext>
            </a:extLst>
          </p:cNvPr>
          <p:cNvSpPr/>
          <p:nvPr/>
        </p:nvSpPr>
        <p:spPr>
          <a:xfrm>
            <a:off x="2727243" y="544219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A0FB2A5-6BDE-9E03-43D3-039AC4247140}"/>
              </a:ext>
            </a:extLst>
          </p:cNvPr>
          <p:cNvCxnSpPr>
            <a:cxnSpLocks/>
          </p:cNvCxnSpPr>
          <p:nvPr/>
        </p:nvCxnSpPr>
        <p:spPr>
          <a:xfrm flipH="1">
            <a:off x="7933797" y="4439205"/>
            <a:ext cx="256570" cy="495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3F4220BF-A274-13BA-E934-E844E65E5A54}"/>
              </a:ext>
            </a:extLst>
          </p:cNvPr>
          <p:cNvCxnSpPr>
            <a:cxnSpLocks/>
          </p:cNvCxnSpPr>
          <p:nvPr/>
        </p:nvCxnSpPr>
        <p:spPr>
          <a:xfrm flipH="1">
            <a:off x="7900826" y="3332902"/>
            <a:ext cx="439132" cy="8429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E34D01A2-946D-1295-DD1B-0F38AB88DBFE}"/>
              </a:ext>
            </a:extLst>
          </p:cNvPr>
          <p:cNvCxnSpPr>
            <a:cxnSpLocks/>
          </p:cNvCxnSpPr>
          <p:nvPr/>
        </p:nvCxnSpPr>
        <p:spPr>
          <a:xfrm flipH="1" flipV="1">
            <a:off x="7944286" y="4798778"/>
            <a:ext cx="1814538" cy="584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94D058-D08A-F441-931C-CC26F5DA77FF}"/>
              </a:ext>
            </a:extLst>
          </p:cNvPr>
          <p:cNvGrpSpPr/>
          <p:nvPr/>
        </p:nvGrpSpPr>
        <p:grpSpPr>
          <a:xfrm>
            <a:off x="6981870" y="2655941"/>
            <a:ext cx="1046802" cy="1393034"/>
            <a:chOff x="7917849" y="1193508"/>
            <a:chExt cx="1067656" cy="1198726"/>
          </a:xfrm>
        </p:grpSpPr>
        <p:pic>
          <p:nvPicPr>
            <p:cNvPr id="199" name="그래픽 198" descr="데이터베이스 단색으로 채워진">
              <a:extLst>
                <a:ext uri="{FF2B5EF4-FFF2-40B4-BE49-F238E27FC236}">
                  <a16:creationId xmlns:a16="http://schemas.microsoft.com/office/drawing/2014/main" id="{2EB315B1-CDE3-3593-0BD4-CB5CC5F8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ACCE05-B42D-72D5-BE46-58C76C6FA100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60F9251-9B5E-9D99-7893-728226CE350C}"/>
              </a:ext>
            </a:extLst>
          </p:cNvPr>
          <p:cNvGrpSpPr/>
          <p:nvPr/>
        </p:nvGrpSpPr>
        <p:grpSpPr>
          <a:xfrm>
            <a:off x="6970347" y="4019183"/>
            <a:ext cx="1069848" cy="1399764"/>
            <a:chOff x="7903782" y="1193508"/>
            <a:chExt cx="1091161" cy="1204517"/>
          </a:xfrm>
        </p:grpSpPr>
        <p:pic>
          <p:nvPicPr>
            <p:cNvPr id="197" name="그래픽 196" descr="데이터베이스 단색으로 채워진">
              <a:extLst>
                <a:ext uri="{FF2B5EF4-FFF2-40B4-BE49-F238E27FC236}">
                  <a16:creationId xmlns:a16="http://schemas.microsoft.com/office/drawing/2014/main" id="{842F3E26-2CC9-10D5-A18E-1949EDDA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585756-EB0F-C3AF-106F-B36AA1EE4879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EE3D14FF-B4CB-E28F-2389-59C62CB4C3C7}"/>
              </a:ext>
            </a:extLst>
          </p:cNvPr>
          <p:cNvSpPr/>
          <p:nvPr/>
        </p:nvSpPr>
        <p:spPr>
          <a:xfrm>
            <a:off x="6948462" y="1136828"/>
            <a:ext cx="5112430" cy="5550113"/>
          </a:xfrm>
          <a:prstGeom prst="roundRect">
            <a:avLst>
              <a:gd name="adj" fmla="val 3596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CEDC7F-E36F-8004-9411-7A6084ECA4BA}"/>
              </a:ext>
            </a:extLst>
          </p:cNvPr>
          <p:cNvSpPr/>
          <p:nvPr/>
        </p:nvSpPr>
        <p:spPr>
          <a:xfrm>
            <a:off x="6804401" y="900718"/>
            <a:ext cx="1892605" cy="47222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부품 조립 특성 </a:t>
            </a:r>
            <a:r>
              <a:rPr lang="en-US" altLang="ko-KR" sz="1200" dirty="0"/>
              <a:t>DB </a:t>
            </a:r>
            <a:r>
              <a:rPr lang="ko-KR" altLang="en-US" sz="1200" dirty="0"/>
              <a:t>구축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141B23-0289-6F7B-3018-4AF1A23CE526}"/>
              </a:ext>
            </a:extLst>
          </p:cNvPr>
          <p:cNvGrpSpPr/>
          <p:nvPr/>
        </p:nvGrpSpPr>
        <p:grpSpPr>
          <a:xfrm>
            <a:off x="8258154" y="4040254"/>
            <a:ext cx="1042047" cy="2438257"/>
            <a:chOff x="8152861" y="4031963"/>
            <a:chExt cx="1043027" cy="2213372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7492CF6-0E69-FB42-B882-A26BFA821827}"/>
                </a:ext>
              </a:extLst>
            </p:cNvPr>
            <p:cNvSpPr/>
            <p:nvPr/>
          </p:nvSpPr>
          <p:spPr>
            <a:xfrm>
              <a:off x="8152861" y="4031963"/>
              <a:ext cx="1043027" cy="2213372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993D53BD-A2BC-6D61-1611-72FA7B50A40F}"/>
                </a:ext>
              </a:extLst>
            </p:cNvPr>
            <p:cNvSpPr/>
            <p:nvPr/>
          </p:nvSpPr>
          <p:spPr>
            <a:xfrm>
              <a:off x="8315124" y="4185818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0ED2D807-9F5C-AF4A-E0D1-0943C9ABDE0B}"/>
                </a:ext>
              </a:extLst>
            </p:cNvPr>
            <p:cNvGrpSpPr/>
            <p:nvPr/>
          </p:nvGrpSpPr>
          <p:grpSpPr>
            <a:xfrm>
              <a:off x="8229442" y="4675530"/>
              <a:ext cx="889864" cy="1259949"/>
              <a:chOff x="8150416" y="1965725"/>
              <a:chExt cx="889864" cy="1259949"/>
            </a:xfrm>
          </p:grpSpPr>
          <p:pic>
            <p:nvPicPr>
              <p:cNvPr id="195" name="그림 194">
                <a:extLst>
                  <a:ext uri="{FF2B5EF4-FFF2-40B4-BE49-F238E27FC236}">
                    <a16:creationId xmlns:a16="http://schemas.microsoft.com/office/drawing/2014/main" id="{4ECD8221-2F9B-1895-26EA-6458F791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761" b="99114" l="2134" r="96692">
                            <a14:foregroundMark x1="3949" y1="23338" x2="10352" y2="26145"/>
                            <a14:foregroundMark x1="10352" y1="26145" x2="10139" y2="26588"/>
                            <a14:foregroundMark x1="29456" y1="9453" x2="41622" y2="5318"/>
                            <a14:foregroundMark x1="41622" y1="5318" x2="35432" y2="10487"/>
                            <a14:foregroundMark x1="35432" y1="10487" x2="30950" y2="9453"/>
                            <a14:foregroundMark x1="40448" y1="4284" x2="47385" y2="3545"/>
                            <a14:foregroundMark x1="47385" y1="3545" x2="57204" y2="5908"/>
                            <a14:foregroundMark x1="57204" y1="5908" x2="61259" y2="10931"/>
                            <a14:foregroundMark x1="88367" y1="33235" x2="92529" y2="40030"/>
                            <a14:foregroundMark x1="92529" y1="40030" x2="94450" y2="52142"/>
                            <a14:foregroundMark x1="94450" y1="52142" x2="91249" y2="64106"/>
                            <a14:foregroundMark x1="91249" y1="64106" x2="86766" y2="71344"/>
                            <a14:foregroundMark x1="86766" y1="71344" x2="86980" y2="71787"/>
                            <a14:foregroundMark x1="94664" y1="41359" x2="93810" y2="53176"/>
                            <a14:foregroundMark x1="59232" y1="88626" x2="71291" y2="93501"/>
                            <a14:foregroundMark x1="71291" y1="93501" x2="72892" y2="92024"/>
                            <a14:foregroundMark x1="71825" y1="94535" x2="66702" y2="99261"/>
                            <a14:foregroundMark x1="38847" y1="76366" x2="39488" y2="79173"/>
                            <a14:foregroundMark x1="3735" y1="24077" x2="2668" y2="27326"/>
                            <a14:foregroundMark x1="2241" y1="27326" x2="3308" y2="25849"/>
                            <a14:foregroundMark x1="5550" y1="22304" x2="7257" y2="19498"/>
                            <a14:foregroundMark x1="73319" y1="16544" x2="77695" y2="22304"/>
                            <a14:foregroundMark x1="77695" y1="22304" x2="78869" y2="23043"/>
                            <a14:foregroundMark x1="96265" y1="44609" x2="96692" y2="54948"/>
                            <a14:foregroundMark x1="96692" y1="54948" x2="92850" y2="66765"/>
                          </a14:backgroundRemoval>
                        </a14:imgEffect>
                      </a14:imgLayer>
                    </a14:imgProps>
                  </a:ext>
                </a:extLst>
              </a:blip>
              <a:srcRect t="11721" r="75466" b="40201"/>
              <a:stretch>
                <a:fillRect/>
              </a:stretch>
            </p:blipFill>
            <p:spPr>
              <a:xfrm>
                <a:off x="8150416" y="1965725"/>
                <a:ext cx="889864" cy="1259949"/>
              </a:xfrm>
              <a:prstGeom prst="rect">
                <a:avLst/>
              </a:prstGeom>
            </p:spPr>
          </p:pic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E3B64C8A-50E0-B783-D087-20D716B8951C}"/>
                  </a:ext>
                </a:extLst>
              </p:cNvPr>
              <p:cNvSpPr/>
              <p:nvPr/>
            </p:nvSpPr>
            <p:spPr>
              <a:xfrm>
                <a:off x="8608409" y="2502815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+mj-ea"/>
                  <a:ea typeface="+mj-ea"/>
                </a:endParaRPr>
              </a:p>
            </p:txBody>
          </p:sp>
        </p:grp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CD944351-B80E-B418-CF74-AF385FC8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647475" y="4608123"/>
              <a:ext cx="94258" cy="6044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6A0544-B664-5D0C-1E3F-D5873F89503D}"/>
                </a:ext>
              </a:extLst>
            </p:cNvPr>
            <p:cNvSpPr txBox="1"/>
            <p:nvPr/>
          </p:nvSpPr>
          <p:spPr>
            <a:xfrm>
              <a:off x="8220741" y="5935479"/>
              <a:ext cx="907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바디</a:t>
              </a:r>
              <a:r>
                <a:rPr lang="en-US" altLang="ko-KR" sz="1000" b="1" dirty="0"/>
                <a:t>(A-</a:t>
              </a:r>
              <a:r>
                <a:rPr lang="ko-KR" altLang="en-US" sz="1000" b="1" dirty="0"/>
                <a:t>필라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B4E5A45-4319-1FCB-55D4-2CD13FFC2A70}"/>
              </a:ext>
            </a:extLst>
          </p:cNvPr>
          <p:cNvGrpSpPr/>
          <p:nvPr/>
        </p:nvGrpSpPr>
        <p:grpSpPr>
          <a:xfrm>
            <a:off x="9888005" y="4046583"/>
            <a:ext cx="2092832" cy="2438256"/>
            <a:chOff x="7224289" y="4083187"/>
            <a:chExt cx="2094799" cy="2213371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DC66CCD5-DAC5-13C9-D6B9-600356D879E8}"/>
                </a:ext>
              </a:extLst>
            </p:cNvPr>
            <p:cNvSpPr/>
            <p:nvPr/>
          </p:nvSpPr>
          <p:spPr>
            <a:xfrm>
              <a:off x="7224289" y="4083187"/>
              <a:ext cx="2094799" cy="2213371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9B01869-4606-57D5-30AB-6AB2E02C40DE}"/>
                </a:ext>
              </a:extLst>
            </p:cNvPr>
            <p:cNvGrpSpPr/>
            <p:nvPr/>
          </p:nvGrpSpPr>
          <p:grpSpPr>
            <a:xfrm>
              <a:off x="7310140" y="5059070"/>
              <a:ext cx="862751" cy="1107070"/>
              <a:chOff x="5697272" y="3532930"/>
              <a:chExt cx="862751" cy="1107070"/>
            </a:xfrm>
          </p:grpSpPr>
          <p:pic>
            <p:nvPicPr>
              <p:cNvPr id="187" name="그림 186" descr="가방, 액세서리, 수하물 및 가방, 핸드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57B10AE-B89E-BB31-0A17-7DAF8E6C9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5862" b="95172" l="9735" r="89381">
                            <a14:foregroundMark x1="16372" y1="89310" x2="59735" y2="88621"/>
                            <a14:foregroundMark x1="16814" y1="87586" x2="17699" y2="95517"/>
                            <a14:foregroundMark x1="37611" y1="46897" x2="36726" y2="43793"/>
                            <a14:foregroundMark x1="43363" y1="43793" x2="37168" y2="48276"/>
                            <a14:foregroundMark x1="39823" y1="43793" x2="35398" y2="47586"/>
                            <a14:foregroundMark x1="30973" y1="9655" x2="37168" y2="5862"/>
                            <a14:foregroundMark x1="42035" y1="5862" x2="68584" y2="7586"/>
                            <a14:foregroundMark x1="89381" y1="23793" x2="87611" y2="28966"/>
                            <a14:foregroundMark x1="43363" y1="11379" x2="76106" y2="22414"/>
                            <a14:foregroundMark x1="74336" y1="18276" x2="35841" y2="27241"/>
                            <a14:foregroundMark x1="36283" y1="13448" x2="67699" y2="23103"/>
                            <a14:foregroundMark x1="80088" y1="25172" x2="31416" y2="28276"/>
                            <a14:foregroundMark x1="31416" y1="28276" x2="78761" y2="25172"/>
                            <a14:foregroundMark x1="78761" y1="25172" x2="31858" y2="21724"/>
                            <a14:foregroundMark x1="31858" y1="21724" x2="72566" y2="13103"/>
                            <a14:foregroundMark x1="67699" y1="12069" x2="67257" y2="12414"/>
                            <a14:foregroundMark x1="65929" y1="13448" x2="46460" y2="14138"/>
                            <a14:foregroundMark x1="44690" y1="16207" x2="43805" y2="14483"/>
                            <a14:foregroundMark x1="41150" y1="16897" x2="37611" y2="1793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97272" y="3532930"/>
                <a:ext cx="862751" cy="1107070"/>
              </a:xfrm>
              <a:prstGeom prst="rect">
                <a:avLst/>
              </a:prstGeom>
            </p:spPr>
          </p:pic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8407AA64-FD06-C6A8-129C-74C0FFC82D63}"/>
                  </a:ext>
                </a:extLst>
              </p:cNvPr>
              <p:cNvSpPr/>
              <p:nvPr/>
            </p:nvSpPr>
            <p:spPr>
              <a:xfrm>
                <a:off x="6288637" y="4176837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AFD89A9D-5FC3-0DB9-3715-B431C9824FF0}"/>
                  </a:ext>
                </a:extLst>
              </p:cNvPr>
              <p:cNvSpPr/>
              <p:nvPr/>
            </p:nvSpPr>
            <p:spPr>
              <a:xfrm>
                <a:off x="6296548" y="4053438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D7AFFFA-E9AB-4654-31A0-924DF00E4431}"/>
                </a:ext>
              </a:extLst>
            </p:cNvPr>
            <p:cNvSpPr txBox="1"/>
            <p:nvPr/>
          </p:nvSpPr>
          <p:spPr>
            <a:xfrm>
              <a:off x="8255303" y="5500610"/>
              <a:ext cx="938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프론트 도어</a:t>
              </a: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F647B99-8C34-2306-8CEC-E06AA8791B73}"/>
                </a:ext>
              </a:extLst>
            </p:cNvPr>
            <p:cNvGrpSpPr/>
            <p:nvPr/>
          </p:nvGrpSpPr>
          <p:grpSpPr>
            <a:xfrm>
              <a:off x="7310595" y="4165621"/>
              <a:ext cx="1919896" cy="687443"/>
              <a:chOff x="5748832" y="3455542"/>
              <a:chExt cx="1919896" cy="687443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D267B890-9325-6D32-B922-3D6FC7D003C5}"/>
                  </a:ext>
                </a:extLst>
              </p:cNvPr>
              <p:cNvSpPr/>
              <p:nvPr/>
            </p:nvSpPr>
            <p:spPr>
              <a:xfrm>
                <a:off x="5748832" y="3550444"/>
                <a:ext cx="1919896" cy="59254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AB4BD615-E5CE-ABA4-1AE1-5195FF719FB3}"/>
                  </a:ext>
                </a:extLst>
              </p:cNvPr>
              <p:cNvGrpSpPr/>
              <p:nvPr/>
            </p:nvGrpSpPr>
            <p:grpSpPr>
              <a:xfrm>
                <a:off x="5806184" y="3687200"/>
                <a:ext cx="1805192" cy="406559"/>
                <a:chOff x="689827" y="2745065"/>
                <a:chExt cx="1805192" cy="406559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DBC64688-96C3-2630-E55E-5B819E7B1EC5}"/>
                    </a:ext>
                  </a:extLst>
                </p:cNvPr>
                <p:cNvSpPr/>
                <p:nvPr/>
              </p:nvSpPr>
              <p:spPr>
                <a:xfrm>
                  <a:off x="689827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6" name="타원 185">
                  <a:extLst>
                    <a:ext uri="{FF2B5EF4-FFF2-40B4-BE49-F238E27FC236}">
                      <a16:creationId xmlns:a16="http://schemas.microsoft.com/office/drawing/2014/main" id="{C74232D4-7863-0F2D-E51D-15EB31FEE399}"/>
                    </a:ext>
                  </a:extLst>
                </p:cNvPr>
                <p:cNvSpPr/>
                <p:nvPr/>
              </p:nvSpPr>
              <p:spPr>
                <a:xfrm>
                  <a:off x="1653014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4B1B3C08-66A4-3EB6-144C-7B38F90D7C3D}"/>
                  </a:ext>
                </a:extLst>
              </p:cNvPr>
              <p:cNvSpPr/>
              <p:nvPr/>
            </p:nvSpPr>
            <p:spPr>
              <a:xfrm>
                <a:off x="6106497" y="345554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A-1</a:t>
                </a:r>
                <a:endParaRPr lang="ko-KR" altLang="en-US" sz="1000" dirty="0"/>
              </a:p>
            </p:txBody>
          </p:sp>
        </p:grp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F6FFB110-232C-505B-367D-BFD08669363B}"/>
                </a:ext>
              </a:extLst>
            </p:cNvPr>
            <p:cNvCxnSpPr>
              <a:cxnSpLocks/>
              <a:stCxn id="185" idx="4"/>
              <a:endCxn id="188" idx="3"/>
            </p:cNvCxnSpPr>
            <p:nvPr/>
          </p:nvCxnSpPr>
          <p:spPr>
            <a:xfrm>
              <a:off x="7788950" y="4803838"/>
              <a:ext cx="136337" cy="1005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59862B7-3ABF-0EE6-C342-7BC2D65E6A89}"/>
                </a:ext>
              </a:extLst>
            </p:cNvPr>
            <p:cNvCxnSpPr>
              <a:cxnSpLocks/>
              <a:stCxn id="186" idx="4"/>
              <a:endCxn id="189" idx="5"/>
            </p:cNvCxnSpPr>
            <p:nvPr/>
          </p:nvCxnSpPr>
          <p:spPr>
            <a:xfrm flipH="1">
              <a:off x="8048030" y="4803838"/>
              <a:ext cx="704107" cy="88166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4ABB17B-8E2F-1591-33D7-4D483221BA68}"/>
              </a:ext>
            </a:extLst>
          </p:cNvPr>
          <p:cNvGrpSpPr/>
          <p:nvPr/>
        </p:nvGrpSpPr>
        <p:grpSpPr>
          <a:xfrm>
            <a:off x="8258749" y="1503637"/>
            <a:ext cx="3699322" cy="1806352"/>
            <a:chOff x="5593501" y="1662378"/>
            <a:chExt cx="3702799" cy="1639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988B01C7-3E47-068D-2658-A0F6F83839BB}"/>
                </a:ext>
              </a:extLst>
            </p:cNvPr>
            <p:cNvSpPr/>
            <p:nvPr/>
          </p:nvSpPr>
          <p:spPr>
            <a:xfrm>
              <a:off x="5593501" y="1662378"/>
              <a:ext cx="3702799" cy="1639749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A255CF1-E9E1-E22F-7C5B-F7B84893E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3" b="22294"/>
            <a:stretch>
              <a:fillRect/>
            </a:stretch>
          </p:blipFill>
          <p:spPr>
            <a:xfrm flipH="1">
              <a:off x="6045258" y="1669156"/>
              <a:ext cx="1881704" cy="707404"/>
            </a:xfrm>
            <a:prstGeom prst="rect">
              <a:avLst/>
            </a:prstGeom>
          </p:spPr>
        </p:pic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27152AD3-6DCC-9CA4-56B2-D507FD0069F9}"/>
                </a:ext>
              </a:extLst>
            </p:cNvPr>
            <p:cNvSpPr/>
            <p:nvPr/>
          </p:nvSpPr>
          <p:spPr>
            <a:xfrm>
              <a:off x="5658217" y="2465986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81BD6604-DA25-E39D-E93B-2245BB21C27D}"/>
                </a:ext>
              </a:extLst>
            </p:cNvPr>
            <p:cNvSpPr/>
            <p:nvPr/>
          </p:nvSpPr>
          <p:spPr>
            <a:xfrm>
              <a:off x="7335173" y="1788152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F51EA59-C3C9-1381-A5F3-006055BD1062}"/>
                </a:ext>
              </a:extLst>
            </p:cNvPr>
            <p:cNvSpPr/>
            <p:nvPr/>
          </p:nvSpPr>
          <p:spPr>
            <a:xfrm>
              <a:off x="7464882" y="2093547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9411FF24-F358-84AC-D28F-665DE89CA72D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6111979" y="2155599"/>
              <a:ext cx="78743" cy="31038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989D642-4DAA-ADFB-0FB7-F6149ECFAB73}"/>
                </a:ext>
              </a:extLst>
            </p:cNvPr>
            <p:cNvSpPr/>
            <p:nvPr/>
          </p:nvSpPr>
          <p:spPr>
            <a:xfrm>
              <a:off x="6065726" y="1898091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6652C97-7676-EBEC-97DE-0935AB193A55}"/>
                </a:ext>
              </a:extLst>
            </p:cNvPr>
            <p:cNvSpPr txBox="1"/>
            <p:nvPr/>
          </p:nvSpPr>
          <p:spPr>
            <a:xfrm>
              <a:off x="7822953" y="1885376"/>
              <a:ext cx="13689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도어 </a:t>
              </a:r>
              <a:r>
                <a:rPr lang="ko-KR" altLang="en-US" sz="1000" b="1" dirty="0" err="1"/>
                <a:t>체커</a:t>
              </a:r>
              <a:endParaRPr lang="ko-KR" altLang="en-US" sz="1000" b="1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5BF4F75E-198D-000E-CA64-651E933746F7}"/>
                </a:ext>
              </a:extLst>
            </p:cNvPr>
            <p:cNvGrpSpPr/>
            <p:nvPr/>
          </p:nvGrpSpPr>
          <p:grpSpPr>
            <a:xfrm>
              <a:off x="7564826" y="2625708"/>
              <a:ext cx="1660702" cy="567130"/>
              <a:chOff x="3035594" y="5014220"/>
              <a:chExt cx="1660702" cy="567130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2208957E-A743-AE92-5A72-E5EF31876CEC}"/>
                  </a:ext>
                </a:extLst>
              </p:cNvPr>
              <p:cNvSpPr/>
              <p:nvPr/>
            </p:nvSpPr>
            <p:spPr>
              <a:xfrm>
                <a:off x="3035594" y="5014220"/>
                <a:ext cx="1660702" cy="46965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C81A851-58BA-42D3-D442-3F21C1FAD664}"/>
                  </a:ext>
                </a:extLst>
              </p:cNvPr>
              <p:cNvGrpSpPr/>
              <p:nvPr/>
            </p:nvGrpSpPr>
            <p:grpSpPr>
              <a:xfrm>
                <a:off x="3117032" y="5056811"/>
                <a:ext cx="1497827" cy="273894"/>
                <a:chOff x="3328619" y="3479753"/>
                <a:chExt cx="1497827" cy="273894"/>
              </a:xfrm>
            </p:grpSpPr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0AB3DFF3-D291-8C9C-B687-E43278F9711B}"/>
                    </a:ext>
                  </a:extLst>
                </p:cNvPr>
                <p:cNvSpPr/>
                <p:nvPr/>
              </p:nvSpPr>
              <p:spPr>
                <a:xfrm>
                  <a:off x="4116884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DEA42342-1764-A7B1-E610-9C86283528C6}"/>
                    </a:ext>
                  </a:extLst>
                </p:cNvPr>
                <p:cNvSpPr/>
                <p:nvPr/>
              </p:nvSpPr>
              <p:spPr>
                <a:xfrm>
                  <a:off x="3328619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81B979B9-3386-CBB1-847F-55AD42D14161}"/>
                  </a:ext>
                </a:extLst>
              </p:cNvPr>
              <p:cNvSpPr/>
              <p:nvPr/>
            </p:nvSpPr>
            <p:spPr>
              <a:xfrm>
                <a:off x="3263662" y="538639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565D6B8-EBAD-03FA-1099-2EF0EFB22235}"/>
                </a:ext>
              </a:extLst>
            </p:cNvPr>
            <p:cNvSpPr txBox="1"/>
            <p:nvPr/>
          </p:nvSpPr>
          <p:spPr>
            <a:xfrm>
              <a:off x="6358366" y="2761812"/>
              <a:ext cx="1437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accent5">
                      <a:lumMod val="50000"/>
                    </a:schemeClr>
                  </a:solidFill>
                </a:rPr>
                <a:t>※</a:t>
              </a:r>
              <a:r>
                <a:rPr lang="ko-KR" altLang="en-US" sz="1000" b="1" dirty="0">
                  <a:solidFill>
                    <a:schemeClr val="accent5">
                      <a:lumMod val="50000"/>
                    </a:schemeClr>
                  </a:solidFill>
                </a:rPr>
                <a:t>복잡한 관계는 묶어서 단순화</a:t>
              </a:r>
            </a:p>
          </p:txBody>
        </p: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F14E7362-8B4D-2471-126D-2D9DE41E0CE7}"/>
                </a:ext>
              </a:extLst>
            </p:cNvPr>
            <p:cNvCxnSpPr>
              <a:cxnSpLocks/>
              <a:stCxn id="174" idx="0"/>
              <a:endCxn id="162" idx="6"/>
            </p:cNvCxnSpPr>
            <p:nvPr/>
          </p:nvCxnSpPr>
          <p:spPr>
            <a:xfrm flipH="1" flipV="1">
              <a:off x="7497569" y="1862948"/>
              <a:ext cx="1291741" cy="8053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0E5AD472-894C-C98F-21BE-2B08F3A2E6A9}"/>
                </a:ext>
              </a:extLst>
            </p:cNvPr>
            <p:cNvCxnSpPr>
              <a:cxnSpLocks/>
              <a:stCxn id="175" idx="0"/>
              <a:endCxn id="163" idx="5"/>
            </p:cNvCxnSpPr>
            <p:nvPr/>
          </p:nvCxnSpPr>
          <p:spPr>
            <a:xfrm flipH="1" flipV="1">
              <a:off x="7603496" y="2221231"/>
              <a:ext cx="397549" cy="447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8873EBC-36AB-012A-44E3-CA839ED6AE56}"/>
              </a:ext>
            </a:extLst>
          </p:cNvPr>
          <p:cNvCxnSpPr>
            <a:cxnSpLocks/>
            <a:stCxn id="184" idx="0"/>
            <a:endCxn id="173" idx="2"/>
          </p:cNvCxnSpPr>
          <p:nvPr/>
        </p:nvCxnSpPr>
        <p:spPr>
          <a:xfrm flipV="1">
            <a:off x="10933277" y="3189596"/>
            <a:ext cx="124518" cy="947797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9F2668B-E3BF-AED3-AA3A-3EA928414F56}"/>
              </a:ext>
            </a:extLst>
          </p:cNvPr>
          <p:cNvCxnSpPr>
            <a:cxnSpLocks/>
            <a:stCxn id="191" idx="0"/>
            <a:endCxn id="161" idx="4"/>
          </p:cNvCxnSpPr>
          <p:nvPr/>
        </p:nvCxnSpPr>
        <p:spPr>
          <a:xfrm flipH="1" flipV="1">
            <a:off x="8776740" y="2706562"/>
            <a:ext cx="2438" cy="1503179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D4BA1CA-8056-9F91-ADE3-5D78A3D56C54}"/>
              </a:ext>
            </a:extLst>
          </p:cNvPr>
          <p:cNvCxnSpPr>
            <a:cxnSpLocks/>
          </p:cNvCxnSpPr>
          <p:nvPr/>
        </p:nvCxnSpPr>
        <p:spPr>
          <a:xfrm flipH="1">
            <a:off x="7933797" y="2855202"/>
            <a:ext cx="828587" cy="11907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086C2BF7-8CE9-D474-C5A5-6557EBC349F6}"/>
              </a:ext>
            </a:extLst>
          </p:cNvPr>
          <p:cNvCxnSpPr>
            <a:cxnSpLocks/>
          </p:cNvCxnSpPr>
          <p:nvPr/>
        </p:nvCxnSpPr>
        <p:spPr>
          <a:xfrm flipH="1" flipV="1">
            <a:off x="7951271" y="3212509"/>
            <a:ext cx="3083820" cy="26624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화살표: 왼쪽 213">
            <a:extLst>
              <a:ext uri="{FF2B5EF4-FFF2-40B4-BE49-F238E27FC236}">
                <a16:creationId xmlns:a16="http://schemas.microsoft.com/office/drawing/2014/main" id="{8DD77337-B56B-B09F-A6EF-4E6F5FCA6ADE}"/>
              </a:ext>
            </a:extLst>
          </p:cNvPr>
          <p:cNvSpPr/>
          <p:nvPr/>
        </p:nvSpPr>
        <p:spPr>
          <a:xfrm>
            <a:off x="5837542" y="2949682"/>
            <a:ext cx="960167" cy="1611166"/>
          </a:xfrm>
          <a:prstGeom prst="leftArrow">
            <a:avLst>
              <a:gd name="adj1" fmla="val 50000"/>
              <a:gd name="adj2" fmla="val 39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참조</a:t>
            </a:r>
          </a:p>
        </p:txBody>
      </p:sp>
      <p:sp>
        <p:nvSpPr>
          <p:cNvPr id="215" name="화살표: 아래쪽 214">
            <a:extLst>
              <a:ext uri="{FF2B5EF4-FFF2-40B4-BE49-F238E27FC236}">
                <a16:creationId xmlns:a16="http://schemas.microsoft.com/office/drawing/2014/main" id="{BF05A286-BDDE-0FDC-C94F-AA46F38C6631}"/>
              </a:ext>
            </a:extLst>
          </p:cNvPr>
          <p:cNvSpPr/>
          <p:nvPr/>
        </p:nvSpPr>
        <p:spPr>
          <a:xfrm>
            <a:off x="2481900" y="2441710"/>
            <a:ext cx="1680165" cy="499478"/>
          </a:xfrm>
          <a:prstGeom prst="downArrow">
            <a:avLst>
              <a:gd name="adj1" fmla="val 77646"/>
              <a:gd name="adj2" fmla="val 4503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사용자 입력</a:t>
            </a:r>
          </a:p>
        </p:txBody>
      </p:sp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[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1]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C469EE83-B0A4-1CFF-3684-206E5AA44CC1}"/>
              </a:ext>
            </a:extLst>
          </p:cNvPr>
          <p:cNvSpPr/>
          <p:nvPr/>
        </p:nvSpPr>
        <p:spPr>
          <a:xfrm>
            <a:off x="4993137" y="3575264"/>
            <a:ext cx="2205725" cy="1270097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조립 가능 후보 확인 시스템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75D28C-0619-0916-3520-9117AE0379AD}"/>
              </a:ext>
            </a:extLst>
          </p:cNvPr>
          <p:cNvGrpSpPr/>
          <p:nvPr/>
        </p:nvGrpSpPr>
        <p:grpSpPr>
          <a:xfrm>
            <a:off x="4595930" y="1096545"/>
            <a:ext cx="2985636" cy="2320411"/>
            <a:chOff x="4519922" y="1140822"/>
            <a:chExt cx="2985636" cy="2320411"/>
          </a:xfrm>
        </p:grpSpPr>
        <p:sp>
          <p:nvSpPr>
            <p:cNvPr id="201" name="화살표: 아래쪽 200">
              <a:extLst>
                <a:ext uri="{FF2B5EF4-FFF2-40B4-BE49-F238E27FC236}">
                  <a16:creationId xmlns:a16="http://schemas.microsoft.com/office/drawing/2014/main" id="{FCF066AA-5C43-5CE3-CCC1-4981A7B5D6E3}"/>
                </a:ext>
              </a:extLst>
            </p:cNvPr>
            <p:cNvSpPr/>
            <p:nvPr/>
          </p:nvSpPr>
          <p:spPr>
            <a:xfrm>
              <a:off x="4636805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B70E515-B3FB-A80C-DC8D-BC735B922DAC}"/>
                </a:ext>
              </a:extLst>
            </p:cNvPr>
            <p:cNvGrpSpPr/>
            <p:nvPr/>
          </p:nvGrpSpPr>
          <p:grpSpPr>
            <a:xfrm>
              <a:off x="4519922" y="1140822"/>
              <a:ext cx="2985636" cy="1714326"/>
              <a:chOff x="4519922" y="1140822"/>
              <a:chExt cx="2985636" cy="1714326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519922" y="1140822"/>
                <a:ext cx="1465166" cy="1714326"/>
                <a:chOff x="7903782" y="1193508"/>
                <a:chExt cx="1091161" cy="1187738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부품 특성 정보 데이터</a:t>
                  </a: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6071955" y="1145001"/>
                <a:ext cx="1433603" cy="1705968"/>
                <a:chOff x="7917849" y="1193508"/>
                <a:chExt cx="1067656" cy="1181947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조립 관계 정보 </a:t>
                  </a:r>
                  <a:endParaRPr lang="en-US" altLang="ko-KR" sz="1400" b="1" dirty="0"/>
                </a:p>
                <a:p>
                  <a:pPr algn="ctr"/>
                  <a:r>
                    <a:rPr lang="ko-KR" altLang="en-US" sz="1400" b="1" dirty="0"/>
                    <a:t>데이터</a:t>
                  </a:r>
                </a:p>
              </p:txBody>
            </p:sp>
          </p:grpSp>
        </p:grpSp>
        <p:sp>
          <p:nvSpPr>
            <p:cNvPr id="202" name="화살표: 아래쪽 201">
              <a:extLst>
                <a:ext uri="{FF2B5EF4-FFF2-40B4-BE49-F238E27FC236}">
                  <a16:creationId xmlns:a16="http://schemas.microsoft.com/office/drawing/2014/main" id="{401150B2-B7DC-8B57-BBB0-76D76411D655}"/>
                </a:ext>
              </a:extLst>
            </p:cNvPr>
            <p:cNvSpPr/>
            <p:nvPr/>
          </p:nvSpPr>
          <p:spPr>
            <a:xfrm>
              <a:off x="6173057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rgbClr val="FFB7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>
                <a:solidFill>
                  <a:schemeClr val="accent1"/>
                </a:solidFill>
              </a:rPr>
              <a:t>상태 전이 모델 </a:t>
            </a:r>
            <a:r>
              <a:rPr lang="ko-KR" altLang="en-US" dirty="0"/>
              <a:t>역할 </a:t>
            </a:r>
            <a:r>
              <a:rPr lang="en-US" altLang="ko-KR" sz="1400" dirty="0"/>
              <a:t>※[</a:t>
            </a:r>
            <a:r>
              <a:rPr lang="ko-KR" altLang="en-US" sz="1400" dirty="0"/>
              <a:t>첨부</a:t>
            </a:r>
            <a:r>
              <a:rPr lang="en-US" altLang="ko-KR" sz="1400" dirty="0"/>
              <a:t>3] </a:t>
            </a:r>
            <a:r>
              <a:rPr lang="ko-KR" altLang="en-US" sz="1400" dirty="0"/>
              <a:t>참조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2]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82208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4032854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중 부품 간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endParaRPr lang="en-US" altLang="ko-KR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 dirty="0">
                  <a:latin typeface="Hyundai Sans Text Pro Regular" panose="020B0504040000000000" pitchFamily="34" charset="-127"/>
                  <a:ea typeface="Hyundai Sans Text Pro Medium" panose="020B0604040000000000" pitchFamily="34" charset="-127"/>
                </a:rPr>
                <a:t>Next State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350981" y="5318172"/>
            <a:ext cx="1148443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Planning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에서의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상태 전이 모델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의 역할인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en-US" altLang="ko-KR" b="1" kern="0" dirty="0"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Next State</a:t>
            </a:r>
            <a:r>
              <a:rPr lang="en-US" altLang="ko-KR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Generation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수행함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.</a:t>
            </a:r>
            <a:endParaRPr lang="ko-KR" altLang="en-US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63413229-F8DD-114F-3001-8C17438151AC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19F4B48-A3F3-F00B-B262-65A421072637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EB80C6-67B6-9350-1432-514302FFE420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DB99A0A-55C9-E223-FEB7-772B1E668BB9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0466F4C5-FCE7-215F-808B-427BBBB624C0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B445CF10-C629-DDA0-DDCB-BC28A07724B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C5134312-0D4A-0674-974C-9E60BA5198C9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3A930A4-DBA8-65AF-F5AC-C854010AD5A0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AB458F3E-73DD-13B7-8F6F-38B77B9985D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23E8F921-4507-CE74-A69E-FA89E93495F0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EE69156-8CCE-3328-AC64-46996C528335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5BD12CEC-1163-0762-02A0-F9C9BB311F8A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E71500AB-E2E9-3B92-B40A-381C1C6ED89F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F4A02EB-D77E-2D8F-F26F-7B92500706EC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4FF2649C-0C5D-93BB-4161-E656E30D4ABA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B16E8D-AA79-4155-C651-7F503B44CD5D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D0DE047-C13A-57A3-E811-6C93A09FDAE9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826B4E85-DF37-D46A-DE4D-DD2188B3F663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2A351BFF-DAD6-149F-96F8-40217D3FADED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D6E74BC-8F7E-6E09-D1C9-F9EED6400D22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1A09E09C-CCC3-52EF-B6DC-64AB99AF37F5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5E72F650-337F-621D-4C3C-9C5E10924408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042A14FD-76A8-210E-42A8-1014AF44C82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22543EC5-1A3B-89BD-F2D8-003540811B64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F2CDCB53-0A2D-5567-AD04-0DA175BD7A3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0E336AF3-46DD-FF3E-D1B1-7E800FA2A3A1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419D68C-4446-0334-466D-AB7EB9B30911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744F6A3-90BB-8DA1-F90F-545A34F57303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51F855-78CD-69C0-11B9-1551AE08E668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8A0ED300-C7E5-5971-B843-3236D8F44A53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E2B5C132-0E32-BD6D-81A1-257E8E4DAE0A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10005D6-45B8-6709-B06C-8F7851D5CE0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19A83BF8-ADFD-624D-775F-FDDEE7023605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4974562B-BE34-6220-0C09-A0F649EBA181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FCF73FA2-BB2C-BA43-E915-0561AD889930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6FD854F2-6F8A-ADC1-D068-3C1FC440ACC5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A513AC7A-D8BA-F7B1-6DAC-39C1C011517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E4E19B90-C7E5-DABC-A9E8-879311A1E9A3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86F0B95-8C0D-B0CC-6B6E-E272E210070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CA3380E3-EBA0-39DD-66E7-E4BC7704390B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87C9D7C2-15FE-0DF5-E0A6-D064671A3BC4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4386249-A8B0-9006-0448-53A12881D4C8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7A56370-D14C-4586-5806-B54F54C0C00C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32C751E-DAC5-9C4B-E967-F352E55B461D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0368151-7E5B-D1ED-6425-A8DBD3700858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50B30833-E8B9-9998-E8D3-126D89F61589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9E6292D3-4C8F-CCDE-3DCA-C5669A36DF4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25D6204A-38EF-9ECA-0C6F-592967D3E119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77602C36-F414-50E8-729A-BC64A2727B4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66720A6F-DDDA-FEBB-9728-DC2BD40AD92A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CF51B236-4082-1B5D-AC4D-39BD2ECF4BCF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A337297B-0E96-3171-6837-E68525122C63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A54A723B-9DFE-1510-798E-C66AC9968DC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7FCA7BD-1A16-F9DF-9F1C-B95DCBF40F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FDDF03E8-A0F0-8EBD-29BA-DF70441624EC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84212FF5-FD22-6D41-7E75-FC41CCFE0299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A478074C-F110-7D95-B17B-F895CBA25E50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B3321FD-349B-3FB4-468A-2CBF304D339C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7B3FFD47-839A-1859-F4FA-33F28267AD94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EEC7649-7E32-7D96-3A28-150B206AE9BD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B7847F0-DA56-A52A-F285-BCB11784CD29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9CCAA5-551E-9618-B64E-B960DE178F88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9E888F6-FB11-E0B7-1C2B-3FD7DD6BFBAA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41EED3D2-C58C-AA8D-2694-090C3D520620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84543F57-1B6A-2397-40F3-2F3C052E94D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9593E2C3-5942-C127-9D82-059669B32268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FB94ECB8-2585-EB1D-1822-D8141FE79E7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D12B2E8E-B6EC-9856-0E3C-DDA690EDB909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6E92460C-76F4-8A8B-2C45-394E01F56259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A79EAD15-A3CC-833F-56F2-3CA573D5004E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5753C829-C180-4C2A-3451-63F5541157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8DB35C80-F68A-6AEE-C109-0F7FCE54D3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86C807FE-B420-980D-F115-1B81AB8826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88ACC08D-ACD3-0A08-899E-05DC43D74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1420C624-92DE-40DF-5890-8E702908D293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8D23D4E6-D01B-5524-394C-D81DEAD96DD2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DA26FE9C-E508-63CE-369D-5FB0448C0EEB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EAD67007-E227-3D04-85CD-DFB197163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8A2AA3B3-D6AB-66DF-D8B0-D99C0B115C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1C3412A-41FC-6D74-F8DF-8FE76CFBE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D173130-AED4-ECC8-7878-E2FB52CD1E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0FFF0010-F53A-0181-A91A-0DDC99B778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48F33E2-4FAA-089F-1C9C-0EB08F4A51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6E0717B3-4E30-D84C-7151-CA840E835ED8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3E21F39-627E-D64D-3117-BC78B7F87F4F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9FFBCF61-50BB-5F88-2FB8-F124969827C1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FF868E70-969A-13A9-7791-A0849622D88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B769B3D-55E2-E72D-8A58-27151B22B104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B200888E-0407-C210-E6B1-289D18FE62A6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6823C45B-136A-B39F-D78D-9B3767AF3ECC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2F776F-6722-5772-45FD-BF386C573F36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20AD5186-59C9-5289-E088-67C99D32E927}"/>
              </a:ext>
            </a:extLst>
          </p:cNvPr>
          <p:cNvGrpSpPr/>
          <p:nvPr/>
        </p:nvGrpSpPr>
        <p:grpSpPr>
          <a:xfrm>
            <a:off x="1898958" y="3224769"/>
            <a:ext cx="1955792" cy="1182232"/>
            <a:chOff x="1898958" y="3757428"/>
            <a:chExt cx="1955792" cy="118223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582BA7C-FEFB-997B-5F89-F91AC4AE1BCA}"/>
                </a:ext>
              </a:extLst>
            </p:cNvPr>
            <p:cNvSpPr/>
            <p:nvPr/>
          </p:nvSpPr>
          <p:spPr bwMode="auto">
            <a:xfrm>
              <a:off x="1898958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4BC604-67B2-8DF0-43B0-1493E784DC99}"/>
                </a:ext>
              </a:extLst>
            </p:cNvPr>
            <p:cNvSpPr txBox="1"/>
            <p:nvPr/>
          </p:nvSpPr>
          <p:spPr>
            <a:xfrm>
              <a:off x="2036560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F5DF100B-C45B-9A4B-AB90-D9D9E8960EA1}"/>
                </a:ext>
              </a:extLst>
            </p:cNvPr>
            <p:cNvGrpSpPr/>
            <p:nvPr/>
          </p:nvGrpSpPr>
          <p:grpSpPr>
            <a:xfrm>
              <a:off x="1998346" y="4090615"/>
              <a:ext cx="1757016" cy="734859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4FD25175-2AC2-AAEF-3600-49D15C15DA4E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58783907-A95B-0F1F-49D4-EA477B9FD7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7B85BB09-DFBD-179C-D2B8-E3CA34A83635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77DC327B-1214-6536-EB2D-46ECF88E1C31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/>
                      <a:t>Type A-1 </a:t>
                    </a:r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78983AD3-492A-D22B-4FC4-29E5107D995D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CE051A37-7906-0426-C2A5-D184558FEF5C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0DC5B66A-0FCA-0E66-78C8-E9E741970F5A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A-2 </a:t>
                    </a:r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656C6C81-01EB-3297-7CC3-B4BED30B8E30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  <a:endParaRPr lang="ko-KR" altLang="en-US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2016ADE1-6657-9E1D-67D3-E0E42649768E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C2B3464-C7D6-5993-F221-499618887271}"/>
              </a:ext>
            </a:extLst>
          </p:cNvPr>
          <p:cNvGrpSpPr/>
          <p:nvPr/>
        </p:nvGrpSpPr>
        <p:grpSpPr>
          <a:xfrm>
            <a:off x="6883318" y="3224769"/>
            <a:ext cx="1955792" cy="1182232"/>
            <a:chOff x="7173415" y="3757428"/>
            <a:chExt cx="1955792" cy="1182232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8A763478-FF9D-4B67-FE45-ADCE4B1F65C8}"/>
                </a:ext>
              </a:extLst>
            </p:cNvPr>
            <p:cNvSpPr/>
            <p:nvPr/>
          </p:nvSpPr>
          <p:spPr bwMode="auto">
            <a:xfrm>
              <a:off x="7173415" y="3757428"/>
              <a:ext cx="1955792" cy="11822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3B5DA18-FC72-893F-52AB-31FB69B7893C}"/>
                </a:ext>
              </a:extLst>
            </p:cNvPr>
            <p:cNvSpPr txBox="1"/>
            <p:nvPr/>
          </p:nvSpPr>
          <p:spPr>
            <a:xfrm>
              <a:off x="7311017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A2C0669-5C4F-2AE6-0F99-66DC57124EA8}"/>
                </a:ext>
              </a:extLst>
            </p:cNvPr>
            <p:cNvGrpSpPr/>
            <p:nvPr/>
          </p:nvGrpSpPr>
          <p:grpSpPr>
            <a:xfrm>
              <a:off x="7272803" y="4082099"/>
              <a:ext cx="1757016" cy="761132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0874B3A3-DCAB-50EE-E3E0-7A50C81AA8B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471A9412-C0E0-ADD9-ABF2-B2BB079762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BC45D2E9-5650-ECD2-2F04-E0AABF16F36E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98F68975-AFC1-3815-492E-314C51421561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0BA94D51-4559-01C3-94D7-58ADCF265BC6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Female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12864377-FC3E-C58E-FAAE-FA1A8A74A823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AB94DCEF-EDE7-C60E-48CC-F9453A5A8C9B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6049795A-5C6C-4D13-F0E6-66C4AA716C5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도어 래치 커넥터 </a:t>
                    </a:r>
                    <a:r>
                      <a:rPr lang="en-US" altLang="ko-KR" sz="800" dirty="0">
                        <a:latin typeface="+mj-ea"/>
                      </a:rPr>
                      <a:t>Male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BC417EF3-D311-0CB8-0521-FDE71B1C2656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AA2D60BC-565A-8958-47A9-44B84A8F92AD}"/>
              </a:ext>
            </a:extLst>
          </p:cNvPr>
          <p:cNvGrpSpPr/>
          <p:nvPr/>
        </p:nvGrpSpPr>
        <p:grpSpPr>
          <a:xfrm>
            <a:off x="4329432" y="3224769"/>
            <a:ext cx="2079204" cy="1629407"/>
            <a:chOff x="4411161" y="3757428"/>
            <a:chExt cx="2079204" cy="162940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F4A1C2-0FEF-82EC-5B3C-7047D96F1DBC}"/>
                </a:ext>
              </a:extLst>
            </p:cNvPr>
            <p:cNvSpPr/>
            <p:nvPr/>
          </p:nvSpPr>
          <p:spPr bwMode="auto">
            <a:xfrm>
              <a:off x="4411161" y="3757428"/>
              <a:ext cx="2079204" cy="1629407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76435D-6627-1CAB-DABA-93C85D61D956}"/>
                </a:ext>
              </a:extLst>
            </p:cNvPr>
            <p:cNvSpPr txBox="1"/>
            <p:nvPr/>
          </p:nvSpPr>
          <p:spPr>
            <a:xfrm>
              <a:off x="4613613" y="3757428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9479DBE-FCE2-7881-831A-76EFAF59B5A6}"/>
                </a:ext>
              </a:extLst>
            </p:cNvPr>
            <p:cNvGrpSpPr/>
            <p:nvPr/>
          </p:nvGrpSpPr>
          <p:grpSpPr>
            <a:xfrm>
              <a:off x="4572255" y="4082099"/>
              <a:ext cx="1757016" cy="11878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563E2C51-F2CC-A04F-6351-BE44F5699F02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CB5EBC59-FE7A-F7D8-B3CD-21D3C4AF75EE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05B0F272-9715-36A0-7FF9-062E3EF84EB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3DC8C57B-EA7A-730E-AA9A-B9C1E955252D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EDD2D190-D721-B82C-EEFC-F0A309C32E4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B-1 </a:t>
                    </a:r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A07A01D3-5CCF-4D8B-C0BE-5333EFC9A4D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프론트 도어</a:t>
                    </a:r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36627F18-1D1F-E002-1A16-41E5C6A42311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FF886340-BDB3-1B4A-0876-E29ABCDDF4DE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도어 래치</a:t>
                    </a:r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C05CE2BC-F4E9-9CD7-BF29-D0C6F2FC9580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/>
                      <a:t>조립부</a:t>
                    </a:r>
                    <a:r>
                      <a:rPr lang="ko-KR" altLang="en-US" sz="800" dirty="0"/>
                      <a:t> </a:t>
                    </a:r>
                    <a:r>
                      <a:rPr lang="en-US" altLang="ko-KR" sz="800" dirty="0"/>
                      <a:t>Type B-2 </a:t>
                    </a:r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16993403-A145-67F7-CB30-E7CA11E8DBD3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F3C9AC0C-BA71-D78B-6C4B-910ABA2C84A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M4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C1F63F07-0AA3-0CBC-8D8D-B91EB983F16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2</a:t>
                    </a:r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4CF597C-771E-B845-EFC9-F5DFAC04D83A}"/>
              </a:ext>
            </a:extLst>
          </p:cNvPr>
          <p:cNvGrpSpPr/>
          <p:nvPr/>
        </p:nvGrpSpPr>
        <p:grpSpPr>
          <a:xfrm>
            <a:off x="9313793" y="3224769"/>
            <a:ext cx="2079204" cy="1558183"/>
            <a:chOff x="9313793" y="3757428"/>
            <a:chExt cx="2079204" cy="1558183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5427C95-B1D8-CCAA-1633-65901198B122}"/>
                </a:ext>
              </a:extLst>
            </p:cNvPr>
            <p:cNvSpPr/>
            <p:nvPr/>
          </p:nvSpPr>
          <p:spPr bwMode="auto">
            <a:xfrm>
              <a:off x="9313793" y="3757428"/>
              <a:ext cx="2079204" cy="1558183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664DA31-954C-DF74-06E4-558455C99C2A}"/>
                </a:ext>
              </a:extLst>
            </p:cNvPr>
            <p:cNvGrpSpPr/>
            <p:nvPr/>
          </p:nvGrpSpPr>
          <p:grpSpPr>
            <a:xfrm>
              <a:off x="9465673" y="4082099"/>
              <a:ext cx="1775445" cy="1099766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ED51889F-EBCC-C5AE-B059-5850F7B5F1C8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F039CE8B-409A-0AC6-7B5E-DD993E278A9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8A732B0B-1AF7-D9FD-CA73-D8D2A1AB1F98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51690D85-1487-D770-9E37-44894795A183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8B3E0C67-833A-63FA-82D2-75D3EC262DA6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>
                        <a:latin typeface="+mj-ea"/>
                      </a:rPr>
                      <a:t>나사구멍</a:t>
                    </a:r>
                    <a:r>
                      <a:rPr lang="en-US" altLang="ko-KR" sz="800">
                        <a:latin typeface="+mj-ea"/>
                      </a:rPr>
                      <a:t>:</a:t>
                    </a:r>
                    <a:r>
                      <a:rPr lang="ko-KR" altLang="en-US" sz="800">
                        <a:latin typeface="+mj-ea"/>
                      </a:rPr>
                      <a:t> </a:t>
                    </a:r>
                    <a:r>
                      <a:rPr lang="en-US" altLang="ko-KR" sz="800">
                        <a:latin typeface="+mj-ea"/>
                      </a:rPr>
                      <a:t>Ø8mm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2A087BB0-899B-B94D-E782-6634B7994724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도어</a:t>
                    </a:r>
                    <a:endParaRPr lang="en-US" altLang="ko-KR" sz="800"/>
                  </a:p>
                  <a:p>
                    <a:pPr algn="ctr"/>
                    <a:r>
                      <a:rPr lang="ko-KR" altLang="en-US" sz="800"/>
                      <a:t>체커</a:t>
                    </a:r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CC6E7D7-C52C-5322-11DA-5BEEA4A8E418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21EA0D-FC3D-03DF-97C5-BEFE2322CD9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 err="1">
                        <a:latin typeface="+mj-ea"/>
                      </a:rPr>
                      <a:t>나사탭</a:t>
                    </a:r>
                    <a:r>
                      <a:rPr lang="en-US" altLang="ko-KR" sz="800" dirty="0">
                        <a:latin typeface="+mj-ea"/>
                      </a:rPr>
                      <a:t>:</a:t>
                    </a:r>
                    <a:r>
                      <a:rPr lang="ko-KR" altLang="en-US" sz="800" dirty="0">
                        <a:latin typeface="+mj-ea"/>
                      </a:rPr>
                      <a:t> </a:t>
                    </a:r>
                    <a:r>
                      <a:rPr lang="en-US" altLang="ko-KR" sz="800" dirty="0">
                        <a:latin typeface="+mj-ea"/>
                      </a:rPr>
                      <a:t>M8</a:t>
                    </a:r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2BF7B15C-B5E0-B15C-3F5C-37C37C2EAA6E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/>
                      <a:t>바디</a:t>
                    </a:r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30365D4-ABF3-8522-5446-73C403E40000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6159FA6A-218C-F510-17D4-D7CFB8E84D4C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dirty="0"/>
                      <a:t>나사</a:t>
                    </a:r>
                    <a:r>
                      <a:rPr lang="en-US" altLang="ko-KR" sz="800"/>
                      <a:t>: M8</a:t>
                    </a:r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98BD49AC-4150-B250-34F2-B513CAA93981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/>
                      <a:t>볼트</a:t>
                    </a:r>
                    <a:r>
                      <a:rPr lang="en-US" altLang="ko-KR" sz="800"/>
                      <a:t>1</a:t>
                    </a:r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8A0B08D-307C-3D3A-605D-E30B9AFA19AE}"/>
                </a:ext>
              </a:extLst>
            </p:cNvPr>
            <p:cNvSpPr txBox="1"/>
            <p:nvPr/>
          </p:nvSpPr>
          <p:spPr>
            <a:xfrm>
              <a:off x="9513101" y="3757428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FE15922-D4F8-7B9C-E168-AA084C6181FA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3F2DC07-AE1C-7214-DBB3-EFDCF9A91039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B31639B9-D10E-FCCD-6A35-EABFAC7C0E08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1D7BCC-3599-7998-D1CA-954B9D4E70A7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BBC724AF-23DF-D6E2-3200-DB1857063019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D7686069-3EDD-A799-4234-E904B81FEFD2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11C5BFFA-22A3-CCCE-4705-60DA345D063E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14039BFE-1994-4E06-1C03-0ED2F55280E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AAE4A7AC-D6B8-7476-E24E-81C47352D3AE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AB69CECA-5666-006F-5299-73FB31C46CE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505AFD0C-0684-EC57-3D64-4DF6ACE7C2B8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D34902A6-A3D2-094D-7028-54E08B3FC3E2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6A412C65-8187-B12A-AE9D-0D2B57773E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65CA4B98-2B70-1957-1AF7-77EC0272F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D08C62C9-D75B-F2FB-5589-AB34FDAEC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718F023C-B5BA-2139-38A9-2F25C10C6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A65B4758-DD61-AA49-895B-858AAD91918E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3E1886E7-FC68-1901-C111-73DEDD6071CD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855CF3A2-0458-3F07-CB7A-CE17093D7B61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5B126056-CC6B-41C3-E61D-DA6371E27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2A694D3E-3C91-A9D2-8493-05B904C4F2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AAAC8159-2103-D158-4A92-9211C6C99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7853ECB8-1D6E-9E69-E4B1-D2D4FC196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33F68CED-07D6-A96A-D80F-04C0F21EEB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6A486A5-CF45-B0E9-1112-B4EF24F18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020D0B6-251D-08F0-C3B1-A46CB231A112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9DA075BD-4144-F8D6-E1FA-72CA4DFEA995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78E19C14-CCA8-2080-60C7-7BEC559D1927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D89713F7-0D65-6305-2EC0-DC916C79A466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E19930B1-41CA-321C-F1D3-1F4231B054B3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5F49DB18-2BC6-4251-44E8-07CE7C990D45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2C342C3B-3CA4-E28D-4845-269F972D88B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CEEAEB-9A1F-A67E-D2BF-5DF8A0C09F5A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7E14371E-BAF6-BCAF-B8E0-090A2A3E26FB}"/>
              </a:ext>
            </a:extLst>
          </p:cNvPr>
          <p:cNvGrpSpPr/>
          <p:nvPr/>
        </p:nvGrpSpPr>
        <p:grpSpPr>
          <a:xfrm>
            <a:off x="1898958" y="3224769"/>
            <a:ext cx="1955792" cy="760521"/>
            <a:chOff x="1898958" y="3224769"/>
            <a:chExt cx="1955792" cy="76052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717DB51-3F3A-4D56-AC5B-00D8A98F325E}"/>
                </a:ext>
              </a:extLst>
            </p:cNvPr>
            <p:cNvSpPr/>
            <p:nvPr/>
          </p:nvSpPr>
          <p:spPr bwMode="auto">
            <a:xfrm>
              <a:off x="1898958" y="3224769"/>
              <a:ext cx="1955792" cy="760521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B1971C-D4A5-36CA-C772-09D63B05B4CD}"/>
                </a:ext>
              </a:extLst>
            </p:cNvPr>
            <p:cNvSpPr txBox="1"/>
            <p:nvPr/>
          </p:nvSpPr>
          <p:spPr>
            <a:xfrm>
              <a:off x="2036560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1</a:t>
              </a: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D06CA676-4AC9-ED0A-6294-319D64D7816D}"/>
                </a:ext>
              </a:extLst>
            </p:cNvPr>
            <p:cNvGrpSpPr/>
            <p:nvPr/>
          </p:nvGrpSpPr>
          <p:grpSpPr>
            <a:xfrm>
              <a:off x="1998346" y="3557957"/>
              <a:ext cx="1757016" cy="353080"/>
              <a:chOff x="9133527" y="1125845"/>
              <a:chExt cx="2204162" cy="904189"/>
            </a:xfrm>
          </p:grpSpPr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B7C750AA-C8DD-7255-F14E-6F930E53DD03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290BC1DE-2A06-2AB7-DD29-4083BDD091E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00" name="그룹 99">
                  <a:extLst>
                    <a:ext uri="{FF2B5EF4-FFF2-40B4-BE49-F238E27FC236}">
                      <a16:creationId xmlns:a16="http://schemas.microsoft.com/office/drawing/2014/main" id="{450BCB96-F185-64C6-9D5B-98C38D6F41B2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05" name="사각형: 둥근 모서리 104">
                    <a:extLst>
                      <a:ext uri="{FF2B5EF4-FFF2-40B4-BE49-F238E27FC236}">
                        <a16:creationId xmlns:a16="http://schemas.microsoft.com/office/drawing/2014/main" id="{E49A4233-DDB1-749D-74E6-A9C305E25EC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06" name="사각형: 둥근 모서리 105">
                    <a:extLst>
                      <a:ext uri="{FF2B5EF4-FFF2-40B4-BE49-F238E27FC236}">
                        <a16:creationId xmlns:a16="http://schemas.microsoft.com/office/drawing/2014/main" id="{4313F032-5DBA-0F74-723A-D8869436DAF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4E85FEF2-9693-2158-D6BD-0267A076C545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03" name="사각형: 둥근 모서리 102">
                    <a:extLst>
                      <a:ext uri="{FF2B5EF4-FFF2-40B4-BE49-F238E27FC236}">
                        <a16:creationId xmlns:a16="http://schemas.microsoft.com/office/drawing/2014/main" id="{7A38798F-2CCF-D2A2-430C-8BC2321EF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04" name="사각형: 둥근 모서리 103">
                    <a:extLst>
                      <a:ext uri="{FF2B5EF4-FFF2-40B4-BE49-F238E27FC236}">
                        <a16:creationId xmlns:a16="http://schemas.microsoft.com/office/drawing/2014/main" id="{E6743BD0-4246-ECCB-9CF7-5F89279E59B4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ko-KR" sz="800" dirty="0"/>
                  </a:p>
                </p:txBody>
              </p:sp>
            </p:grp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C2D5BEB4-8CFA-1CEB-3611-4809CEB73B84}"/>
                    </a:ext>
                  </a:extLst>
                </p:cNvPr>
                <p:cNvCxnSpPr>
                  <a:stCxn id="105" idx="2"/>
                  <a:endCxn id="1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3640A6-3BD8-13F4-9F9B-BA2D3C3BDE70}"/>
              </a:ext>
            </a:extLst>
          </p:cNvPr>
          <p:cNvGrpSpPr/>
          <p:nvPr/>
        </p:nvGrpSpPr>
        <p:grpSpPr>
          <a:xfrm>
            <a:off x="6883318" y="3224769"/>
            <a:ext cx="1955792" cy="756226"/>
            <a:chOff x="6883318" y="3224769"/>
            <a:chExt cx="1955792" cy="756226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D0B1CF74-D4BA-EE7C-AB9E-BE0C39C30340}"/>
                </a:ext>
              </a:extLst>
            </p:cNvPr>
            <p:cNvSpPr/>
            <p:nvPr/>
          </p:nvSpPr>
          <p:spPr bwMode="auto">
            <a:xfrm>
              <a:off x="6883318" y="3224769"/>
              <a:ext cx="1955792" cy="756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A027BE1-B169-0FE6-6B42-8FDFE4C9542B}"/>
                </a:ext>
              </a:extLst>
            </p:cNvPr>
            <p:cNvSpPr txBox="1"/>
            <p:nvPr/>
          </p:nvSpPr>
          <p:spPr>
            <a:xfrm>
              <a:off x="7020920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3</a:t>
              </a: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E09C1AA4-BFF9-E20A-4DC6-E91669E3450B}"/>
                </a:ext>
              </a:extLst>
            </p:cNvPr>
            <p:cNvGrpSpPr/>
            <p:nvPr/>
          </p:nvGrpSpPr>
          <p:grpSpPr>
            <a:xfrm>
              <a:off x="6982706" y="3549440"/>
              <a:ext cx="1757016" cy="365703"/>
              <a:chOff x="9133527" y="3725979"/>
              <a:chExt cx="2204162" cy="954834"/>
            </a:xfrm>
          </p:grpSpPr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EF58D0FC-256A-5E35-E81F-7290D9663CA6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CF4F3D17-3777-C524-C44D-9FE862FE562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6C1D7A30-5D80-F38D-E441-C2A8DDEE3654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38D753DC-4A12-B3F3-5FDD-6B98A816BD8E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20D535F1-58FB-CB62-B70F-44A83B1132AC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8F5FD9AE-7446-88C0-4DB4-CD34BFF07BB0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1336D406-CF00-1429-3063-62899BCFDA86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14" name="타원 113">
                    <a:extLst>
                      <a:ext uri="{FF2B5EF4-FFF2-40B4-BE49-F238E27FC236}">
                        <a16:creationId xmlns:a16="http://schemas.microsoft.com/office/drawing/2014/main" id="{E64F7C38-E3A9-E75E-A3FD-504AF8530CFA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25A68CB2-C180-17C6-DDA3-762AF3E38AA4}"/>
                    </a:ext>
                  </a:extLst>
                </p:cNvPr>
                <p:cNvCxnSpPr>
                  <a:cxnSpLocks/>
                  <a:stCxn id="116" idx="0"/>
                  <a:endCxn id="114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11F8D54-41C3-1698-8618-9D86C10FED4B}"/>
              </a:ext>
            </a:extLst>
          </p:cNvPr>
          <p:cNvGrpSpPr/>
          <p:nvPr/>
        </p:nvGrpSpPr>
        <p:grpSpPr>
          <a:xfrm>
            <a:off x="4329432" y="3224769"/>
            <a:ext cx="2079204" cy="979533"/>
            <a:chOff x="4329432" y="3224769"/>
            <a:chExt cx="2079204" cy="97953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FE025A3-7210-D71B-4AAD-021784EEEF16}"/>
                </a:ext>
              </a:extLst>
            </p:cNvPr>
            <p:cNvSpPr/>
            <p:nvPr/>
          </p:nvSpPr>
          <p:spPr bwMode="auto">
            <a:xfrm>
              <a:off x="4329432" y="3224770"/>
              <a:ext cx="2079204" cy="9795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6618EC-6768-3AD4-068D-6010B11C0789}"/>
                </a:ext>
              </a:extLst>
            </p:cNvPr>
            <p:cNvSpPr txBox="1"/>
            <p:nvPr/>
          </p:nvSpPr>
          <p:spPr>
            <a:xfrm>
              <a:off x="4531884" y="3224769"/>
              <a:ext cx="167430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2</a:t>
              </a: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61CFF9D4-9329-2BFB-B12A-D543DCC61A58}"/>
                </a:ext>
              </a:extLst>
            </p:cNvPr>
            <p:cNvGrpSpPr/>
            <p:nvPr/>
          </p:nvGrpSpPr>
          <p:grpSpPr>
            <a:xfrm>
              <a:off x="4490526" y="3549440"/>
              <a:ext cx="1757016" cy="570710"/>
              <a:chOff x="9133527" y="2187491"/>
              <a:chExt cx="2204162" cy="1441156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6367EC58-AE7D-78A0-0ADC-362B41D50E6F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F523CC06-3990-1331-0ACB-02D2F3045724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CB27227E-B968-9F88-F5C5-1FB839787B2B}"/>
                    </a:ext>
                  </a:extLst>
                </p:cNvPr>
                <p:cNvCxnSpPr>
                  <a:cxnSpLocks/>
                  <a:stCxn id="12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6214B9CF-8AE0-6997-ECFC-5214C29B50B5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28" name="사각형: 둥근 모서리 127">
                    <a:extLst>
                      <a:ext uri="{FF2B5EF4-FFF2-40B4-BE49-F238E27FC236}">
                        <a16:creationId xmlns:a16="http://schemas.microsoft.com/office/drawing/2014/main" id="{3B7D55CF-78C0-8613-4DB1-70332F4C0C63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29" name="사각형: 둥근 모서리 128">
                    <a:extLst>
                      <a:ext uri="{FF2B5EF4-FFF2-40B4-BE49-F238E27FC236}">
                        <a16:creationId xmlns:a16="http://schemas.microsoft.com/office/drawing/2014/main" id="{04259466-C9F6-7987-820B-E94AEFF4E66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22" name="그룹 121">
                  <a:extLst>
                    <a:ext uri="{FF2B5EF4-FFF2-40B4-BE49-F238E27FC236}">
                      <a16:creationId xmlns:a16="http://schemas.microsoft.com/office/drawing/2014/main" id="{C06E39DD-D6B0-5D42-0139-733F21AF2992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6" name="사각형: 둥근 모서리 125">
                    <a:extLst>
                      <a:ext uri="{FF2B5EF4-FFF2-40B4-BE49-F238E27FC236}">
                        <a16:creationId xmlns:a16="http://schemas.microsoft.com/office/drawing/2014/main" id="{7E33433A-BA24-337D-1B7D-6959FB64B1BA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27" name="사각형: 둥근 모서리 126">
                    <a:extLst>
                      <a:ext uri="{FF2B5EF4-FFF2-40B4-BE49-F238E27FC236}">
                        <a16:creationId xmlns:a16="http://schemas.microsoft.com/office/drawing/2014/main" id="{9BFAF2A9-FFF5-07DB-4B4F-522B1FCF40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23" name="그룹 122">
                  <a:extLst>
                    <a:ext uri="{FF2B5EF4-FFF2-40B4-BE49-F238E27FC236}">
                      <a16:creationId xmlns:a16="http://schemas.microsoft.com/office/drawing/2014/main" id="{F63522EA-A70E-3BC6-157B-07D79D56EBC2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7439A7B5-768C-26CB-5D3A-A7D7CAC557F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BF49BFDF-5267-BB5D-F6C2-779C509C66C2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40ED5F1-F48A-C64C-39A2-0BCD8487FC8E}"/>
              </a:ext>
            </a:extLst>
          </p:cNvPr>
          <p:cNvGrpSpPr/>
          <p:nvPr/>
        </p:nvGrpSpPr>
        <p:grpSpPr>
          <a:xfrm>
            <a:off x="9313793" y="3224769"/>
            <a:ext cx="2079204" cy="927227"/>
            <a:chOff x="9313793" y="3224769"/>
            <a:chExt cx="2079204" cy="927227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1B0EA0D7-4899-14E4-D720-CEF5B57E3227}"/>
                </a:ext>
              </a:extLst>
            </p:cNvPr>
            <p:cNvSpPr/>
            <p:nvPr/>
          </p:nvSpPr>
          <p:spPr bwMode="auto">
            <a:xfrm>
              <a:off x="9313793" y="3224770"/>
              <a:ext cx="2079204" cy="927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EA8E239-DE60-5CF0-0BAD-0F394E5C517B}"/>
                </a:ext>
              </a:extLst>
            </p:cNvPr>
            <p:cNvGrpSpPr/>
            <p:nvPr/>
          </p:nvGrpSpPr>
          <p:grpSpPr>
            <a:xfrm>
              <a:off x="9465673" y="3549440"/>
              <a:ext cx="1775445" cy="528407"/>
              <a:chOff x="9133527" y="4778146"/>
              <a:chExt cx="2204162" cy="1365327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493388A6-4E84-D0ED-F514-0A4E3D19208D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3F9273C7-DD82-31CA-50DC-E70B6E4FE5A6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73E868EC-78E6-C486-AE67-058EDFF3DA62}"/>
                    </a:ext>
                  </a:extLst>
                </p:cNvPr>
                <p:cNvCxnSpPr>
                  <a:cxnSpLocks/>
                  <a:endCxn id="137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96E27AF3-D5BF-686E-F4A0-34019341813D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41" name="타원 140">
                    <a:extLst>
                      <a:ext uri="{FF2B5EF4-FFF2-40B4-BE49-F238E27FC236}">
                        <a16:creationId xmlns:a16="http://schemas.microsoft.com/office/drawing/2014/main" id="{03F81E1D-77CC-ABC5-6B7B-69A2285E756F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2" name="사각형: 둥근 모서리 141">
                    <a:extLst>
                      <a:ext uri="{FF2B5EF4-FFF2-40B4-BE49-F238E27FC236}">
                        <a16:creationId xmlns:a16="http://schemas.microsoft.com/office/drawing/2014/main" id="{68ADE240-903D-D541-2B6C-BD4B5BDD12A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81E1675F-CD7E-0B03-1613-688DB8DCF2B6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39" name="타원 138">
                    <a:extLst>
                      <a:ext uri="{FF2B5EF4-FFF2-40B4-BE49-F238E27FC236}">
                        <a16:creationId xmlns:a16="http://schemas.microsoft.com/office/drawing/2014/main" id="{D86210A8-5D6E-D496-7E90-2DC38A265D13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40" name="사각형: 둥근 모서리 139">
                    <a:extLst>
                      <a:ext uri="{FF2B5EF4-FFF2-40B4-BE49-F238E27FC236}">
                        <a16:creationId xmlns:a16="http://schemas.microsoft.com/office/drawing/2014/main" id="{C5E60590-1537-B093-5C75-FDE32015C4F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062695EF-6D84-6010-2061-FAE27181480F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37" name="타원 136">
                    <a:extLst>
                      <a:ext uri="{FF2B5EF4-FFF2-40B4-BE49-F238E27FC236}">
                        <a16:creationId xmlns:a16="http://schemas.microsoft.com/office/drawing/2014/main" id="{21B309CB-D87B-913B-6D81-0E07E4B86692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38" name="사각형: 둥근 모서리 137">
                    <a:extLst>
                      <a:ext uri="{FF2B5EF4-FFF2-40B4-BE49-F238E27FC236}">
                        <a16:creationId xmlns:a16="http://schemas.microsoft.com/office/drawing/2014/main" id="{1AEF3CF2-7769-42DA-6854-B3830376792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7F5BFFA-A88A-472C-3CFC-295290335529}"/>
                </a:ext>
              </a:extLst>
            </p:cNvPr>
            <p:cNvSpPr txBox="1"/>
            <p:nvPr/>
          </p:nvSpPr>
          <p:spPr>
            <a:xfrm>
              <a:off x="9513101" y="3224769"/>
              <a:ext cx="168058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4</a:t>
              </a:r>
            </a:p>
          </p:txBody>
        </p:sp>
      </p:grp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37556D81-357B-D19A-2D71-13244A21A14D}"/>
              </a:ext>
            </a:extLst>
          </p:cNvPr>
          <p:cNvGrpSpPr/>
          <p:nvPr/>
        </p:nvGrpSpPr>
        <p:grpSpPr>
          <a:xfrm>
            <a:off x="5965969" y="1493814"/>
            <a:ext cx="1588890" cy="1320890"/>
            <a:chOff x="6171613" y="2147201"/>
            <a:chExt cx="1588890" cy="132089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B48EF85-1173-79DA-3316-D85AB1A2AC20}"/>
                </a:ext>
              </a:extLst>
            </p:cNvPr>
            <p:cNvGrpSpPr/>
            <p:nvPr/>
          </p:nvGrpSpPr>
          <p:grpSpPr>
            <a:xfrm>
              <a:off x="6171613" y="2147201"/>
              <a:ext cx="1588890" cy="1320890"/>
              <a:chOff x="4622299" y="1462393"/>
              <a:chExt cx="1780882" cy="81381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0E379E37-2BEF-A465-632D-E9D5813BCD1A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F126EA-BC03-A8EE-0C0A-D7D66EEE6503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F77DA39-3105-9BAF-7D2C-779B408300DD}"/>
                </a:ext>
              </a:extLst>
            </p:cNvPr>
            <p:cNvGrpSpPr/>
            <p:nvPr/>
          </p:nvGrpSpPr>
          <p:grpSpPr>
            <a:xfrm>
              <a:off x="6256020" y="2517180"/>
              <a:ext cx="1420077" cy="859212"/>
              <a:chOff x="567997" y="1152609"/>
              <a:chExt cx="1734024" cy="1329763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5D6818F0-A59F-E6C0-B529-12843926E277}"/>
                  </a:ext>
                </a:extLst>
              </p:cNvPr>
              <p:cNvGrpSpPr/>
              <p:nvPr/>
            </p:nvGrpSpPr>
            <p:grpSpPr>
              <a:xfrm>
                <a:off x="696016" y="1152609"/>
                <a:ext cx="1477987" cy="957071"/>
                <a:chOff x="1299418" y="1152609"/>
                <a:chExt cx="1544859" cy="1004487"/>
              </a:xfrm>
            </p:grpSpPr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DC7F5577-7C80-7545-6112-7B08A38F010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81" name="타원 80">
                    <a:extLst>
                      <a:ext uri="{FF2B5EF4-FFF2-40B4-BE49-F238E27FC236}">
                        <a16:creationId xmlns:a16="http://schemas.microsoft.com/office/drawing/2014/main" id="{3073E210-061B-8BAD-F6AA-6723D9F2D266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2" name="타원 81">
                    <a:extLst>
                      <a:ext uri="{FF2B5EF4-FFF2-40B4-BE49-F238E27FC236}">
                        <a16:creationId xmlns:a16="http://schemas.microsoft.com/office/drawing/2014/main" id="{14F477A2-4EE3-D3E0-3AFE-1AC7203EA5AB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83" name="직선 연결선 82">
                    <a:extLst>
                      <a:ext uri="{FF2B5EF4-FFF2-40B4-BE49-F238E27FC236}">
                        <a16:creationId xmlns:a16="http://schemas.microsoft.com/office/drawing/2014/main" id="{E50BEB39-DB60-3473-7174-4BCDB5E9D99A}"/>
                      </a:ext>
                    </a:extLst>
                  </p:cNvPr>
                  <p:cNvCxnSpPr>
                    <a:cxnSpLocks/>
                    <a:endCxn id="81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12A8A517-5551-7357-2A00-4124687216E7}"/>
                      </a:ext>
                    </a:extLst>
                  </p:cNvPr>
                  <p:cNvCxnSpPr>
                    <a:cxnSpLocks/>
                    <a:stCxn id="82" idx="2"/>
                    <a:endCxn id="81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FA6B1FA0-91CF-97F0-F479-33341AAE5E43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86" name="사각형: 둥근 모서리 85">
                      <a:extLst>
                        <a:ext uri="{FF2B5EF4-FFF2-40B4-BE49-F238E27FC236}">
                          <a16:creationId xmlns:a16="http://schemas.microsoft.com/office/drawing/2014/main" id="{C20D16B9-70D4-D9CB-3C15-AE13171B7C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7" name="타원 86">
                      <a:extLst>
                        <a:ext uri="{FF2B5EF4-FFF2-40B4-BE49-F238E27FC236}">
                          <a16:creationId xmlns:a16="http://schemas.microsoft.com/office/drawing/2014/main" id="{53320EC3-4A0A-38AB-E5B9-D88A3C6BC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8" name="타원 87">
                      <a:extLst>
                        <a:ext uri="{FF2B5EF4-FFF2-40B4-BE49-F238E27FC236}">
                          <a16:creationId xmlns:a16="http://schemas.microsoft.com/office/drawing/2014/main" id="{F6D45FBC-2B4C-4BC8-8B6D-71E128F2DA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9" name="타원 88">
                      <a:extLst>
                        <a:ext uri="{FF2B5EF4-FFF2-40B4-BE49-F238E27FC236}">
                          <a16:creationId xmlns:a16="http://schemas.microsoft.com/office/drawing/2014/main" id="{D006BCCA-17FD-183E-38DC-DAA056CAD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A69B09E-93A9-B485-DA11-275796E0F015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64" name="타원 63">
                    <a:extLst>
                      <a:ext uri="{FF2B5EF4-FFF2-40B4-BE49-F238E27FC236}">
                        <a16:creationId xmlns:a16="http://schemas.microsoft.com/office/drawing/2014/main" id="{6207E3BB-C4CD-11AB-E6A9-D98D2D8F8153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A0905668-BBF2-4A40-C237-AE817E17B57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75" name="사각형: 둥근 모서리 74">
                      <a:extLst>
                        <a:ext uri="{FF2B5EF4-FFF2-40B4-BE49-F238E27FC236}">
                          <a16:creationId xmlns:a16="http://schemas.microsoft.com/office/drawing/2014/main" id="{B49DB09A-2969-301E-2F0B-1EECBFAFF0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3E2B72C8-8F4E-7139-B775-64814AA2CC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78" name="타원 77">
                        <a:extLst>
                          <a:ext uri="{FF2B5EF4-FFF2-40B4-BE49-F238E27FC236}">
                            <a16:creationId xmlns:a16="http://schemas.microsoft.com/office/drawing/2014/main" id="{925F718A-A119-B666-45DC-507A28C98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79" name="타원 78">
                        <a:extLst>
                          <a:ext uri="{FF2B5EF4-FFF2-40B4-BE49-F238E27FC236}">
                            <a16:creationId xmlns:a16="http://schemas.microsoft.com/office/drawing/2014/main" id="{C52AF101-8036-E9DD-A8B8-2471C37E34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80" name="타원 79">
                        <a:extLst>
                          <a:ext uri="{FF2B5EF4-FFF2-40B4-BE49-F238E27FC236}">
                            <a16:creationId xmlns:a16="http://schemas.microsoft.com/office/drawing/2014/main" id="{6DC8468B-630E-97C7-C566-C7C5D297B5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0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77" name="타원 76">
                      <a:extLst>
                        <a:ext uri="{FF2B5EF4-FFF2-40B4-BE49-F238E27FC236}">
                          <a16:creationId xmlns:a16="http://schemas.microsoft.com/office/drawing/2014/main" id="{2EDD38AC-5989-C55C-43C3-EEE08761FB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66" name="타원 65">
                    <a:extLst>
                      <a:ext uri="{FF2B5EF4-FFF2-40B4-BE49-F238E27FC236}">
                        <a16:creationId xmlns:a16="http://schemas.microsoft.com/office/drawing/2014/main" id="{08275A1D-6505-F210-01B4-C4AA97B58B8D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7" name="타원 66">
                    <a:extLst>
                      <a:ext uri="{FF2B5EF4-FFF2-40B4-BE49-F238E27FC236}">
                        <a16:creationId xmlns:a16="http://schemas.microsoft.com/office/drawing/2014/main" id="{62180BA3-6AD2-439C-70AF-072CF9405270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E681F155-8C77-E2B2-CFA8-7DB4DA665DFB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70" name="직선 연결선 69">
                    <a:extLst>
                      <a:ext uri="{FF2B5EF4-FFF2-40B4-BE49-F238E27FC236}">
                        <a16:creationId xmlns:a16="http://schemas.microsoft.com/office/drawing/2014/main" id="{85377367-F923-B700-8EF6-C2D62D3399B8}"/>
                      </a:ext>
                    </a:extLst>
                  </p:cNvPr>
                  <p:cNvCxnSpPr>
                    <a:cxnSpLocks/>
                    <a:endCxn id="64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직선 연결선 70">
                    <a:extLst>
                      <a:ext uri="{FF2B5EF4-FFF2-40B4-BE49-F238E27FC236}">
                        <a16:creationId xmlns:a16="http://schemas.microsoft.com/office/drawing/2014/main" id="{D811C087-7547-8545-02A2-85FEAD9A4640}"/>
                      </a:ext>
                    </a:extLst>
                  </p:cNvPr>
                  <p:cNvCxnSpPr>
                    <a:cxnSpLocks/>
                    <a:stCxn id="64" idx="7"/>
                    <a:endCxn id="66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직선 연결선 71">
                    <a:extLst>
                      <a:ext uri="{FF2B5EF4-FFF2-40B4-BE49-F238E27FC236}">
                        <a16:creationId xmlns:a16="http://schemas.microsoft.com/office/drawing/2014/main" id="{C120CD09-099C-87A7-1518-A3456B4A66CA}"/>
                      </a:ext>
                    </a:extLst>
                  </p:cNvPr>
                  <p:cNvCxnSpPr>
                    <a:cxnSpLocks/>
                    <a:stCxn id="67" idx="1"/>
                    <a:endCxn id="64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직선 연결선 72">
                    <a:extLst>
                      <a:ext uri="{FF2B5EF4-FFF2-40B4-BE49-F238E27FC236}">
                        <a16:creationId xmlns:a16="http://schemas.microsoft.com/office/drawing/2014/main" id="{51C4F955-BC76-F51D-B319-A2D48E954901}"/>
                      </a:ext>
                    </a:extLst>
                  </p:cNvPr>
                  <p:cNvCxnSpPr>
                    <a:cxnSpLocks/>
                    <a:stCxn id="69" idx="7"/>
                    <a:endCxn id="64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54CC2AC-99E6-CC07-1904-BC1267C196D1}"/>
                  </a:ext>
                </a:extLst>
              </p:cNvPr>
              <p:cNvSpPr txBox="1"/>
              <p:nvPr/>
            </p:nvSpPr>
            <p:spPr>
              <a:xfrm>
                <a:off x="567997" y="2227359"/>
                <a:ext cx="1734024" cy="255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초기 부품 상태</a:t>
                </a: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CFC0E54D-84BC-27DE-36CA-B71588FD7EB9}"/>
              </a:ext>
            </a:extLst>
          </p:cNvPr>
          <p:cNvGrpSpPr/>
          <p:nvPr/>
        </p:nvGrpSpPr>
        <p:grpSpPr>
          <a:xfrm>
            <a:off x="736354" y="4608306"/>
            <a:ext cx="1833436" cy="756226"/>
            <a:chOff x="6828178" y="3224769"/>
            <a:chExt cx="2066071" cy="756226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220BB3AB-22B4-6DF3-C5E3-04AE4EA188C9}"/>
                </a:ext>
              </a:extLst>
            </p:cNvPr>
            <p:cNvSpPr/>
            <p:nvPr/>
          </p:nvSpPr>
          <p:spPr bwMode="auto">
            <a:xfrm>
              <a:off x="6883318" y="3224769"/>
              <a:ext cx="1955792" cy="756226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3B91F4B-A009-ACF8-2067-5ECA49C73B24}"/>
                </a:ext>
              </a:extLst>
            </p:cNvPr>
            <p:cNvSpPr txBox="1"/>
            <p:nvPr/>
          </p:nvSpPr>
          <p:spPr>
            <a:xfrm>
              <a:off x="6828178" y="3224769"/>
              <a:ext cx="2066071" cy="349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1→3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CD877741-D674-5488-5B38-E6D50F10F4F6}"/>
                </a:ext>
              </a:extLst>
            </p:cNvPr>
            <p:cNvGrpSpPr/>
            <p:nvPr/>
          </p:nvGrpSpPr>
          <p:grpSpPr>
            <a:xfrm>
              <a:off x="6982706" y="3549440"/>
              <a:ext cx="1757016" cy="365703"/>
              <a:chOff x="9133527" y="3725979"/>
              <a:chExt cx="2204162" cy="954834"/>
            </a:xfrm>
          </p:grpSpPr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43B4CEAF-B232-1C27-A9CB-FE1AC097650B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3DE5F094-0334-0A87-6B3B-8D2BD8F21BF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49" name="그룹 148">
                  <a:extLst>
                    <a:ext uri="{FF2B5EF4-FFF2-40B4-BE49-F238E27FC236}">
                      <a16:creationId xmlns:a16="http://schemas.microsoft.com/office/drawing/2014/main" id="{07FD2271-777E-3C24-B732-2C6EBEF46C22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54" name="사각형: 둥근 모서리 153">
                    <a:extLst>
                      <a:ext uri="{FF2B5EF4-FFF2-40B4-BE49-F238E27FC236}">
                        <a16:creationId xmlns:a16="http://schemas.microsoft.com/office/drawing/2014/main" id="{A59B0935-3075-F4A4-C1DC-F4089ABC6BB7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55" name="타원 154">
                    <a:extLst>
                      <a:ext uri="{FF2B5EF4-FFF2-40B4-BE49-F238E27FC236}">
                        <a16:creationId xmlns:a16="http://schemas.microsoft.com/office/drawing/2014/main" id="{5ED496F2-F1BA-6880-6FB7-05D55750CD62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B7EAA9BC-22B5-9FAE-C1DC-ED86157DD97E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52" name="사각형: 둥근 모서리 151">
                    <a:extLst>
                      <a:ext uri="{FF2B5EF4-FFF2-40B4-BE49-F238E27FC236}">
                        <a16:creationId xmlns:a16="http://schemas.microsoft.com/office/drawing/2014/main" id="{3A1D5ACB-7703-0C0C-CE7D-ED657FDA7B0E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53" name="타원 152">
                    <a:extLst>
                      <a:ext uri="{FF2B5EF4-FFF2-40B4-BE49-F238E27FC236}">
                        <a16:creationId xmlns:a16="http://schemas.microsoft.com/office/drawing/2014/main" id="{A85C8C3B-8827-7D1C-47E3-AEB8ED8995DD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51" name="직선 연결선 150">
                  <a:extLst>
                    <a:ext uri="{FF2B5EF4-FFF2-40B4-BE49-F238E27FC236}">
                      <a16:creationId xmlns:a16="http://schemas.microsoft.com/office/drawing/2014/main" id="{8BD5BEE8-D742-9184-6580-9AF11B791163}"/>
                    </a:ext>
                  </a:extLst>
                </p:cNvPr>
                <p:cNvCxnSpPr>
                  <a:cxnSpLocks/>
                  <a:stCxn id="155" idx="0"/>
                  <a:endCxn id="153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5CCE216-1C3C-7BCB-5B86-18D79280A03C}"/>
              </a:ext>
            </a:extLst>
          </p:cNvPr>
          <p:cNvGrpSpPr/>
          <p:nvPr/>
        </p:nvGrpSpPr>
        <p:grpSpPr>
          <a:xfrm>
            <a:off x="3224193" y="4608306"/>
            <a:ext cx="1735574" cy="979533"/>
            <a:chOff x="4329432" y="3224769"/>
            <a:chExt cx="2079204" cy="979533"/>
          </a:xfrm>
        </p:grpSpPr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0B844C20-2DEF-09E0-32E2-C54A41E1696F}"/>
                </a:ext>
              </a:extLst>
            </p:cNvPr>
            <p:cNvSpPr/>
            <p:nvPr/>
          </p:nvSpPr>
          <p:spPr bwMode="auto">
            <a:xfrm>
              <a:off x="4329432" y="3224770"/>
              <a:ext cx="2079204" cy="979532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FD6A4BD-3274-AC25-2175-914346404D00}"/>
                </a:ext>
              </a:extLst>
            </p:cNvPr>
            <p:cNvSpPr txBox="1"/>
            <p:nvPr/>
          </p:nvSpPr>
          <p:spPr>
            <a:xfrm>
              <a:off x="4331543" y="3224769"/>
              <a:ext cx="2074982" cy="349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1→2</a:t>
              </a:r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09EFCC2-2791-F284-C00D-93D395AFFA41}"/>
                </a:ext>
              </a:extLst>
            </p:cNvPr>
            <p:cNvGrpSpPr/>
            <p:nvPr/>
          </p:nvGrpSpPr>
          <p:grpSpPr>
            <a:xfrm>
              <a:off x="4490526" y="3549440"/>
              <a:ext cx="1757016" cy="570710"/>
              <a:chOff x="9133527" y="2187491"/>
              <a:chExt cx="2204162" cy="1441156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14AF548B-0F88-1C9A-1651-09CEBD61BBAF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CAB9DBC9-D3BB-0DA6-9316-EC0B4D8F9BD2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86B79F12-FDE9-A524-25AB-815D8067347C}"/>
                    </a:ext>
                  </a:extLst>
                </p:cNvPr>
                <p:cNvCxnSpPr>
                  <a:cxnSpLocks/>
                  <a:stCxn id="192" idx="2"/>
                  <a:endCxn id="188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5" name="그룹 184">
                  <a:extLst>
                    <a:ext uri="{FF2B5EF4-FFF2-40B4-BE49-F238E27FC236}">
                      <a16:creationId xmlns:a16="http://schemas.microsoft.com/office/drawing/2014/main" id="{D7664FD5-9F4F-35A5-0813-DBD73673479F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92" name="사각형: 둥근 모서리 191">
                    <a:extLst>
                      <a:ext uri="{FF2B5EF4-FFF2-40B4-BE49-F238E27FC236}">
                        <a16:creationId xmlns:a16="http://schemas.microsoft.com/office/drawing/2014/main" id="{6D64A97C-0B77-597C-00CE-E65F5A2CC8B4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93" name="사각형: 둥근 모서리 192">
                    <a:extLst>
                      <a:ext uri="{FF2B5EF4-FFF2-40B4-BE49-F238E27FC236}">
                        <a16:creationId xmlns:a16="http://schemas.microsoft.com/office/drawing/2014/main" id="{7C1CF16B-6FBA-E092-0726-95558725C4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86" name="그룹 185">
                  <a:extLst>
                    <a:ext uri="{FF2B5EF4-FFF2-40B4-BE49-F238E27FC236}">
                      <a16:creationId xmlns:a16="http://schemas.microsoft.com/office/drawing/2014/main" id="{BC5AA1A4-061B-1D27-C847-C30E514DBE0B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90" name="사각형: 둥근 모서리 189">
                    <a:extLst>
                      <a:ext uri="{FF2B5EF4-FFF2-40B4-BE49-F238E27FC236}">
                        <a16:creationId xmlns:a16="http://schemas.microsoft.com/office/drawing/2014/main" id="{AC5EB9FB-07B9-6CB7-01B0-257F22FFD5ED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91" name="사각형: 둥근 모서리 190">
                    <a:extLst>
                      <a:ext uri="{FF2B5EF4-FFF2-40B4-BE49-F238E27FC236}">
                        <a16:creationId xmlns:a16="http://schemas.microsoft.com/office/drawing/2014/main" id="{98CA57D8-7AA4-5D8B-76A0-D32DEB5740E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FF928E7E-1B31-021A-23D6-67F94A4360E4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88" name="타원 187">
                    <a:extLst>
                      <a:ext uri="{FF2B5EF4-FFF2-40B4-BE49-F238E27FC236}">
                        <a16:creationId xmlns:a16="http://schemas.microsoft.com/office/drawing/2014/main" id="{C95E0CB0-A8EC-4253-596E-8EF05D2BD648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>
                      <a:latin typeface="+mj-ea"/>
                    </a:endParaRPr>
                  </a:p>
                </p:txBody>
              </p:sp>
              <p:sp>
                <p:nvSpPr>
                  <p:cNvPr id="189" name="사각형: 둥근 모서리 188">
                    <a:extLst>
                      <a:ext uri="{FF2B5EF4-FFF2-40B4-BE49-F238E27FC236}">
                        <a16:creationId xmlns:a16="http://schemas.microsoft.com/office/drawing/2014/main" id="{93ED9F8B-B88A-E822-AE9A-58FF27A08A6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</p:grp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B38FCFEA-F3F3-FDA4-1945-59679CE9F86A}"/>
              </a:ext>
            </a:extLst>
          </p:cNvPr>
          <p:cNvGrpSpPr/>
          <p:nvPr/>
        </p:nvGrpSpPr>
        <p:grpSpPr>
          <a:xfrm>
            <a:off x="5663101" y="4608306"/>
            <a:ext cx="1955792" cy="760521"/>
            <a:chOff x="1898958" y="3224769"/>
            <a:chExt cx="1955792" cy="760521"/>
          </a:xfrm>
        </p:grpSpPr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2454B70C-44BB-217C-9AB8-13181325C038}"/>
                </a:ext>
              </a:extLst>
            </p:cNvPr>
            <p:cNvSpPr/>
            <p:nvPr/>
          </p:nvSpPr>
          <p:spPr bwMode="auto">
            <a:xfrm>
              <a:off x="1898958" y="3224769"/>
              <a:ext cx="1955792" cy="760521"/>
            </a:xfrm>
            <a:prstGeom prst="roundRect">
              <a:avLst>
                <a:gd name="adj" fmla="val 1020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E0989E2-63F5-CBA3-B472-CC3C4AE63826}"/>
                </a:ext>
              </a:extLst>
            </p:cNvPr>
            <p:cNvSpPr txBox="1"/>
            <p:nvPr/>
          </p:nvSpPr>
          <p:spPr>
            <a:xfrm>
              <a:off x="1899246" y="3224769"/>
              <a:ext cx="1955216" cy="349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State 2→1</a:t>
              </a:r>
            </a:p>
          </p:txBody>
        </p: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FECB1790-90E6-9597-A083-F92B0DB739AD}"/>
                </a:ext>
              </a:extLst>
            </p:cNvPr>
            <p:cNvGrpSpPr/>
            <p:nvPr/>
          </p:nvGrpSpPr>
          <p:grpSpPr>
            <a:xfrm>
              <a:off x="1998346" y="3557957"/>
              <a:ext cx="1757016" cy="353080"/>
              <a:chOff x="9133527" y="1125845"/>
              <a:chExt cx="2204162" cy="904189"/>
            </a:xfrm>
          </p:grpSpPr>
          <p:sp>
            <p:nvSpPr>
              <p:cNvPr id="198" name="사각형: 둥근 모서리 197">
                <a:extLst>
                  <a:ext uri="{FF2B5EF4-FFF2-40B4-BE49-F238E27FC236}">
                    <a16:creationId xmlns:a16="http://schemas.microsoft.com/office/drawing/2014/main" id="{D6BA448E-B483-CF34-B5F0-CDB156E1C69E}"/>
                  </a:ext>
                </a:extLst>
              </p:cNvPr>
              <p:cNvSpPr/>
              <p:nvPr/>
            </p:nvSpPr>
            <p:spPr>
              <a:xfrm>
                <a:off x="9133527" y="1125845"/>
                <a:ext cx="2204162" cy="90418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E756A180-4385-816A-9757-8113D59B41F0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AA127BE2-077A-D97D-C99D-C6B79272D66C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205" name="사각형: 둥근 모서리 204">
                    <a:extLst>
                      <a:ext uri="{FF2B5EF4-FFF2-40B4-BE49-F238E27FC236}">
                        <a16:creationId xmlns:a16="http://schemas.microsoft.com/office/drawing/2014/main" id="{BADEFF39-15B1-B23F-8347-DB7FF349174F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06" name="사각형: 둥근 모서리 205">
                    <a:extLst>
                      <a:ext uri="{FF2B5EF4-FFF2-40B4-BE49-F238E27FC236}">
                        <a16:creationId xmlns:a16="http://schemas.microsoft.com/office/drawing/2014/main" id="{5694BC58-74AE-8103-A49C-346121D48051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  <p:grpSp>
              <p:nvGrpSpPr>
                <p:cNvPr id="201" name="그룹 200">
                  <a:extLst>
                    <a:ext uri="{FF2B5EF4-FFF2-40B4-BE49-F238E27FC236}">
                      <a16:creationId xmlns:a16="http://schemas.microsoft.com/office/drawing/2014/main" id="{7B57157F-0D5C-40CB-B0DD-02EB19C53D79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203" name="사각형: 둥근 모서리 202">
                    <a:extLst>
                      <a:ext uri="{FF2B5EF4-FFF2-40B4-BE49-F238E27FC236}">
                        <a16:creationId xmlns:a16="http://schemas.microsoft.com/office/drawing/2014/main" id="{3B380144-31D2-AE32-1139-FD55B6C15979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04" name="사각형: 둥근 모서리 203">
                    <a:extLst>
                      <a:ext uri="{FF2B5EF4-FFF2-40B4-BE49-F238E27FC236}">
                        <a16:creationId xmlns:a16="http://schemas.microsoft.com/office/drawing/2014/main" id="{6EA59F26-2070-6199-00CE-4D579813E0DA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ko-KR" sz="800" dirty="0"/>
                  </a:p>
                </p:txBody>
              </p:sp>
            </p:grp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1A68AEA4-9A83-FED8-772B-4D78D0DD5311}"/>
                    </a:ext>
                  </a:extLst>
                </p:cNvPr>
                <p:cNvCxnSpPr>
                  <a:stCxn id="205" idx="2"/>
                  <a:endCxn id="203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Next State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평가를 통해 </a:t>
            </a:r>
            <a:r>
              <a:rPr lang="ko-KR" altLang="en-US" b="1" dirty="0">
                <a:latin typeface="+mn-ea"/>
              </a:rPr>
              <a:t>불가능한 </a:t>
            </a:r>
            <a:r>
              <a:rPr lang="en-US" altLang="ko-KR" b="1" dirty="0">
                <a:latin typeface="+mn-ea"/>
              </a:rPr>
              <a:t>Plan</a:t>
            </a:r>
            <a:r>
              <a:rPr lang="ko-KR" altLang="en-US" b="1" dirty="0">
                <a:latin typeface="+mn-ea"/>
              </a:rPr>
              <a:t>을 필터링 </a:t>
            </a:r>
            <a:r>
              <a:rPr lang="ko-KR" altLang="en-US" dirty="0">
                <a:latin typeface="+mn-ea"/>
              </a:rPr>
              <a:t>후</a:t>
            </a:r>
            <a:endParaRPr lang="en-US" altLang="ko-KR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가능한 조립 후보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b="1" kern="0" dirty="0">
                <a:solidFill>
                  <a:prstClr val="black"/>
                </a:solidFill>
                <a:latin typeface="+mn-ea"/>
              </a:rPr>
              <a:t>Next State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들을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DC75CE9B-55C6-8A9D-7565-41701B9584C7}"/>
              </a:ext>
            </a:extLst>
          </p:cNvPr>
          <p:cNvGrpSpPr/>
          <p:nvPr/>
        </p:nvGrpSpPr>
        <p:grpSpPr>
          <a:xfrm>
            <a:off x="723229" y="2271512"/>
            <a:ext cx="9626573" cy="3664690"/>
            <a:chOff x="723229" y="2271512"/>
            <a:chExt cx="9626573" cy="36646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E687E5-4580-D6D5-961A-64AFF7A26469}"/>
                </a:ext>
              </a:extLst>
            </p:cNvPr>
            <p:cNvSpPr/>
            <p:nvPr/>
          </p:nvSpPr>
          <p:spPr>
            <a:xfrm>
              <a:off x="7788281" y="3914646"/>
              <a:ext cx="2561521" cy="1976500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C2346A9-F98E-14AB-DD53-07DCEB719FB3}"/>
                </a:ext>
              </a:extLst>
            </p:cNvPr>
            <p:cNvSpPr/>
            <p:nvPr/>
          </p:nvSpPr>
          <p:spPr>
            <a:xfrm>
              <a:off x="5723404" y="3079208"/>
              <a:ext cx="2219401" cy="1016512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45CBE47-BB14-CB3A-9433-BC6C171A78D1}"/>
                </a:ext>
              </a:extLst>
            </p:cNvPr>
            <p:cNvSpPr/>
            <p:nvPr/>
          </p:nvSpPr>
          <p:spPr>
            <a:xfrm>
              <a:off x="4446132" y="2282683"/>
              <a:ext cx="2240416" cy="946586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109AAC5-33D0-1B20-6C92-01433FA0D5AF}"/>
                </a:ext>
              </a:extLst>
            </p:cNvPr>
            <p:cNvSpPr/>
            <p:nvPr/>
          </p:nvSpPr>
          <p:spPr>
            <a:xfrm>
              <a:off x="1930802" y="2271512"/>
              <a:ext cx="2240416" cy="876337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9EBEA12-294E-26BD-632E-2C61AD19FDC0}"/>
                </a:ext>
              </a:extLst>
            </p:cNvPr>
            <p:cNvSpPr/>
            <p:nvPr/>
          </p:nvSpPr>
          <p:spPr>
            <a:xfrm>
              <a:off x="723229" y="3022887"/>
              <a:ext cx="2444285" cy="2913315"/>
            </a:xfrm>
            <a:prstGeom prst="roundRect">
              <a:avLst>
                <a:gd name="adj" fmla="val 426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7B3135-8A20-56C5-3F9F-17480A87AD26}"/>
              </a:ext>
            </a:extLst>
          </p:cNvPr>
          <p:cNvSpPr/>
          <p:nvPr/>
        </p:nvSpPr>
        <p:spPr bwMode="auto">
          <a:xfrm>
            <a:off x="6148852" y="1242727"/>
            <a:ext cx="1588890" cy="94729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D1CA-FF70-3046-CFF5-646A8D534385}"/>
              </a:ext>
            </a:extLst>
          </p:cNvPr>
          <p:cNvSpPr txBox="1"/>
          <p:nvPr/>
        </p:nvSpPr>
        <p:spPr>
          <a:xfrm>
            <a:off x="6286086" y="1171589"/>
            <a:ext cx="1314421" cy="45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D1D5CD5-B3A1-DCA6-A5B3-F40ECD1C3159}"/>
              </a:ext>
            </a:extLst>
          </p:cNvPr>
          <p:cNvGrpSpPr/>
          <p:nvPr/>
        </p:nvGrpSpPr>
        <p:grpSpPr>
          <a:xfrm>
            <a:off x="6233259" y="1456849"/>
            <a:ext cx="1420077" cy="662467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B89CB3E-46AA-EF09-F0C4-42A72FF2814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A425404-C505-5CE9-4B98-F8AEC038132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5C1C7407-6556-5A07-0305-600BE83E0AC0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7616D4B-57A8-B44E-3D5A-24E31044162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5F60C6B7-E967-2CCF-A9AE-802996C63C8D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87BD2DBC-7A63-BA5A-C1BC-56E3C0948D7E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8C891DE-CA1C-5331-72F9-79BA8FE9297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4CA31EBF-B3C7-3B84-A7F1-CFD9771340E4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ACA5FA56-93D9-58C5-40D4-17214FF0330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EDC2E57E-0F57-8DAE-05D3-9E23162FB3E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A4E65E90-4F71-C58E-17A7-0F06B27672A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1E3F411-6D07-8032-E36C-2D83693E2B8B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2F241591-683E-7568-02F8-AA93BBBB61A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1810BA1-72B0-1A14-B704-0C55B9EE996A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AAE5570-9EC9-4F77-6C0C-8D466DE22102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4D0634B5-B045-871F-EDBC-524069F8FB06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D2B8BFCA-6BE2-8FD1-2DE4-7BD269F22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E647A6A9-180C-EE5C-19BB-C43A9D2CE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F22432A0-E4F6-EF1A-FEB8-4CB5506D7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FAE2F4FA-29E0-F516-786E-0252ADC74E7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476CB5D7-99B1-4C7A-5658-21CFDF81AFD1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536153C-B8E3-1BB6-08D6-12E437518DE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BFE4121-1963-CCBF-4A97-EDB206709E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1F74AF3-F5B2-D6C6-DA3E-1A3B91CE7405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86D430CD-2681-E518-CFE0-CAF5BD17A3FF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945409B8-C245-7013-12CD-E644F2B42339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A004FE59-7B11-F975-E4F8-8A9A737D5C5F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8F2DEF-80E7-750A-01C2-EE88C36789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8018106" y="4090379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783872" y="4163110"/>
            <a:ext cx="210517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15889" y="4965390"/>
            <a:ext cx="232874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972736" y="4097999"/>
            <a:ext cx="1957654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45033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 flipV="1">
            <a:off x="7160446" y="4447867"/>
            <a:ext cx="1327769" cy="2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8453"/>
              </p:ext>
            </p:extLst>
          </p:nvPr>
        </p:nvGraphicFramePr>
        <p:xfrm>
          <a:off x="1055566" y="2314886"/>
          <a:ext cx="3211696" cy="358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36793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474903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7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319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49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466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어댑터</a:t>
            </a:r>
            <a:endParaRPr lang="en-US" altLang="ko-KR" b="1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	</a:t>
            </a:r>
            <a:r>
              <a:rPr lang="ko-KR" altLang="en-US" dirty="0"/>
              <a:t>부품기준으로 설명된 </a:t>
            </a:r>
            <a:r>
              <a:rPr lang="en-US" altLang="ko-KR" dirty="0"/>
              <a:t>Plan</a:t>
            </a:r>
            <a:r>
              <a:rPr lang="ko-KR" altLang="en-US" dirty="0"/>
              <a:t>결과를 </a:t>
            </a:r>
            <a:r>
              <a:rPr lang="en-US" altLang="ko-KR" b="1" dirty="0"/>
              <a:t>‘</a:t>
            </a:r>
            <a:r>
              <a:rPr lang="ko-KR" altLang="en-US" b="1" dirty="0"/>
              <a:t>공법서 형태</a:t>
            </a:r>
            <a:r>
              <a:rPr lang="en-US" altLang="ko-KR" b="1" dirty="0"/>
              <a:t>’</a:t>
            </a:r>
            <a:r>
              <a:rPr lang="ko-KR" altLang="en-US" b="1" dirty="0"/>
              <a:t>인 동작 기준 </a:t>
            </a:r>
            <a:r>
              <a:rPr lang="en-US" altLang="ko-KR" b="1" dirty="0"/>
              <a:t>Plan</a:t>
            </a:r>
            <a:r>
              <a:rPr lang="ko-KR" altLang="en-US" dirty="0"/>
              <a:t>으로 바꿔 줌</a:t>
            </a:r>
            <a:endParaRPr lang="en-US" altLang="ko-KR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/>
              <a:t>	Rule checker, Knowledge base</a:t>
            </a:r>
            <a:r>
              <a:rPr lang="ko-KR" altLang="en-US" dirty="0"/>
              <a:t>를 활용해 변환 모듈을 개발을 계획 중</a:t>
            </a:r>
            <a:r>
              <a:rPr lang="en-US" altLang="ko-KR" dirty="0"/>
              <a:t>.</a:t>
            </a:r>
            <a:endParaRPr lang="en-US" altLang="ko-KR" dirty="0">
              <a:ea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06871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1064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2848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862155" y="202223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6B2F81-8A90-0616-5C9E-157D81C6DF22}"/>
              </a:ext>
            </a:extLst>
          </p:cNvPr>
          <p:cNvGrpSpPr/>
          <p:nvPr/>
        </p:nvGrpSpPr>
        <p:grpSpPr>
          <a:xfrm>
            <a:off x="1980467" y="2864654"/>
            <a:ext cx="2204162" cy="996639"/>
            <a:chOff x="9133527" y="1093519"/>
            <a:chExt cx="2204162" cy="99663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4CFC956-8571-297B-7C88-486735C8C0EC}"/>
                </a:ext>
              </a:extLst>
            </p:cNvPr>
            <p:cNvSpPr/>
            <p:nvPr/>
          </p:nvSpPr>
          <p:spPr>
            <a:xfrm>
              <a:off x="9133527" y="1093519"/>
              <a:ext cx="2204162" cy="99663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2B8B1AB-FF25-27D9-3249-C89463FD9C41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DFB64E06-B534-42C6-1A06-32D95E48EF8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491906A-7F02-4BB2-D0D5-8B6FBCBAB00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A-1 </a:t>
                  </a:r>
                  <a:endParaRPr lang="ko-KR" altLang="en-US" sz="1000" dirty="0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D8647EE-4FEB-E14B-C5F7-7594BB9CA08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프론트 도어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03C7428-49BE-F3F3-C0E6-77356CDE81D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FE651DF6-3C4B-4519-A660-3406F5EAB67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A-2 </a:t>
                  </a:r>
                  <a:endParaRPr lang="ko-KR" altLang="en-US" sz="1000" dirty="0"/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4833879D-F8C0-FC86-6715-7D30BEF787FB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  <a:endParaRPr lang="ko-KR" altLang="en-US" sz="1000" dirty="0"/>
                </a:p>
              </p:txBody>
            </p:sp>
          </p:grp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3FBA2FC-05BA-4D6F-30AA-D18DC60DCCA3}"/>
                  </a:ext>
                </a:extLst>
              </p:cNvPr>
              <p:cNvCxnSpPr>
                <a:stCxn id="10" idx="2"/>
                <a:endCxn id="8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AE1E1B-E300-891D-0F0A-2599F4F79330}"/>
              </a:ext>
            </a:extLst>
          </p:cNvPr>
          <p:cNvGrpSpPr/>
          <p:nvPr/>
        </p:nvGrpSpPr>
        <p:grpSpPr>
          <a:xfrm>
            <a:off x="1980467" y="4023952"/>
            <a:ext cx="2204162" cy="1365327"/>
            <a:chOff x="9133527" y="4778146"/>
            <a:chExt cx="2204162" cy="136532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F7271-635D-D3C2-0A97-A8E39D64D1DF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BA7FA8-2871-5AED-DE0F-DCAB18D247A1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D78CD9FC-A8DE-628A-50EA-678B1D6D55D8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5D21D8D-E093-E43A-A88E-D889E3313F99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A57DB010-9AE2-6079-E95B-3386379CA318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atin typeface="+mj-ea"/>
                    </a:rPr>
                    <a:t>나사구멍</a:t>
                  </a:r>
                  <a:r>
                    <a:rPr lang="en-US" altLang="ko-KR" sz="1000">
                      <a:latin typeface="+mj-ea"/>
                    </a:rPr>
                    <a:t>:</a:t>
                  </a:r>
                  <a:r>
                    <a:rPr lang="ko-KR" altLang="en-US" sz="1000">
                      <a:latin typeface="+mj-ea"/>
                    </a:rPr>
                    <a:t> </a:t>
                  </a:r>
                  <a:r>
                    <a:rPr lang="en-US" altLang="ko-KR" sz="1000">
                      <a:latin typeface="+mj-ea"/>
                    </a:rPr>
                    <a:t>Ø8mm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D7104D5A-2255-31EB-23CF-A7D3D41ED0CC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9AAB9FA-3418-4DC9-4467-74FC6DFE900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1C6F971B-4445-7BF6-95BB-0B5AD0EA9D76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>
                      <a:latin typeface="+mj-ea"/>
                    </a:rPr>
                    <a:t>나사탭</a:t>
                  </a:r>
                  <a:r>
                    <a:rPr lang="en-US" altLang="ko-KR" sz="1000" dirty="0">
                      <a:latin typeface="+mj-ea"/>
                    </a:rPr>
                    <a:t>:</a:t>
                  </a:r>
                  <a:r>
                    <a:rPr lang="ko-KR" altLang="en-US" sz="1000" dirty="0">
                      <a:latin typeface="+mj-ea"/>
                    </a:rPr>
                    <a:t> </a:t>
                  </a:r>
                  <a:r>
                    <a:rPr lang="en-US" altLang="ko-KR" sz="1000" dirty="0">
                      <a:latin typeface="+mj-ea"/>
                    </a:rPr>
                    <a:t>M8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E35E4605-C060-6744-9E01-A88D1F8A128C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바디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3E6DADA-E437-2C92-33AF-8F4E165AA065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DA748D5-5FB1-D9E8-A8A9-FABDD649E45A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/>
                    <a:t>나사</a:t>
                  </a:r>
                  <a:r>
                    <a:rPr lang="en-US" altLang="ko-KR" sz="1000"/>
                    <a:t>: M8</a:t>
                  </a:r>
                  <a:endParaRPr lang="ko-KR" altLang="en-US" sz="1000" dirty="0"/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A4190339-6F1D-0C9F-2629-9FE113687CE6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볼트</a:t>
                  </a:r>
                  <a:r>
                    <a:rPr lang="en-US" altLang="ko-KR" sz="1000"/>
                    <a:t>1</a:t>
                  </a:r>
                  <a:endParaRPr lang="ko-KR" altLang="en-US" sz="1000" dirty="0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9E5-A80D-47CE-7D0A-44BE3B522721}"/>
              </a:ext>
            </a:extLst>
          </p:cNvPr>
          <p:cNvSpPr txBox="1"/>
          <p:nvPr/>
        </p:nvSpPr>
        <p:spPr>
          <a:xfrm>
            <a:off x="640564" y="6009306"/>
            <a:ext cx="109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부품과 조립부로 설명되는 </a:t>
            </a:r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공법서 처럼 </a:t>
            </a:r>
            <a:r>
              <a:rPr lang="en-US" altLang="ko-KR" b="1" dirty="0" err="1">
                <a:solidFill>
                  <a:schemeClr val="accent1"/>
                </a:solidFill>
              </a:rPr>
              <a:t>Modapts</a:t>
            </a:r>
            <a:r>
              <a:rPr lang="en-US" altLang="ko-KR" b="1" dirty="0">
                <a:solidFill>
                  <a:schemeClr val="accent1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기준 동작으로 표현</a:t>
            </a:r>
            <a:r>
              <a:rPr lang="ko-KR" altLang="en-US" dirty="0"/>
              <a:t>된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으로 변환</a:t>
            </a:r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2E16020-3396-0265-062C-5B3B7C5D752A}"/>
              </a:ext>
            </a:extLst>
          </p:cNvPr>
          <p:cNvGrpSpPr/>
          <p:nvPr/>
        </p:nvGrpSpPr>
        <p:grpSpPr>
          <a:xfrm>
            <a:off x="8296592" y="2657934"/>
            <a:ext cx="2472521" cy="3410184"/>
            <a:chOff x="8296592" y="2306245"/>
            <a:chExt cx="2472521" cy="341018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8FA00E2-EB48-9950-DFFB-3DD0CA2765E7}"/>
                </a:ext>
              </a:extLst>
            </p:cNvPr>
            <p:cNvSpPr txBox="1"/>
            <p:nvPr/>
          </p:nvSpPr>
          <p:spPr>
            <a:xfrm>
              <a:off x="8696889" y="4069074"/>
              <a:ext cx="1863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{nut type C,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가조립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1}, 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볼트</a:t>
              </a:r>
              <a:r>
                <a:rPr lang="en-US" altLang="ko-KR" sz="1400" dirty="0"/>
                <a:t> type D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2CE2ED41-BCD6-0D38-EF98-425B5411CA39}"/>
                </a:ext>
              </a:extLst>
            </p:cNvPr>
            <p:cNvSpPr/>
            <p:nvPr/>
          </p:nvSpPr>
          <p:spPr>
            <a:xfrm>
              <a:off x="8488215" y="2475927"/>
              <a:ext cx="2280898" cy="3240502"/>
            </a:xfrm>
            <a:prstGeom prst="roundRect">
              <a:avLst>
                <a:gd name="adj" fmla="val 737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B38E645-4CE9-CCE5-E612-DD0FD38DE19F}"/>
                </a:ext>
              </a:extLst>
            </p:cNvPr>
            <p:cNvSpPr/>
            <p:nvPr/>
          </p:nvSpPr>
          <p:spPr>
            <a:xfrm>
              <a:off x="8296592" y="2306245"/>
              <a:ext cx="1827032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‘</a:t>
              </a:r>
              <a:r>
                <a:rPr lang="ko-KR" altLang="en-US" b="1" dirty="0"/>
                <a:t>동작</a:t>
              </a:r>
              <a:r>
                <a:rPr lang="en-US" altLang="ko-KR" b="1" dirty="0"/>
                <a:t>’</a:t>
              </a:r>
              <a:r>
                <a:rPr lang="ko-KR" altLang="en-US" b="1" dirty="0"/>
                <a:t> </a:t>
              </a:r>
              <a:r>
                <a:rPr lang="ko-KR" altLang="en-US" dirty="0"/>
                <a:t>기준 </a:t>
              </a:r>
              <a:r>
                <a:rPr lang="en-US" altLang="ko-KR" dirty="0"/>
                <a:t>Plan </a:t>
              </a:r>
              <a:endParaRPr lang="ko-KR" altLang="en-US" dirty="0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6B216B5-A030-80DC-1AA9-AD9062063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2338"/>
            <a:stretch/>
          </p:blipFill>
          <p:spPr>
            <a:xfrm>
              <a:off x="8573382" y="2688226"/>
              <a:ext cx="2085603" cy="130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1378</Words>
  <Application>Microsoft Office PowerPoint</Application>
  <PresentationFormat>와이드스크린</PresentationFormat>
  <Paragraphs>318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Hyundai Sans Text Pro Medium</vt:lpstr>
      <vt:lpstr>Hyundai Sans Text Pro Regular</vt:lpstr>
      <vt:lpstr>Noto Sans Symbols</vt:lpstr>
      <vt:lpstr>Arial</vt:lpstr>
      <vt:lpstr>Calibri</vt:lpstr>
      <vt:lpstr>Wingdings</vt:lpstr>
      <vt:lpstr>맑은 고딕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634</cp:revision>
  <dcterms:modified xsi:type="dcterms:W3CDTF">2025-11-24T09:33:05Z</dcterms:modified>
</cp:coreProperties>
</file>