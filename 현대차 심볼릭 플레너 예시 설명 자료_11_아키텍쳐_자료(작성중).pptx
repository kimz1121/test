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47"/>
  </p:notesMasterIdLst>
  <p:sldIdLst>
    <p:sldId id="256" r:id="rId3"/>
    <p:sldId id="257" r:id="rId4"/>
    <p:sldId id="334" r:id="rId5"/>
    <p:sldId id="341" r:id="rId6"/>
    <p:sldId id="313" r:id="rId7"/>
    <p:sldId id="322" r:id="rId8"/>
    <p:sldId id="321" r:id="rId9"/>
    <p:sldId id="340" r:id="rId10"/>
    <p:sldId id="339" r:id="rId11"/>
    <p:sldId id="336" r:id="rId12"/>
    <p:sldId id="337" r:id="rId13"/>
    <p:sldId id="338" r:id="rId14"/>
    <p:sldId id="316" r:id="rId15"/>
    <p:sldId id="294" r:id="rId16"/>
    <p:sldId id="260" r:id="rId17"/>
    <p:sldId id="293" r:id="rId18"/>
    <p:sldId id="324" r:id="rId19"/>
    <p:sldId id="325" r:id="rId20"/>
    <p:sldId id="311" r:id="rId21"/>
    <p:sldId id="317" r:id="rId22"/>
    <p:sldId id="318" r:id="rId23"/>
    <p:sldId id="319" r:id="rId24"/>
    <p:sldId id="326" r:id="rId25"/>
    <p:sldId id="327" r:id="rId26"/>
    <p:sldId id="312" r:id="rId27"/>
    <p:sldId id="328" r:id="rId28"/>
    <p:sldId id="298" r:id="rId29"/>
    <p:sldId id="295" r:id="rId30"/>
    <p:sldId id="299" r:id="rId31"/>
    <p:sldId id="297" r:id="rId32"/>
    <p:sldId id="306" r:id="rId33"/>
    <p:sldId id="304" r:id="rId34"/>
    <p:sldId id="310" r:id="rId35"/>
    <p:sldId id="315" r:id="rId36"/>
    <p:sldId id="273" r:id="rId37"/>
    <p:sldId id="303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 varScale="1">
        <p:scale>
          <a:sx n="131" d="100"/>
          <a:sy n="131" d="100"/>
        </p:scale>
        <p:origin x="14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5696-68AD-9107-B3A3-7662E975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E89538-DE08-198E-9847-57D14CFC8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A0E8F4-3CEE-867C-9A82-E0C0667F8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52685-062C-D89F-3D8D-7140AA773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73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BBC8-A7D9-7DFB-929C-3A298198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017517-07EB-254C-A012-8F53EF8E8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CAFF69-E039-8A5C-17F9-F8C609092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CD70A-23B5-42D1-F974-AA8B0CC8F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6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17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35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36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73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4.wdp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6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D0BB-A5DF-0F63-32C3-BB63DFF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EADFC-D6FD-732F-CACF-1FDB822D1F1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2FBF8C-829A-A799-7252-82481296E56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FCCA17FB-9984-DFF8-BF00-D6EE2AB45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CDD2E0E5-CFBE-75B5-71B1-867D12337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23370"/>
              </p:ext>
            </p:extLst>
          </p:nvPr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096DD56F-EB5A-B4E6-060F-146A56A7ED95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287BF019-4621-D15F-B35B-8AFEC628DA7B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EAA8B498-2FD8-CCC6-B5F6-899CE1C704B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A79573CB-E92F-56D9-C8BD-0596E1FE93E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D1EC407-84C6-CB16-CE01-FC42CEEE73EE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E43C1F8D-39FB-0935-0DA0-8F2D3E74CC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B520DAB-D31C-6254-9DEB-9D9E24953006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FADF78E-927D-BB37-9845-6A6E151E3A2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E33E2C0-D51F-6355-C821-1AEBB079334F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7235213E-359A-197B-1790-3F40496B6AC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D3FE42D2-61C8-7260-E9E3-0908357BB4DE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E531B064-3A97-43E5-EDBA-D1844BF67358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956BE76-6465-2A04-B081-5CEC2D28A315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69B55-85BC-F52F-EFE7-7A3A4EF21A42}"/>
              </a:ext>
            </a:extLst>
          </p:cNvPr>
          <p:cNvGrpSpPr/>
          <p:nvPr/>
        </p:nvGrpSpPr>
        <p:grpSpPr>
          <a:xfrm>
            <a:off x="10139938" y="5006304"/>
            <a:ext cx="1606585" cy="1449899"/>
            <a:chOff x="9452164" y="3184556"/>
            <a:chExt cx="2475163" cy="2080658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8D0EED60-CB1D-E506-AC46-F1AA17D7C06E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8189C6C-4213-1F5C-C90D-63FAF57C2947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D5734B9-7766-C2EE-6C53-BE11E94CB853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65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F149FF05-FBAC-EEBA-6AAE-3A8106C920BE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037E0695-9AFB-6224-BFA5-CCCFE1785773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21F55B53-AB2F-A2D8-D06D-F4F807B9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F914D7A-8CC7-29F1-A078-CDD772A9CA7F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89AD834-80B6-B835-DD44-DD30D0944244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BB0393D4-117A-B80A-CE99-CB230DEBF121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State </a:t>
            </a:r>
            <a:r>
              <a:rPr lang="ko-KR" altLang="en-US" sz="1000" dirty="0"/>
              <a:t>관리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2A67CFF-89C0-0551-1C3F-F35FE95CB513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F1643341-54A2-468F-5013-25A9EE2555D7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7E99567-0E6A-7B26-7DD8-EF4A533E7674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5144522-240E-DDF9-145A-934A7535005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3E4788F-A689-32EA-D8A9-0C62299B3C21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DED4D4F-6D53-FFEA-55FF-7239B1902BE4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78E82FBF-D9C9-2531-C9D3-DC38D49F58C7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45A098F-8560-E7BC-A6D9-EA6C56036E6C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EE00216-5628-4D40-A6C2-329B0C92C64E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30360C9F-782D-6495-1655-2B90B699CB18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A6A5409C-E648-6951-7154-F7DA22B21547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2FD1DAC4-67DF-1B00-4EB6-704CE4D9890E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0457FCEF-D402-FB0C-B6F7-B470CF3109D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73AC3646-761C-85E5-77FC-0AC63B0A628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88E2825-8BDD-4E5E-C4F9-43526B1DCBDD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E4292AE-4D19-D13F-F7C4-AC2FA797BD0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A5DC49A-84DE-7BC0-AEF2-B04D22FDA23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E122462-D664-72FE-5383-8E0EFD21DBB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6B111CD-47F6-60AC-C6FD-A93800D79AD5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ACF11E9A-5F21-6B32-A4F7-75937F739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ECFEE245-9356-82D2-B040-D9564124B3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C5331662-4D89-9794-8725-5A6CDFFD97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A079607A-4FBB-FF24-F3EE-35A07A00C41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ABB3161-A2C6-7544-8D84-E6E4E9C0854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6CFDE40C-2639-E1D7-9B93-82BF3F30028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75230102-EB07-40AB-46FA-A43E94D0A3F5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6B45071-BCBB-AC44-809A-B2B388AA5B58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39511C7E-A598-4991-6F29-58D3E302F8B4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8C8D3DD3-B071-57D3-4F37-55530934518E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34EFB489-D6E8-7BCE-EC7F-B4DF58B0DCB2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F70A54-3D48-3E88-C4BE-73B9E0A48294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062204-1A3B-B45F-F50E-2DE7D94403C4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B312EE-F051-F7D2-D0BA-E0453791F4C9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282A3E88-6C0A-2604-53F9-7AA97264978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615B599-7DCF-7668-767E-04544E7D572A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27953BBB-6AF7-5CA0-2F45-06BA5591509D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122C0E90-21D1-51A9-8375-15C03F051C7B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4B0C334-25FF-CB13-91E1-6470ADD0E8DF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33D6C8E-5DA6-7CDD-7D94-180AB0D6E16D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5A9F5237-F61B-D54E-C0AB-4946A2114C6F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B5129529-8C81-52F0-89BA-90C7F0D7640E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152864F1-A24E-BA53-08C7-36123EA75053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5FE681EC-48D5-5292-3F34-8C43B53CFD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211D53BC-537B-5414-3928-5A44EB25F68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BCB3CDE-1A32-6F56-041A-6182DB0971C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E742737-E791-BAAE-D4A5-C8BEA2511193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D2D0BE0-EDC9-8C69-737A-95F5F71D8091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065AF5C-061D-C294-540A-F0883B57A615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33B9021-55D4-8ED5-E248-0FEF5FA51DFB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C408A46-AB66-138F-2605-EF7DE7E3F30D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4E9D5608-5456-FC15-4341-1CE9BDE2B88C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BBBB90F1-2CA6-5647-30DE-94DED283B22A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48BC726-A607-A0CA-D89E-33F62E20DF88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8992A35-37FE-1639-472B-5BEBEA0ED46D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96C2F114-845E-E8C8-A239-6A94CC66A1B1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A8D10321-909B-5012-55AB-71872C5F807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8A422DE-EF87-ACA5-2A4B-F24D3027EB15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BFADB500-17DD-65CA-795B-A35D97EB659F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F4CE678D-381A-4417-C647-A95AEA5E0320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F18F700D-5371-FD60-C988-AF635F70B679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57ECD93D-2B77-7284-6E67-2BF9E172084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93478308-6C36-2714-A30A-96DBC56817E1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2373279D-7C57-BE2C-4553-F0CBED62AC9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7CA5A98D-B4DC-B8D7-7611-C247AC0C984D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21892F4-363E-5744-5DBE-123B941CD740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AEC519F4-5C54-C8FD-F9D1-1B64DF4A5E6C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562ED52D-314E-B54D-5CCE-1B1F3248A006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888AAADC-086A-6D46-AC61-4DBAFCA925D6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BE25E230-7E38-8573-9540-E49B85CDE97B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2C054413-2761-217E-9F89-9E0FF56695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F1B2897E-96A9-3D2B-12C7-FA40ED1DBB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39326DD0-C50D-43B4-63E7-C665DDD7F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F0DC9355-A33C-BC34-3575-D36117F551B5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615A0C98-2A8C-E0B2-E693-EE9348E2A6BC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412B9329-D92B-C824-0F42-C625EFA96E53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8D1C658D-665F-BAAC-88E2-71524FA46796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214911C6-32D7-8258-B24E-7822C6BA9620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50C31F7C-9AC7-F1BE-CE3C-69B1A1566CA0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023B3B60-1C2D-C9C4-E6B1-0E4F1362AFD0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BD3AE31D-FB2C-2C0D-99C6-AD5FFBE49166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5A27F-105A-7869-39B3-444196094E2E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D6982DD-883A-2F5C-A6AD-378562747B28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870BEF89-9764-776D-7BD3-AE8C495202DE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CC6FFBA2-821F-B429-B4C4-35BF7B0D13A2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45CE64D5-2A10-3E5E-29DF-850AEC53499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4C7D24A6-467C-44CA-4F86-D89552B35761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D7C48D41-30E3-4E63-4F9F-94DEAC519CED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5BC0B576-118A-7813-7A6D-B3DCCF4A97FE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8FB40F60-4D11-E087-A38A-AD74752C61AE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92E4B775-24A2-4C58-780E-87115435C9E7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F89BB927-8207-44C4-386B-A03A7B34AE62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C0A537E0-3C62-9AB0-5984-508FAE7FABA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0C31F1DD-ECAD-5057-8BE6-142CA3FA3D3D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C20000B-1163-5286-28D9-761F5E28981E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58D399B-4E0E-C7EC-63B6-90AF68B66F75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B5E9426B-5D48-9508-4EFC-EC14BB40F63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E15BD80D-B829-7CB6-8C66-5E27D7B974BC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69F2612C-D00D-6A05-A4CA-025DC0DBC868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3973B50-B6D4-E229-10EB-AF41A09C008B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E197B2-913F-281F-BF22-488FA8F62EF2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2E35FB6C-1C37-5AD1-CD71-1FDF7E4A684B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DE2AE1A1-7BFD-406C-1687-BAD58E21EA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EE3006F0-2223-CE7A-E619-2B5051386600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A3C21F9D-F0CB-CA61-5897-1E30D0E4B1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3F7D98B-3487-5ED0-AE13-2A08A32BC5BE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D2F33A-E989-E4EF-FB92-89FC3EDE97D0}"/>
              </a:ext>
            </a:extLst>
          </p:cNvPr>
          <p:cNvGrpSpPr/>
          <p:nvPr/>
        </p:nvGrpSpPr>
        <p:grpSpPr>
          <a:xfrm>
            <a:off x="556781" y="1397673"/>
            <a:ext cx="4862271" cy="3948156"/>
            <a:chOff x="242952" y="1141171"/>
            <a:chExt cx="4862271" cy="3948156"/>
          </a:xfrm>
        </p:grpSpPr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2BB2151B-D719-CC9A-23CE-62FA0F9C8A32}"/>
                </a:ext>
              </a:extLst>
            </p:cNvPr>
            <p:cNvCxnSpPr>
              <a:cxnSpLocks/>
            </p:cNvCxnSpPr>
            <p:nvPr/>
          </p:nvCxnSpPr>
          <p:spPr>
            <a:xfrm>
              <a:off x="3607834" y="1805162"/>
              <a:ext cx="550879" cy="5003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6B041792-007F-E58D-429E-1FAC0FAAE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509" y="2752227"/>
              <a:ext cx="607270" cy="5816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>
              <a:extLst>
                <a:ext uri="{FF2B5EF4-FFF2-40B4-BE49-F238E27FC236}">
                  <a16:creationId xmlns:a16="http://schemas.microsoft.com/office/drawing/2014/main" id="{6CBFB6F2-FE67-12AD-2D9B-FCD5DF1A0DD7}"/>
                </a:ext>
              </a:extLst>
            </p:cNvPr>
            <p:cNvCxnSpPr>
              <a:cxnSpLocks/>
            </p:cNvCxnSpPr>
            <p:nvPr/>
          </p:nvCxnSpPr>
          <p:spPr>
            <a:xfrm>
              <a:off x="2345674" y="2291190"/>
              <a:ext cx="1769840" cy="2413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496D7A56-58B4-FD63-7BDD-0A2474756DF2}"/>
                </a:ext>
              </a:extLst>
            </p:cNvPr>
            <p:cNvSpPr/>
            <p:nvPr/>
          </p:nvSpPr>
          <p:spPr>
            <a:xfrm>
              <a:off x="242952" y="3333864"/>
              <a:ext cx="3320054" cy="1575662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C9A87896-F056-3FE3-C0FD-534B4274F407}"/>
                </a:ext>
              </a:extLst>
            </p:cNvPr>
            <p:cNvSpPr/>
            <p:nvPr/>
          </p:nvSpPr>
          <p:spPr>
            <a:xfrm>
              <a:off x="2489789" y="1141171"/>
              <a:ext cx="1043027" cy="1941745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D5089708-A94B-98CE-A435-13BD2A30A305}"/>
                </a:ext>
              </a:extLst>
            </p:cNvPr>
            <p:cNvSpPr/>
            <p:nvPr/>
          </p:nvSpPr>
          <p:spPr>
            <a:xfrm>
              <a:off x="244709" y="1141171"/>
              <a:ext cx="2055792" cy="1941745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32BDD2BD-F773-9C50-4133-16298D59A298}"/>
                </a:ext>
              </a:extLst>
            </p:cNvPr>
            <p:cNvGrpSpPr/>
            <p:nvPr/>
          </p:nvGrpSpPr>
          <p:grpSpPr>
            <a:xfrm>
              <a:off x="4057437" y="3504445"/>
              <a:ext cx="1047786" cy="1264552"/>
              <a:chOff x="7917849" y="1193508"/>
              <a:chExt cx="1067656" cy="1198726"/>
            </a:xfrm>
          </p:grpSpPr>
          <p:pic>
            <p:nvPicPr>
              <p:cNvPr id="36" name="그래픽 35" descr="데이터베이스 단색으로 채워진">
                <a:extLst>
                  <a:ext uri="{FF2B5EF4-FFF2-40B4-BE49-F238E27FC236}">
                    <a16:creationId xmlns:a16="http://schemas.microsoft.com/office/drawing/2014/main" id="{6B0716C6-646D-A9BD-EEEE-D2B7E6CEF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7D326A-2450-3DCE-5C3F-6D9818D5E1A8}"/>
                  </a:ext>
                </a:extLst>
              </p:cNvPr>
              <p:cNvSpPr txBox="1"/>
              <p:nvPr/>
            </p:nvSpPr>
            <p:spPr>
              <a:xfrm>
                <a:off x="7917849" y="2012952"/>
                <a:ext cx="1067656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조립 관계 정보 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데이터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1A99127E-9AA8-93C4-B0E7-6193E51D9513}"/>
                </a:ext>
              </a:extLst>
            </p:cNvPr>
            <p:cNvGrpSpPr/>
            <p:nvPr/>
          </p:nvGrpSpPr>
          <p:grpSpPr>
            <a:xfrm>
              <a:off x="4031990" y="2096158"/>
              <a:ext cx="1070854" cy="1270661"/>
              <a:chOff x="7903782" y="1193508"/>
              <a:chExt cx="1091161" cy="1204517"/>
            </a:xfrm>
          </p:grpSpPr>
          <p:pic>
            <p:nvPicPr>
              <p:cNvPr id="120" name="그래픽 119" descr="데이터베이스 단색으로 채워진">
                <a:extLst>
                  <a:ext uri="{FF2B5EF4-FFF2-40B4-BE49-F238E27FC236}">
                    <a16:creationId xmlns:a16="http://schemas.microsoft.com/office/drawing/2014/main" id="{BAF49501-BEC6-FF30-EEA5-259B255A2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E69AF64-2A45-6487-A06A-AD49C235E096}"/>
                  </a:ext>
                </a:extLst>
              </p:cNvPr>
              <p:cNvSpPr txBox="1"/>
              <p:nvPr/>
            </p:nvSpPr>
            <p:spPr>
              <a:xfrm>
                <a:off x="7903782" y="2018743"/>
                <a:ext cx="1091161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부품 특성 정보 데이터</a:t>
                </a:r>
              </a:p>
            </p:txBody>
          </p:sp>
        </p:grpSp>
        <p:pic>
          <p:nvPicPr>
            <p:cNvPr id="174" name="그림 173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CDFE8C-E393-287F-545F-6B380E536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027" y="3734734"/>
              <a:ext cx="1881704" cy="1354593"/>
            </a:xfrm>
            <a:prstGeom prst="rect">
              <a:avLst/>
            </a:prstGeom>
          </p:spPr>
        </p:pic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4B7BEAAF-0D1E-42F9-34E5-A053BAA485CD}"/>
                </a:ext>
              </a:extLst>
            </p:cNvPr>
            <p:cNvSpPr/>
            <p:nvPr/>
          </p:nvSpPr>
          <p:spPr>
            <a:xfrm>
              <a:off x="1507852" y="3800019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E0B0F195-3070-C3F3-B39E-785199C2A952}"/>
                </a:ext>
              </a:extLst>
            </p:cNvPr>
            <p:cNvSpPr/>
            <p:nvPr/>
          </p:nvSpPr>
          <p:spPr>
            <a:xfrm>
              <a:off x="2573175" y="3978765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91E3AC53-B9EB-6257-62FB-BC912E873CEC}"/>
                </a:ext>
              </a:extLst>
            </p:cNvPr>
            <p:cNvSpPr/>
            <p:nvPr/>
          </p:nvSpPr>
          <p:spPr>
            <a:xfrm>
              <a:off x="1213345" y="4232328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C6958559-7A71-8890-731C-0D5A9D5B6BD4}"/>
                </a:ext>
              </a:extLst>
            </p:cNvPr>
            <p:cNvSpPr/>
            <p:nvPr/>
          </p:nvSpPr>
          <p:spPr>
            <a:xfrm>
              <a:off x="1111660" y="4538323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FEEF201E-BEC0-173E-6370-40594A68C96F}"/>
                </a:ext>
              </a:extLst>
            </p:cNvPr>
            <p:cNvSpPr/>
            <p:nvPr/>
          </p:nvSpPr>
          <p:spPr>
            <a:xfrm>
              <a:off x="429119" y="3557934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59F40CF5-E050-46C2-53D3-2AD5E4CAF7F2}"/>
                </a:ext>
              </a:extLst>
            </p:cNvPr>
            <p:cNvCxnSpPr>
              <a:cxnSpLocks/>
              <a:stCxn id="176" idx="4"/>
              <a:endCxn id="174" idx="3"/>
            </p:cNvCxnSpPr>
            <p:nvPr/>
          </p:nvCxnSpPr>
          <p:spPr>
            <a:xfrm flipH="1">
              <a:off x="2613731" y="4267134"/>
              <a:ext cx="413206" cy="1448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FC90E92D-F7FB-7595-FC50-4D64A126CC87}"/>
                </a:ext>
              </a:extLst>
            </p:cNvPr>
            <p:cNvCxnSpPr>
              <a:cxnSpLocks/>
              <a:stCxn id="175" idx="4"/>
              <a:endCxn id="177" idx="0"/>
            </p:cNvCxnSpPr>
            <p:nvPr/>
          </p:nvCxnSpPr>
          <p:spPr>
            <a:xfrm flipH="1">
              <a:off x="1294543" y="4073913"/>
              <a:ext cx="568090" cy="1584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CA9FA0CB-1933-AF29-2D51-1AD0FEDF6104}"/>
                </a:ext>
              </a:extLst>
            </p:cNvPr>
            <p:cNvCxnSpPr>
              <a:cxnSpLocks/>
              <a:stCxn id="179" idx="5"/>
              <a:endCxn id="178" idx="1"/>
            </p:cNvCxnSpPr>
            <p:nvPr/>
          </p:nvCxnSpPr>
          <p:spPr>
            <a:xfrm>
              <a:off x="1034768" y="3791717"/>
              <a:ext cx="100674" cy="76478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3" name="그림 182" descr="가방, 액세서리, 수하물 및 가방, 핸드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6A9E69-85FC-9A0D-75D4-DFA145DE7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862" b="95172" l="9735" r="89381">
                          <a14:foregroundMark x1="16372" y1="89310" x2="59735" y2="88621"/>
                          <a14:foregroundMark x1="16814" y1="87586" x2="17699" y2="95517"/>
                          <a14:foregroundMark x1="37611" y1="46897" x2="36726" y2="43793"/>
                          <a14:foregroundMark x1="43363" y1="43793" x2="37168" y2="48276"/>
                          <a14:foregroundMark x1="39823" y1="43793" x2="35398" y2="47586"/>
                          <a14:foregroundMark x1="30973" y1="9655" x2="37168" y2="5862"/>
                          <a14:foregroundMark x1="42035" y1="5862" x2="68584" y2="7586"/>
                          <a14:foregroundMark x1="89381" y1="23793" x2="87611" y2="28966"/>
                          <a14:foregroundMark x1="43363" y1="11379" x2="76106" y2="22414"/>
                          <a14:foregroundMark x1="74336" y1="18276" x2="35841" y2="27241"/>
                          <a14:foregroundMark x1="36283" y1="13448" x2="67699" y2="23103"/>
                          <a14:foregroundMark x1="80088" y1="25172" x2="31416" y2="28276"/>
                          <a14:foregroundMark x1="31416" y1="28276" x2="78761" y2="25172"/>
                          <a14:foregroundMark x1="78761" y1="25172" x2="31858" y2="21724"/>
                          <a14:foregroundMark x1="31858" y1="21724" x2="72566" y2="13103"/>
                          <a14:foregroundMark x1="67699" y1="12069" x2="67257" y2="12414"/>
                          <a14:foregroundMark x1="65929" y1="13448" x2="46460" y2="14138"/>
                          <a14:foregroundMark x1="44690" y1="16207" x2="43805" y2="14483"/>
                          <a14:foregroundMark x1="41150" y1="16897" x2="37611" y2="179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244" y="1209894"/>
              <a:ext cx="1030922" cy="1322865"/>
            </a:xfrm>
            <a:prstGeom prst="rect">
              <a:avLst/>
            </a:pr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9D69A0DD-1EC8-91B7-FD33-FCA645300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761" b="99114" l="2134" r="96692">
                          <a14:foregroundMark x1="3949" y1="23338" x2="10352" y2="26145"/>
                          <a14:foregroundMark x1="10352" y1="26145" x2="10139" y2="26588"/>
                          <a14:foregroundMark x1="29456" y1="9453" x2="41622" y2="5318"/>
                          <a14:foregroundMark x1="41622" y1="5318" x2="35432" y2="10487"/>
                          <a14:foregroundMark x1="35432" y1="10487" x2="30950" y2="9453"/>
                          <a14:foregroundMark x1="40448" y1="4284" x2="47385" y2="3545"/>
                          <a14:foregroundMark x1="47385" y1="3545" x2="57204" y2="5908"/>
                          <a14:foregroundMark x1="57204" y1="5908" x2="61259" y2="10931"/>
                          <a14:foregroundMark x1="88367" y1="33235" x2="92529" y2="40030"/>
                          <a14:foregroundMark x1="92529" y1="40030" x2="94450" y2="52142"/>
                          <a14:foregroundMark x1="94450" y1="52142" x2="91249" y2="64106"/>
                          <a14:foregroundMark x1="91249" y1="64106" x2="86766" y2="71344"/>
                          <a14:foregroundMark x1="86766" y1="71344" x2="86980" y2="71787"/>
                          <a14:foregroundMark x1="94664" y1="41359" x2="93810" y2="53176"/>
                          <a14:foregroundMark x1="59232" y1="88626" x2="71291" y2="93501"/>
                          <a14:foregroundMark x1="71291" y1="93501" x2="72892" y2="92024"/>
                          <a14:foregroundMark x1="71825" y1="94535" x2="66702" y2="99261"/>
                          <a14:foregroundMark x1="38847" y1="76366" x2="39488" y2="79173"/>
                          <a14:foregroundMark x1="3735" y1="24077" x2="2668" y2="27326"/>
                          <a14:foregroundMark x1="2241" y1="27326" x2="3308" y2="25849"/>
                          <a14:foregroundMark x1="5550" y1="22304" x2="7257" y2="19498"/>
                          <a14:foregroundMark x1="73319" y1="16544" x2="77695" y2="22304"/>
                          <a14:foregroundMark x1="77695" y1="22304" x2="78869" y2="23043"/>
                          <a14:foregroundMark x1="96265" y1="44609" x2="96692" y2="54948"/>
                          <a14:foregroundMark x1="96692" y1="54948" x2="92850" y2="66765"/>
                        </a14:backgroundRemoval>
                      </a14:imgEffect>
                    </a14:imgLayer>
                  </a14:imgProps>
                </a:ext>
              </a:extLst>
            </a:blip>
            <a:srcRect t="11721" r="75466" b="40201"/>
            <a:stretch>
              <a:fillRect/>
            </a:stretch>
          </p:blipFill>
          <p:spPr>
            <a:xfrm>
              <a:off x="2558479" y="1448435"/>
              <a:ext cx="889864" cy="1259949"/>
            </a:xfrm>
            <a:prstGeom prst="rect">
              <a:avLst/>
            </a:prstGeom>
          </p:spPr>
        </p:pic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F5043ACB-4385-5E70-D1C1-1097D677566D}"/>
                </a:ext>
              </a:extLst>
            </p:cNvPr>
            <p:cNvSpPr/>
            <p:nvPr/>
          </p:nvSpPr>
          <p:spPr>
            <a:xfrm>
              <a:off x="2590775" y="2514417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 err="1">
                  <a:latin typeface="+mj-ea"/>
                  <a:ea typeface="+mj-ea"/>
                </a:rPr>
                <a:t>나사탭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A7A1D6D7-03E6-2B1B-2307-71F1F3785CFA}"/>
                </a:ext>
              </a:extLst>
            </p:cNvPr>
            <p:cNvSpPr/>
            <p:nvPr/>
          </p:nvSpPr>
          <p:spPr>
            <a:xfrm>
              <a:off x="3015612" y="203179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3691B41E-E086-E24D-4F5D-1A3271A24E7B}"/>
                </a:ext>
              </a:extLst>
            </p:cNvPr>
            <p:cNvCxnSpPr>
              <a:cxnSpLocks/>
              <a:stCxn id="187" idx="0"/>
              <a:endCxn id="195" idx="3"/>
            </p:cNvCxnSpPr>
            <p:nvPr/>
          </p:nvCxnSpPr>
          <p:spPr>
            <a:xfrm flipV="1">
              <a:off x="2950026" y="2137723"/>
              <a:ext cx="89368" cy="37669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1F69081C-8D21-63BF-D1F1-6B695DB5F49C}"/>
                </a:ext>
              </a:extLst>
            </p:cNvPr>
            <p:cNvSpPr/>
            <p:nvPr/>
          </p:nvSpPr>
          <p:spPr>
            <a:xfrm>
              <a:off x="309437" y="2631165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3AF56150-C41D-70E0-287E-762130CE75C5}"/>
                </a:ext>
              </a:extLst>
            </p:cNvPr>
            <p:cNvSpPr/>
            <p:nvPr/>
          </p:nvSpPr>
          <p:spPr>
            <a:xfrm>
              <a:off x="1063201" y="198452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DE259E0E-9AAF-C313-C256-0F2C8B3347AE}"/>
                </a:ext>
              </a:extLst>
            </p:cNvPr>
            <p:cNvSpPr/>
            <p:nvPr/>
          </p:nvSpPr>
          <p:spPr>
            <a:xfrm>
              <a:off x="1071112" y="1861125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4A9649DB-7E34-0591-90E3-F504481EEB78}"/>
                </a:ext>
              </a:extLst>
            </p:cNvPr>
            <p:cNvSpPr/>
            <p:nvPr/>
          </p:nvSpPr>
          <p:spPr>
            <a:xfrm>
              <a:off x="1339185" y="2577798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0C431125-7D6F-6D80-7482-ECCBAB6AA6C7}"/>
                </a:ext>
              </a:extLst>
            </p:cNvPr>
            <p:cNvCxnSpPr>
              <a:cxnSpLocks/>
              <a:stCxn id="219" idx="0"/>
              <a:endCxn id="217" idx="5"/>
            </p:cNvCxnSpPr>
            <p:nvPr/>
          </p:nvCxnSpPr>
          <p:spPr>
            <a:xfrm flipH="1" flipV="1">
              <a:off x="1209726" y="1967054"/>
              <a:ext cx="566767" cy="61074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2AF9303B-A801-8F6E-EF87-2D19166C017B}"/>
                </a:ext>
              </a:extLst>
            </p:cNvPr>
            <p:cNvCxnSpPr>
              <a:cxnSpLocks/>
              <a:stCxn id="200" idx="0"/>
              <a:endCxn id="216" idx="3"/>
            </p:cNvCxnSpPr>
            <p:nvPr/>
          </p:nvCxnSpPr>
          <p:spPr>
            <a:xfrm flipV="1">
              <a:off x="746745" y="2090453"/>
              <a:ext cx="340238" cy="54071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F500831F-02C4-DB25-5976-4EC9F26F29C7}"/>
                </a:ext>
              </a:extLst>
            </p:cNvPr>
            <p:cNvCxnSpPr>
              <a:stCxn id="200" idx="4"/>
              <a:endCxn id="179" idx="0"/>
            </p:cNvCxnSpPr>
            <p:nvPr/>
          </p:nvCxnSpPr>
          <p:spPr>
            <a:xfrm>
              <a:off x="746745" y="3053470"/>
              <a:ext cx="37155" cy="504464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C0BF207-0EA5-96F1-3693-F18CED2620E0}"/>
                </a:ext>
              </a:extLst>
            </p:cNvPr>
            <p:cNvCxnSpPr>
              <a:stCxn id="219" idx="4"/>
              <a:endCxn id="175" idx="0"/>
            </p:cNvCxnSpPr>
            <p:nvPr/>
          </p:nvCxnSpPr>
          <p:spPr>
            <a:xfrm>
              <a:off x="1776493" y="3000103"/>
              <a:ext cx="86140" cy="799916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A2E5DE26-10F1-9ED9-A13C-E1E93AF0499A}"/>
                </a:ext>
              </a:extLst>
            </p:cNvPr>
            <p:cNvCxnSpPr>
              <a:cxnSpLocks/>
              <a:stCxn id="187" idx="4"/>
              <a:endCxn id="176" idx="0"/>
            </p:cNvCxnSpPr>
            <p:nvPr/>
          </p:nvCxnSpPr>
          <p:spPr>
            <a:xfrm>
              <a:off x="2950026" y="2936722"/>
              <a:ext cx="76911" cy="1042043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>
              <a:extLst>
                <a:ext uri="{FF2B5EF4-FFF2-40B4-BE49-F238E27FC236}">
                  <a16:creationId xmlns:a16="http://schemas.microsoft.com/office/drawing/2014/main" id="{11C0EB44-E64A-A3A1-FFA9-28978233F073}"/>
                </a:ext>
              </a:extLst>
            </p:cNvPr>
            <p:cNvCxnSpPr>
              <a:cxnSpLocks/>
            </p:cNvCxnSpPr>
            <p:nvPr/>
          </p:nvCxnSpPr>
          <p:spPr>
            <a:xfrm>
              <a:off x="2977933" y="3208903"/>
              <a:ext cx="1159109" cy="59108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1522C64C-B80C-27C9-E858-3751AA4CDC73}"/>
                </a:ext>
              </a:extLst>
            </p:cNvPr>
            <p:cNvCxnSpPr>
              <a:cxnSpLocks/>
            </p:cNvCxnSpPr>
            <p:nvPr/>
          </p:nvCxnSpPr>
          <p:spPr>
            <a:xfrm>
              <a:off x="1805274" y="3280087"/>
              <a:ext cx="2331768" cy="660523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C7DB0EBB-0C90-57AD-5C15-65C858223822}"/>
                </a:ext>
              </a:extLst>
            </p:cNvPr>
            <p:cNvCxnSpPr>
              <a:cxnSpLocks/>
            </p:cNvCxnSpPr>
            <p:nvPr/>
          </p:nvCxnSpPr>
          <p:spPr>
            <a:xfrm>
              <a:off x="768821" y="3276740"/>
              <a:ext cx="3346693" cy="78656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4F42E9E2-1EBF-3F93-D7DF-402C9432B264}"/>
                </a:ext>
              </a:extLst>
            </p:cNvPr>
            <p:cNvSpPr/>
            <p:nvPr/>
          </p:nvSpPr>
          <p:spPr>
            <a:xfrm>
              <a:off x="2328234" y="4321096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</p:grp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FE140C8A-26F3-76FB-F53C-BB806354EE28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67CE263B-B839-5B82-9D9E-00FB24E61CBD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24EF278-57D1-97E6-1310-B83223094910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9BA28E40-9AC2-B77F-BBDF-787C2C59E822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A0E5935D-3C84-18FE-DDF9-BDEF74E89692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B846C0D9-5865-57EF-6A59-43F437B9CAB4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6077D0A7-F4F3-E8E8-1C4C-5CD51EB9696F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8D4BCBD-06B7-8F30-83E9-D66D5F8BE539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A629CC-236C-7353-B1D8-710CC2744B6A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BCC1BAB-0950-BE59-CB80-D89D7AF771B0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D80319E1-7E1B-74B7-569D-E2B6B7C88951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FD50723F-922D-F12D-E83C-FC7E01C7A810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2BA4697-5F00-E2AE-D2B7-70C39AEE467A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8ABF217A-6473-5734-9844-77B79C158E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35937462-2C71-C393-D5A0-876FD3B790A2}"/>
              </a:ext>
            </a:extLst>
          </p:cNvPr>
          <p:cNvSpPr txBox="1"/>
          <p:nvPr/>
        </p:nvSpPr>
        <p:spPr>
          <a:xfrm>
            <a:off x="8351775" y="4857658"/>
            <a:ext cx="1315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조립 동작 변환 정보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4A75234-8B43-8534-D0F0-E2A934FA3CEC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82B58CB-0F4F-779B-8897-03579D7EB2BA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36B0944-DBF9-5E94-5B76-C6CFA4B0930E}"/>
              </a:ext>
            </a:extLst>
          </p:cNvPr>
          <p:cNvSpPr txBox="1"/>
          <p:nvPr/>
        </p:nvSpPr>
        <p:spPr>
          <a:xfrm>
            <a:off x="2854906" y="145306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773142D3-954C-56A6-78F1-69B678C6C2E1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58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CEA1-45FB-B411-3200-0AB7D612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55F4A-532B-3F13-45AC-2628B2B0CAC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5EFC4F-E212-6097-4D40-6649CC596F8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0AA274E1-5DA7-8774-B2AD-D3CDDE19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485652EA-E70F-2BA7-E728-2B5566363F40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7636959E-6725-5F67-FDDB-E2ACEFA9EBA7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923FB506-4023-C279-438D-ABA696420DE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88ADE2-BD82-3C15-4FFF-9E0B2379A7D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A152C1D7-142C-1C5D-2B51-A8C32148AE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2802847-2384-83DE-51FE-0070A62468C8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CAD9809A-D98E-8B9A-337C-4B8FDAF2FA0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CFA829B-2463-577D-2CFE-8277CD1728C1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7CE9AD1-0DA6-77FE-5B32-865F719D7F9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1F0AAE8-8EE4-8F19-B51B-29178744A145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2A5D612-72D0-446F-3538-E9FD1703CF6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BE9972EA-B477-D21F-3996-E07CB3C8C19E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4D0859EE-E9FC-99D0-436E-BD1285448705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B898550-3562-8C64-50C2-BFDA8895943C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D331E69-9BC0-3DAB-97DA-E5E0D0AEC2E0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B155D59-C8D9-1CAE-24C1-54E49C029EC7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1C0E0706-0E37-4272-24CE-164F3162B634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BB15279-1CC4-4615-6832-B49C47934384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8F806C6-130F-26B5-DE5E-2B8A528DCCBF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789EC82-7368-B06D-5A70-887AA3FA470B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3C602CC-E957-6B6B-02A1-0A54923A1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5C567D1-90AD-F93C-BDB3-D78B9C380D5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318FF6C0-BB28-9CE7-E7B5-93C1BE9004DE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C97B2F04-0D32-C4CE-DD1A-00F73C663CD5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1000" dirty="0"/>
              <a:t>State </a:t>
            </a:r>
            <a:r>
              <a:rPr lang="ko-KR" altLang="en-US" sz="1000" dirty="0"/>
              <a:t>관리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CF51AD97-481B-C626-2A55-DCA039E27A57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13354392-1DB7-3C42-DCB8-86C9A1D21588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92F8BC9-5386-D154-95C0-97B27DC9244C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6A760E-952E-C7B2-4AB1-46A4998EBD4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6035955-F3B9-8EF2-FD92-C1B343F74B3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F0BA2200-013E-90D2-14DA-57C2CC6F6BF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56842F80-EAA1-6117-06F6-E46DD7FD8D15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033FE40-895F-845A-790B-19361382DC2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209B8716-9E8D-2EAF-643A-C3988A73F8B4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64FB4C3-0784-FAD3-B040-85A4CA4D0735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C9B701-0B94-2DF6-0682-338014FEF9EF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49D090FC-474F-00DB-58E4-3FBC4A8283F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0B8AC133-66BF-F3B5-A353-D65D014885AB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85845D9E-9244-3AAE-413D-59EBB27A27F2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CA5AAF91-3992-BB70-4FC9-D293D1F3527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4E59459A-BF40-3326-CCA2-C46DCCCE8A3C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CCF57524-0716-E034-FEE4-3F2E87A75B0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FB3916C7-2B98-BB31-6D03-D24F29990287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36BEAC1A-86D1-7D6B-B3E0-062AEDEF08FB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CE07F614-5966-A477-98C7-C326EE7E1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4F6ADFC2-5CB8-10ED-CE9D-0A2E19EAE8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3298094-E57C-5631-9EB7-BFBF7A3163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64AED391-B3F7-C6EE-EF40-3ADB48E4122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E61F38F0-34C2-C7E2-C32E-8F115487F65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BD4D4892-D93F-FDBC-A4F6-201D3991B18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FEE60894-0D94-3F31-89F9-2BF9879F123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77993F7-131D-1C19-AF72-34314CED9D1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2FCE860-18B9-BD16-7687-6B0668B0FB87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0DE3F739-6DCE-A734-8920-F309B89E2FE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A581293-47C5-68B1-5C56-7F7CE9D4CB0B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70134E-602D-0562-DD91-DF56A7F249D7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BF9B49E-DF41-B8E6-DD49-56C7ACDB56DD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C2FAFF8-0C46-3B20-A580-9DF6F3CB62AC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E6BD894-EC77-951E-B7C3-8B0913206202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20D9517-F4C2-ED3C-D2D7-EF0C3A13ED9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BA3B751-054C-0FC6-5304-B7CF001CE21E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43BCE7B-C106-E201-5208-B20C3545F3AA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677DD328-9363-7B02-BB87-B1B216B50A2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7491B88-4152-C987-C46C-932AAC5B4FA8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DEC6D8A-F480-A425-13BD-84498940DC98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C4BC8F27-BD2F-0F21-F269-47C096DFE2C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FA22B76A-F564-0659-5778-9C348C7F6004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436A48CF-4573-A56E-07D2-2344405C387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A4A9855F-5581-A7C2-43BD-4377E37C17B1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E7BE733A-5C95-298A-B234-9785F5780D91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9C5EAEB5-FC7D-E392-E848-80FB619F4152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2C2744A-B94E-B011-DD7F-3B7B0666AE2D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5562E7B9-0133-CFA8-4556-42B42DE19084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B33568C3-6279-BF13-65D2-D1E466A3415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213081-5669-82E1-98A2-18C63FAB6282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C709F466-D8B2-C37B-86FF-CE481833F531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57E54066-F25F-8F44-B243-9915D7E74FBC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CF451ED-59FD-CE36-736B-3684FB39BBE1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D0D2A4F-88C3-6031-88D7-BA2E847ADAD4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39913B39-CAA0-FD10-7973-E9ADAEE0573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67B848A8-E8E3-6A00-922F-169C8AA0CB6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890CC6B-24D0-297B-0EEE-6747EAD5CBE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CC371BB4-8BF7-8AF8-CCEF-295F16C181F6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ECA401A7-1D14-DE61-DC79-2FAB05BEF7EE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FEA5AAE6-754C-2BC4-6AC8-D471C35B21A4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36BB4384-91BF-DF0D-808D-AD992E517EC9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600BF639-F80F-2A8E-0314-55246777DEEE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6B2BC91B-ADAF-D160-1CD6-EE0B049A053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4B9E95E7-D789-B7E9-8298-8DF561342D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719E072-FD52-7FF6-A988-6DCD74170D97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02EFA400-8874-6D1C-F7A5-0503595878C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B92FBBA6-980E-D7D8-5DA2-CF590D2010A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ED2F36A1-A068-56DA-A8CD-BF24325838CD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566E21C5-AE84-1DB1-617F-D48D2E5C184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40624719-9064-DC5A-D63E-A57D0DE89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D16D8D93-EEE9-AE4B-A488-8027BEEC8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25F0C2C6-AAC2-8310-F92D-E57C53E4D5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E2D7DB22-911C-5EBC-B549-AF19C8218324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856DD502-5228-2F07-3750-A6648E3E1A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440E1E6D-EF81-14BF-40FF-B124BAD945F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5D97799E-C265-5406-EB0C-84090F7AF9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868F9A29-4858-A33D-D656-F141FB3CCDE2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DCA51D6C-6888-98A3-08B9-2871692EC640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6269C2B2-B903-6F3C-C099-89EE98CE8C13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84BDA599-7392-A107-2973-CB5020B82D61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8FCFF38-ACB5-DF5A-C586-439534CC61C1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4704E47-347D-43C4-1B80-4AB5E6319DFA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61988A46-122B-06BB-5DF1-156FA632DC65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9C91A7C7-A578-3886-7FDB-6A3F4017D0A5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819EB86C-9339-0CBC-7B7D-03C5048B094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FA65DFE1-3345-7205-77C4-475E01DF0E8B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44686D4A-4A5C-092F-0A76-9717FF25351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F7C57E27-243C-E239-2D1A-FD334D0EFED7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B98AA4A5-1EF7-5173-1402-36C6CB19CEC3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AD4A42D-6CD0-3222-8F1C-9193F19A3698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9C3FA1F2-91E9-6822-6154-2FD3D139E9E8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499EED1F-B889-C373-1633-F0D589B6B823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3F0C707B-3A2A-E739-D190-0D18E0C358A0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DE16976D-9307-33B9-90C2-6F1271DE03B8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75EF447-471E-AEBC-45AB-E4D7A2F9125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43873DF-393E-8D36-D585-B32715B436E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D11103C2-6504-2740-D3AD-D9306EC2B6B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261EAF7D-AE75-37EB-3C98-81D394842239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D74AA640-76E2-6C0A-E21E-BDD0B21D9382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A58C65-B87F-35FA-89EE-94AADB874E51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BFB1A6C5-11C2-A922-2C19-D2FBE8A235EF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49BA483E-0C14-7D51-741B-405D473E0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896E70A-51C7-D1F0-3C8D-170E8072A3B0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2E0D883F-B103-89C3-C644-BF20818237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CA4B1BCC-9D9C-258D-667B-E2361B5547CC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6BAA71B-C5BC-70DA-44BF-64F7BD104342}"/>
              </a:ext>
            </a:extLst>
          </p:cNvPr>
          <p:cNvGrpSpPr/>
          <p:nvPr/>
        </p:nvGrpSpPr>
        <p:grpSpPr>
          <a:xfrm>
            <a:off x="556781" y="1397673"/>
            <a:ext cx="4862271" cy="3948156"/>
            <a:chOff x="242952" y="1141171"/>
            <a:chExt cx="4862271" cy="3948156"/>
          </a:xfrm>
        </p:grpSpPr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2A1C621A-A679-686B-EC00-3830270320E5}"/>
                </a:ext>
              </a:extLst>
            </p:cNvPr>
            <p:cNvCxnSpPr>
              <a:cxnSpLocks/>
            </p:cNvCxnSpPr>
            <p:nvPr/>
          </p:nvCxnSpPr>
          <p:spPr>
            <a:xfrm>
              <a:off x="3607834" y="1805162"/>
              <a:ext cx="550879" cy="5003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CD89D2B8-A2F9-288A-9095-1AF6D21B2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509" y="2752227"/>
              <a:ext cx="607270" cy="5816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>
              <a:extLst>
                <a:ext uri="{FF2B5EF4-FFF2-40B4-BE49-F238E27FC236}">
                  <a16:creationId xmlns:a16="http://schemas.microsoft.com/office/drawing/2014/main" id="{BC722343-0ADE-CDE6-48AD-DF2D544A50A5}"/>
                </a:ext>
              </a:extLst>
            </p:cNvPr>
            <p:cNvCxnSpPr>
              <a:cxnSpLocks/>
            </p:cNvCxnSpPr>
            <p:nvPr/>
          </p:nvCxnSpPr>
          <p:spPr>
            <a:xfrm>
              <a:off x="2345674" y="2291190"/>
              <a:ext cx="1769840" cy="2413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51DCB257-AEEA-E45E-FB05-91260A374496}"/>
                </a:ext>
              </a:extLst>
            </p:cNvPr>
            <p:cNvSpPr/>
            <p:nvPr/>
          </p:nvSpPr>
          <p:spPr>
            <a:xfrm>
              <a:off x="242952" y="3333864"/>
              <a:ext cx="3320054" cy="1575662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51A9A663-E421-C285-825A-C3FB350D0A12}"/>
                </a:ext>
              </a:extLst>
            </p:cNvPr>
            <p:cNvSpPr/>
            <p:nvPr/>
          </p:nvSpPr>
          <p:spPr>
            <a:xfrm>
              <a:off x="2489789" y="1141171"/>
              <a:ext cx="1043027" cy="1941745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FDADF5EA-8266-3D2B-8A16-E1CDD39C7E3B}"/>
                </a:ext>
              </a:extLst>
            </p:cNvPr>
            <p:cNvSpPr/>
            <p:nvPr/>
          </p:nvSpPr>
          <p:spPr>
            <a:xfrm>
              <a:off x="244709" y="1141171"/>
              <a:ext cx="2055792" cy="1941745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82EB3B4-560F-C955-86CD-F98D2BA04181}"/>
                </a:ext>
              </a:extLst>
            </p:cNvPr>
            <p:cNvGrpSpPr/>
            <p:nvPr/>
          </p:nvGrpSpPr>
          <p:grpSpPr>
            <a:xfrm>
              <a:off x="4057437" y="3504445"/>
              <a:ext cx="1047786" cy="1264552"/>
              <a:chOff x="7917849" y="1193508"/>
              <a:chExt cx="1067656" cy="1198726"/>
            </a:xfrm>
          </p:grpSpPr>
          <p:pic>
            <p:nvPicPr>
              <p:cNvPr id="36" name="그래픽 35" descr="데이터베이스 단색으로 채워진">
                <a:extLst>
                  <a:ext uri="{FF2B5EF4-FFF2-40B4-BE49-F238E27FC236}">
                    <a16:creationId xmlns:a16="http://schemas.microsoft.com/office/drawing/2014/main" id="{07B9103C-9EBE-6B63-AC26-A747C9C0D1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0B6470-8C69-10F7-8BA9-1952C4812CB2}"/>
                  </a:ext>
                </a:extLst>
              </p:cNvPr>
              <p:cNvSpPr txBox="1"/>
              <p:nvPr/>
            </p:nvSpPr>
            <p:spPr>
              <a:xfrm>
                <a:off x="7917849" y="2012952"/>
                <a:ext cx="1067656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조립 관계 정보 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데이터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2E2BC443-6C24-805B-DD74-9B99BBA63020}"/>
                </a:ext>
              </a:extLst>
            </p:cNvPr>
            <p:cNvGrpSpPr/>
            <p:nvPr/>
          </p:nvGrpSpPr>
          <p:grpSpPr>
            <a:xfrm>
              <a:off x="4031990" y="2096158"/>
              <a:ext cx="1070854" cy="1270661"/>
              <a:chOff x="7903782" y="1193508"/>
              <a:chExt cx="1091161" cy="1204517"/>
            </a:xfrm>
          </p:grpSpPr>
          <p:pic>
            <p:nvPicPr>
              <p:cNvPr id="120" name="그래픽 119" descr="데이터베이스 단색으로 채워진">
                <a:extLst>
                  <a:ext uri="{FF2B5EF4-FFF2-40B4-BE49-F238E27FC236}">
                    <a16:creationId xmlns:a16="http://schemas.microsoft.com/office/drawing/2014/main" id="{7B2D97A5-05DB-EDB4-6412-C2BED6A30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744307-EE4B-D7D8-0C9C-16D863C1E0EB}"/>
                  </a:ext>
                </a:extLst>
              </p:cNvPr>
              <p:cNvSpPr txBox="1"/>
              <p:nvPr/>
            </p:nvSpPr>
            <p:spPr>
              <a:xfrm>
                <a:off x="7903782" y="2018743"/>
                <a:ext cx="1091161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부품 특성 정보 데이터</a:t>
                </a:r>
              </a:p>
            </p:txBody>
          </p:sp>
        </p:grpSp>
        <p:pic>
          <p:nvPicPr>
            <p:cNvPr id="174" name="그림 173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05F5D1F-CECF-0463-0AB1-5D9A7F8DB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027" y="3734734"/>
              <a:ext cx="1881704" cy="1354593"/>
            </a:xfrm>
            <a:prstGeom prst="rect">
              <a:avLst/>
            </a:prstGeom>
          </p:spPr>
        </p:pic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4530394-72EA-9075-A657-C3554D875543}"/>
                </a:ext>
              </a:extLst>
            </p:cNvPr>
            <p:cNvSpPr/>
            <p:nvPr/>
          </p:nvSpPr>
          <p:spPr>
            <a:xfrm>
              <a:off x="1507852" y="3800019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1A40A2E3-A9B9-0AFE-4E2E-BFA5E0AA4BF7}"/>
                </a:ext>
              </a:extLst>
            </p:cNvPr>
            <p:cNvSpPr/>
            <p:nvPr/>
          </p:nvSpPr>
          <p:spPr>
            <a:xfrm>
              <a:off x="2573175" y="3978765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30FFD39-F22F-E957-129E-6D4597E3837E}"/>
                </a:ext>
              </a:extLst>
            </p:cNvPr>
            <p:cNvSpPr/>
            <p:nvPr/>
          </p:nvSpPr>
          <p:spPr>
            <a:xfrm>
              <a:off x="1213345" y="4232328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34662278-7232-B1C6-C0FE-630F178EC63C}"/>
                </a:ext>
              </a:extLst>
            </p:cNvPr>
            <p:cNvSpPr/>
            <p:nvPr/>
          </p:nvSpPr>
          <p:spPr>
            <a:xfrm>
              <a:off x="1111660" y="4538323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B467D13-7FA7-3CC6-429D-94D76B1696F4}"/>
                </a:ext>
              </a:extLst>
            </p:cNvPr>
            <p:cNvSpPr/>
            <p:nvPr/>
          </p:nvSpPr>
          <p:spPr>
            <a:xfrm>
              <a:off x="429119" y="3557934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M6 </a:t>
              </a:r>
              <a:r>
                <a:rPr lang="ko-KR" altLang="en-US" sz="800" dirty="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25793C5D-900B-512B-DA06-9F99AFBB96F2}"/>
                </a:ext>
              </a:extLst>
            </p:cNvPr>
            <p:cNvCxnSpPr>
              <a:cxnSpLocks/>
              <a:stCxn id="176" idx="4"/>
              <a:endCxn id="174" idx="3"/>
            </p:cNvCxnSpPr>
            <p:nvPr/>
          </p:nvCxnSpPr>
          <p:spPr>
            <a:xfrm flipH="1">
              <a:off x="2613731" y="4267134"/>
              <a:ext cx="413206" cy="1448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7268C44-F2CF-F057-9C85-F98E228F6BF9}"/>
                </a:ext>
              </a:extLst>
            </p:cNvPr>
            <p:cNvCxnSpPr>
              <a:cxnSpLocks/>
              <a:stCxn id="175" idx="4"/>
              <a:endCxn id="177" idx="0"/>
            </p:cNvCxnSpPr>
            <p:nvPr/>
          </p:nvCxnSpPr>
          <p:spPr>
            <a:xfrm flipH="1">
              <a:off x="1294543" y="4073913"/>
              <a:ext cx="568090" cy="1584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8B75E997-5F38-CFBD-20B4-6816499FB36D}"/>
                </a:ext>
              </a:extLst>
            </p:cNvPr>
            <p:cNvCxnSpPr>
              <a:cxnSpLocks/>
              <a:stCxn id="179" idx="5"/>
              <a:endCxn id="178" idx="1"/>
            </p:cNvCxnSpPr>
            <p:nvPr/>
          </p:nvCxnSpPr>
          <p:spPr>
            <a:xfrm>
              <a:off x="1034768" y="3791717"/>
              <a:ext cx="100674" cy="76478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3" name="그림 182" descr="가방, 액세서리, 수하물 및 가방, 핸드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900F164-21C3-3AB8-77D6-30336DA3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862" b="95172" l="9735" r="89381">
                          <a14:foregroundMark x1="16372" y1="89310" x2="59735" y2="88621"/>
                          <a14:foregroundMark x1="16814" y1="87586" x2="17699" y2="95517"/>
                          <a14:foregroundMark x1="37611" y1="46897" x2="36726" y2="43793"/>
                          <a14:foregroundMark x1="43363" y1="43793" x2="37168" y2="48276"/>
                          <a14:foregroundMark x1="39823" y1="43793" x2="35398" y2="47586"/>
                          <a14:foregroundMark x1="30973" y1="9655" x2="37168" y2="5862"/>
                          <a14:foregroundMark x1="42035" y1="5862" x2="68584" y2="7586"/>
                          <a14:foregroundMark x1="89381" y1="23793" x2="87611" y2="28966"/>
                          <a14:foregroundMark x1="43363" y1="11379" x2="76106" y2="22414"/>
                          <a14:foregroundMark x1="74336" y1="18276" x2="35841" y2="27241"/>
                          <a14:foregroundMark x1="36283" y1="13448" x2="67699" y2="23103"/>
                          <a14:foregroundMark x1="80088" y1="25172" x2="31416" y2="28276"/>
                          <a14:foregroundMark x1="31416" y1="28276" x2="78761" y2="25172"/>
                          <a14:foregroundMark x1="78761" y1="25172" x2="31858" y2="21724"/>
                          <a14:foregroundMark x1="31858" y1="21724" x2="72566" y2="13103"/>
                          <a14:foregroundMark x1="67699" y1="12069" x2="67257" y2="12414"/>
                          <a14:foregroundMark x1="65929" y1="13448" x2="46460" y2="14138"/>
                          <a14:foregroundMark x1="44690" y1="16207" x2="43805" y2="14483"/>
                          <a14:foregroundMark x1="41150" y1="16897" x2="37611" y2="179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244" y="1209894"/>
              <a:ext cx="1030922" cy="1322865"/>
            </a:xfrm>
            <a:prstGeom prst="rect">
              <a:avLst/>
            </a:pr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690BF4F1-E078-0190-9948-07A30D73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761" b="99114" l="2134" r="96692">
                          <a14:foregroundMark x1="3949" y1="23338" x2="10352" y2="26145"/>
                          <a14:foregroundMark x1="10352" y1="26145" x2="10139" y2="26588"/>
                          <a14:foregroundMark x1="29456" y1="9453" x2="41622" y2="5318"/>
                          <a14:foregroundMark x1="41622" y1="5318" x2="35432" y2="10487"/>
                          <a14:foregroundMark x1="35432" y1="10487" x2="30950" y2="9453"/>
                          <a14:foregroundMark x1="40448" y1="4284" x2="47385" y2="3545"/>
                          <a14:foregroundMark x1="47385" y1="3545" x2="57204" y2="5908"/>
                          <a14:foregroundMark x1="57204" y1="5908" x2="61259" y2="10931"/>
                          <a14:foregroundMark x1="88367" y1="33235" x2="92529" y2="40030"/>
                          <a14:foregroundMark x1="92529" y1="40030" x2="94450" y2="52142"/>
                          <a14:foregroundMark x1="94450" y1="52142" x2="91249" y2="64106"/>
                          <a14:foregroundMark x1="91249" y1="64106" x2="86766" y2="71344"/>
                          <a14:foregroundMark x1="86766" y1="71344" x2="86980" y2="71787"/>
                          <a14:foregroundMark x1="94664" y1="41359" x2="93810" y2="53176"/>
                          <a14:foregroundMark x1="59232" y1="88626" x2="71291" y2="93501"/>
                          <a14:foregroundMark x1="71291" y1="93501" x2="72892" y2="92024"/>
                          <a14:foregroundMark x1="71825" y1="94535" x2="66702" y2="99261"/>
                          <a14:foregroundMark x1="38847" y1="76366" x2="39488" y2="79173"/>
                          <a14:foregroundMark x1="3735" y1="24077" x2="2668" y2="27326"/>
                          <a14:foregroundMark x1="2241" y1="27326" x2="3308" y2="25849"/>
                          <a14:foregroundMark x1="5550" y1="22304" x2="7257" y2="19498"/>
                          <a14:foregroundMark x1="73319" y1="16544" x2="77695" y2="22304"/>
                          <a14:foregroundMark x1="77695" y1="22304" x2="78869" y2="23043"/>
                          <a14:foregroundMark x1="96265" y1="44609" x2="96692" y2="54948"/>
                          <a14:foregroundMark x1="96692" y1="54948" x2="92850" y2="66765"/>
                        </a14:backgroundRemoval>
                      </a14:imgEffect>
                    </a14:imgLayer>
                  </a14:imgProps>
                </a:ext>
              </a:extLst>
            </a:blip>
            <a:srcRect t="11721" r="75466" b="40201"/>
            <a:stretch>
              <a:fillRect/>
            </a:stretch>
          </p:blipFill>
          <p:spPr>
            <a:xfrm>
              <a:off x="2558479" y="1448435"/>
              <a:ext cx="889864" cy="1259949"/>
            </a:xfrm>
            <a:prstGeom prst="rect">
              <a:avLst/>
            </a:prstGeom>
          </p:spPr>
        </p:pic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9CF5A378-1B09-F1A7-ACD8-DF1901A5D9FB}"/>
                </a:ext>
              </a:extLst>
            </p:cNvPr>
            <p:cNvSpPr/>
            <p:nvPr/>
          </p:nvSpPr>
          <p:spPr>
            <a:xfrm>
              <a:off x="2590775" y="2514417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 err="1">
                  <a:latin typeface="+mj-ea"/>
                  <a:ea typeface="+mj-ea"/>
                </a:rPr>
                <a:t>나사탭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7193DB33-CED3-20B1-05E4-EB03A5F97374}"/>
                </a:ext>
              </a:extLst>
            </p:cNvPr>
            <p:cNvSpPr/>
            <p:nvPr/>
          </p:nvSpPr>
          <p:spPr>
            <a:xfrm>
              <a:off x="3015612" y="203179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1C044E89-8C1B-E38B-98AD-57878733BEDF}"/>
                </a:ext>
              </a:extLst>
            </p:cNvPr>
            <p:cNvCxnSpPr>
              <a:cxnSpLocks/>
              <a:stCxn id="187" idx="0"/>
              <a:endCxn id="195" idx="3"/>
            </p:cNvCxnSpPr>
            <p:nvPr/>
          </p:nvCxnSpPr>
          <p:spPr>
            <a:xfrm flipV="1">
              <a:off x="2950026" y="2137723"/>
              <a:ext cx="89368" cy="37669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79A76484-B7E5-6F43-5909-0DAC94A3A331}"/>
                </a:ext>
              </a:extLst>
            </p:cNvPr>
            <p:cNvSpPr/>
            <p:nvPr/>
          </p:nvSpPr>
          <p:spPr>
            <a:xfrm>
              <a:off x="309437" y="2631165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1F5C6E9-4209-F147-00AD-A91D0508B0CB}"/>
                </a:ext>
              </a:extLst>
            </p:cNvPr>
            <p:cNvSpPr/>
            <p:nvPr/>
          </p:nvSpPr>
          <p:spPr>
            <a:xfrm>
              <a:off x="1063201" y="198452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0F0C9093-93C7-13F8-1404-11CCA68DDB65}"/>
                </a:ext>
              </a:extLst>
            </p:cNvPr>
            <p:cNvSpPr/>
            <p:nvPr/>
          </p:nvSpPr>
          <p:spPr>
            <a:xfrm>
              <a:off x="1071112" y="1861125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77ED0C3D-E41C-9337-526A-16D2AECE5665}"/>
                </a:ext>
              </a:extLst>
            </p:cNvPr>
            <p:cNvSpPr/>
            <p:nvPr/>
          </p:nvSpPr>
          <p:spPr>
            <a:xfrm>
              <a:off x="1339185" y="2577798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F27C2028-C3A6-2FEE-CE3C-2EEA43F7E8A6}"/>
                </a:ext>
              </a:extLst>
            </p:cNvPr>
            <p:cNvCxnSpPr>
              <a:cxnSpLocks/>
              <a:stCxn id="219" idx="0"/>
              <a:endCxn id="217" idx="5"/>
            </p:cNvCxnSpPr>
            <p:nvPr/>
          </p:nvCxnSpPr>
          <p:spPr>
            <a:xfrm flipH="1" flipV="1">
              <a:off x="1209726" y="1967054"/>
              <a:ext cx="566767" cy="61074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9DA4BDB9-41FF-B0AA-5797-3AD096DFBCDD}"/>
                </a:ext>
              </a:extLst>
            </p:cNvPr>
            <p:cNvCxnSpPr>
              <a:cxnSpLocks/>
              <a:stCxn id="200" idx="0"/>
              <a:endCxn id="216" idx="3"/>
            </p:cNvCxnSpPr>
            <p:nvPr/>
          </p:nvCxnSpPr>
          <p:spPr>
            <a:xfrm flipV="1">
              <a:off x="746745" y="2090453"/>
              <a:ext cx="340238" cy="54071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7977A8C8-D567-700B-E8FE-6F375367B151}"/>
                </a:ext>
              </a:extLst>
            </p:cNvPr>
            <p:cNvCxnSpPr>
              <a:stCxn id="200" idx="4"/>
              <a:endCxn id="179" idx="0"/>
            </p:cNvCxnSpPr>
            <p:nvPr/>
          </p:nvCxnSpPr>
          <p:spPr>
            <a:xfrm>
              <a:off x="746745" y="3053470"/>
              <a:ext cx="37155" cy="504464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06ED4122-2B62-50CF-1541-6B967E818D39}"/>
                </a:ext>
              </a:extLst>
            </p:cNvPr>
            <p:cNvCxnSpPr>
              <a:stCxn id="219" idx="4"/>
              <a:endCxn id="175" idx="0"/>
            </p:cNvCxnSpPr>
            <p:nvPr/>
          </p:nvCxnSpPr>
          <p:spPr>
            <a:xfrm>
              <a:off x="1776493" y="3000103"/>
              <a:ext cx="86140" cy="799916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02121805-BD85-0DF8-A47E-0928C40ADD3C}"/>
                </a:ext>
              </a:extLst>
            </p:cNvPr>
            <p:cNvCxnSpPr>
              <a:cxnSpLocks/>
              <a:stCxn id="187" idx="4"/>
              <a:endCxn id="176" idx="0"/>
            </p:cNvCxnSpPr>
            <p:nvPr/>
          </p:nvCxnSpPr>
          <p:spPr>
            <a:xfrm>
              <a:off x="2950026" y="2936722"/>
              <a:ext cx="76911" cy="1042043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>
              <a:extLst>
                <a:ext uri="{FF2B5EF4-FFF2-40B4-BE49-F238E27FC236}">
                  <a16:creationId xmlns:a16="http://schemas.microsoft.com/office/drawing/2014/main" id="{FFB828EF-AA4F-3935-0DEE-53E6DB9BB5AA}"/>
                </a:ext>
              </a:extLst>
            </p:cNvPr>
            <p:cNvCxnSpPr>
              <a:cxnSpLocks/>
            </p:cNvCxnSpPr>
            <p:nvPr/>
          </p:nvCxnSpPr>
          <p:spPr>
            <a:xfrm>
              <a:off x="2977933" y="3208903"/>
              <a:ext cx="1159109" cy="59108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8BA49632-56E2-1B21-A31C-BDCE3D6BEDCE}"/>
                </a:ext>
              </a:extLst>
            </p:cNvPr>
            <p:cNvCxnSpPr>
              <a:cxnSpLocks/>
            </p:cNvCxnSpPr>
            <p:nvPr/>
          </p:nvCxnSpPr>
          <p:spPr>
            <a:xfrm>
              <a:off x="1805274" y="3280087"/>
              <a:ext cx="2331768" cy="660523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C3C37A6D-3F8A-3192-D192-11011A636470}"/>
                </a:ext>
              </a:extLst>
            </p:cNvPr>
            <p:cNvCxnSpPr>
              <a:cxnSpLocks/>
            </p:cNvCxnSpPr>
            <p:nvPr/>
          </p:nvCxnSpPr>
          <p:spPr>
            <a:xfrm>
              <a:off x="768821" y="3276740"/>
              <a:ext cx="3346693" cy="78656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F5C36AA4-EC72-4A5C-BDD7-33621BC8E250}"/>
                </a:ext>
              </a:extLst>
            </p:cNvPr>
            <p:cNvSpPr/>
            <p:nvPr/>
          </p:nvSpPr>
          <p:spPr>
            <a:xfrm>
              <a:off x="2328234" y="4321096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</p:grp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4E8D48C5-C0CB-8ECB-5A23-C5FBE250C7C2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F23B608-8EC4-266D-BB55-3EA56D534F9C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C9BC784-2BE1-9F75-6B8F-01F91094EDBB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EBECFDD4-2414-0F69-094B-D57C7D62CB22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345F155B-F6A3-4D0D-A953-6C5B15D9C78B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55A23F6-FC5A-680E-0716-E58A1D5E681D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F9CF643-0AB9-3E13-ED63-32E117DEB6DD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710502E-C17C-4D2C-B52E-19BF3C390865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843AFD4-CBD4-A8C9-819D-837BDC33FAC1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C6314CC-6BD4-49BC-1CDD-14EDF81FAF60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B93FE637-EE1F-8C88-1DD6-B5467B8C029C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76C3ECB2-DE62-B45E-9404-112C099A6285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CD5D781-973D-C9C2-1E8B-AC9610D41C03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E25648A9-9065-E687-56FE-7D7210745C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E6EBEC12-8C6B-FB4F-9420-1CE56B073A0D}"/>
              </a:ext>
            </a:extLst>
          </p:cNvPr>
          <p:cNvSpPr txBox="1"/>
          <p:nvPr/>
        </p:nvSpPr>
        <p:spPr>
          <a:xfrm>
            <a:off x="8007495" y="485765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791207D-21A4-5B80-C1EC-CB916EC06B33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55008C2-11E6-3460-52DC-5EE14F868BE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515412-01EA-4C50-D07F-3F671B1C80A8}"/>
              </a:ext>
            </a:extLst>
          </p:cNvPr>
          <p:cNvSpPr txBox="1"/>
          <p:nvPr/>
        </p:nvSpPr>
        <p:spPr>
          <a:xfrm>
            <a:off x="2854906" y="145306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9CC9B314-5341-2C51-7CEC-0000A001D82A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68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79C0-FD71-574F-D932-4084A102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D051B-5FCB-A920-78E0-51C8E394A1BA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126809-E8E4-AE0D-F05F-8B6F0AAF7019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0B2B4BD3-1584-E6C5-4665-680B0D934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4CE45E-F960-1659-392B-88F590617349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A875BB-C4CF-EFE3-5B94-8B9277F011FC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BD6BF40-6D1D-8A46-E470-14F9A21D7417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D291A4-00DE-95D3-2019-60DC67BC9F9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AC2FF2B-184D-A9AE-264B-665EC305279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C49834D-8C3E-063A-9BEA-2081BE3D5BF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FBF06E-0647-F9EA-D6CE-0D9FC108E5F8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BAD341AA-2302-19B7-465D-A8AE2AE6E9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0CCB7C0-0ECC-4BCD-1520-068BED56E8B7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B7E6B33-FB82-B849-D7C5-2228B361AAB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94A0BDF4-C86C-ED74-1F1A-A3B8BDD6DA5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57E1A46C-E1CD-FCC3-9C1D-CAC169579A02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1D7BA0C7-70F4-88B4-D2C4-A4D59F55FCC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9092F3FD-6188-0BA4-B81D-FC1A0FEEAE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9BF14AD-8F40-2F81-49FB-0CE520B2FE9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3DB624D-CE0E-F8A3-339C-383990141D0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09FCC8DE-7B5A-A780-F288-A2F4BD3AF66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32041089-047B-B6A5-D748-75109555B0A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0DC797DF-0CF8-8913-5B72-2DB5AAEA454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A9EDC97-8CB9-4060-86A1-65DF554A4945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00133D-B6D3-711D-3FAE-820BF38F6DC9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DFE0DB-6539-6868-0A44-BAB2C013984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5DC7B-2931-A4ED-D4A7-AE9F9CA12434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3A838C4-DDF6-2C65-FE2A-0CEA66FFB43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2DFBF81-BB3D-AD92-105A-242F23B2317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BBB9D6E7-DA1F-C73E-D38B-B1037065A75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C2AC406E-F332-1A96-5906-2943088117A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43BF04B-FEEA-29EE-CDA4-2683F13555ED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84AFDC-D90A-E33C-76A5-CC06E7528903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F54818-79B4-A019-315A-95A647B33BB9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511475-2ECC-944E-96FB-89E8F0DB3DE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F2A9F62B-19DD-D284-938A-31435FA92C77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1C90F51-61ED-8360-1212-98AE4727C09C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FBFE0A52-0633-698C-9635-DD99C12A802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01FE8BC-F884-B82C-4D93-B810F03AB256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7FEBE76-17EC-637B-CB9D-D9C4F65FB188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0F299E7F-BBC1-FE7E-4F7D-900B7576320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077A263C-97CE-90E2-DCBD-16B89F7DFC8A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8226FC1-CC41-952B-FB13-FDB164B8DD9C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55C290F-5028-D0EE-3B4B-A975D3F11441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0FCC272-62DE-868A-EE71-8A185C5C354E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25B684C0-7E3C-1C52-D7C6-3E9A660B8DD9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95E88703-8079-2594-C505-18C9F18DAC9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C3FFD9F-4151-32D7-0230-490246BBE11F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A3E187F5-E46F-9709-87AA-1B126AC0EFC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BF999D8A-F217-B978-1152-C3B0E3559EB5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80F7D0F2-DA42-EF12-DA05-1296D213D489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C65392C-1DB4-BC8A-B51C-105B1F52B31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C821C9-52DC-A496-A746-53314381576F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A34527B-8055-6D5C-57AF-3E72B6741005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9FFFB0-37F2-1805-5EF9-7F1DE5DB60E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62208C0-0599-A6EC-B128-CD8B06FA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3E322CE-BA37-1BB4-18ED-2E5CA08776D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EAB271A-C5BE-BB7A-018C-10C1BC70D286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2911E15-C895-52FD-C371-2E66E3A8E87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6AFED44-7BB9-72E5-E4DB-40E0BC4666D3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412EE1-31F3-E0C9-14F5-F171144767E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AED8F7-1A40-8154-B0CD-2580513DAEC0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C51A362-4A94-BE6D-4BFC-E8B6CEDD958E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5A6B06EF-A8CC-D5B5-612B-E5D40C593623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7D8E3E1-6F2B-D24C-C374-62BDBFB9EFCD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B9F6600-DE91-8DAA-F79B-5E51C34DBE02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44C508B1-BC54-106F-2377-096438C1A209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228C740B-15C5-E01C-657B-0D4CE6C71B9F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6B90D62C-A539-368C-099E-355DD1FF93E8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028D5C1C-C6D0-2A1B-7B57-EA0BD3C5763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1C881D1-2544-D5F2-8E52-522BC23840F4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8F053EB-9C62-8EE9-EF03-30E807345152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310E35A3-D92F-0D20-9A34-C589C51F55E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E1158138-7B2E-E441-1C59-95733B1DAAD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462C046C-F90A-91A6-037C-8C5878A3CADF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1D66D21-B2C1-C2EC-8992-E4E8BDF421E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FEE67BF-6A6B-791E-0D2B-617AF0F464F6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42C53F50-91B5-D08D-D9A7-8B043E5D4E94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9CE804B-1F02-350E-4F86-14354EA4BFE4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546E0925-6D7F-ABE2-2C30-58A4063AC6A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AD5F05-250A-D26E-F317-F1B4387AFE8F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A8DBC6B-F428-A667-0E7D-6A63EA676641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1D74680-55FB-1D5F-6F35-0F86A2FADF2A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841AE5-118A-ACCB-5EF8-D9C4B4CC2E7A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45F674F8-B706-A05A-328C-D825BCC0D5E5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5C2607-7407-0A07-2435-69F40F443F9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A63088C-D146-B4BD-35F8-2C872B33B69A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B189A56-7835-052F-0FD7-2C6AF47B9DB5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63BD5D11-1833-E985-5150-354AD65DD63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BF1E8C0-1087-A4EF-901E-29F9D37D7C95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C19D0B27-8981-984E-8566-AEDC387DEF4F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4EFB7C0-F17B-1645-499C-C086EAFBC717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6726D8E0-70F0-0785-C096-AEA1447E1F82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418338A-95D0-2585-5FBB-3B79F40C59D0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50AE84D6-6F73-F6FA-9F54-C9AA07664D7F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C8A93056-D334-DD2E-CA06-0627B0968F76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E6809B6-B2AC-2A60-154F-E5ADE730353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D39C0BD9-EEF4-7C8C-B6C5-551E8E78188D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0BE368-55E1-FACE-F049-5DF9B6E31554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D8812394-4B58-D5EC-34F6-0088F7F82E9B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38A5D63-594B-C515-A2D7-96670B5F3C03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7B8A54-33F3-7D26-C765-6079AA9A86D2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93F4102E-4D19-34E7-0A5A-6C01033F8297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AD550CA-788F-179A-63A4-208CD04B17F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FC8C33E-75F6-76F4-BBC4-BCDCFBDA7F7D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43DBA519-23EB-4150-2F2A-FE0F3F33B796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71275980-D4A2-FBB9-1646-1C455CF2E23B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CDA64B31-38C6-21B9-9EF1-5F481A67E75E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C9EB5D23-F266-C7B3-9067-48BE6CF230EC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5705807-10A3-871B-8396-35ECEFF4425A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C1DF029E-4379-BA1B-9311-A282FE0E5708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03B1B11-365B-34B1-D3EB-385B1204288C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C655EDEB-B0C7-8EA2-5B60-E3695EE9448A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EB4C718-92FE-BD5E-A49D-0CB59743BAEA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CDA273-A793-F51B-CBDA-0B563C88398F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228CAF0-BADF-5EC8-648A-5301492BF20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254AB62-5B8F-D1C6-9027-A89FD5D623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6C09A67C-F0E1-F497-1ABF-E452DBF7C26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AA0AECB7-C907-26FF-DCCE-870360E0918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C46230C-18B5-D669-4DCA-FD66B51FCB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34839FD-95FE-16FF-7A02-BE3E6223ED2C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295340B-609F-E54D-267F-2D8E6FC96F5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EC255B6-1A65-6333-08F7-6E5111AFBBA7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F14D494-693C-F537-9273-D1AA8E14012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D3C8DC58-D60B-2777-449A-1B82D8BCC4C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5114DBBD-CD8A-281E-CCDD-85D5A9E16810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E471C64-71CE-077F-48EE-449BF780E9DA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E537F7F-C711-A60A-56D0-64C3CC4C5C7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03732C7-A2E9-DE78-97D8-08E39EFCCD0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92B23000-1D4E-9FEF-535B-3A634868CE9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1E1A0D6-B726-4EC2-3049-FF45236A848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5ED9A3F8-602A-3D71-132F-21AE1DCD5A3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BEE7765-E92B-8492-BFE1-73CEBC7F3B57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D24B854-38AD-0E15-BBAD-C7F575E97023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6A09FBC-6DF9-CB29-E9F0-86739D8488B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A11C792C-351A-7420-40B2-780E295136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C0D9716-5B63-E93F-2873-CC7293B8EE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14A7E4D-C21E-80C1-20BD-DF0B52CAAD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C2FB5E3-F362-2908-440B-C0AAD425EC2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4C4A30E-268C-95DA-90E4-3A5D4F0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770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060D-3BDF-958C-937D-3879B822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0C913C-B727-AC06-C792-1CD4BB3C4385}"/>
              </a:ext>
            </a:extLst>
          </p:cNvPr>
          <p:cNvSpPr/>
          <p:nvPr/>
        </p:nvSpPr>
        <p:spPr>
          <a:xfrm>
            <a:off x="133959" y="1790959"/>
            <a:ext cx="8849108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7D04F96-5557-5BA1-EC79-976A99F08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62447"/>
              </p:ext>
            </p:extLst>
          </p:nvPr>
        </p:nvGraphicFramePr>
        <p:xfrm>
          <a:off x="3417970" y="1824161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C0AEDEEE-7839-89AB-9E03-3F2D8BFA1B1B}"/>
              </a:ext>
            </a:extLst>
          </p:cNvPr>
          <p:cNvGrpSpPr/>
          <p:nvPr/>
        </p:nvGrpSpPr>
        <p:grpSpPr>
          <a:xfrm>
            <a:off x="1092884" y="2126362"/>
            <a:ext cx="948390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4D1ADD5E-23B1-84FC-DA53-D4EC19378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47E2DD-44B7-C1C6-65B6-2E6E2792270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D29453-1812-613C-4C38-FF1A8329DBEE}"/>
              </a:ext>
            </a:extLst>
          </p:cNvPr>
          <p:cNvGrpSpPr/>
          <p:nvPr/>
        </p:nvGrpSpPr>
        <p:grpSpPr>
          <a:xfrm>
            <a:off x="1766297" y="3097235"/>
            <a:ext cx="1102797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B3A7C4D-DF14-8DDD-1C32-B8D0FAF8B90C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324D1F5-2511-EABF-B65D-DB34F5006C7E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10F1E1C-3996-503E-F116-2DDA987E68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4AE0A652-820A-CF2E-300F-B8C342D75ED4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EA5A202-F83B-FDE7-053C-A006E8F8C1F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237694C4-FA13-3F08-2598-FC328D512BBB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1053A458-4F30-611D-6240-AACAD1459EBE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F55B9E5-8AF8-8DCE-8DB8-5F684150934D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0436E374-96DE-D71E-651B-ACCB46DDDA9D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FBDB2AE-2091-FD73-4E2E-F13AAA8351C0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B8608ADC-A497-3C5B-B2DF-C6111E6CF66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BEDEE843-16B5-B097-675F-5D242A864BE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3437D453-8790-B8B8-F674-55EAEE653CA4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2EB2043-EE67-FA36-CD10-03A7A36CB282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CE8667E4-6F15-CFA2-DB1F-4D6BA616AA1E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F8309532-B654-272E-F862-23B226CF62D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18E75310-BFDB-FEE9-F37D-EC2718BFFC5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AFA07C95-FE80-DB4B-9185-B35D85E5F37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95517-8261-B322-6113-45996B7CFD4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46DBB2-22C7-9D4B-581F-F8ABADB08DBD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69D0CC-82E9-70C4-C04D-22E4D851C7C5}"/>
              </a:ext>
            </a:extLst>
          </p:cNvPr>
          <p:cNvGrpSpPr/>
          <p:nvPr/>
        </p:nvGrpSpPr>
        <p:grpSpPr>
          <a:xfrm>
            <a:off x="3821135" y="3505503"/>
            <a:ext cx="415625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7541E99-0E66-74A4-A96A-E93A072E481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1C4DA42-C06E-BBC7-CBFD-EECA7A6630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9CF62A0-CA1B-E564-8DEC-82C079B78ED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CC92EC8-BE96-E5BF-9E4D-11AA0C9CD1F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047D027-EBB6-2C3D-B84E-3BED17A3ECA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4EE5D14-6BC3-0F22-DC86-C0D7E31224BA}"/>
              </a:ext>
            </a:extLst>
          </p:cNvPr>
          <p:cNvGrpSpPr/>
          <p:nvPr/>
        </p:nvGrpSpPr>
        <p:grpSpPr>
          <a:xfrm>
            <a:off x="136916" y="3397500"/>
            <a:ext cx="1102797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8F4D479-82A9-08A5-E751-1895168994F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352D03-F803-A8B8-6EBE-6C058572AB1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D1763DDD-E6CB-AA80-F123-D1BC2485CAEB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AF7FA65-AE3D-E295-CEC8-F79F38589CA5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4C8B2B09-6817-C7DA-01C5-3BEF6D76818C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E15BD3B-6B6F-EE28-9044-66C8D6CC990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A175FC2-6E63-2241-93E7-B58863223700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AE174C-390A-F9AD-6DAB-6ACB4807B85B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10879332-7B4A-3980-758A-38D22D206453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7BE924A4-4D35-9994-E572-C86DB1DE4103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F20B014-BD34-00B0-C82E-37B8A112EB2B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522614-EF23-CF36-CB96-9B4D42FD9A2A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A1C99F07-1BE7-5E16-0548-9694C0D1001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75838092-269E-11A7-68A8-18ACFFE38C0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B95C4D7-3241-4F62-EAB7-6CBBA541256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A9FE8B3-0920-1987-A5F5-FA374A88E6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F5E94977-0A53-4B15-49E1-41A346EA488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7B588995-20B9-9806-F4EF-89F4AB53E85C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D43A3AC-B02A-BF5E-AB94-95B1BCD956FA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A6CE55-F106-FD72-9400-7D8FBBA61260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B63C27D-2E25-8BB7-9D8F-69A26C17240D}"/>
              </a:ext>
            </a:extLst>
          </p:cNvPr>
          <p:cNvSpPr/>
          <p:nvPr/>
        </p:nvSpPr>
        <p:spPr>
          <a:xfrm>
            <a:off x="1298442" y="3441438"/>
            <a:ext cx="537274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3978AA-6B74-790E-B84A-1E0E2D3CAF1D}"/>
              </a:ext>
            </a:extLst>
          </p:cNvPr>
          <p:cNvGrpSpPr/>
          <p:nvPr/>
        </p:nvGrpSpPr>
        <p:grpSpPr>
          <a:xfrm>
            <a:off x="167265" y="1874131"/>
            <a:ext cx="1527869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A5D8B42-CA4C-E1CD-342D-219FEEDDC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966B2-F716-5CE9-975D-FAE9B5A810A1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348636C-0F8B-66E0-8C11-093233B71A52}"/>
              </a:ext>
            </a:extLst>
          </p:cNvPr>
          <p:cNvSpPr/>
          <p:nvPr/>
        </p:nvSpPr>
        <p:spPr>
          <a:xfrm>
            <a:off x="1115154" y="362353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774947D-260F-351F-30FA-9D3C08D67E53}"/>
              </a:ext>
            </a:extLst>
          </p:cNvPr>
          <p:cNvSpPr/>
          <p:nvPr/>
        </p:nvSpPr>
        <p:spPr>
          <a:xfrm>
            <a:off x="1878428" y="359235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B0B463-F9B4-8177-1302-510D4654081E}"/>
              </a:ext>
            </a:extLst>
          </p:cNvPr>
          <p:cNvSpPr/>
          <p:nvPr/>
        </p:nvSpPr>
        <p:spPr>
          <a:xfrm>
            <a:off x="2833910" y="3407995"/>
            <a:ext cx="772600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50C288A-F044-9AFB-7D94-7B3CCA4175F1}"/>
              </a:ext>
            </a:extLst>
          </p:cNvPr>
          <p:cNvGrpSpPr/>
          <p:nvPr/>
        </p:nvGrpSpPr>
        <p:grpSpPr>
          <a:xfrm>
            <a:off x="5770001" y="2126362"/>
            <a:ext cx="1142153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B8203E4-DDD2-4B87-A3FA-6C5BB390C723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04E870C-D439-F1EC-EEA6-DCD4AA743BA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B10B2DB-8A6B-DECD-4246-C6948172E2B0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4F97666-B19C-084A-CC9C-BEFE1E3A61A5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78D6D36D-B7ED-7D76-CA0B-B28CCD92E42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A69DD43-EE6F-4630-A66D-57620E585B84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BC766314-B238-D82A-9C18-BA61DEA2B12B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C2A0E27-AADC-EA64-1280-1E81C451604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592764AF-90B8-4732-BFF2-0420B7001851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2D60BDA2-B579-32CB-F50E-16A1DB591FDA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36B2630B-3F2F-79DF-D781-A0FFDDAC3389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FFDDD7AC-F04B-918B-86E6-CE794F71A190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CD069BE-0AB5-E8D2-120C-7B10C0A417D5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CA35F025-06F0-C8FF-831B-95BE1300E223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67D7ACC-6364-5E83-9E1D-A642BD05191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D421E4F9-4F9F-67B9-1773-1CC975D2BAE3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620D0DFF-C3F3-4F39-D59B-3F1B6F0F5428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58DD47-5262-415B-C24C-AF5999BF79C7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A417FADE-AC68-E0DB-98C7-A4524421FC0C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787CD84-9AF1-DC71-FD8D-BC0959D2D9E4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C9EF5D-A958-7DA6-4699-EF6E62A8AA6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1E776ED-A0DB-2A5B-0B5A-93EEB3BC3B6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9E10C90-45F2-92E1-9438-E04642E08F28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EE1F78D6-A084-65F6-55CF-A546CD058EA9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295FFD0-B7E5-132D-FE12-9BFD00E9AC9C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C7A64F6C-806D-2026-B077-47D0567D555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EB17C6E4-7032-ED51-B0C8-2442A62A1EB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449B7A50-2BB9-9C51-A00E-CA238C739F21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23753E70-E41B-506D-223E-02096C5CB84B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9284E376-B7AD-9EA2-4840-73930297EB4D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3F5AED85-7AEE-CB03-0343-7D88A81446C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68A343F-234A-4E6D-98F8-A89E3C8FF165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2E2C2F1-A5E7-38A7-A8C1-01C662A3832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9408F207-3A93-B11D-7967-F9204A39B25A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2FBDE5AF-F7E8-886C-2282-0E15F0A61510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B0F0C261-D7AC-7DD6-269C-546973BD230F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494E0C18-2344-56B8-0809-371361876FDE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767EC16-0987-BC50-B884-59E277F131B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9E4FD66-0C38-5852-3BE5-02E1DE7E6F16}"/>
              </a:ext>
            </a:extLst>
          </p:cNvPr>
          <p:cNvSpPr/>
          <p:nvPr/>
        </p:nvSpPr>
        <p:spPr>
          <a:xfrm>
            <a:off x="26519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F01CB59B-525B-5CA2-2F69-C7BD941A8A01}"/>
              </a:ext>
            </a:extLst>
          </p:cNvPr>
          <p:cNvSpPr/>
          <p:nvPr/>
        </p:nvSpPr>
        <p:spPr>
          <a:xfrm>
            <a:off x="3654534" y="358861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EE77C-95FB-7214-00F6-D17B98DCC208}"/>
              </a:ext>
            </a:extLst>
          </p:cNvPr>
          <p:cNvSpPr txBox="1"/>
          <p:nvPr/>
        </p:nvSpPr>
        <p:spPr>
          <a:xfrm>
            <a:off x="3579025" y="3955568"/>
            <a:ext cx="878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5F867A69-EF8F-964B-3938-411A838AC942}"/>
              </a:ext>
            </a:extLst>
          </p:cNvPr>
          <p:cNvSpPr/>
          <p:nvPr/>
        </p:nvSpPr>
        <p:spPr>
          <a:xfrm>
            <a:off x="43174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CCFA05A-AFE8-A084-427C-52C39A2B986A}"/>
              </a:ext>
            </a:extLst>
          </p:cNvPr>
          <p:cNvSpPr/>
          <p:nvPr/>
        </p:nvSpPr>
        <p:spPr>
          <a:xfrm>
            <a:off x="4490137" y="3402305"/>
            <a:ext cx="96731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58BF315-8905-7816-1AB9-4FB0AE145ACF}"/>
              </a:ext>
            </a:extLst>
          </p:cNvPr>
          <p:cNvSpPr/>
          <p:nvPr/>
        </p:nvSpPr>
        <p:spPr>
          <a:xfrm>
            <a:off x="5532073" y="357139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A5DACB74-87FD-246F-9AB8-869BE45B05ED}"/>
              </a:ext>
            </a:extLst>
          </p:cNvPr>
          <p:cNvSpPr/>
          <p:nvPr/>
        </p:nvSpPr>
        <p:spPr>
          <a:xfrm>
            <a:off x="3937230" y="3217689"/>
            <a:ext cx="172809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06E7930-F92A-60E6-BB9E-3A8F10A4AD21}"/>
              </a:ext>
            </a:extLst>
          </p:cNvPr>
          <p:cNvSpPr/>
          <p:nvPr/>
        </p:nvSpPr>
        <p:spPr>
          <a:xfrm>
            <a:off x="6959077" y="3365505"/>
            <a:ext cx="1194832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9528E69-193B-5901-790E-A5A818CCD25B}"/>
              </a:ext>
            </a:extLst>
          </p:cNvPr>
          <p:cNvSpPr/>
          <p:nvPr/>
        </p:nvSpPr>
        <p:spPr>
          <a:xfrm>
            <a:off x="8278441" y="3536650"/>
            <a:ext cx="582856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7A07529D-B127-D0AC-4539-134274920FF9}"/>
              </a:ext>
            </a:extLst>
          </p:cNvPr>
          <p:cNvSpPr/>
          <p:nvPr/>
        </p:nvSpPr>
        <p:spPr>
          <a:xfrm>
            <a:off x="7251818" y="4368816"/>
            <a:ext cx="609351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DDCB933-7A52-96B6-BFDC-CFA3188BE422}"/>
              </a:ext>
            </a:extLst>
          </p:cNvPr>
          <p:cNvSpPr/>
          <p:nvPr/>
        </p:nvSpPr>
        <p:spPr>
          <a:xfrm>
            <a:off x="6918035" y="4835253"/>
            <a:ext cx="1276916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2D7B1E4A-85FE-D0BA-04E6-CD943B9B45F3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688315" y="4253022"/>
            <a:ext cx="6229719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F41E69D-510F-0051-9713-09A0D62214D7}"/>
              </a:ext>
            </a:extLst>
          </p:cNvPr>
          <p:cNvSpPr txBox="1"/>
          <p:nvPr/>
        </p:nvSpPr>
        <p:spPr>
          <a:xfrm>
            <a:off x="3442929" y="3013309"/>
            <a:ext cx="1150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6BC0F2A2-9600-2CA8-736A-53D931F00FBB}"/>
              </a:ext>
            </a:extLst>
          </p:cNvPr>
          <p:cNvSpPr/>
          <p:nvPr/>
        </p:nvSpPr>
        <p:spPr>
          <a:xfrm>
            <a:off x="1286249" y="3025566"/>
            <a:ext cx="537274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37584D-2C67-5115-AF92-415DACF49A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5E0B39-BF0F-2D25-4B37-72F7BA967F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E6D04066-DFA1-111A-88EE-C19893C2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BBD9C918-3E8C-A09C-CB50-E46D61B15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46323"/>
              </p:ext>
            </p:extLst>
          </p:nvPr>
        </p:nvGraphicFramePr>
        <p:xfrm>
          <a:off x="9403472" y="1712447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891C8BAE-C033-65E8-ABB8-6DE15299A9DC}"/>
              </a:ext>
            </a:extLst>
          </p:cNvPr>
          <p:cNvGrpSpPr/>
          <p:nvPr/>
        </p:nvGrpSpPr>
        <p:grpSpPr>
          <a:xfrm>
            <a:off x="9988175" y="3347128"/>
            <a:ext cx="1871653" cy="1620000"/>
            <a:chOff x="1700210" y="3490821"/>
            <a:chExt cx="1871653" cy="1620000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A1C7DA5C-104F-804A-743F-408BEEB05FED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F956E580-5FE0-1271-AFD2-B407D5ED576D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F12DD605-7F64-99EC-1635-2160F352B4DE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17204620-EF52-2006-138A-8F6750F69BE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1" name="타원 150">
                <a:extLst>
                  <a:ext uri="{FF2B5EF4-FFF2-40B4-BE49-F238E27FC236}">
                    <a16:creationId xmlns:a16="http://schemas.microsoft.com/office/drawing/2014/main" id="{FB916E53-C896-EAC2-BBE5-B335FA5705A1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7FFEC35F-6510-46FA-E087-D5700D7A06A7}"/>
              </a:ext>
            </a:extLst>
          </p:cNvPr>
          <p:cNvGrpSpPr/>
          <p:nvPr/>
        </p:nvGrpSpPr>
        <p:grpSpPr>
          <a:xfrm>
            <a:off x="9988177" y="2256190"/>
            <a:ext cx="1871646" cy="900000"/>
            <a:chOff x="1700212" y="2399883"/>
            <a:chExt cx="1871646" cy="900000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D7BA9EC4-828E-0159-6C84-12414DA9ADF1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E3B4C38F-C97C-F45B-0AE8-06088B7DE351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F14F3E6B-3D77-0AEF-4CBB-9B7AB6B46800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F3CB0449-9DB1-964C-2622-69F5E53CC38D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8ED96B2F-C7D1-B22A-0865-E0AF560B3B9C}"/>
              </a:ext>
            </a:extLst>
          </p:cNvPr>
          <p:cNvSpPr/>
          <p:nvPr/>
        </p:nvSpPr>
        <p:spPr>
          <a:xfrm>
            <a:off x="10123689" y="2382634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5E39614F-34D6-DEC0-14E4-B2B3A387CD0F}"/>
              </a:ext>
            </a:extLst>
          </p:cNvPr>
          <p:cNvSpPr/>
          <p:nvPr/>
        </p:nvSpPr>
        <p:spPr>
          <a:xfrm>
            <a:off x="10116766" y="2767901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01DE75C7-2312-F7A8-7F61-6CF089BBBA64}"/>
              </a:ext>
            </a:extLst>
          </p:cNvPr>
          <p:cNvSpPr/>
          <p:nvPr/>
        </p:nvSpPr>
        <p:spPr>
          <a:xfrm>
            <a:off x="10116766" y="4031128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E56AA6DC-3AD9-2038-0E12-BD481319E2BC}"/>
              </a:ext>
            </a:extLst>
          </p:cNvPr>
          <p:cNvSpPr/>
          <p:nvPr/>
        </p:nvSpPr>
        <p:spPr>
          <a:xfrm>
            <a:off x="10123261" y="3534395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8D342535-5BC1-1203-D9E4-570DC6079528}"/>
              </a:ext>
            </a:extLst>
          </p:cNvPr>
          <p:cNvSpPr/>
          <p:nvPr/>
        </p:nvSpPr>
        <p:spPr>
          <a:xfrm>
            <a:off x="10123262" y="4546112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EFD40F0-4BC0-6111-61F4-CFFB3678004C}"/>
              </a:ext>
            </a:extLst>
          </p:cNvPr>
          <p:cNvGrpSpPr/>
          <p:nvPr/>
        </p:nvGrpSpPr>
        <p:grpSpPr>
          <a:xfrm>
            <a:off x="4014745" y="2107247"/>
            <a:ext cx="369475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F67D10D-5BB5-606F-E26D-E8A8A5655A7F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B260F510-C91E-7529-DAF4-3A9981F9EC0C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E434308E-8178-013B-4CAB-A2E4FC035AB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E5A8898-A7A7-E63F-DD0D-32E920EB5FF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7C63929-92C2-331D-6835-5B96708062B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CA9F40-D342-B78C-E4CD-3E707A4A1410}"/>
              </a:ext>
            </a:extLst>
          </p:cNvPr>
          <p:cNvGrpSpPr/>
          <p:nvPr/>
        </p:nvGrpSpPr>
        <p:grpSpPr>
          <a:xfrm>
            <a:off x="4014745" y="2500096"/>
            <a:ext cx="369475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40E3BDB-3E77-F581-2F2C-38A2D4B81A52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485AFF0-9067-B2AF-D97A-CA3C4344BB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930E493-601A-A1E7-957F-A660B532EA6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5349F2AD-C226-2195-A61F-66BEB66EC9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028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AB94A8-5265-539C-B007-02DA14201091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135BF636-FECF-E0C6-6589-518450941791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83D62B3-3A74-F247-B607-11D67137600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AA2003-F876-8224-0313-70DD29D25489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BCCB547-F17E-B246-A26A-413B2FC1DAA9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8A322F57-11D6-053B-7DFC-6C61D1168394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292270D-8ABC-FACD-56A0-E14155DE7A1F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052F6D-9EE7-41A6-35C5-C4FF8573C0A7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3F09CD2-FC9D-5DD7-F41C-81C07B0A50D4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79B4AB9-BC59-9A7F-FCA1-318B0812560E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E69956F-C35E-6D8D-8D12-8ABA6C180F0B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BF69410-871A-E1F9-1D2A-9C06E0ACA25B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4A387B-778B-36D2-600D-346EA1BF1272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F0E1D04-BF37-FA9C-B006-BE94A1EF6695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890B4B-B502-C97F-ED81-B902E0905C1D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0B86574-018F-F618-09E0-18F8804ABC29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4DFD5F-161D-7927-3DB3-3264CF4D73FF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3868071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E093-F8EC-B1ED-A197-24D5827B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62AADCF-2D52-030C-0EAA-41ED470A57FD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A9A2A2E-A9D0-7072-FF5E-1FF83BDCF966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C911E948-5FED-0020-127F-E934FB4BC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306F24-4ABB-BAFA-8132-187B17F8AEE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1931F1-0D9F-FD8C-8CFD-D0EDEA5429F6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C6C8739-78E6-FC8E-17A0-3D698A76B870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B29AACE-2EE9-B848-B71D-E7F650212BB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12CFA5B8-F1D2-E0F2-0300-F75D53458EFF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EA1B666B-579D-E6AE-D177-99DA1316271A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8198EE5-4E90-9D82-1821-119F9E50237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E80BE367-9219-EBE0-B08C-BC4AEE23B2D6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237FA171-2F99-84E9-EA25-36EA3022A321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0766D92D-8530-1351-A3B6-C506A9E8F8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F831AFE0-9533-988B-DD0F-7D7ED86FB87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B42C72BD-859E-BD7F-AD83-4622D89357B9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7609542E-B929-9B8B-4E3C-B0A1160C70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81866C83-FE2A-1C55-45F0-64A69808B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0EA6D7AA-22BC-F9AF-9CE6-27E54F16C118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961E1C6-0359-B92F-7EF3-D1391C6FD025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391858B3-18AD-E536-D3C1-D7814AB6E01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E7F2FA8B-1F2E-4495-1065-44F39CB7E28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F90318E7-01F6-92C7-3135-A70AFDBFCD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4684BE74-EF39-7C08-D616-DEF460148B3E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6CDFF0-5CF4-DDE1-3DC4-261FD06662D8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E30A18-666D-5D2C-6689-5C98F14254BB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EC60C05-2862-BB6B-6639-AB6230143213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CCDFA4C-875B-20C4-FD54-6968330CCDA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D10996-A595-71B6-7A9A-4114D4FA523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83DCCD2-1908-3B9C-2CBD-BD879CECD57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DC306EED-5793-5262-EC38-51304D6FD2EB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1DCF3A2B-02EB-511D-7EFD-308CD4A8E18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F111E1B-8796-4BAC-6427-0B5BA3EFB936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16BE2D4-A188-02FF-D231-E32F7AF09C2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228D37A-233F-E22E-535E-341AA4B5CD4C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CD54B2B1-FF3E-84CD-EE97-4C1B6B97FBB1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4F4A7B39-F7B5-339A-A4A7-106955B66514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F4D0F87-C36B-641D-AE36-64DA8BE19AF5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CF8D49E-87A9-FD95-7787-B2BCCCD928DB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2B6F258A-42CC-13CA-62ED-A103F38519B3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BABE2C51-9B59-DEF2-32D9-F0C74EB2314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E6E01B84-5E99-A343-4F1F-82859E9E861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03F7E307-D8E2-5A4B-E847-C5622A6D60EA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EC68F647-596E-EA6C-D331-3C101964D6BE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0F6701BE-A23F-169B-5D15-FA3DD425F35F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7F433683-D193-B2CA-A8EC-419764B2B0E0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A8FB79DE-5533-F630-E9B2-075E01740672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66694B40-D84D-4E9E-5A50-ED3C7AEB3911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C082FD69-877B-7020-C306-4DA0AF25B7F5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4038121F-ED29-34B8-8108-EF84CB7970A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6138929C-82AE-0D21-01D7-6FEB0520F39E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1A83EA8C-F419-D06B-2A0C-93FCEDE224F6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7B0A4A-CA25-167F-A28F-8FC8FA051E7D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5C9AE1B-B891-34A2-D1D2-CBB0A711355C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78BD960-3985-8B74-B3A5-422B6C30EF22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68A8295A-F355-5578-68FA-8158E6712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E44115-B44A-09F2-1404-75205FBA352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D2006C7A-228D-6157-D405-C387F82E1E11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17ADE541-735E-025A-0B0E-8DA1238752F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A67A911-4600-40F0-A530-BBEF06995AB6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A7BDA96-3231-F6CF-A86D-C85C7DB054B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126CBC-DEA7-1554-FA0F-C3E5822B9194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8FD5A0B-98FC-81C0-4554-072E0A3C4CB6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BDA694F8-8CCE-E551-06B3-3E6A540325DC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087EB91F-2DF5-49D8-BBD1-D6901A72E7FF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3D9B474B-52F7-9334-4D2A-A689731C829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345FFA0-5B58-7F7E-47AC-F433A13738DF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10D03811-10D9-E02E-0632-0DA611266813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9F1CD9C-60CB-F482-20D2-5C9A86FC88A4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C94942C3-6D0A-FFFA-7754-FD84AF23A193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9D1992B5-08A3-0E26-D3D5-34E82171445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327832E-D2A2-BF1E-571A-72FE1522BBD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2841DCD4-647F-9009-72BD-1E2543C3443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8F5FE303-1BC6-1E7C-2CA1-F33E687F9B4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2C93E607-B298-6760-0ACF-299FD11369F1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5C519B07-41CF-42A0-90EA-C9BA8BE3DF3C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7688FCDC-5539-D52A-D9CB-892852150422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F1AA79CF-DF26-9BEC-781B-92F648495B47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BE6CB12-7D10-A8C0-4861-11755EA70EF2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9976A9A9-55E9-8E93-61F8-5B97296E446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9043DDB-B71C-D40C-AB92-38A71253985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0EEA13B-0318-FA77-F36D-85D212B7B2A2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5E208864-D900-7232-B9F5-7D9D51109DEC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7250593-BA98-7371-4EAF-F650D51C1AC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C97426B2-4049-4EEB-FC15-0135DB8EBE80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8F7881-16AB-A7BE-06A4-E6FA70722102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783990F9-0B2A-652C-9FCC-A713AF33AE83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2E854E7D-523A-862E-B18D-2371098DCC9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8BF179C2-E250-2C23-3E4C-FC03BFCD4713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787C653D-3810-0F21-1FFE-23A82DCAA0D3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0BC0B726-3C50-9F91-695B-C2BB4D6EA98C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E4358BB-5700-3CF0-367F-8A33F1F70B6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75D6CB83-4FE6-E811-DCD1-A8AE4DD41453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CB6C6F0A-5FF4-8B6A-C0C8-AC7B95C9E0F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02AC7692-60E4-5FC5-B9B2-F2A33B817DB1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B2BB4C4A-2992-85A5-3F20-C2F48FB4123F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5901DA8-D722-1854-771E-3A5BDCDC358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6E49A966-F8B0-4272-E1A1-CF2CADCB85D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CA3A0AD-020A-DC3B-ECE1-8C07256656CF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58455AD4-3F5B-7306-2476-E5EBC61B5D99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7CF98CD6-FDA2-1251-586B-641B733D6A41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F558F4-342A-E3F7-E215-A9149E06B4F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0ED86487-F67C-EA16-F808-0D9518B26418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153DF2E7-9FF7-6D0B-0BA0-8CAD8BBF0340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2E0CA4CC-67B1-9618-F3C2-2B14C973989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1DC6F766-1B39-6975-2B57-CD15DE475508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29D3E75A-F6AA-C412-5585-D64A74526C12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B5C8519-D650-581B-2F10-9313B2C37EF2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FB3B1C56-9FC6-5B5F-1F05-5D7A549F78A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725F6B2-6F65-519B-6610-066DE771D2C4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7F251EB0-6A1D-EDB4-727E-EF6DC6B942FD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95BD1F1-8FD7-67DB-A5B7-3186339B4C37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2481FCC8-4CC5-831C-6A05-080DBD88EF8D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0B8BCC-D5AB-27F9-A198-4B2976F72AA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EC557BE8-7C2A-F336-C183-BBE7D781DA7C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ED69F93-CDB4-F2B2-2903-8084262EEBB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BDAB74D-4478-6267-E542-4692897D9A6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3A5BC314-217E-2993-D479-D5955D68B9A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D26634C5-1882-FF96-0BB7-0DD6DCBA88B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B331A8EB-3EC3-FEA8-CC5C-1200F2436F7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C5D9878-4FE6-E242-2551-74033BEB3B52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9D9DA2A-B461-2403-738D-0A13F5DCA4A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CF375FD3-EF8E-EAD5-FFB3-9AFC791A5DA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EE0A3F26-A904-9868-78DE-200629045A73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67E745FC-6D4C-A79C-B79C-5B99D560A6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A3A5E27-9A66-B51E-D5B1-8ACDB7BA1213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73A3501-1D50-CB3D-752B-166686D30D03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29EBAD0-9E5E-669F-919A-9A9FE35442C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626CD3D9-F098-1FF1-16E9-19A8AC6770F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8A7D03B5-C3EB-719D-ECFA-E8D3DC1C73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E25BBB8-2765-1076-7F00-06E79835B63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4EBAF75D-D69F-6939-4F97-A27C566FEC7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50D5984-A4A9-A93C-FF8F-C49C2D9316B9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ECE5AC2E-CBD1-F2E8-488D-63A2C343695C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DF9E5DA3-2A3A-4925-A223-10CD0F6CB51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85913FEB-6106-4DCF-3D02-8A91F2355D40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9B31C18-D719-042F-4C61-D4F4AEA65EAD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30C4319-D9DB-F5F8-561A-B5B746085D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3F13B7A-7C62-7201-707B-FF9F40707FF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0E944595-B8F4-5E76-8367-BF701209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4904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</a:t>
            </a:r>
            <a:r>
              <a:rPr kumimoji="1" lang="ko-KR" altLang="en-US" sz="2400" b="1" dirty="0" err="1">
                <a:latin typeface="+mj-ea"/>
                <a:ea typeface="+mj-ea"/>
              </a:rPr>
              <a:t>어뎁터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FA00E2-EB48-9950-DFFB-3DD0CA2765E7}"/>
              </a:ext>
            </a:extLst>
          </p:cNvPr>
          <p:cNvSpPr txBox="1"/>
          <p:nvPr/>
        </p:nvSpPr>
        <p:spPr>
          <a:xfrm>
            <a:off x="8450742" y="3998898"/>
            <a:ext cx="2061796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743701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>
            <a:off x="7160446" y="4743701"/>
            <a:ext cx="12238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CE2ED41-BCD6-0D38-EF98-425B5411CA39}"/>
              </a:ext>
            </a:extLst>
          </p:cNvPr>
          <p:cNvSpPr/>
          <p:nvPr/>
        </p:nvSpPr>
        <p:spPr>
          <a:xfrm>
            <a:off x="8384310" y="3799262"/>
            <a:ext cx="2186154" cy="1888878"/>
          </a:xfrm>
          <a:prstGeom prst="roundRect">
            <a:avLst>
              <a:gd name="adj" fmla="val 7372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B38E645-4CE9-CCE5-E612-DD0FD38DE19F}"/>
              </a:ext>
            </a:extLst>
          </p:cNvPr>
          <p:cNvSpPr/>
          <p:nvPr/>
        </p:nvSpPr>
        <p:spPr>
          <a:xfrm>
            <a:off x="8171078" y="3618679"/>
            <a:ext cx="2612618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공법서</a:t>
            </a:r>
            <a:r>
              <a:rPr lang="en-US" altLang="ko-KR" dirty="0"/>
              <a:t>: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Plan </a:t>
            </a:r>
            <a:endParaRPr lang="ko-KR" altLang="en-US" dirty="0"/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4255"/>
              </p:ext>
            </p:extLst>
          </p:nvPr>
        </p:nvGraphicFramePr>
        <p:xfrm>
          <a:off x="1397203" y="2608247"/>
          <a:ext cx="2742292" cy="39095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107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11318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4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27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76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71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3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66C82270-3D14-F21B-3319-3A49051EE634}"/>
              </a:ext>
            </a:extLst>
          </p:cNvPr>
          <p:cNvGrpSpPr/>
          <p:nvPr/>
        </p:nvGrpSpPr>
        <p:grpSpPr>
          <a:xfrm>
            <a:off x="2167810" y="3116574"/>
            <a:ext cx="1871646" cy="900000"/>
            <a:chOff x="2174649" y="3115414"/>
            <a:chExt cx="1871646" cy="90000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A5B212E8-911B-C757-A5BF-146C494C723E}"/>
                </a:ext>
              </a:extLst>
            </p:cNvPr>
            <p:cNvSpPr/>
            <p:nvPr/>
          </p:nvSpPr>
          <p:spPr>
            <a:xfrm>
              <a:off x="2174649" y="3115414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552F6C74-90D6-F0D4-AAD5-9530345EFB0C}"/>
                </a:ext>
              </a:extLst>
            </p:cNvPr>
            <p:cNvGrpSpPr/>
            <p:nvPr/>
          </p:nvGrpSpPr>
          <p:grpSpPr>
            <a:xfrm>
              <a:off x="2266663" y="3241858"/>
              <a:ext cx="1661971" cy="647113"/>
              <a:chOff x="2266663" y="3241858"/>
              <a:chExt cx="1661971" cy="647113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D562B792-AA9B-5635-7E84-01CEB8DAAF14}"/>
                  </a:ext>
                </a:extLst>
              </p:cNvPr>
              <p:cNvSpPr/>
              <p:nvPr/>
            </p:nvSpPr>
            <p:spPr>
              <a:xfrm>
                <a:off x="3074203" y="3241858"/>
                <a:ext cx="85442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FE1BD694-9C8C-1683-24ED-5CD7D0977041}"/>
                  </a:ext>
                </a:extLst>
              </p:cNvPr>
              <p:cNvSpPr/>
              <p:nvPr/>
            </p:nvSpPr>
            <p:spPr>
              <a:xfrm>
                <a:off x="3074205" y="3636971"/>
                <a:ext cx="85442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C : M </a:t>
                </a:r>
                <a:endParaRPr lang="ko-KR" altLang="en-US" sz="1000" dirty="0"/>
              </a:p>
            </p:txBody>
          </p:sp>
          <p:sp>
            <p:nvSpPr>
              <p:cNvPr id="163" name="사각형: 둥근 모서리 162">
                <a:extLst>
                  <a:ext uri="{FF2B5EF4-FFF2-40B4-BE49-F238E27FC236}">
                    <a16:creationId xmlns:a16="http://schemas.microsoft.com/office/drawing/2014/main" id="{8ED2A213-3C57-ED58-0938-9BAF7040D2EB}"/>
                  </a:ext>
                </a:extLst>
              </p:cNvPr>
              <p:cNvSpPr/>
              <p:nvPr/>
            </p:nvSpPr>
            <p:spPr>
              <a:xfrm>
                <a:off x="2273586" y="3241858"/>
                <a:ext cx="634267" cy="252000"/>
              </a:xfrm>
              <a:prstGeom prst="roundRect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프론트 도어</a:t>
                </a:r>
              </a:p>
            </p:txBody>
          </p:sp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2333F9C3-3960-52FB-25EA-1CFC50D8C3AD}"/>
                  </a:ext>
                </a:extLst>
              </p:cNvPr>
              <p:cNvSpPr/>
              <p:nvPr/>
            </p:nvSpPr>
            <p:spPr>
              <a:xfrm>
                <a:off x="2266663" y="3627125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59918D2C-6281-7635-7D01-1B10BD56C07C}"/>
              </a:ext>
            </a:extLst>
          </p:cNvPr>
          <p:cNvGrpSpPr/>
          <p:nvPr/>
        </p:nvGrpSpPr>
        <p:grpSpPr>
          <a:xfrm>
            <a:off x="2167807" y="4159399"/>
            <a:ext cx="1871653" cy="1620000"/>
            <a:chOff x="2174647" y="4206352"/>
            <a:chExt cx="1871653" cy="1620000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A6C6FAD7-2850-13E9-46E1-C36461179B4B}"/>
                </a:ext>
              </a:extLst>
            </p:cNvPr>
            <p:cNvSpPr/>
            <p:nvPr/>
          </p:nvSpPr>
          <p:spPr>
            <a:xfrm>
              <a:off x="2174647" y="4206352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DC815932-1399-C29F-3A1E-7D7DEDA35275}"/>
                </a:ext>
              </a:extLst>
            </p:cNvPr>
            <p:cNvGrpSpPr/>
            <p:nvPr/>
          </p:nvGrpSpPr>
          <p:grpSpPr>
            <a:xfrm>
              <a:off x="2266663" y="4339619"/>
              <a:ext cx="1728212" cy="1353467"/>
              <a:chOff x="2266663" y="4339619"/>
              <a:chExt cx="1728212" cy="1353467"/>
            </a:xfrm>
          </p:grpSpPr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86A460CE-4D19-5F99-418F-6AEB656BA852}"/>
                  </a:ext>
                </a:extLst>
              </p:cNvPr>
              <p:cNvSpPr/>
              <p:nvPr/>
            </p:nvSpPr>
            <p:spPr>
              <a:xfrm>
                <a:off x="3079122" y="4836353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6D874632-BD9F-834A-0CBE-5FCB6481999F}"/>
                  </a:ext>
                </a:extLst>
              </p:cNvPr>
              <p:cNvSpPr/>
              <p:nvPr/>
            </p:nvSpPr>
            <p:spPr>
              <a:xfrm>
                <a:off x="3079115" y="4339619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BCEEA81D-364A-0760-CF20-79569DF1DB29}"/>
                  </a:ext>
                </a:extLst>
              </p:cNvPr>
              <p:cNvSpPr/>
              <p:nvPr/>
            </p:nvSpPr>
            <p:spPr>
              <a:xfrm>
                <a:off x="3079113" y="5333086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F02E76B0-9524-3CB0-7F51-F2D04F6C0F2B}"/>
                  </a:ext>
                </a:extLst>
              </p:cNvPr>
              <p:cNvSpPr/>
              <p:nvPr/>
            </p:nvSpPr>
            <p:spPr>
              <a:xfrm>
                <a:off x="2266663" y="4890352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9A3DF3D-63EB-4DDE-A843-1F5B808C20BB}"/>
                  </a:ext>
                </a:extLst>
              </p:cNvPr>
              <p:cNvSpPr/>
              <p:nvPr/>
            </p:nvSpPr>
            <p:spPr>
              <a:xfrm>
                <a:off x="2273158" y="4393619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바디</a:t>
                </a:r>
              </a:p>
            </p:txBody>
          </p:sp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D23C3AA-660B-15A1-38CC-6F058CF818B9}"/>
                  </a:ext>
                </a:extLst>
              </p:cNvPr>
              <p:cNvSpPr/>
              <p:nvPr/>
            </p:nvSpPr>
            <p:spPr>
              <a:xfrm>
                <a:off x="2273159" y="5405336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362072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704011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4021844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</a:t>
            </a:r>
            <a:r>
              <a:rPr lang="ko-KR" altLang="en-US" b="1" dirty="0" err="1"/>
              <a:t>어뎁터</a:t>
            </a:r>
            <a:endParaRPr lang="ko-KR" altLang="en-US" b="1" dirty="0"/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1098837" y="235685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1159-62CE-7013-D7DA-9D7A3327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8716305B-3B64-A178-EAA6-4CBD25F7F7B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31C7213-D30E-F2F9-DDE7-0EBBA2D7F4E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29A46FEC-656C-E831-7F9A-503F32B4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5689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D4AE-10A8-9401-3E1F-FC12B173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187500AF-791C-7379-7CE1-4070F48AEE3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3EA5E55-3566-C0EE-5A10-A192A7A1CE1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C721F698-6D35-245E-171D-6F4BF09B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186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</a:t>
                </a:r>
                <a:endParaRPr lang="ko-KR" altLang="en-US" sz="1200" dirty="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 </a:t>
                </a:r>
                <a:r>
                  <a:rPr lang="ko-KR" altLang="en-US" sz="1200" dirty="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M</a:t>
                </a:r>
                <a:endParaRPr lang="ko-KR" altLang="en-US" sz="9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/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C483BCB1-F0CD-2C42-0D45-2B4F4AD59EBC}"/>
              </a:ext>
            </a:extLst>
          </p:cNvPr>
          <p:cNvSpPr/>
          <p:nvPr/>
        </p:nvSpPr>
        <p:spPr>
          <a:xfrm>
            <a:off x="821719" y="2707071"/>
            <a:ext cx="11028536" cy="313954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1FEA2-EB10-4419-24BB-706A5E10DAD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F0B715-6238-DD4B-A68E-CBD1552D09B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37EDEC1A-FC64-4476-4C97-0B0BC26E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6BC00E-9D38-ED0D-E6F1-66D0A73AC6A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57EDA-1D8C-12D9-762A-2E65C0D0CA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CB4B4A5-D939-3B26-31CC-E74AD18F653D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87DC4A6-029D-82DF-28A5-6CB3316147D7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4F63E83-0B97-3484-9F12-F34C98658B2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D53DBA8B-B971-23B2-7538-21FA52F7CD52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C2F14AE-D9B1-9CA2-6B62-55365D381397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95C43B1-6483-95F6-ED50-F78B52C98FA6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EA002A-FA38-9F97-4133-E50863FF56F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0C64B426-2DA2-D825-B4DB-C74ACE26B07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B8E8DF89-75EC-7DD2-4C34-8825BAA8F84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A7225E7-CFFD-B624-1987-CF45BCFCDEA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AD78721-4E81-22E1-F729-AA4FC2E0C282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CB333E45-0F1C-F279-63D8-0FCA3A78805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5DD3766-3FA0-A35B-1184-EAC049813165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0E834A92-7AF3-480C-2F24-068F51FFDED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A9F8FFF7-D4DF-93B8-6677-804F16098CA7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D9B64556-461B-36C3-0ECB-A9E82B9CA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7D105AF-D1D8-FE55-37B2-4B7C189AD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813D256B-582E-A9D0-8A4C-3730E314B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75A3DA1-1D6B-3A22-D9D9-CE1BADD514A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232DC790-7C28-095D-841A-C5126D9B1319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2E000C4E-03EB-E5A4-B73E-E5E905E2356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AAEC59A5-E1B7-A180-FBFD-6E59615D97E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A0DF101-02AC-C4EE-F945-1F7F0B86C1B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E6A6025E-CE5B-D812-58FB-52DB78848883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604D5A59-5EFB-75B2-38F8-6B33F377B404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A456CEA-8FE3-1A7C-18D4-EF74AAC677A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326C9C-A1CD-A59E-29E3-3A9A3876ED63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2320882D-4342-EF0C-9C19-4246928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0F0785B-DA82-9730-5E13-0E94CC85DB45}"/>
              </a:ext>
            </a:extLst>
          </p:cNvPr>
          <p:cNvGrpSpPr/>
          <p:nvPr/>
        </p:nvGrpSpPr>
        <p:grpSpPr>
          <a:xfrm>
            <a:off x="3908439" y="1107438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D918CBE2-8CF7-C431-5F6F-756DA3F9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C5F1B70-1D48-6D54-5FDA-2CA3FE158040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955B742-3CFF-D7EC-DB02-8EED1DFE9D0E}"/>
              </a:ext>
            </a:extLst>
          </p:cNvPr>
          <p:cNvGrpSpPr/>
          <p:nvPr/>
        </p:nvGrpSpPr>
        <p:grpSpPr>
          <a:xfrm>
            <a:off x="4520617" y="2953088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E2CC0D0A-B785-B316-D371-91A1FB0E1A15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60840A14-B9A5-2A46-323D-BD96282C0F6F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9D3F3331-74A1-1210-9AFA-B6E57C316EA0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EEF0D99C-9C59-10BF-D6B6-17372C1A3E27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D291DABB-5A2E-8699-678B-38C1E881773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364EB44C-32A6-69A0-DB1D-4FC5728609D0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23CC56A-CC7F-4802-2F3C-69DAA6795E8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51DBE0-4810-EB2B-02AE-C1371E2A64F5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48E0728E-9A40-1E73-4915-90A9AA947770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0798100-2351-7B9F-396A-8141E4BFF555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65748CDB-8288-B7D1-9432-FE67E7F0387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8CFD3B3C-4476-5412-F65D-58C26791710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04EEE15-1C02-B11C-99CD-9386DAFEC72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58DD0EA4-F911-AE05-B1C0-A77ED5BE3C4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F0FC362E-B3ED-2E90-CB96-8012B81DAAA8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5511DF3E-EB70-65A5-22AE-F17BE088CD6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C9B82E63-5FDF-2F3C-166A-BAEF543B72F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3C71CADA-D55F-8CE0-CA53-FB39C1ED5AD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DA7D58-2D4C-A897-4EA5-B5C6823C3650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9A297-D003-AB7D-7418-C254DCE9C025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73C3566-5B47-7C99-5149-6AFEC718D008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33CBB08-BA2A-58D6-AF3A-751367E3A5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7719641-1CEE-625D-183A-2BA8AF5DBE9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8494B3-3D40-709F-566D-51DD1209402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8C2D5AD-4643-C54F-6072-0D9F4539F196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77D4517-FE05-6534-CD0E-CD0C269EDE5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E87252-DCB0-8AC8-CAC9-961FA0DEB96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210DFE7-72E5-CF43-B67E-01428063D290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E3AC5AD-8050-9389-4E51-913DD6BF429C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1DA77E3F-ABFC-4E20-8593-FD0615DA403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1D0EC0C-4273-1642-4E6D-DCBF716037B0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07A17A7-E072-777A-FC12-E990D4FAE4F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087B47A-055B-D6C6-23B3-BAFB892AE92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2563FC7-DE1B-F38D-B1B0-7F5B0F5B62C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2D7B108-0A44-D4D2-2EE1-0602B40128B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944A658-207D-0610-A6E7-2447E6DFE67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7F40524D-8E10-866B-9FEC-67B86CC8B5C1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51E5ED9-4589-AD14-E95E-92EF17CDBFF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59218-130F-21C9-3BEB-131800C372CC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64F2FE5-A80B-C4D0-B4BC-35ED53EBE309}"/>
              </a:ext>
            </a:extLst>
          </p:cNvPr>
          <p:cNvGrpSpPr/>
          <p:nvPr/>
        </p:nvGrpSpPr>
        <p:grpSpPr>
          <a:xfrm>
            <a:off x="6679944" y="4078336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B1B4CAD-0DE4-5EAB-0ED2-4478FBD308A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0A2EA53-6011-B230-3B9C-B07CA340036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B9698ECA-4D31-EE28-48F5-F52BA7A5AB5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8E93EB21-D1BC-12F3-FB44-9505D0775A9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C698A8F2-AB39-B2ED-E04D-28BA5116E87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F4B1B43-AC4E-EA19-A824-8AE9ED768E36}"/>
              </a:ext>
            </a:extLst>
          </p:cNvPr>
          <p:cNvGrpSpPr/>
          <p:nvPr/>
        </p:nvGrpSpPr>
        <p:grpSpPr>
          <a:xfrm>
            <a:off x="1132328" y="3310518"/>
            <a:ext cx="1812481" cy="1142487"/>
            <a:chOff x="8410242" y="1013492"/>
            <a:chExt cx="1812481" cy="1349188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C490FA0B-6639-919D-22C4-58DC8FD8353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165BD056-7AF4-A3B3-7170-E56978DCB26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BA3D5C56-5915-FF89-DA57-911C3BA2B430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F8334B47-E2C4-720F-0092-8D22E0FAC46F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C43D96CB-624F-1554-268E-19BC33150EFA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02B5DDDE-B24B-6CF4-1041-4AD357D3A665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E0A384AF-8653-9D1A-21BD-D8BC41465799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C0FD0AE-C905-4AF4-5131-635D7E77049E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986868FB-C71D-18F4-D799-E69AC9958BC0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5C9F2988-578E-BCEE-6767-27AB31BABA13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F75EA17-2DD1-7E95-9C58-4D81A7AA36A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21787D-0734-3DEE-6B0A-A51D2446ED0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D5F313F7-9D3F-A84F-9F7F-225B129CAE1C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579988-EC03-E812-384E-A308648BE1A8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3F4149C3-F17F-5B43-E89D-271D539CC762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397FEAA5-15CB-7A68-5A92-C0D685A0A2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5EF8E4CE-D9EE-C9BB-20CB-9753EA48F7D6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85290026-1E15-ABD9-87A6-3785BF903A07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5B5C433F-9C7D-EAB3-DDC4-1459798C4D3C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D95D120-6753-0E45-4298-28A50751EA6A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A755408E-1190-D423-D9B3-F24D81636A9F}"/>
              </a:ext>
            </a:extLst>
          </p:cNvPr>
          <p:cNvGraphicFramePr>
            <a:graphicFrameLocks noGrp="1"/>
          </p:cNvGraphicFramePr>
          <p:nvPr/>
        </p:nvGraphicFramePr>
        <p:xfrm>
          <a:off x="10112576" y="919665"/>
          <a:ext cx="1269793" cy="18632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6377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87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52306DE-6EE5-F45F-4695-500FB5494AC7}"/>
              </a:ext>
            </a:extLst>
          </p:cNvPr>
          <p:cNvGrpSpPr/>
          <p:nvPr/>
        </p:nvGrpSpPr>
        <p:grpSpPr>
          <a:xfrm>
            <a:off x="10606340" y="1236770"/>
            <a:ext cx="700666" cy="520671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61A9DF8-5444-4252-9F85-9ECABF55D83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55E0F8D-44CE-C049-0687-42ECD90D9B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2407200-6750-D5D7-F59A-2881950CC6A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859B36-5CA9-9439-DC67-50E05C6A84E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081F34A-86B7-DC1E-A1B2-48D29F8B6EC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B9A3C74-B051-BA4D-BD56-81860080BD4E}"/>
              </a:ext>
            </a:extLst>
          </p:cNvPr>
          <p:cNvGrpSpPr/>
          <p:nvPr/>
        </p:nvGrpSpPr>
        <p:grpSpPr>
          <a:xfrm>
            <a:off x="10606340" y="1898504"/>
            <a:ext cx="700666" cy="454513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54135CCA-1B43-032D-FD4B-8DDE3D8FC17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B75B43-1D8E-88AC-99F9-46DDF826E5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815FE469-3078-3EC8-F753-E9FCE91FF4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1CB36C8B-C74A-8DB9-5C25-63F20F61C5A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F0FDEEC-D9DD-EC05-054E-CAF36E6E81DD}"/>
              </a:ext>
            </a:extLst>
          </p:cNvPr>
          <p:cNvSpPr/>
          <p:nvPr/>
        </p:nvSpPr>
        <p:spPr>
          <a:xfrm>
            <a:off x="3271005" y="3379609"/>
            <a:ext cx="1059974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0D1B9BC-6499-80D9-5E69-726C36F12F2E}"/>
              </a:ext>
            </a:extLst>
          </p:cNvPr>
          <p:cNvGrpSpPr/>
          <p:nvPr/>
        </p:nvGrpSpPr>
        <p:grpSpPr>
          <a:xfrm>
            <a:off x="7159948" y="141440"/>
            <a:ext cx="2112516" cy="2742477"/>
            <a:chOff x="7691832" y="2982395"/>
            <a:chExt cx="2112516" cy="274247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4C61008-FD0C-D632-D12C-82FDBE2FA49B}"/>
                </a:ext>
              </a:extLst>
            </p:cNvPr>
            <p:cNvGrpSpPr/>
            <p:nvPr/>
          </p:nvGrpSpPr>
          <p:grpSpPr>
            <a:xfrm>
              <a:off x="7691832" y="2982395"/>
              <a:ext cx="2112516" cy="958137"/>
              <a:chOff x="7994089" y="945795"/>
              <a:chExt cx="2112516" cy="1131485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29268B0-FEDA-DC81-CD10-691E84CF272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3D25ABBF-5493-9E8D-FC0B-C580F249C696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2438370D-B74C-8C50-5290-6B6CE10E3300}"/>
                    </a:ext>
                  </a:extLst>
                </p:cNvPr>
                <p:cNvCxnSpPr>
                  <a:cxnSpLocks/>
                  <a:stCxn id="140" idx="2"/>
                  <a:endCxn id="131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C932A6DD-F0BA-3E4E-3BF7-505E966CAC1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E221EEDB-41F2-7ADB-C18B-AAE2BE5643A6}"/>
                    </a:ext>
                  </a:extLst>
                </p:cNvPr>
                <p:cNvCxnSpPr>
                  <a:cxnSpLocks/>
                  <a:stCxn id="137" idx="1"/>
                  <a:endCxn id="133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0BC488A4-6AF2-C9F4-9E3E-E8BF30AE757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AD6A1084-21C3-C8C4-2983-DDE93505F9BF}"/>
                    </a:ext>
                  </a:extLst>
                </p:cNvPr>
                <p:cNvCxnSpPr>
                  <a:cxnSpLocks/>
                  <a:stCxn id="141" idx="6"/>
                  <a:endCxn id="13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사각형: 둥근 모서리 136">
                  <a:extLst>
                    <a:ext uri="{FF2B5EF4-FFF2-40B4-BE49-F238E27FC236}">
                      <a16:creationId xmlns:a16="http://schemas.microsoft.com/office/drawing/2014/main" id="{B3794922-9446-DDCE-4C1B-9B9C0258E15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FB8BA78E-D143-F3C2-B702-BA4B2CF02F2B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50FC0866-6AD8-9DCB-B1B5-4D64858F2B9E}"/>
                    </a:ext>
                  </a:extLst>
                </p:cNvPr>
                <p:cNvCxnSpPr>
                  <a:cxnSpLocks/>
                  <a:stCxn id="138" idx="3"/>
                  <a:endCxn id="131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40F65A50-2F56-4C34-BEEE-FA96A7419990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E89D5F6-CD0B-E26E-4D6A-6DF7E6A6050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42F18A76-DCD0-3CF7-BA16-A0F432300ABB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7548C5F9-0956-0787-CF98-5A429F7E55F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9F26DF5C-ED45-C7CD-5286-797FE8EC453C}"/>
                    </a:ext>
                  </a:extLst>
                </p:cNvPr>
                <p:cNvCxnSpPr>
                  <a:cxnSpLocks/>
                  <a:stCxn id="143" idx="4"/>
                  <a:endCxn id="142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ADC85AAE-82B7-4FB8-83B8-430887740925}"/>
                    </a:ext>
                  </a:extLst>
                </p:cNvPr>
                <p:cNvCxnSpPr>
                  <a:cxnSpLocks/>
                  <a:stCxn id="137" idx="2"/>
                  <a:endCxn id="138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F51ADD7-42E0-BDCF-B023-EAAFE35A1A81}"/>
                  </a:ext>
                </a:extLst>
              </p:cNvPr>
              <p:cNvSpPr txBox="1"/>
              <p:nvPr/>
            </p:nvSpPr>
            <p:spPr>
              <a:xfrm>
                <a:off x="8144107" y="1825280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업데이트 부품 상태</a:t>
                </a:r>
              </a:p>
            </p:txBody>
          </p:sp>
        </p:grpSp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6777E838-D3B5-7FCA-2E87-9145FFD9377C}"/>
                </a:ext>
              </a:extLst>
            </p:cNvPr>
            <p:cNvSpPr/>
            <p:nvPr/>
          </p:nvSpPr>
          <p:spPr>
            <a:xfrm>
              <a:off x="8227171" y="4042257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B5F3070A-0CE8-7457-135A-4B3C70E5BA73}"/>
                </a:ext>
              </a:extLst>
            </p:cNvPr>
            <p:cNvGrpSpPr/>
            <p:nvPr/>
          </p:nvGrpSpPr>
          <p:grpSpPr>
            <a:xfrm>
              <a:off x="7853365" y="4601384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58761ACE-C3CA-32C6-E59E-C1966E9ED44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DBC40935-B9AA-38C2-C9EA-2004DA3B3009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506EB7CA-F48E-EB9D-D8C9-2212B2EDD91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213218A3-1592-BA5A-7A8D-97E93CBF20FB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7C977B75-76BA-22B2-396E-A7170B593C37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66B9DA7F-7BD3-C94C-D6E5-C0EBF1F7DEF4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FE98E85-9C07-BB05-1E4A-3011C38E45D9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96C31E59-3107-5B27-D455-0D29EB32A98E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34918DD6-2C5C-D16A-38B6-DA3B9522D78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3EFC7DF8-DD39-02CE-BEDA-536296238FA9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E61100E4-15A5-BC70-7FBB-E6F1526C1DCB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8959E76-964D-9896-9227-702F24DD22D7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75A3F046-82CB-521D-3D17-8E9717ADF1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36FF3C-9D44-5A7C-8231-0EFAE794F28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39CF900A-8A69-59C1-5F4B-3813B4E2EB8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5D252AD-906E-0152-487D-5217B5653E7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DCFFEDF-5D6C-354D-C1B0-4B1AC2185EB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FC4640B-7DA4-025F-B3C7-0E61CF72EC44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4939567D-7C37-2199-2B06-13C460E6990A}"/>
              </a:ext>
            </a:extLst>
          </p:cNvPr>
          <p:cNvGrpSpPr/>
          <p:nvPr/>
        </p:nvGrpSpPr>
        <p:grpSpPr>
          <a:xfrm>
            <a:off x="821719" y="2725968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9D32AD3-3CAC-BCC6-B36C-2B6AC5363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CECA326-6758-4EF1-8CA4-FD06BDE6863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14181456-000B-4D1B-88EE-8E034B3B4430}"/>
              </a:ext>
            </a:extLst>
          </p:cNvPr>
          <p:cNvSpPr/>
          <p:nvPr/>
        </p:nvSpPr>
        <p:spPr>
          <a:xfrm>
            <a:off x="2892493" y="361290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0E00D513-26F1-9CD6-C61F-0CE3DC4933E0}"/>
              </a:ext>
            </a:extLst>
          </p:cNvPr>
          <p:cNvSpPr/>
          <p:nvPr/>
        </p:nvSpPr>
        <p:spPr>
          <a:xfrm>
            <a:off x="4577712" y="360582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48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E07C-B077-1013-DE05-F23E49D1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7FC471E-48F9-C174-F285-A4BD7EECC92C}"/>
              </a:ext>
            </a:extLst>
          </p:cNvPr>
          <p:cNvSpPr/>
          <p:nvPr/>
        </p:nvSpPr>
        <p:spPr>
          <a:xfrm>
            <a:off x="413018" y="2564877"/>
            <a:ext cx="11550381" cy="2543602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26C7FA-32B8-1A3C-6B68-F7CF62C62C6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79C9DF-D8E5-7D23-B455-91AB1CD2502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84B143C8-5738-90D1-CA5E-C3083712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F78DB0F-8F51-0F36-2CAB-B12DC203FC98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AE9D8E7-EB46-6797-D039-A275E0F0323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62EC18-28FC-3E1E-747F-376DE41FF34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1630D6CC-8E67-9414-A3AB-ADFEE2A7C411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E1EBBD7-1246-3912-B0D1-99DBFA24E18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48344D2C-2008-5E2F-E7CC-E64292994B9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6BAE57-4E57-A629-40CB-750B14FF6461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7B21AF-0E6F-DD26-7F01-1C481E41CE8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C01B7E7-4783-E0B5-6F7C-2D7C025F50D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1CBBAFD5-8415-2392-DA6E-72EFBAC3E43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25139DC-B563-A118-D85A-94313A7D99F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A8CB784F-F68D-FF58-7C88-BA8819F1B5C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BF25CA6F-CC0B-9D31-4891-805E11CD7F9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5BD8544-575D-66D5-CAE5-62007847B08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D0D1E62-EB9B-05BA-E1CE-0162285A3722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C6E91467-8AEB-3030-3239-7F1F244868A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EB8FE661-85C0-AFF0-DB0F-3373900DCB8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9BBCECD-92E4-3669-18B1-3F476B0F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553F659-1759-2DB9-DB7C-4F32A1539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D22A8FB-C605-AC86-5ED9-2BA348042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0742C1A-65E3-14DD-C014-370785ADD07B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099FD3D-F3F9-ABB2-7DD4-5F44B67AB11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ABB8485-8CE6-1571-F98F-5AE9B320A2D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7307400-7753-E4C9-B8C8-89D132B8A82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253EFAE-15C7-DCB0-BFCF-84E8D78F757B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422B05A1-2524-C840-31CE-A6D4559E5589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4EF06BE-96E1-3FA2-7CF3-DF9ACA1D482F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5496D83-D38D-CF53-0AAE-AF678A32E14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2CA04E-6D8E-BF00-33B9-DEC91FDB39F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3737DB4B-4E47-D669-25AA-0C77E3E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EA51F6E5-181A-3BD1-CABD-A74663AFFA60}"/>
              </a:ext>
            </a:extLst>
          </p:cNvPr>
          <p:cNvGrpSpPr/>
          <p:nvPr/>
        </p:nvGrpSpPr>
        <p:grpSpPr>
          <a:xfrm>
            <a:off x="4662408" y="1099577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04595AC0-04C0-53A1-538B-A4671F7B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7CC61A-376A-0A36-685C-7BA4A1B2C01A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741E446-12CD-4848-7EED-B85EDB1D058F}"/>
              </a:ext>
            </a:extLst>
          </p:cNvPr>
          <p:cNvGrpSpPr/>
          <p:nvPr/>
        </p:nvGrpSpPr>
        <p:grpSpPr>
          <a:xfrm>
            <a:off x="3096765" y="2766621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967DCAA-1C3E-20D0-ED03-714E17D73A5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D80898F-90FC-81F1-0B26-6CFC7E30E4E0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0A28FA7A-BF9F-4905-336F-A73714C30884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1E3653D9-466C-03BA-2659-9A3D30145ABC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9A654DC6-2881-C5F1-5422-72A3E3982967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7728FE8C-8BBD-24D3-F3FB-62077D31D4CE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C6E8CABD-5EF4-5CCF-CC87-24DC8AC7BD5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BC1598A8-7ADD-4981-2619-B184E33219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836A0E2-0CD7-FC07-8739-E3033D113CC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50DA9F4-AE71-1BCE-C5CF-F2205E44D14C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2A57057-6F11-222C-8D60-A49640EF3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7114EB58-48B5-20AA-1EB3-B9AAF805EC4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20985DD3-1CDD-4D35-9235-11467BB97C4E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2553FA3E-ECF1-E976-1B53-0FA7E8BC1BDB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C495BE74-2012-C300-7C3D-68EA81ECF98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010F0FBC-ABD4-C7D7-CF46-B90C065212CE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61B74738-3A96-E183-C8B7-A03F51C2030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9C5767DC-62F2-46C6-B518-CD3CCA9B3F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0DC8FE-F59E-DFE6-43F4-482C5A8B50A3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3BD65A-8ABF-2CBA-7D04-2DC775DF5366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F89565E-D526-AD1D-B149-1E3A22DD01E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4D7F1DA-63FB-B6EE-CDBD-13A094719F31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B6AD3E2-D1AA-E3B3-71F6-124E54E2E75D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C9730A-EE62-F2E1-8659-E0F98642197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4D51F54-49AA-746E-B22B-E12FCA829BB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6465F86E-C490-5315-34CD-BE63413918A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55BAC7E0-2F25-08F3-436A-F4083620B1D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8D13B8E-5810-A199-EB7F-03BFBBD30431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A64EC2E-654D-8FE1-7F0D-06922896A3E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81CF6FF-C350-A485-9BFD-D028212DB58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41E212D1-DE0E-11B4-AB17-BE8401D977B8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936EBC2-5F96-7BEB-160D-393D17A5E114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D982F6D-BE0C-A46D-C812-A6B5F64CAB33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C81E8B-0CBC-0469-8985-C40A87987DE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63432E9-100A-D534-004F-32E747B19C5F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435E4F0-4620-CBCE-350E-488F479EAAC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3297A0A6-6CD5-6D96-334B-257831672AC7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785D36F5-A0F4-D4AE-ECB1-CCD8C4D6F57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F4FD67-4F53-31B2-A528-6AF78FB32D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9D9101-2DEC-4585-E7BC-FFB96C6B1E5F}"/>
              </a:ext>
            </a:extLst>
          </p:cNvPr>
          <p:cNvGrpSpPr/>
          <p:nvPr/>
        </p:nvGrpSpPr>
        <p:grpSpPr>
          <a:xfrm>
            <a:off x="6473954" y="3312812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23E42399-A649-7C9B-7BBA-9B793023B46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B108A39E-E6EA-443D-F00C-D77F965182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DFC7EFE-6A37-B9E6-0D4C-65495179C54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A04B0FED-A36A-F380-A210-7AF4F1B6AF7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A54055F-873B-05A4-73C6-406318E8E4C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9A6FE42-3D90-E66C-9766-4E7CC65D7EA2}"/>
              </a:ext>
            </a:extLst>
          </p:cNvPr>
          <p:cNvGrpSpPr/>
          <p:nvPr/>
        </p:nvGrpSpPr>
        <p:grpSpPr>
          <a:xfrm>
            <a:off x="418828" y="3168323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2C57166-0514-2F60-389C-FC1FB617F0BF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5128700-5EBB-36D1-02EE-79E493F0FB22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FBF525AD-86ED-131B-3460-4FEBF76E7A5D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5778A537-B20E-CFFF-1ECF-0BBC0AD0DE6B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A314BBF4-42A4-EB24-AA15-8004D0A207E2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2C1E436A-5F26-C7A5-93EA-1991D696A7A7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78E05833-1DE5-E621-27F5-2454F0EB749B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4AD6808-59DA-23E8-AA81-7BBB6A7F46FA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517924C6-7D69-151C-ACA8-B29917C5E86F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2A46A320-E551-890D-A4E9-949B4F2027B6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E4AD645-A0A6-82C0-575F-75CADF01B9D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5A592C-7A12-3505-ABFA-0DC560FB942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1B142151-2805-C809-9EDC-A08BDF69652A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92DB99DB-7123-7528-0B40-6B18DF5D4D8F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23EEA45E-EEB7-B48D-5B22-DADE4F6A9FB5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7D1F9BB8-BB2E-64FF-DE74-557CFF9D44C2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9565CCA0-1A6D-AC34-92C5-0F1826B38948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F5B59618-36AA-6710-E01C-866ACE9ACD43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C2F272F7-395B-C5FF-A37D-83724A791069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625EDC2-22C7-18B4-B8F9-A55F1E139849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C20F854B-06A8-5471-4647-8B64CBD54F77}"/>
              </a:ext>
            </a:extLst>
          </p:cNvPr>
          <p:cNvGraphicFramePr>
            <a:graphicFrameLocks noGrp="1"/>
          </p:cNvGraphicFramePr>
          <p:nvPr/>
        </p:nvGraphicFramePr>
        <p:xfrm>
          <a:off x="10228650" y="72866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DFC2A4F-6B29-CE0A-16FB-7225B1FE1C0C}"/>
              </a:ext>
            </a:extLst>
          </p:cNvPr>
          <p:cNvGrpSpPr/>
          <p:nvPr/>
        </p:nvGrpSpPr>
        <p:grpSpPr>
          <a:xfrm>
            <a:off x="10779564" y="1045768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3CB3EB3-6A43-A803-7AE0-45FD57F9F73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79A3651-090C-FE48-3EDE-9E4D5364E89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487C4607-A56C-B093-4F6A-AF7F72662C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2282A84E-6D96-83B9-5AC2-45C8C48CFBD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037928D2-B023-932E-CE3B-4D7244E852F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FB97A6F-4134-BDD8-7911-554DFEA5EEAD}"/>
              </a:ext>
            </a:extLst>
          </p:cNvPr>
          <p:cNvGrpSpPr/>
          <p:nvPr/>
        </p:nvGrpSpPr>
        <p:grpSpPr>
          <a:xfrm>
            <a:off x="10779564" y="1545846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1B70E497-E46D-0C5A-2FC2-0871CAC7A13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838F7A4-CAB1-60C2-3BDB-5384AB1FFD06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E5132E23-B968-FA1A-02AA-F16FF031F3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BE6BB63F-B0F7-2CCA-0904-86FBB4BC349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2EB0C1D-2C78-D6AC-55C3-3BC4C2AFDA46}"/>
              </a:ext>
            </a:extLst>
          </p:cNvPr>
          <p:cNvSpPr/>
          <p:nvPr/>
        </p:nvSpPr>
        <p:spPr>
          <a:xfrm>
            <a:off x="2327832" y="3227104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383CC1D-D34E-17DF-735B-44F920855631}"/>
              </a:ext>
            </a:extLst>
          </p:cNvPr>
          <p:cNvGrpSpPr/>
          <p:nvPr/>
        </p:nvGrpSpPr>
        <p:grpSpPr>
          <a:xfrm>
            <a:off x="7159948" y="141440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9AB5F803-588E-5A8B-7AE6-27F387A0682B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EEEC5050-8486-6302-865E-E3AA74FF0030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5053BB4-0027-2805-4237-F1981817D402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B0600178-5621-64B3-1342-68A4D7899229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17D3647-3D92-EB80-1B33-DDE61AFF327B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82CB25B2-DE2C-5A9F-B352-9A72BBED7A7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5841F9D-2627-AF14-6046-0F17756B30C1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8B12C5A-381F-6871-A86D-3D414B02CD51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BF057EB3-9AC5-27DF-EC76-B3957A925F6E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3C4855B-4C6A-AE8E-9907-0DDB20670388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E98F376C-4819-3B0C-3664-462A805FF97A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9DBE746-EF79-F3A6-1743-0C8F8393769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B5952F01-3FBB-68E6-2272-73230FE48BC8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C29C5D0-3DA8-E610-B337-BC7B489EFE68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5CD609D6-3DF8-0401-204D-39B20649A48E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7BF2D1C-ED2C-639E-93EC-33C3A6C7C7DF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A57DD57-631E-39F9-1BAA-41109FCF1D46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148" name="화살표: 위쪽/아래쪽 147">
            <a:extLst>
              <a:ext uri="{FF2B5EF4-FFF2-40B4-BE49-F238E27FC236}">
                <a16:creationId xmlns:a16="http://schemas.microsoft.com/office/drawing/2014/main" id="{F5861515-EE79-0570-30BB-0D1346F6EEC0}"/>
              </a:ext>
            </a:extLst>
          </p:cNvPr>
          <p:cNvSpPr/>
          <p:nvPr/>
        </p:nvSpPr>
        <p:spPr>
          <a:xfrm>
            <a:off x="8247662" y="1289299"/>
            <a:ext cx="1137021" cy="493967"/>
          </a:xfrm>
          <a:prstGeom prst="upDownArrow">
            <a:avLst>
              <a:gd name="adj1" fmla="val 63892"/>
              <a:gd name="adj2" fmla="val 203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상태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비교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FB9112E-7E70-2BAF-0E4C-5A5D471EFFEE}"/>
              </a:ext>
            </a:extLst>
          </p:cNvPr>
          <p:cNvGrpSpPr/>
          <p:nvPr/>
        </p:nvGrpSpPr>
        <p:grpSpPr>
          <a:xfrm>
            <a:off x="6121211" y="1229871"/>
            <a:ext cx="1877163" cy="1123488"/>
            <a:chOff x="2509044" y="1152607"/>
            <a:chExt cx="1877163" cy="1326752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166FAC-CEFB-FE13-FC87-220B191F8D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6AB889DA-BCA8-1891-C337-E0BFAEF0D7F4}"/>
                  </a:ext>
                </a:extLst>
              </p:cNvPr>
              <p:cNvCxnSpPr>
                <a:cxnSpLocks/>
                <a:stCxn id="203" idx="4"/>
                <a:endCxn id="205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B2923A56-D471-0961-3A70-B2F3C4D7955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314BFD05-2EF8-43D5-B7B0-B6E5ACAFF188}"/>
                  </a:ext>
                </a:extLst>
              </p:cNvPr>
              <p:cNvCxnSpPr>
                <a:cxnSpLocks/>
                <a:stCxn id="202" idx="2"/>
                <a:endCxn id="193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63849742-A151-2F7E-AB7F-E2CD9CBFA4E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177FED2C-50D4-3C3F-EA9F-9ED81DF720BB}"/>
                  </a:ext>
                </a:extLst>
              </p:cNvPr>
              <p:cNvCxnSpPr>
                <a:cxnSpLocks/>
                <a:stCxn id="199" idx="1"/>
                <a:endCxn id="195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EA30EC95-551A-99D0-B6A9-E09882DDAFB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73189458-4248-56D3-76EB-A6C030521993}"/>
                  </a:ext>
                </a:extLst>
              </p:cNvPr>
              <p:cNvCxnSpPr>
                <a:cxnSpLocks/>
                <a:stCxn id="203" idx="6"/>
                <a:endCxn id="19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D9C068C-DB61-F4D9-FD23-57E5585040DF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EA08A2C5-BF0C-9881-A3A6-E0BBF9A8F8F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62CEE73F-7754-06C0-17D0-F76CE2AF38C1}"/>
                  </a:ext>
                </a:extLst>
              </p:cNvPr>
              <p:cNvCxnSpPr>
                <a:cxnSpLocks/>
                <a:stCxn id="200" idx="3"/>
                <a:endCxn id="193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23923799-7A76-E4C9-5475-C8D67DD829D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AC2F2E76-816F-446B-E4DA-9DE59B47EDF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61C3B5E1-B28A-A018-9F84-1B52EA2EF5C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C2AFA84B-5297-0189-36E1-732F74DF8DE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0E3BBFF-613C-A0BC-978F-B57C59E5725A}"/>
                  </a:ext>
                </a:extLst>
              </p:cNvPr>
              <p:cNvCxnSpPr>
                <a:cxnSpLocks/>
                <a:stCxn id="205" idx="4"/>
                <a:endCxn id="204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B2528805-E197-D8DE-196B-E60B757B6935}"/>
                  </a:ext>
                </a:extLst>
              </p:cNvPr>
              <p:cNvCxnSpPr>
                <a:cxnSpLocks/>
                <a:stCxn id="199" idx="2"/>
                <a:endCxn id="200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BA146CE-10CA-319D-805D-A7F6A73094FE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44BC9FE-DDBB-9B17-6A9A-1AA621893656}"/>
              </a:ext>
            </a:extLst>
          </p:cNvPr>
          <p:cNvGrpSpPr/>
          <p:nvPr/>
        </p:nvGrpSpPr>
        <p:grpSpPr>
          <a:xfrm>
            <a:off x="413019" y="2583773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7645094-119F-413F-D74C-1AC94161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C370116-DF43-ED3D-6EE7-2AD3B4FF7ED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5FA8D150-958D-EBFF-9D8C-19F4C3F44F2E}"/>
              </a:ext>
            </a:extLst>
          </p:cNvPr>
          <p:cNvSpPr/>
          <p:nvPr/>
        </p:nvSpPr>
        <p:spPr>
          <a:xfrm>
            <a:off x="2026593" y="347071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F04BEECF-2634-B2D7-DC0F-0889A1095C42}"/>
              </a:ext>
            </a:extLst>
          </p:cNvPr>
          <p:cNvSpPr/>
          <p:nvPr/>
        </p:nvSpPr>
        <p:spPr>
          <a:xfrm>
            <a:off x="3281057" y="3429000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7CB9C-9573-7C03-B542-DA56A83C2EE8}"/>
              </a:ext>
            </a:extLst>
          </p:cNvPr>
          <p:cNvSpPr/>
          <p:nvPr/>
        </p:nvSpPr>
        <p:spPr>
          <a:xfrm>
            <a:off x="4851419" y="3182363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BEAA5-B67D-B009-1312-E6D6C0244170}"/>
              </a:ext>
            </a:extLst>
          </p:cNvPr>
          <p:cNvGrpSpPr/>
          <p:nvPr/>
        </p:nvGrpSpPr>
        <p:grpSpPr>
          <a:xfrm>
            <a:off x="8260062" y="3038060"/>
            <a:ext cx="2112516" cy="958137"/>
            <a:chOff x="7994089" y="945795"/>
            <a:chExt cx="2112516" cy="113148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8C9DB02-0E56-E26D-3835-8C7CD75B9C8C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41884F4-0DEE-63C8-FECA-AA14B7763A5D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B04BCC5-EE32-175A-78CF-2EEC6733E546}"/>
                  </a:ext>
                </a:extLst>
              </p:cNvPr>
              <p:cNvCxnSpPr>
                <a:cxnSpLocks/>
                <a:stCxn id="62" idx="2"/>
                <a:endCxn id="49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39F79D7-FD7A-4733-23EB-CD869908F77B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15A9CEE-ADEA-3903-EA05-673BB89EE643}"/>
                  </a:ext>
                </a:extLst>
              </p:cNvPr>
              <p:cNvCxnSpPr>
                <a:cxnSpLocks/>
                <a:stCxn id="57" idx="1"/>
                <a:endCxn id="51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959FC52-7B62-388E-C967-5E046E5CBDD7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AC9F70B-7F37-7011-79B4-7AB9DBFFE200}"/>
                  </a:ext>
                </a:extLst>
              </p:cNvPr>
              <p:cNvCxnSpPr>
                <a:cxnSpLocks/>
                <a:stCxn id="63" idx="6"/>
                <a:endCxn id="5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50EA02E-CCD6-FC00-E394-67D2E24579FB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BDBA84-ED66-E138-6A98-DD0B996AB492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06CCAFD-6D55-4F20-AE8B-E28C2CF20247}"/>
                  </a:ext>
                </a:extLst>
              </p:cNvPr>
              <p:cNvCxnSpPr>
                <a:cxnSpLocks/>
                <a:stCxn id="59" idx="3"/>
                <a:endCxn id="49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BC991C6-45E7-90A0-6D30-60F017F7A975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3FE0957-F128-FFD3-A7BD-6A62BC6F53C4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4E4C5B7-F9A2-B6DC-9D79-7491D92A4647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50708F9-EDF1-E8EA-A4C4-061B4A657185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690498A2-D410-F36D-588C-85E56FF90455}"/>
                  </a:ext>
                </a:extLst>
              </p:cNvPr>
              <p:cNvCxnSpPr>
                <a:cxnSpLocks/>
                <a:stCxn id="69" idx="4"/>
                <a:endCxn id="65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5CBFBDB1-D3E0-DEEF-9A19-77D4729FFA65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525963-910D-2241-5AC1-148BB8B68F87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34DBA3AB-816F-017C-83AB-F2C6644ED46D}"/>
              </a:ext>
            </a:extLst>
          </p:cNvPr>
          <p:cNvSpPr/>
          <p:nvPr/>
        </p:nvSpPr>
        <p:spPr>
          <a:xfrm>
            <a:off x="4552327" y="341424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6DCE3F55-3175-1588-85A7-CE088AAFA940}"/>
              </a:ext>
            </a:extLst>
          </p:cNvPr>
          <p:cNvSpPr/>
          <p:nvPr/>
        </p:nvSpPr>
        <p:spPr>
          <a:xfrm>
            <a:off x="6200141" y="3424007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3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/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/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733796" y="3059235"/>
            <a:ext cx="1625057" cy="2064519"/>
            <a:chOff x="9028349" y="2632635"/>
            <a:chExt cx="2233926" cy="2761965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028349" y="4384159"/>
              <a:ext cx="2233926" cy="1010441"/>
              <a:chOff x="7648155" y="945795"/>
              <a:chExt cx="2804390" cy="1193252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648155" y="1798674"/>
                <a:ext cx="2804390" cy="34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/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/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758775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772321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/>
        </p:nvGraphicFramePr>
        <p:xfrm>
          <a:off x="6212774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768400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768400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941429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8190467" y="3627671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9969398" y="3304299"/>
            <a:ext cx="1694578" cy="1828684"/>
            <a:chOff x="9546077" y="3179194"/>
            <a:chExt cx="2381250" cy="2469129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1962432" cy="2088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endParaRPr lang="en-US" altLang="ko-KR" sz="1050" dirty="0"/>
            </a:p>
            <a:p>
              <a:endParaRPr lang="ko-KR" altLang="en-US" sz="1050" dirty="0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561533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830340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2079447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756376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965493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694172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68458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46716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558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1046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0A033E-105F-C5C0-B4DC-32F662F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AD56B-C24E-94DF-AB63-2AB8D43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0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90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Type D : I</a:t>
              </a:r>
              <a:endParaRPr lang="ko-KR" altLang="en-US" sz="900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/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CF3F-8C6F-D10D-C068-646D67E6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D2B7D8-099C-8444-9D18-EBD804D0C248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C6B26F-E948-FBCA-FEB3-ED9FE801D07B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E90ABF-57BF-E578-3C7E-BE1AE4E93341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E00F6F42-45BB-6B92-5E34-B7C92B704BBC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F556D1-6089-FDA8-FB4D-3D1B5959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FE356E-03EB-29B2-FACE-4F069BF2C7B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84E0F-EA13-F57D-9F2B-4B73D11AC3F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318F199E-BC3B-355F-65A6-EACC2292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5540F-CCF0-0BDE-4534-ADDB892D3B65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4262C-8A86-F290-25FA-E55811052DF0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BC501-F4F4-76A1-EDEA-2B29FD11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3252</Words>
  <Application>Microsoft Office PowerPoint</Application>
  <PresentationFormat>와이드스크린</PresentationFormat>
  <Paragraphs>947</Paragraphs>
  <Slides>44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354</cp:revision>
  <dcterms:modified xsi:type="dcterms:W3CDTF">2025-11-23T18:40:54Z</dcterms:modified>
</cp:coreProperties>
</file>