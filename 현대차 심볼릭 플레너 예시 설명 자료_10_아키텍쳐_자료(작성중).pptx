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42"/>
  </p:notesMasterIdLst>
  <p:sldIdLst>
    <p:sldId id="256" r:id="rId3"/>
    <p:sldId id="257" r:id="rId4"/>
    <p:sldId id="334" r:id="rId5"/>
    <p:sldId id="335" r:id="rId6"/>
    <p:sldId id="313" r:id="rId7"/>
    <p:sldId id="322" r:id="rId8"/>
    <p:sldId id="321" r:id="rId9"/>
    <p:sldId id="316" r:id="rId10"/>
    <p:sldId id="294" r:id="rId11"/>
    <p:sldId id="260" r:id="rId12"/>
    <p:sldId id="293" r:id="rId13"/>
    <p:sldId id="324" r:id="rId14"/>
    <p:sldId id="325" r:id="rId15"/>
    <p:sldId id="311" r:id="rId16"/>
    <p:sldId id="317" r:id="rId17"/>
    <p:sldId id="318" r:id="rId18"/>
    <p:sldId id="319" r:id="rId19"/>
    <p:sldId id="326" r:id="rId20"/>
    <p:sldId id="327" r:id="rId21"/>
    <p:sldId id="312" r:id="rId22"/>
    <p:sldId id="328" r:id="rId23"/>
    <p:sldId id="298" r:id="rId24"/>
    <p:sldId id="295" r:id="rId25"/>
    <p:sldId id="299" r:id="rId26"/>
    <p:sldId id="297" r:id="rId27"/>
    <p:sldId id="306" r:id="rId28"/>
    <p:sldId id="304" r:id="rId29"/>
    <p:sldId id="310" r:id="rId30"/>
    <p:sldId id="315" r:id="rId31"/>
    <p:sldId id="273" r:id="rId32"/>
    <p:sldId id="303" r:id="rId33"/>
    <p:sldId id="261" r:id="rId34"/>
    <p:sldId id="262" r:id="rId35"/>
    <p:sldId id="263" r:id="rId36"/>
    <p:sldId id="264" r:id="rId37"/>
    <p:sldId id="265" r:id="rId38"/>
    <p:sldId id="266" r:id="rId39"/>
    <p:sldId id="267" r:id="rId40"/>
    <p:sldId id="268" r:id="rId41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9A9"/>
    <a:srgbClr val="FF8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667" autoAdjust="0"/>
  </p:normalViewPr>
  <p:slideViewPr>
    <p:cSldViewPr snapToGrid="0">
      <p:cViewPr varScale="1">
        <p:scale>
          <a:sx n="131" d="100"/>
          <a:sy n="131" d="100"/>
        </p:scale>
        <p:origin x="141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A5696-68AD-9107-B3A3-7662E9750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E89538-DE08-198E-9847-57D14CFC8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A0E8F4-3CEE-867C-9A82-E0C0667F84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552685-062C-D89F-3D8D-7140AA773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8739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D0DF-8448-E92E-9D95-35B2FF2BB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5477EA-FB67-15D3-931D-126D79A4D8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C9338F-F91D-BD27-02FF-C36D85038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899A1C-D7B2-1C6E-1DFE-B68079002F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800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12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2837-066F-0BF4-857B-6D4B47DA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8F0CF1-CDBE-D311-6E3F-E9CDF8C50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375EB-E711-B573-DD38-C8BB595CB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8EAF07-D808-751F-DB81-265417135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1600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EC3-3530-9213-7334-ABB9B585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7B791-E113-5E4A-D188-6007D115E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66C28C-657F-801F-0BE1-76E4DFB2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8F8E4-9165-4318-6C32-AB3AD44D7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741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5CA4-E310-25C3-5463-76228848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C63E57-1802-1767-D671-B5C6F36B6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DCD3F1-D6E7-5B27-F0E7-467FB9256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9BC1C5-C2C7-BF4D-1DEE-0249ACF93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04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30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054D-8BB2-E3AE-DA2F-0B3B4734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360D5A38-F3BC-5066-0F2D-130320A212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31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CB5B3C62-CF86-72B6-B94B-4E3FDB15C7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31D2479-95C2-DB5B-B5E0-ED7095B469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92004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244748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73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4.wdp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6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6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6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25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24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7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0D0BB-A5DF-0F63-32C3-BB63DFF3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8EADFC-D6FD-732F-CACF-1FDB822D1F1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52FBF8C-829A-A799-7252-82481296E56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FCCA17FB-9984-DFF8-BF00-D6EE2AB45E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CDD2E0E5-CFBE-75B5-71B1-867D12337B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6223370"/>
              </p:ext>
            </p:extLst>
          </p:nvPr>
        </p:nvGraphicFramePr>
        <p:xfrm>
          <a:off x="6493885" y="4762683"/>
          <a:ext cx="1290660" cy="1703573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6545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474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932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1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559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2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068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/>
                        <a:t>3</a:t>
                      </a:r>
                      <a:endParaRPr lang="ko-KR" altLang="en-US" sz="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⁝</a:t>
                      </a:r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096DD56F-EB5A-B4E6-060F-146A56A7ED95}"/>
              </a:ext>
            </a:extLst>
          </p:cNvPr>
          <p:cNvGrpSpPr/>
          <p:nvPr/>
        </p:nvGrpSpPr>
        <p:grpSpPr>
          <a:xfrm>
            <a:off x="6983978" y="5043252"/>
            <a:ext cx="783798" cy="517711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287BF019-4621-D15F-B35B-8AFEC628DA7B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EAA8B498-2FD8-CCC6-B5F6-899CE1C704B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A79573CB-E92F-56D9-C8BD-0596E1FE93E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나사구멍</a:t>
                </a: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6D1EC407-84C6-CB16-CE01-FC42CEEE73EE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  <a:endParaRPr lang="en-US" altLang="ko-KR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E43C1F8D-39FB-0935-0DA0-8F2D3E74CC8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너트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BB520DAB-D31C-6254-9DEB-9D9E24953006}"/>
              </a:ext>
            </a:extLst>
          </p:cNvPr>
          <p:cNvGrpSpPr/>
          <p:nvPr/>
        </p:nvGrpSpPr>
        <p:grpSpPr>
          <a:xfrm>
            <a:off x="7026062" y="5633478"/>
            <a:ext cx="715093" cy="485167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6FADF78E-927D-BB37-9845-6A6E151E3A29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4E33E2C0-D51F-6355-C821-1AEBB079334F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235213E-359A-197B-1790-3F40496B6AC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D3FE42D2-61C8-7260-E9E3-0908357BB4DE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 err="1"/>
                  <a:t>나사탭</a:t>
                </a:r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E531B064-3A97-43E5-EDBA-D1844BF67358}"/>
              </a:ext>
            </a:extLst>
          </p:cNvPr>
          <p:cNvSpPr txBox="1"/>
          <p:nvPr/>
        </p:nvSpPr>
        <p:spPr>
          <a:xfrm>
            <a:off x="6266025" y="6477609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부품</a:t>
            </a:r>
            <a:r>
              <a:rPr lang="ko-KR" altLang="en-US" sz="10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956BE76-6465-2A04-B081-5CEC2D28A315}"/>
              </a:ext>
            </a:extLst>
          </p:cNvPr>
          <p:cNvSpPr/>
          <p:nvPr/>
        </p:nvSpPr>
        <p:spPr>
          <a:xfrm>
            <a:off x="8442799" y="5535003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69B55-85BC-F52F-EFE7-7A3A4EF21A42}"/>
              </a:ext>
            </a:extLst>
          </p:cNvPr>
          <p:cNvGrpSpPr/>
          <p:nvPr/>
        </p:nvGrpSpPr>
        <p:grpSpPr>
          <a:xfrm>
            <a:off x="10139938" y="5006304"/>
            <a:ext cx="1606585" cy="1449899"/>
            <a:chOff x="9452164" y="3184556"/>
            <a:chExt cx="2475163" cy="2080658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8D0EED60-CB1D-E506-AC46-F1AA17D7C06E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>
                <a:gd name="adj" fmla="val 8886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8189C6C-4213-1F5C-C90D-63FAF57C2947}"/>
                </a:ext>
              </a:extLst>
            </p:cNvPr>
            <p:cNvSpPr/>
            <p:nvPr/>
          </p:nvSpPr>
          <p:spPr>
            <a:xfrm>
              <a:off x="9452164" y="3184556"/>
              <a:ext cx="1614259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출력</a:t>
              </a:r>
              <a:endParaRPr lang="ko-KR" altLang="en-US" sz="1200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7D5734B9-7766-C2EE-6C53-BE11E94CB853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F149FF05-FBAC-EEBA-6AAE-3A8106C920BE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037E0695-9AFB-6224-BFA5-CCCFE1785773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21F55B53-AB2F-A2D8-D06D-F4F807B9C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CF914D7A-8CC7-29F1-A078-CDD772A9CA7F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E89AD834-80B6-B835-DD44-DD30D0944244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BB0393D4-117A-B80A-CE99-CB230DEBF121}"/>
              </a:ext>
            </a:extLst>
          </p:cNvPr>
          <p:cNvSpPr/>
          <p:nvPr/>
        </p:nvSpPr>
        <p:spPr>
          <a:xfrm>
            <a:off x="8130599" y="308109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  <a:p>
            <a:pPr algn="ctr"/>
            <a:endParaRPr lang="en-US" altLang="ko-KR" sz="1000" dirty="0"/>
          </a:p>
          <a:p>
            <a:pPr algn="ctr"/>
            <a:r>
              <a:rPr lang="en-US" altLang="ko-KR" sz="1000" dirty="0"/>
              <a:t>State </a:t>
            </a:r>
            <a:r>
              <a:rPr lang="ko-KR" altLang="en-US" sz="1000" dirty="0"/>
              <a:t>관리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B2A67CFF-89C0-0551-1C3F-F35FE95CB513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F1643341-54A2-468F-5013-25A9EE2555D7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7E99567-0E6A-7B26-7DD8-EF4A533E7674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15144522-240E-DDF9-145A-934A7535005D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3E4788F-A689-32EA-D8A9-0C62299B3C21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CDED4D4F-6D53-FFEA-55FF-7239B1902BE4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78E82FBF-D9C9-2531-C9D3-DC38D49F58C7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545A098F-8560-E7BC-A6D9-EA6C56036E6C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5EE00216-5628-4D40-A6C2-329B0C92C64E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30360C9F-782D-6495-1655-2B90B699CB18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A6A5409C-E648-6951-7154-F7DA22B21547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2FD1DAC4-67DF-1B00-4EB6-704CE4D9890E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0457FCEF-D402-FB0C-B6F7-B470CF3109D5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73AC3646-761C-85E5-77FC-0AC63B0A628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588E2825-8BDD-4E5E-C4F9-43526B1DCBDD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E4292AE-4D19-D13F-F7C4-AC2FA797BD0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AA5DC49A-84DE-7BC0-AEF2-B04D22FDA23D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E122462-D664-72FE-5383-8E0EFD21DBB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46B111CD-47F6-60AC-C6FD-A93800D79AD5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ACF11E9A-5F21-6B32-A4F7-75937F7394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ECFEE245-9356-82D2-B040-D9564124B3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C5331662-4D89-9794-8725-5A6CDFFD972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A079607A-4FBB-FF24-F3EE-35A07A00C41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1ABB3161-A2C6-7544-8D84-E6E4E9C0854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6CFDE40C-2639-E1D7-9B93-82BF3F30028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75230102-EB07-40AB-46FA-A43E94D0A3F5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66B45071-BCBB-AC44-809A-B2B388AA5B58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39511C7E-A598-4991-6F29-58D3E302F8B4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8C8D3DD3-B071-57D3-4F37-55530934518E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34EFB489-D6E8-7BCE-EC7F-B4DF58B0DCB2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F70A54-3D48-3E88-C4BE-73B9E0A48294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A062204-1A3B-B45F-F50E-2DE7D94403C4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98B312EE-F051-F7D2-D0BA-E0453791F4C9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282A3E88-6C0A-2604-53F9-7AA972649789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6615B599-7DCF-7668-767E-04544E7D572A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27953BBB-6AF7-5CA0-2F45-06BA5591509D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122C0E90-21D1-51A9-8375-15C03F051C7B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4B0C334-25FF-CB13-91E1-6470ADD0E8DF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33D6C8E-5DA6-7CDD-7D94-180AB0D6E16D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5A9F5237-F61B-D54E-C0AB-4946A2114C6F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B5129529-8C81-52F0-89BA-90C7F0D7640E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152864F1-A24E-BA53-08C7-36123EA75053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5FE681EC-48D5-5292-3F34-8C43B53CFD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211D53BC-537B-5414-3928-5A44EB25F687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BCB3CDE-1A32-6F56-041A-6182DB0971C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E742737-E791-BAAE-D4A5-C8BEA2511193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D2D0BE0-EDC9-8C69-737A-95F5F71D8091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8065AF5C-061D-C294-540A-F0883B57A615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933B9021-55D4-8ED5-E248-0FEF5FA51DFB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0C408A46-AB66-138F-2605-EF7DE7E3F30D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4E9D5608-5456-FC15-4341-1CE9BDE2B88C}"/>
              </a:ext>
            </a:extLst>
          </p:cNvPr>
          <p:cNvSpPr/>
          <p:nvPr/>
        </p:nvSpPr>
        <p:spPr>
          <a:xfrm>
            <a:off x="7989543" y="5501591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BBBB90F1-2CA6-5647-30DE-94DED283B22A}"/>
              </a:ext>
            </a:extLst>
          </p:cNvPr>
          <p:cNvSpPr/>
          <p:nvPr/>
        </p:nvSpPr>
        <p:spPr>
          <a:xfrm>
            <a:off x="9772123" y="5538693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B48BC726-A607-A0CA-D89E-33F62E20DF88}"/>
              </a:ext>
            </a:extLst>
          </p:cNvPr>
          <p:cNvGrpSpPr/>
          <p:nvPr/>
        </p:nvGrpSpPr>
        <p:grpSpPr>
          <a:xfrm>
            <a:off x="866677" y="5598359"/>
            <a:ext cx="2453484" cy="1170835"/>
            <a:chOff x="983719" y="5744659"/>
            <a:chExt cx="2453484" cy="1170835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E8992A35-37FE-1639-472B-5BEBEA0ED46D}"/>
                </a:ext>
              </a:extLst>
            </p:cNvPr>
            <p:cNvGrpSpPr/>
            <p:nvPr/>
          </p:nvGrpSpPr>
          <p:grpSpPr>
            <a:xfrm>
              <a:off x="1652753" y="5744659"/>
              <a:ext cx="1115416" cy="689120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6C2F114-845E-E8C8-A239-6A94CC66A1B1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A8D10321-909B-5012-55AB-71872C5F807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88A422DE-EF87-ACA5-2A4B-F24D3027EB15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BFADB500-17DD-65CA-795B-A35D97EB659F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F4CE678D-381A-4417-C647-A95AEA5E0320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F18F700D-5371-FD60-C988-AF635F70B679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57ECD93D-2B77-7284-6E67-2BF9E172084E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93478308-6C36-2714-A30A-96DBC56817E1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2373279D-7C57-BE2C-4553-F0CBED62AC92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7CA5A98D-B4DC-B8D7-7611-C247AC0C984D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C21892F4-363E-5744-5DBE-123B941CD740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AEC519F4-5C54-C8FD-F9D1-1B64DF4A5E6C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562ED52D-314E-B54D-5CCE-1B1F3248A006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888AAADC-086A-6D46-AC61-4DBAFCA925D6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BE25E230-7E38-8573-9540-E49B85CDE97B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2C054413-2761-217E-9F89-9E0FF56695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F1B2897E-96A9-3D2B-12C7-FA40ED1DBB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39326DD0-C50D-43B4-63E7-C665DDD7F3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F0DC9355-A33C-BC34-3575-D36117F551B5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615A0C98-2A8C-E0B2-E693-EE9348E2A6BC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412B9329-D92B-C824-0F42-C625EFA96E53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8D1C658D-665F-BAAC-88E2-71524FA46796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214911C6-32D7-8258-B24E-7822C6BA9620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50C31F7C-9AC7-F1BE-CE3C-69B1A1566CA0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023B3B60-1C2D-C9C4-E6B1-0E4F1362AFD0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BD3AE31D-FB2C-2C0D-99C6-AD5FFBE49166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EF5A27F-105A-7869-39B3-444196094E2E}"/>
                </a:ext>
              </a:extLst>
            </p:cNvPr>
            <p:cNvSpPr txBox="1"/>
            <p:nvPr/>
          </p:nvSpPr>
          <p:spPr>
            <a:xfrm>
              <a:off x="983719" y="6515384"/>
              <a:ext cx="24534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엔드 아이템 리스트</a:t>
              </a:r>
              <a:r>
                <a:rPr lang="en-US" altLang="ko-KR" sz="1000" dirty="0"/>
                <a:t>, </a:t>
              </a:r>
              <a:r>
                <a:rPr lang="ko-KR" altLang="en-US" sz="1000" dirty="0"/>
                <a:t>이미 조립됨 여부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ED6982DD-883A-2F5C-A6AD-378562747B28}"/>
              </a:ext>
            </a:extLst>
          </p:cNvPr>
          <p:cNvGrpSpPr/>
          <p:nvPr/>
        </p:nvGrpSpPr>
        <p:grpSpPr>
          <a:xfrm>
            <a:off x="3574172" y="5656196"/>
            <a:ext cx="1525175" cy="1112998"/>
            <a:chOff x="3237674" y="5802496"/>
            <a:chExt cx="1525175" cy="1112998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870BEF89-9764-776D-7BD3-AE8C495202DE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CC6FFBA2-821F-B429-B4C4-35BF7B0D13A2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45CE64D5-2A10-3E5E-29DF-850AEC53499C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4C7D24A6-467C-44CA-4F86-D89552B35761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D7C48D41-30E3-4E63-4F9F-94DEAC519CED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5BC0B576-118A-7813-7A6D-B3DCCF4A97FE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8FB40F60-4D11-E087-A38A-AD74752C61AE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92E4B775-24A2-4C58-780E-87115435C9E7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F89BB927-8207-44C4-386B-A03A7B34AE62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C0A537E0-3C62-9AB0-5984-508FAE7FABA9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0C31F1DD-ECAD-5057-8BE6-142CA3FA3D3D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0C20000B-1163-5286-28D9-761F5E28981E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558D399B-4E0E-C7EC-63B6-90AF68B66F75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B5E9426B-5D48-9508-4EFC-EC14BB40F638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E15BD80D-B829-7CB6-8C66-5E27D7B974BC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69F2612C-D00D-6A05-A4CA-025DC0DBC868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E3973B50-B6D4-E229-10EB-AF41A09C008B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4E197B2-913F-281F-BF22-488FA8F62EF2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2E35FB6C-1C37-5AD1-CD71-1FDF7E4A684B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DE2AE1A1-7BFD-406C-1687-BAD58E21EA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EE3006F0-2223-CE7A-E619-2B5051386600}"/>
              </a:ext>
            </a:extLst>
          </p:cNvPr>
          <p:cNvSpPr txBox="1"/>
          <p:nvPr/>
        </p:nvSpPr>
        <p:spPr>
          <a:xfrm>
            <a:off x="6288088" y="2058912"/>
            <a:ext cx="143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부품 특성 정보 데이터</a:t>
            </a:r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A3C21F9D-F0CB-CA61-5897-1E30D0E4B1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53F7D98B-3487-5ED0-AE13-2A08A32BC5BE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조립 관계 정보 데이터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0D2F33A-E989-E4EF-FB92-89FC3EDE97D0}"/>
              </a:ext>
            </a:extLst>
          </p:cNvPr>
          <p:cNvGrpSpPr/>
          <p:nvPr/>
        </p:nvGrpSpPr>
        <p:grpSpPr>
          <a:xfrm>
            <a:off x="556781" y="1397673"/>
            <a:ext cx="4862271" cy="3948156"/>
            <a:chOff x="242952" y="1141171"/>
            <a:chExt cx="4862271" cy="3948156"/>
          </a:xfrm>
        </p:grpSpPr>
        <p:cxnSp>
          <p:nvCxnSpPr>
            <p:cNvPr id="270" name="직선 화살표 연결선 269">
              <a:extLst>
                <a:ext uri="{FF2B5EF4-FFF2-40B4-BE49-F238E27FC236}">
                  <a16:creationId xmlns:a16="http://schemas.microsoft.com/office/drawing/2014/main" id="{2BB2151B-D719-CC9A-23CE-62FA0F9C8A32}"/>
                </a:ext>
              </a:extLst>
            </p:cNvPr>
            <p:cNvCxnSpPr>
              <a:cxnSpLocks/>
            </p:cNvCxnSpPr>
            <p:nvPr/>
          </p:nvCxnSpPr>
          <p:spPr>
            <a:xfrm>
              <a:off x="3607834" y="1805162"/>
              <a:ext cx="550879" cy="50033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직선 화살표 연결선 268">
              <a:extLst>
                <a:ext uri="{FF2B5EF4-FFF2-40B4-BE49-F238E27FC236}">
                  <a16:creationId xmlns:a16="http://schemas.microsoft.com/office/drawing/2014/main" id="{6B041792-007F-E58D-429E-1FAC0FAAE0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7509" y="2752227"/>
              <a:ext cx="607270" cy="581637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직선 화살표 연결선 272">
              <a:extLst>
                <a:ext uri="{FF2B5EF4-FFF2-40B4-BE49-F238E27FC236}">
                  <a16:creationId xmlns:a16="http://schemas.microsoft.com/office/drawing/2014/main" id="{6CBFB6F2-FE67-12AD-2D9B-FCD5DF1A0DD7}"/>
                </a:ext>
              </a:extLst>
            </p:cNvPr>
            <p:cNvCxnSpPr>
              <a:cxnSpLocks/>
            </p:cNvCxnSpPr>
            <p:nvPr/>
          </p:nvCxnSpPr>
          <p:spPr>
            <a:xfrm>
              <a:off x="2345674" y="2291190"/>
              <a:ext cx="1769840" cy="24136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496D7A56-58B4-FD63-7BDD-0A2474756DF2}"/>
                </a:ext>
              </a:extLst>
            </p:cNvPr>
            <p:cNvSpPr/>
            <p:nvPr/>
          </p:nvSpPr>
          <p:spPr>
            <a:xfrm>
              <a:off x="242952" y="3333864"/>
              <a:ext cx="3320054" cy="1575662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C9A87896-F056-3FE3-C0FD-534B4274F407}"/>
                </a:ext>
              </a:extLst>
            </p:cNvPr>
            <p:cNvSpPr/>
            <p:nvPr/>
          </p:nvSpPr>
          <p:spPr>
            <a:xfrm>
              <a:off x="2489789" y="1141171"/>
              <a:ext cx="1043027" cy="1941745"/>
            </a:xfrm>
            <a:prstGeom prst="roundRect">
              <a:avLst>
                <a:gd name="adj" fmla="val 1487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D5089708-A94B-98CE-A435-13BD2A30A305}"/>
                </a:ext>
              </a:extLst>
            </p:cNvPr>
            <p:cNvSpPr/>
            <p:nvPr/>
          </p:nvSpPr>
          <p:spPr>
            <a:xfrm>
              <a:off x="244709" y="1141171"/>
              <a:ext cx="2055792" cy="1941745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32BDD2BD-F773-9C50-4133-16298D59A298}"/>
                </a:ext>
              </a:extLst>
            </p:cNvPr>
            <p:cNvGrpSpPr/>
            <p:nvPr/>
          </p:nvGrpSpPr>
          <p:grpSpPr>
            <a:xfrm>
              <a:off x="4057437" y="3504445"/>
              <a:ext cx="1047786" cy="1264552"/>
              <a:chOff x="7917849" y="1193508"/>
              <a:chExt cx="1067656" cy="1198726"/>
            </a:xfrm>
          </p:grpSpPr>
          <p:pic>
            <p:nvPicPr>
              <p:cNvPr id="36" name="그래픽 35" descr="데이터베이스 단색으로 채워진">
                <a:extLst>
                  <a:ext uri="{FF2B5EF4-FFF2-40B4-BE49-F238E27FC236}">
                    <a16:creationId xmlns:a16="http://schemas.microsoft.com/office/drawing/2014/main" id="{6B0716C6-646D-A9BD-EEEE-D2B7E6CEFD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D7D326A-2450-3DCE-5C3F-6D9818D5E1A8}"/>
                  </a:ext>
                </a:extLst>
              </p:cNvPr>
              <p:cNvSpPr txBox="1"/>
              <p:nvPr/>
            </p:nvSpPr>
            <p:spPr>
              <a:xfrm>
                <a:off x="7917849" y="2012952"/>
                <a:ext cx="1067656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조립 관계 정보 </a:t>
                </a:r>
                <a:endParaRPr lang="en-US" altLang="ko-KR" sz="1000" dirty="0"/>
              </a:p>
              <a:p>
                <a:pPr algn="ctr"/>
                <a:r>
                  <a:rPr lang="ko-KR" altLang="en-US" sz="1000" dirty="0"/>
                  <a:t>데이터</a:t>
                </a:r>
              </a:p>
            </p:txBody>
          </p: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1A99127E-9AA8-93C4-B0E7-6193E51D9513}"/>
                </a:ext>
              </a:extLst>
            </p:cNvPr>
            <p:cNvGrpSpPr/>
            <p:nvPr/>
          </p:nvGrpSpPr>
          <p:grpSpPr>
            <a:xfrm>
              <a:off x="4031990" y="2096158"/>
              <a:ext cx="1070854" cy="1270661"/>
              <a:chOff x="7903782" y="1193508"/>
              <a:chExt cx="1091161" cy="1204517"/>
            </a:xfrm>
          </p:grpSpPr>
          <p:pic>
            <p:nvPicPr>
              <p:cNvPr id="120" name="그래픽 119" descr="데이터베이스 단색으로 채워진">
                <a:extLst>
                  <a:ext uri="{FF2B5EF4-FFF2-40B4-BE49-F238E27FC236}">
                    <a16:creationId xmlns:a16="http://schemas.microsoft.com/office/drawing/2014/main" id="{BAF49501-BEC6-FF30-EEA5-259B255A2A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5E69AF64-2A45-6487-A06A-AD49C235E096}"/>
                  </a:ext>
                </a:extLst>
              </p:cNvPr>
              <p:cNvSpPr txBox="1"/>
              <p:nvPr/>
            </p:nvSpPr>
            <p:spPr>
              <a:xfrm>
                <a:off x="7903782" y="2018743"/>
                <a:ext cx="1091161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부품 특성 정보 데이터</a:t>
                </a:r>
              </a:p>
            </p:txBody>
          </p:sp>
        </p:grpSp>
        <p:pic>
          <p:nvPicPr>
            <p:cNvPr id="174" name="그림 173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8CDFE8C-E393-287F-545F-6B380E536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9905" b="89857" l="6771" r="93750">
                          <a14:foregroundMark x1="80208" y1="46301" x2="88229" y2="52029"/>
                          <a14:foregroundMark x1="93854" y1="48687" x2="92083" y2="52148"/>
                          <a14:foregroundMark x1="9063" y1="64320" x2="6771" y2="43675"/>
                          <a14:foregroundMark x1="27708" y1="62888" x2="28438" y2="63246"/>
                          <a14:foregroundMark x1="32500" y1="40334" x2="33438" y2="40931"/>
                          <a14:foregroundMark x1="24167" y1="31981" x2="24896" y2="32697"/>
                          <a14:foregroundMark x1="24792" y1="31623" x2="26042" y2="34010"/>
                          <a14:foregroundMark x1="26458" y1="34368" x2="27917" y2="4510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2027" y="3734734"/>
              <a:ext cx="1881704" cy="1354593"/>
            </a:xfrm>
            <a:prstGeom prst="rect">
              <a:avLst/>
            </a:prstGeom>
          </p:spPr>
        </p:pic>
        <p:sp>
          <p:nvSpPr>
            <p:cNvPr id="175" name="타원 174">
              <a:extLst>
                <a:ext uri="{FF2B5EF4-FFF2-40B4-BE49-F238E27FC236}">
                  <a16:creationId xmlns:a16="http://schemas.microsoft.com/office/drawing/2014/main" id="{4B7BEAAF-0D1E-42F9-34E5-A053BAA485CD}"/>
                </a:ext>
              </a:extLst>
            </p:cNvPr>
            <p:cNvSpPr/>
            <p:nvPr/>
          </p:nvSpPr>
          <p:spPr>
            <a:xfrm>
              <a:off x="1507852" y="3800019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E0B0F195-3070-C3F3-B39E-785199C2A952}"/>
                </a:ext>
              </a:extLst>
            </p:cNvPr>
            <p:cNvSpPr/>
            <p:nvPr/>
          </p:nvSpPr>
          <p:spPr>
            <a:xfrm>
              <a:off x="2573175" y="3978765"/>
              <a:ext cx="907524" cy="28836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  <a:ea typeface="+mj-ea"/>
                </a:rPr>
                <a:t>나사구멍</a:t>
              </a:r>
              <a:r>
                <a:rPr lang="en-US" altLang="ko-KR" sz="800" dirty="0">
                  <a:latin typeface="+mj-ea"/>
                  <a:ea typeface="+mj-ea"/>
                </a:rPr>
                <a:t>:</a:t>
              </a:r>
              <a:r>
                <a:rPr lang="ko-KR" altLang="en-US" sz="800" dirty="0">
                  <a:latin typeface="+mj-ea"/>
                  <a:ea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Ø8mm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91E3AC53-B9EB-6257-62FB-BC912E873CEC}"/>
                </a:ext>
              </a:extLst>
            </p:cNvPr>
            <p:cNvSpPr/>
            <p:nvPr/>
          </p:nvSpPr>
          <p:spPr>
            <a:xfrm>
              <a:off x="1213345" y="4232328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C6958559-7A71-8890-731C-0D5A9D5B6BD4}"/>
                </a:ext>
              </a:extLst>
            </p:cNvPr>
            <p:cNvSpPr/>
            <p:nvPr/>
          </p:nvSpPr>
          <p:spPr>
            <a:xfrm>
              <a:off x="1111660" y="4538323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sp>
          <p:nvSpPr>
            <p:cNvPr id="179" name="타원 178">
              <a:extLst>
                <a:ext uri="{FF2B5EF4-FFF2-40B4-BE49-F238E27FC236}">
                  <a16:creationId xmlns:a16="http://schemas.microsoft.com/office/drawing/2014/main" id="{FEEF201E-BEC0-173E-6370-40594A68C96F}"/>
                </a:ext>
              </a:extLst>
            </p:cNvPr>
            <p:cNvSpPr/>
            <p:nvPr/>
          </p:nvSpPr>
          <p:spPr>
            <a:xfrm>
              <a:off x="429119" y="3557934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80" name="직선 화살표 연결선 179">
              <a:extLst>
                <a:ext uri="{FF2B5EF4-FFF2-40B4-BE49-F238E27FC236}">
                  <a16:creationId xmlns:a16="http://schemas.microsoft.com/office/drawing/2014/main" id="{59F40CF5-E050-46C2-53D3-2AD5E4CAF7F2}"/>
                </a:ext>
              </a:extLst>
            </p:cNvPr>
            <p:cNvCxnSpPr>
              <a:cxnSpLocks/>
              <a:stCxn id="176" idx="4"/>
              <a:endCxn id="174" idx="3"/>
            </p:cNvCxnSpPr>
            <p:nvPr/>
          </p:nvCxnSpPr>
          <p:spPr>
            <a:xfrm flipH="1">
              <a:off x="2613731" y="4267134"/>
              <a:ext cx="413206" cy="14489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직선 화살표 연결선 180">
              <a:extLst>
                <a:ext uri="{FF2B5EF4-FFF2-40B4-BE49-F238E27FC236}">
                  <a16:creationId xmlns:a16="http://schemas.microsoft.com/office/drawing/2014/main" id="{FC90E92D-F7FB-7595-FC50-4D64A126CC87}"/>
                </a:ext>
              </a:extLst>
            </p:cNvPr>
            <p:cNvCxnSpPr>
              <a:cxnSpLocks/>
              <a:stCxn id="175" idx="4"/>
              <a:endCxn id="177" idx="0"/>
            </p:cNvCxnSpPr>
            <p:nvPr/>
          </p:nvCxnSpPr>
          <p:spPr>
            <a:xfrm flipH="1">
              <a:off x="1294543" y="4073913"/>
              <a:ext cx="568090" cy="15841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직선 화살표 연결선 181">
              <a:extLst>
                <a:ext uri="{FF2B5EF4-FFF2-40B4-BE49-F238E27FC236}">
                  <a16:creationId xmlns:a16="http://schemas.microsoft.com/office/drawing/2014/main" id="{CA9FA0CB-1933-AF29-2D51-1AD0FEDF6104}"/>
                </a:ext>
              </a:extLst>
            </p:cNvPr>
            <p:cNvCxnSpPr>
              <a:cxnSpLocks/>
              <a:stCxn id="179" idx="5"/>
              <a:endCxn id="178" idx="1"/>
            </p:cNvCxnSpPr>
            <p:nvPr/>
          </p:nvCxnSpPr>
          <p:spPr>
            <a:xfrm>
              <a:off x="1034768" y="3791717"/>
              <a:ext cx="100674" cy="76478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83" name="그림 182" descr="가방, 액세서리, 수하물 및 가방, 핸드백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16A9E69-85FC-9A0D-75D4-DFA145DE70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5862" b="95172" l="9735" r="89381">
                          <a14:foregroundMark x1="16372" y1="89310" x2="59735" y2="88621"/>
                          <a14:foregroundMark x1="16814" y1="87586" x2="17699" y2="95517"/>
                          <a14:foregroundMark x1="37611" y1="46897" x2="36726" y2="43793"/>
                          <a14:foregroundMark x1="43363" y1="43793" x2="37168" y2="48276"/>
                          <a14:foregroundMark x1="39823" y1="43793" x2="35398" y2="47586"/>
                          <a14:foregroundMark x1="30973" y1="9655" x2="37168" y2="5862"/>
                          <a14:foregroundMark x1="42035" y1="5862" x2="68584" y2="7586"/>
                          <a14:foregroundMark x1="89381" y1="23793" x2="87611" y2="28966"/>
                          <a14:foregroundMark x1="43363" y1="11379" x2="76106" y2="22414"/>
                          <a14:foregroundMark x1="74336" y1="18276" x2="35841" y2="27241"/>
                          <a14:foregroundMark x1="36283" y1="13448" x2="67699" y2="23103"/>
                          <a14:foregroundMark x1="80088" y1="25172" x2="31416" y2="28276"/>
                          <a14:foregroundMark x1="31416" y1="28276" x2="78761" y2="25172"/>
                          <a14:foregroundMark x1="78761" y1="25172" x2="31858" y2="21724"/>
                          <a14:foregroundMark x1="31858" y1="21724" x2="72566" y2="13103"/>
                          <a14:foregroundMark x1="67699" y1="12069" x2="67257" y2="12414"/>
                          <a14:foregroundMark x1="65929" y1="13448" x2="46460" y2="14138"/>
                          <a14:foregroundMark x1="44690" y1="16207" x2="43805" y2="14483"/>
                          <a14:foregroundMark x1="41150" y1="16897" x2="37611" y2="1793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20244" y="1209894"/>
              <a:ext cx="1030922" cy="1322865"/>
            </a:xfrm>
            <a:prstGeom prst="rect">
              <a:avLst/>
            </a:prstGeom>
          </p:spPr>
        </p:pic>
        <p:pic>
          <p:nvPicPr>
            <p:cNvPr id="185" name="그림 184">
              <a:extLst>
                <a:ext uri="{FF2B5EF4-FFF2-40B4-BE49-F238E27FC236}">
                  <a16:creationId xmlns:a16="http://schemas.microsoft.com/office/drawing/2014/main" id="{9D69A0DD-1EC8-91B7-FD33-FCA645300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5761" b="99114" l="2134" r="96692">
                          <a14:foregroundMark x1="3949" y1="23338" x2="10352" y2="26145"/>
                          <a14:foregroundMark x1="10352" y1="26145" x2="10139" y2="26588"/>
                          <a14:foregroundMark x1="29456" y1="9453" x2="41622" y2="5318"/>
                          <a14:foregroundMark x1="41622" y1="5318" x2="35432" y2="10487"/>
                          <a14:foregroundMark x1="35432" y1="10487" x2="30950" y2="9453"/>
                          <a14:foregroundMark x1="40448" y1="4284" x2="47385" y2="3545"/>
                          <a14:foregroundMark x1="47385" y1="3545" x2="57204" y2="5908"/>
                          <a14:foregroundMark x1="57204" y1="5908" x2="61259" y2="10931"/>
                          <a14:foregroundMark x1="88367" y1="33235" x2="92529" y2="40030"/>
                          <a14:foregroundMark x1="92529" y1="40030" x2="94450" y2="52142"/>
                          <a14:foregroundMark x1="94450" y1="52142" x2="91249" y2="64106"/>
                          <a14:foregroundMark x1="91249" y1="64106" x2="86766" y2="71344"/>
                          <a14:foregroundMark x1="86766" y1="71344" x2="86980" y2="71787"/>
                          <a14:foregroundMark x1="94664" y1="41359" x2="93810" y2="53176"/>
                          <a14:foregroundMark x1="59232" y1="88626" x2="71291" y2="93501"/>
                          <a14:foregroundMark x1="71291" y1="93501" x2="72892" y2="92024"/>
                          <a14:foregroundMark x1="71825" y1="94535" x2="66702" y2="99261"/>
                          <a14:foregroundMark x1="38847" y1="76366" x2="39488" y2="79173"/>
                          <a14:foregroundMark x1="3735" y1="24077" x2="2668" y2="27326"/>
                          <a14:foregroundMark x1="2241" y1="27326" x2="3308" y2="25849"/>
                          <a14:foregroundMark x1="5550" y1="22304" x2="7257" y2="19498"/>
                          <a14:foregroundMark x1="73319" y1="16544" x2="77695" y2="22304"/>
                          <a14:foregroundMark x1="77695" y1="22304" x2="78869" y2="23043"/>
                          <a14:foregroundMark x1="96265" y1="44609" x2="96692" y2="54948"/>
                          <a14:foregroundMark x1="96692" y1="54948" x2="92850" y2="66765"/>
                        </a14:backgroundRemoval>
                      </a14:imgEffect>
                    </a14:imgLayer>
                  </a14:imgProps>
                </a:ext>
              </a:extLst>
            </a:blip>
            <a:srcRect t="11721" r="75466" b="40201"/>
            <a:stretch>
              <a:fillRect/>
            </a:stretch>
          </p:blipFill>
          <p:spPr>
            <a:xfrm>
              <a:off x="2558479" y="1448435"/>
              <a:ext cx="889864" cy="1259949"/>
            </a:xfrm>
            <a:prstGeom prst="rect">
              <a:avLst/>
            </a:prstGeom>
          </p:spPr>
        </p:pic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F5043ACB-4385-5E70-D1C1-1097D677566D}"/>
                </a:ext>
              </a:extLst>
            </p:cNvPr>
            <p:cNvSpPr/>
            <p:nvPr/>
          </p:nvSpPr>
          <p:spPr>
            <a:xfrm>
              <a:off x="2590775" y="2514417"/>
              <a:ext cx="718501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M8</a:t>
              </a:r>
              <a:endParaRPr lang="ko-KR" altLang="en-US" sz="800" dirty="0">
                <a:latin typeface="+mj-ea"/>
                <a:ea typeface="+mj-ea"/>
              </a:endParaRPr>
            </a:p>
            <a:p>
              <a:pPr algn="ctr"/>
              <a:r>
                <a:rPr lang="ko-KR" altLang="en-US" sz="800" dirty="0" err="1">
                  <a:latin typeface="+mj-ea"/>
                  <a:ea typeface="+mj-ea"/>
                </a:rPr>
                <a:t>나사탭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A7A1D6D7-03E6-2B1B-2307-71F1F3785CFA}"/>
                </a:ext>
              </a:extLst>
            </p:cNvPr>
            <p:cNvSpPr/>
            <p:nvPr/>
          </p:nvSpPr>
          <p:spPr>
            <a:xfrm>
              <a:off x="3015612" y="203179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cxnSp>
          <p:nvCxnSpPr>
            <p:cNvPr id="197" name="직선 화살표 연결선 196">
              <a:extLst>
                <a:ext uri="{FF2B5EF4-FFF2-40B4-BE49-F238E27FC236}">
                  <a16:creationId xmlns:a16="http://schemas.microsoft.com/office/drawing/2014/main" id="{3691B41E-E086-E24D-4F5D-1A3271A24E7B}"/>
                </a:ext>
              </a:extLst>
            </p:cNvPr>
            <p:cNvCxnSpPr>
              <a:cxnSpLocks/>
              <a:stCxn id="187" idx="0"/>
              <a:endCxn id="195" idx="3"/>
            </p:cNvCxnSpPr>
            <p:nvPr/>
          </p:nvCxnSpPr>
          <p:spPr>
            <a:xfrm flipV="1">
              <a:off x="2950026" y="2137723"/>
              <a:ext cx="89368" cy="37669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1F69081C-8D21-63BF-D1F1-6B695DB5F49C}"/>
                </a:ext>
              </a:extLst>
            </p:cNvPr>
            <p:cNvSpPr/>
            <p:nvPr/>
          </p:nvSpPr>
          <p:spPr>
            <a:xfrm>
              <a:off x="309437" y="2631165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3AF56150-C41D-70E0-287E-762130CE75C5}"/>
                </a:ext>
              </a:extLst>
            </p:cNvPr>
            <p:cNvSpPr/>
            <p:nvPr/>
          </p:nvSpPr>
          <p:spPr>
            <a:xfrm>
              <a:off x="1063201" y="198452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DE259E0E-9AAF-C313-C256-0F2C8B3347AE}"/>
                </a:ext>
              </a:extLst>
            </p:cNvPr>
            <p:cNvSpPr/>
            <p:nvPr/>
          </p:nvSpPr>
          <p:spPr>
            <a:xfrm>
              <a:off x="1071112" y="1861125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9" name="타원 218">
              <a:extLst>
                <a:ext uri="{FF2B5EF4-FFF2-40B4-BE49-F238E27FC236}">
                  <a16:creationId xmlns:a16="http://schemas.microsoft.com/office/drawing/2014/main" id="{4A9649DB-7E34-0591-90E3-F504481EEB78}"/>
                </a:ext>
              </a:extLst>
            </p:cNvPr>
            <p:cNvSpPr/>
            <p:nvPr/>
          </p:nvSpPr>
          <p:spPr>
            <a:xfrm>
              <a:off x="1339185" y="2577798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cxnSp>
          <p:nvCxnSpPr>
            <p:cNvPr id="220" name="직선 화살표 연결선 219">
              <a:extLst>
                <a:ext uri="{FF2B5EF4-FFF2-40B4-BE49-F238E27FC236}">
                  <a16:creationId xmlns:a16="http://schemas.microsoft.com/office/drawing/2014/main" id="{0C431125-7D6F-6D80-7482-ECCBAB6AA6C7}"/>
                </a:ext>
              </a:extLst>
            </p:cNvPr>
            <p:cNvCxnSpPr>
              <a:cxnSpLocks/>
              <a:stCxn id="219" idx="0"/>
              <a:endCxn id="217" idx="5"/>
            </p:cNvCxnSpPr>
            <p:nvPr/>
          </p:nvCxnSpPr>
          <p:spPr>
            <a:xfrm flipH="1" flipV="1">
              <a:off x="1209726" y="1967054"/>
              <a:ext cx="566767" cy="61074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화살표 연결선 220">
              <a:extLst>
                <a:ext uri="{FF2B5EF4-FFF2-40B4-BE49-F238E27FC236}">
                  <a16:creationId xmlns:a16="http://schemas.microsoft.com/office/drawing/2014/main" id="{2AF9303B-A801-8F6E-EF87-2D19166C017B}"/>
                </a:ext>
              </a:extLst>
            </p:cNvPr>
            <p:cNvCxnSpPr>
              <a:cxnSpLocks/>
              <a:stCxn id="200" idx="0"/>
              <a:endCxn id="216" idx="3"/>
            </p:cNvCxnSpPr>
            <p:nvPr/>
          </p:nvCxnSpPr>
          <p:spPr>
            <a:xfrm flipV="1">
              <a:off x="746745" y="2090453"/>
              <a:ext cx="340238" cy="540712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3" name="직선 연결선 232">
              <a:extLst>
                <a:ext uri="{FF2B5EF4-FFF2-40B4-BE49-F238E27FC236}">
                  <a16:creationId xmlns:a16="http://schemas.microsoft.com/office/drawing/2014/main" id="{F500831F-02C4-DB25-5976-4EC9F26F29C7}"/>
                </a:ext>
              </a:extLst>
            </p:cNvPr>
            <p:cNvCxnSpPr>
              <a:stCxn id="200" idx="4"/>
              <a:endCxn id="179" idx="0"/>
            </p:cNvCxnSpPr>
            <p:nvPr/>
          </p:nvCxnSpPr>
          <p:spPr>
            <a:xfrm>
              <a:off x="746745" y="3053470"/>
              <a:ext cx="37155" cy="504464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C0BF207-0EA5-96F1-3693-F18CED2620E0}"/>
                </a:ext>
              </a:extLst>
            </p:cNvPr>
            <p:cNvCxnSpPr>
              <a:stCxn id="219" idx="4"/>
              <a:endCxn id="175" idx="0"/>
            </p:cNvCxnSpPr>
            <p:nvPr/>
          </p:nvCxnSpPr>
          <p:spPr>
            <a:xfrm>
              <a:off x="1776493" y="3000103"/>
              <a:ext cx="86140" cy="799916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A2E5DE26-10F1-9ED9-A13C-E1E93AF0499A}"/>
                </a:ext>
              </a:extLst>
            </p:cNvPr>
            <p:cNvCxnSpPr>
              <a:cxnSpLocks/>
              <a:stCxn id="187" idx="4"/>
              <a:endCxn id="176" idx="0"/>
            </p:cNvCxnSpPr>
            <p:nvPr/>
          </p:nvCxnSpPr>
          <p:spPr>
            <a:xfrm>
              <a:off x="2950026" y="2936722"/>
              <a:ext cx="76911" cy="1042043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직선 화살표 연결선 239">
              <a:extLst>
                <a:ext uri="{FF2B5EF4-FFF2-40B4-BE49-F238E27FC236}">
                  <a16:creationId xmlns:a16="http://schemas.microsoft.com/office/drawing/2014/main" id="{11C0EB44-E64A-A3A1-FFA9-28978233F073}"/>
                </a:ext>
              </a:extLst>
            </p:cNvPr>
            <p:cNvCxnSpPr>
              <a:cxnSpLocks/>
            </p:cNvCxnSpPr>
            <p:nvPr/>
          </p:nvCxnSpPr>
          <p:spPr>
            <a:xfrm>
              <a:off x="2977933" y="3208903"/>
              <a:ext cx="1159109" cy="59108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직선 화살표 연결선 240">
              <a:extLst>
                <a:ext uri="{FF2B5EF4-FFF2-40B4-BE49-F238E27FC236}">
                  <a16:creationId xmlns:a16="http://schemas.microsoft.com/office/drawing/2014/main" id="{1522C64C-B80C-27C9-E858-3751AA4CDC73}"/>
                </a:ext>
              </a:extLst>
            </p:cNvPr>
            <p:cNvCxnSpPr>
              <a:cxnSpLocks/>
            </p:cNvCxnSpPr>
            <p:nvPr/>
          </p:nvCxnSpPr>
          <p:spPr>
            <a:xfrm>
              <a:off x="1805274" y="3280087"/>
              <a:ext cx="2331768" cy="660523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직선 화살표 연결선 243">
              <a:extLst>
                <a:ext uri="{FF2B5EF4-FFF2-40B4-BE49-F238E27FC236}">
                  <a16:creationId xmlns:a16="http://schemas.microsoft.com/office/drawing/2014/main" id="{C7DB0EBB-0C90-57AD-5C15-65C858223822}"/>
                </a:ext>
              </a:extLst>
            </p:cNvPr>
            <p:cNvCxnSpPr>
              <a:cxnSpLocks/>
            </p:cNvCxnSpPr>
            <p:nvPr/>
          </p:nvCxnSpPr>
          <p:spPr>
            <a:xfrm>
              <a:off x="768821" y="3276740"/>
              <a:ext cx="3346693" cy="78656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4F42E9E2-1EBF-3F93-D7DF-402C9432B264}"/>
                </a:ext>
              </a:extLst>
            </p:cNvPr>
            <p:cNvSpPr/>
            <p:nvPr/>
          </p:nvSpPr>
          <p:spPr>
            <a:xfrm>
              <a:off x="2328234" y="4321096"/>
              <a:ext cx="254757" cy="24784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</p:grp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FE140C8A-26F3-76FB-F53C-BB806354EE28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67CE263B-B839-5B82-9D9E-00FB24E61CBD}"/>
              </a:ext>
            </a:extLst>
          </p:cNvPr>
          <p:cNvSpPr/>
          <p:nvPr/>
        </p:nvSpPr>
        <p:spPr>
          <a:xfrm>
            <a:off x="6791174" y="4514656"/>
            <a:ext cx="686484" cy="186865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A24EF278-57D1-97E6-1310-B83223094910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9BA28E40-9AC2-B77F-BBDF-787C2C59E822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A0E5935D-3C84-18FE-DDF9-BDEF74E89692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B846C0D9-5865-57EF-6A59-43F437B9CAB4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6077D0A7-F4F3-E8E8-1C4C-5CD51EB9696F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78D4BCBD-06B7-8F30-83E9-D66D5F8BE539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C8A629CC-236C-7353-B1D8-710CC2744B6A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BCC1BAB-0950-BE59-CB80-D89D7AF771B0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D80319E1-7E1B-74B7-569D-E2B6B7C88951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FD50723F-922D-F12D-E83C-FC7E01C7A810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2BA4697-5F00-E2AE-D2B7-70C39AEE467A}"/>
              </a:ext>
            </a:extLst>
          </p:cNvPr>
          <p:cNvSpPr txBox="1"/>
          <p:nvPr/>
        </p:nvSpPr>
        <p:spPr>
          <a:xfrm>
            <a:off x="10011093" y="6482777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동작</a:t>
            </a:r>
            <a:r>
              <a:rPr lang="ko-KR" altLang="en-US" sz="10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8ABF217A-6473-5734-9844-77B79C158ED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473673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35937462-2C71-C393-D5A0-876FD3B790A2}"/>
              </a:ext>
            </a:extLst>
          </p:cNvPr>
          <p:cNvSpPr txBox="1"/>
          <p:nvPr/>
        </p:nvSpPr>
        <p:spPr>
          <a:xfrm>
            <a:off x="8351775" y="4857658"/>
            <a:ext cx="13150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조립 동작 변환 정보</a:t>
            </a:r>
            <a:endParaRPr lang="en-US" altLang="ko-KR" sz="1000" b="1" dirty="0"/>
          </a:p>
          <a:p>
            <a:pPr algn="ctr"/>
            <a:r>
              <a:rPr lang="ko-KR" altLang="en-US" sz="1000" b="1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4A75234-8B43-8534-D0F0-E2A934FA3CEC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82B58CB-0F4F-779B-8897-03579D7EB2BA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836B0944-DBF9-5E94-5B76-C6CFA4B0930E}"/>
              </a:ext>
            </a:extLst>
          </p:cNvPr>
          <p:cNvSpPr txBox="1"/>
          <p:nvPr/>
        </p:nvSpPr>
        <p:spPr>
          <a:xfrm>
            <a:off x="2854906" y="145306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773142D3-954C-56A6-78F1-69B678C6C2E1}"/>
              </a:ext>
            </a:extLst>
          </p:cNvPr>
          <p:cNvSpPr/>
          <p:nvPr/>
        </p:nvSpPr>
        <p:spPr>
          <a:xfrm>
            <a:off x="8659212" y="524402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4588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1951-B212-214A-3234-FB4700EC0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726866-56D2-8093-2E2A-0C291F2A29A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15DF92-28C4-2C04-066C-E7A69BC5D8F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4618E06B-D93C-D07A-6531-09C54CCFD2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49E548D2-448A-0393-47B2-B573F1B674E3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987974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912F68B1-8D2E-55A2-CB85-ECC891750CEB}"/>
              </a:ext>
            </a:extLst>
          </p:cNvPr>
          <p:cNvGrpSpPr/>
          <p:nvPr/>
        </p:nvGrpSpPr>
        <p:grpSpPr>
          <a:xfrm>
            <a:off x="7049511" y="5316500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F5FB2D16-F7BE-E305-5F2C-91A59AF6E7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EA69F646-38D0-CAF8-5160-8C8A0AC982E8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CAD33C33-2F31-7A74-1040-825EB1E64DCE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540C447F-D24D-59BD-8B02-B9441DD8E60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29839AD7-90B7-7111-F7BA-4A90B6905DB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C61435C-E482-2F4A-0CE7-66DAFDED9D7E}"/>
              </a:ext>
            </a:extLst>
          </p:cNvPr>
          <p:cNvGrpSpPr/>
          <p:nvPr/>
        </p:nvGrpSpPr>
        <p:grpSpPr>
          <a:xfrm>
            <a:off x="7049511" y="5816578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E0698704-9AF6-CC82-1B04-CCB7AF86330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94D18EB9-EE8E-20ED-E77B-2911D81B7BA5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9016A752-1D1A-2DC0-B6B5-312566B98B77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457FEB7A-0224-6B0D-B74F-71FCC6CF259E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D3E17-E416-DFC3-4945-68830F9A30D3}"/>
              </a:ext>
            </a:extLst>
          </p:cNvPr>
          <p:cNvSpPr txBox="1"/>
          <p:nvPr/>
        </p:nvSpPr>
        <p:spPr>
          <a:xfrm>
            <a:off x="6266025" y="6448349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부품</a:t>
            </a:r>
            <a:r>
              <a:rPr lang="ko-KR" altLang="en-US" sz="10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DE29DEC-BB81-DC3F-C530-DC273682A25C}"/>
              </a:ext>
            </a:extLst>
          </p:cNvPr>
          <p:cNvSpPr/>
          <p:nvPr/>
        </p:nvSpPr>
        <p:spPr>
          <a:xfrm>
            <a:off x="8442799" y="5535003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E9CEC5E1-9A54-9336-FDBE-89176EAB064C}"/>
              </a:ext>
            </a:extLst>
          </p:cNvPr>
          <p:cNvGrpSpPr/>
          <p:nvPr/>
        </p:nvGrpSpPr>
        <p:grpSpPr>
          <a:xfrm>
            <a:off x="10200896" y="4944047"/>
            <a:ext cx="1545628" cy="1453636"/>
            <a:chOff x="9546077" y="3179193"/>
            <a:chExt cx="2381250" cy="2086021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E69B8868-1DD1-95E1-5B4E-02AA5ACD056E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2566948E-5AF8-5E0D-D5C2-99C56504C0E7}"/>
                </a:ext>
              </a:extLst>
            </p:cNvPr>
            <p:cNvSpPr/>
            <p:nvPr/>
          </p:nvSpPr>
          <p:spPr>
            <a:xfrm>
              <a:off x="9575807" y="3179193"/>
              <a:ext cx="1747864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1A8331C-CC20-7D8B-411C-ED8415A052E8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761C7EB4-B06D-B020-4DD4-1E13D9C0DEF6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E4B22F55-054B-2E5D-7159-15DD25DC6214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F537F928-6732-9964-180D-CD41261BE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93C0C4C-3BD0-AF15-E06F-4FD0FC4B82C5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B4ECDBF6-25BA-EF47-1179-B40AFAA137DD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C3D9D5AB-05AE-DD95-F4EA-B0AADCDE9566}"/>
              </a:ext>
            </a:extLst>
          </p:cNvPr>
          <p:cNvSpPr/>
          <p:nvPr/>
        </p:nvSpPr>
        <p:spPr>
          <a:xfrm>
            <a:off x="8130599" y="308109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  <a:p>
            <a:pPr algn="ctr"/>
            <a:endParaRPr lang="en-US" altLang="ko-KR" sz="1000" dirty="0"/>
          </a:p>
          <a:p>
            <a:pPr algn="ctr"/>
            <a:r>
              <a:rPr lang="en-US" altLang="ko-KR" sz="1000" dirty="0"/>
              <a:t>State </a:t>
            </a:r>
            <a:r>
              <a:rPr lang="ko-KR" altLang="en-US" sz="1000" dirty="0"/>
              <a:t>관리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589E893-7B64-8214-5BE7-43C09623CF68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FAF805E4-2A63-3369-A13E-7B8AD76CC39A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C3D1945-A8E0-B43B-7149-F4DD27582D00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28D7745-255A-62C6-2E9C-C688B4CFA84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AF924809-27E6-F439-EE93-42F78006CD5A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4BB86DEA-A3FA-488C-988F-53C292FCE59E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BE1992F4-6D95-84B6-EFCB-1F90235266AA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A289599C-3F12-FDC1-B3E0-59BC25BE230A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7E35BBA0-3290-ECCE-BFC7-020E2DD123A1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2E93255-E477-8BE9-9F87-D20FC393E77A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08DE344-6540-7BD6-9F25-DB5FCC588714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DAFB94A8-5D3C-969D-BF28-F26903985AA4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8BE54687-47BD-B287-AFDE-4AF8DD0320E8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EAD2F783-A733-15BB-D97E-4E1284010D39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D282C94A-91E8-780F-48E1-405513D5DE14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1C358516-9303-6337-97A6-0571C37B8CA7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C18F6BDA-21B0-4D0F-38F8-5128B7D0631F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8899DCFB-35FA-1613-A28F-568C041F20CF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13968098-644F-C8C9-D99C-EE8AB3280537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88C99570-507D-CD53-72E6-594A41C767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4B0C915D-A424-7F76-03E3-0273837FFB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3584A53A-73DA-00E6-B748-638ABCE754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B78B125-183F-9575-65CA-87368EAC75F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452CD47D-1B56-8136-AC9D-34E319B1C1C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8E74AF13-A708-EF09-FB2A-C60FB0FC89C3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CA1452CE-423B-DC13-241A-A4719D86F031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EFC97666-3EEA-A8C0-ECCB-E2B6FA8DE448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45810AD7-DA72-684C-5DC6-345E68DFCD59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DF5BBA27-6834-2AD8-19EA-7B73BCEB2EE2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078531E0-962C-CA5C-40D5-3C161B085ABF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A02C98-0397-6EFE-8BBA-D80547ADA502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62F5B89A-EE0F-260A-2013-073CDC6E7D97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F5D08865-3527-3CE2-E171-749C877435BF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99902504-E5E1-A17B-8A45-B7483F277077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1FCE923C-5275-EF24-4E38-6D00DCDDA8B9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F3E969B7-FC08-E90D-5F6F-CCBA075151D9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1BD5D54-266F-33DD-741A-903985E2807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A0289C9E-D57E-FC99-284D-BC9FD2B1B958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A0AE20E8-A59B-E146-1629-C095F0442CC7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EB82BD4D-15EF-70DA-5E7A-094443F5103A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0730CF09-7270-BDE3-EAFD-B78E6166AE34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27541848-4F71-E8EA-F28E-1A71EA30C7F1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1A9548B5-0AD8-EC81-EB3C-5CDCA92CE58E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D7CF98E5-60FC-9563-2334-B8344239654B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5450C77F-B2A5-4897-67C6-6C421CEEDA3E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470512AA-8F6A-A6EF-6CD5-C90B52BAF79D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1D35BDE0-DEA2-9FE3-5E94-A87401230D61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429A271E-B4B9-6C33-B3CD-21049A9FCC1D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AF7B2BEF-3DA0-4F32-B6F3-3FD3660E51DD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CA6195E4-A6E5-53B5-7BB0-28BF3E44B937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17493379-AEED-8DC9-8B7C-971F11AE6942}"/>
              </a:ext>
            </a:extLst>
          </p:cNvPr>
          <p:cNvSpPr/>
          <p:nvPr/>
        </p:nvSpPr>
        <p:spPr>
          <a:xfrm>
            <a:off x="7989543" y="5501591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BAF9C0D0-C41D-DD1D-8687-95C547176678}"/>
              </a:ext>
            </a:extLst>
          </p:cNvPr>
          <p:cNvSpPr/>
          <p:nvPr/>
        </p:nvSpPr>
        <p:spPr>
          <a:xfrm>
            <a:off x="9772123" y="5538693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F311689F-9575-52F7-707B-F2DD2F95E9A9}"/>
              </a:ext>
            </a:extLst>
          </p:cNvPr>
          <p:cNvGrpSpPr/>
          <p:nvPr/>
        </p:nvGrpSpPr>
        <p:grpSpPr>
          <a:xfrm>
            <a:off x="1060575" y="5693454"/>
            <a:ext cx="3702274" cy="1022725"/>
            <a:chOff x="1060575" y="5744659"/>
            <a:chExt cx="3702274" cy="1022725"/>
          </a:xfrm>
        </p:grpSpPr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596AB625-1C52-C703-3C22-8F1BA0459ED9}"/>
                </a:ext>
              </a:extLst>
            </p:cNvPr>
            <p:cNvGrpSpPr/>
            <p:nvPr/>
          </p:nvGrpSpPr>
          <p:grpSpPr>
            <a:xfrm>
              <a:off x="1060575" y="5744659"/>
              <a:ext cx="2299772" cy="1016946"/>
              <a:chOff x="1060575" y="5744659"/>
              <a:chExt cx="2299772" cy="1016946"/>
            </a:xfrm>
          </p:grpSpPr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0FB55369-AA3A-5BBB-EEBC-8F41A9B51985}"/>
                  </a:ext>
                </a:extLst>
              </p:cNvPr>
              <p:cNvGrpSpPr/>
              <p:nvPr/>
            </p:nvGrpSpPr>
            <p:grpSpPr>
              <a:xfrm>
                <a:off x="1652753" y="5744659"/>
                <a:ext cx="1115416" cy="689120"/>
                <a:chOff x="1299418" y="1152609"/>
                <a:chExt cx="1544859" cy="1004487"/>
              </a:xfrm>
            </p:grpSpPr>
            <p:grpSp>
              <p:nvGrpSpPr>
                <p:cNvPr id="42" name="그룹 41">
                  <a:extLst>
                    <a:ext uri="{FF2B5EF4-FFF2-40B4-BE49-F238E27FC236}">
                      <a16:creationId xmlns:a16="http://schemas.microsoft.com/office/drawing/2014/main" id="{DB33E0D1-5322-7687-D57E-0135292FCCFB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62" name="타원 61">
                    <a:extLst>
                      <a:ext uri="{FF2B5EF4-FFF2-40B4-BE49-F238E27FC236}">
                        <a16:creationId xmlns:a16="http://schemas.microsoft.com/office/drawing/2014/main" id="{15CE582D-AEF7-FCC8-5727-136DC8059478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3" name="타원 62">
                    <a:extLst>
                      <a:ext uri="{FF2B5EF4-FFF2-40B4-BE49-F238E27FC236}">
                        <a16:creationId xmlns:a16="http://schemas.microsoft.com/office/drawing/2014/main" id="{F63E47F2-F46A-3951-9157-5635E03BA2A1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64" name="직선 연결선 63">
                    <a:extLst>
                      <a:ext uri="{FF2B5EF4-FFF2-40B4-BE49-F238E27FC236}">
                        <a16:creationId xmlns:a16="http://schemas.microsoft.com/office/drawing/2014/main" id="{0143AAB8-D07D-13C4-B39C-72A9729B168B}"/>
                      </a:ext>
                    </a:extLst>
                  </p:cNvPr>
                  <p:cNvCxnSpPr>
                    <a:cxnSpLocks/>
                    <a:endCxn id="62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" name="직선 연결선 64">
                    <a:extLst>
                      <a:ext uri="{FF2B5EF4-FFF2-40B4-BE49-F238E27FC236}">
                        <a16:creationId xmlns:a16="http://schemas.microsoft.com/office/drawing/2014/main" id="{09E9BBCF-043B-38DD-C96A-F6C63A13D525}"/>
                      </a:ext>
                    </a:extLst>
                  </p:cNvPr>
                  <p:cNvCxnSpPr>
                    <a:cxnSpLocks/>
                    <a:stCxn id="63" idx="2"/>
                    <a:endCxn id="62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6" name="그룹 65">
                    <a:extLst>
                      <a:ext uri="{FF2B5EF4-FFF2-40B4-BE49-F238E27FC236}">
                        <a16:creationId xmlns:a16="http://schemas.microsoft.com/office/drawing/2014/main" id="{C95A87AA-6DE2-1447-B46A-4B966D067901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67" name="사각형: 둥근 모서리 66">
                      <a:extLst>
                        <a:ext uri="{FF2B5EF4-FFF2-40B4-BE49-F238E27FC236}">
                          <a16:creationId xmlns:a16="http://schemas.microsoft.com/office/drawing/2014/main" id="{B6BB19B6-A746-B60E-91DA-836F3497FD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8" name="타원 67">
                      <a:extLst>
                        <a:ext uri="{FF2B5EF4-FFF2-40B4-BE49-F238E27FC236}">
                          <a16:creationId xmlns:a16="http://schemas.microsoft.com/office/drawing/2014/main" id="{18908CA3-409E-C2DD-0D4A-08D26F96B5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9" name="타원 68">
                      <a:extLst>
                        <a:ext uri="{FF2B5EF4-FFF2-40B4-BE49-F238E27FC236}">
                          <a16:creationId xmlns:a16="http://schemas.microsoft.com/office/drawing/2014/main" id="{05C0C6D3-B2B9-950A-87F6-EA46C7D836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70" name="타원 69">
                      <a:extLst>
                        <a:ext uri="{FF2B5EF4-FFF2-40B4-BE49-F238E27FC236}">
                          <a16:creationId xmlns:a16="http://schemas.microsoft.com/office/drawing/2014/main" id="{530254BA-7801-922C-A9BA-30417613F8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43" name="그룹 42">
                  <a:extLst>
                    <a:ext uri="{FF2B5EF4-FFF2-40B4-BE49-F238E27FC236}">
                      <a16:creationId xmlns:a16="http://schemas.microsoft.com/office/drawing/2014/main" id="{EFA74B5A-3324-01A6-D3B7-367862C1242C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44" name="타원 43">
                    <a:extLst>
                      <a:ext uri="{FF2B5EF4-FFF2-40B4-BE49-F238E27FC236}">
                        <a16:creationId xmlns:a16="http://schemas.microsoft.com/office/drawing/2014/main" id="{36019EEF-7CE2-5573-450E-A55F18DCE4E1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45" name="그룹 44">
                    <a:extLst>
                      <a:ext uri="{FF2B5EF4-FFF2-40B4-BE49-F238E27FC236}">
                        <a16:creationId xmlns:a16="http://schemas.microsoft.com/office/drawing/2014/main" id="{C577A626-DD34-1527-083A-A4BB815952E9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55" name="사각형: 둥근 모서리 54">
                      <a:extLst>
                        <a:ext uri="{FF2B5EF4-FFF2-40B4-BE49-F238E27FC236}">
                          <a16:creationId xmlns:a16="http://schemas.microsoft.com/office/drawing/2014/main" id="{CF41F516-5752-1F8B-40A8-4E0EAB95D5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56" name="그룹 55">
                      <a:extLst>
                        <a:ext uri="{FF2B5EF4-FFF2-40B4-BE49-F238E27FC236}">
                          <a16:creationId xmlns:a16="http://schemas.microsoft.com/office/drawing/2014/main" id="{F38FB6B2-D4E2-782F-1E31-CAE2F1DC060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58" name="타원 57">
                        <a:extLst>
                          <a:ext uri="{FF2B5EF4-FFF2-40B4-BE49-F238E27FC236}">
                            <a16:creationId xmlns:a16="http://schemas.microsoft.com/office/drawing/2014/main" id="{ECD1EF7D-A90B-7A4C-3034-0F08B21085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59" name="타원 58">
                        <a:extLst>
                          <a:ext uri="{FF2B5EF4-FFF2-40B4-BE49-F238E27FC236}">
                            <a16:creationId xmlns:a16="http://schemas.microsoft.com/office/drawing/2014/main" id="{64BF7D02-B700-B86B-466F-6191D4B1F9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61" name="타원 60">
                        <a:extLst>
                          <a:ext uri="{FF2B5EF4-FFF2-40B4-BE49-F238E27FC236}">
                            <a16:creationId xmlns:a16="http://schemas.microsoft.com/office/drawing/2014/main" id="{1EA99FEA-E54C-0A43-C6DA-D4739178408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57" name="타원 56">
                      <a:extLst>
                        <a:ext uri="{FF2B5EF4-FFF2-40B4-BE49-F238E27FC236}">
                          <a16:creationId xmlns:a16="http://schemas.microsoft.com/office/drawing/2014/main" id="{3CC0FE71-072A-468A-D853-6A46C42176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46" name="타원 45">
                    <a:extLst>
                      <a:ext uri="{FF2B5EF4-FFF2-40B4-BE49-F238E27FC236}">
                        <a16:creationId xmlns:a16="http://schemas.microsoft.com/office/drawing/2014/main" id="{E00EC454-A804-9F78-236A-0AACAC840E8A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7" name="타원 46">
                    <a:extLst>
                      <a:ext uri="{FF2B5EF4-FFF2-40B4-BE49-F238E27FC236}">
                        <a16:creationId xmlns:a16="http://schemas.microsoft.com/office/drawing/2014/main" id="{7C0F1358-7A71-04C8-454B-5BFD9F98356C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8" name="타원 47">
                    <a:extLst>
                      <a:ext uri="{FF2B5EF4-FFF2-40B4-BE49-F238E27FC236}">
                        <a16:creationId xmlns:a16="http://schemas.microsoft.com/office/drawing/2014/main" id="{EBED7B88-5F94-2AD8-C13B-0364F92C02D9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49" name="직선 연결선 48">
                    <a:extLst>
                      <a:ext uri="{FF2B5EF4-FFF2-40B4-BE49-F238E27FC236}">
                        <a16:creationId xmlns:a16="http://schemas.microsoft.com/office/drawing/2014/main" id="{409DF4C6-935F-60DE-0ABE-82A68C349B60}"/>
                      </a:ext>
                    </a:extLst>
                  </p:cNvPr>
                  <p:cNvCxnSpPr>
                    <a:cxnSpLocks/>
                    <a:endCxn id="4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직선 연결선 49">
                    <a:extLst>
                      <a:ext uri="{FF2B5EF4-FFF2-40B4-BE49-F238E27FC236}">
                        <a16:creationId xmlns:a16="http://schemas.microsoft.com/office/drawing/2014/main" id="{50938502-FA79-E644-301F-4EEC6C1ABB29}"/>
                      </a:ext>
                    </a:extLst>
                  </p:cNvPr>
                  <p:cNvCxnSpPr>
                    <a:cxnSpLocks/>
                    <a:stCxn id="44" idx="7"/>
                    <a:endCxn id="4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" name="직선 연결선 50">
                    <a:extLst>
                      <a:ext uri="{FF2B5EF4-FFF2-40B4-BE49-F238E27FC236}">
                        <a16:creationId xmlns:a16="http://schemas.microsoft.com/office/drawing/2014/main" id="{7A38C736-287F-5FCC-7AEA-3CC8D62C2D93}"/>
                      </a:ext>
                    </a:extLst>
                  </p:cNvPr>
                  <p:cNvCxnSpPr>
                    <a:cxnSpLocks/>
                    <a:stCxn id="47" idx="1"/>
                    <a:endCxn id="4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직선 연결선 52">
                    <a:extLst>
                      <a:ext uri="{FF2B5EF4-FFF2-40B4-BE49-F238E27FC236}">
                        <a16:creationId xmlns:a16="http://schemas.microsoft.com/office/drawing/2014/main" id="{AB46112F-A595-A564-16B4-76963BD21739}"/>
                      </a:ext>
                    </a:extLst>
                  </p:cNvPr>
                  <p:cNvCxnSpPr>
                    <a:cxnSpLocks/>
                    <a:stCxn id="48" idx="7"/>
                    <a:endCxn id="4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40D736B-82FA-A103-0D6A-9038F4597602}"/>
                  </a:ext>
                </a:extLst>
              </p:cNvPr>
              <p:cNvSpPr txBox="1"/>
              <p:nvPr/>
            </p:nvSpPr>
            <p:spPr>
              <a:xfrm>
                <a:off x="1060575" y="6515384"/>
                <a:ext cx="229977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 입력</a:t>
                </a:r>
              </a:p>
            </p:txBody>
          </p:sp>
        </p:grp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EF985408-5270-A759-0A39-31384ABADF0B}"/>
                </a:ext>
              </a:extLst>
            </p:cNvPr>
            <p:cNvGrpSpPr/>
            <p:nvPr/>
          </p:nvGrpSpPr>
          <p:grpSpPr>
            <a:xfrm>
              <a:off x="3237674" y="5802496"/>
              <a:ext cx="1525175" cy="964888"/>
              <a:chOff x="3237674" y="5802496"/>
              <a:chExt cx="1525175" cy="964888"/>
            </a:xfrm>
          </p:grpSpPr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7A1AB42A-66C1-32B0-F341-E12902F04AB6}"/>
                  </a:ext>
                </a:extLst>
              </p:cNvPr>
              <p:cNvGrpSpPr/>
              <p:nvPr/>
            </p:nvGrpSpPr>
            <p:grpSpPr>
              <a:xfrm>
                <a:off x="3397832" y="5802496"/>
                <a:ext cx="1204859" cy="669888"/>
                <a:chOff x="2567856" y="1152608"/>
                <a:chExt cx="1577232" cy="802664"/>
              </a:xfrm>
            </p:grpSpPr>
            <p:cxnSp>
              <p:nvCxnSpPr>
                <p:cNvPr id="74" name="직선 연결선 73">
                  <a:extLst>
                    <a:ext uri="{FF2B5EF4-FFF2-40B4-BE49-F238E27FC236}">
                      <a16:creationId xmlns:a16="http://schemas.microsoft.com/office/drawing/2014/main" id="{D6AD35CA-C12B-8BC1-FFD2-A7C6F522B0FA}"/>
                    </a:ext>
                  </a:extLst>
                </p:cNvPr>
                <p:cNvCxnSpPr>
                  <a:cxnSpLocks/>
                  <a:stCxn id="85" idx="4"/>
                  <a:endCxn id="8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7DC112DE-6674-C52F-08FA-C3EF2AA2BD38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CF53D479-A0E5-D398-3768-D9226C0B2981}"/>
                    </a:ext>
                  </a:extLst>
                </p:cNvPr>
                <p:cNvCxnSpPr>
                  <a:cxnSpLocks/>
                  <a:stCxn id="84" idx="2"/>
                  <a:endCxn id="7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C18D0739-1677-4EC7-B198-91E34B24F601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78" name="직선 연결선 77">
                  <a:extLst>
                    <a:ext uri="{FF2B5EF4-FFF2-40B4-BE49-F238E27FC236}">
                      <a16:creationId xmlns:a16="http://schemas.microsoft.com/office/drawing/2014/main" id="{AD1787A3-6BBF-EDFE-5D3F-2F5936F05C93}"/>
                    </a:ext>
                  </a:extLst>
                </p:cNvPr>
                <p:cNvCxnSpPr>
                  <a:cxnSpLocks/>
                  <a:stCxn id="81" idx="1"/>
                  <a:endCxn id="7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E44E9586-55C3-4CDE-AFB9-D91ED05F04A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349AE848-A681-323D-62B3-9A986D82BED4}"/>
                    </a:ext>
                  </a:extLst>
                </p:cNvPr>
                <p:cNvCxnSpPr>
                  <a:cxnSpLocks/>
                  <a:stCxn id="85" idx="6"/>
                  <a:endCxn id="7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1" name="사각형: 둥근 모서리 80">
                  <a:extLst>
                    <a:ext uri="{FF2B5EF4-FFF2-40B4-BE49-F238E27FC236}">
                      <a16:creationId xmlns:a16="http://schemas.microsoft.com/office/drawing/2014/main" id="{A901EC06-A83D-9A9B-40B6-3FF966400A25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025AC960-4F2A-45FD-85D4-A0E510D14CB8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72F32CEA-FD4B-965B-725C-E0C457347A2F}"/>
                    </a:ext>
                  </a:extLst>
                </p:cNvPr>
                <p:cNvCxnSpPr>
                  <a:cxnSpLocks/>
                  <a:stCxn id="82" idx="3"/>
                  <a:endCxn id="7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29616C87-A6A7-CAC6-5229-B195453D27DA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43584FA-5DD7-9B4A-D92B-3C2D9E58EE41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AC7D95D9-48B8-EDF1-F26A-7B431C2F03C5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56B5BF2D-D5DC-687A-0A7D-D7EBDBC25C6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538C054A-C5CE-3C63-453B-05CD888336BD}"/>
                    </a:ext>
                  </a:extLst>
                </p:cNvPr>
                <p:cNvCxnSpPr>
                  <a:cxnSpLocks/>
                  <a:stCxn id="87" idx="4"/>
                  <a:endCxn id="8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직선 연결선 88">
                  <a:extLst>
                    <a:ext uri="{FF2B5EF4-FFF2-40B4-BE49-F238E27FC236}">
                      <a16:creationId xmlns:a16="http://schemas.microsoft.com/office/drawing/2014/main" id="{D17596CC-188B-CF27-411F-1B619ED8BE84}"/>
                    </a:ext>
                  </a:extLst>
                </p:cNvPr>
                <p:cNvCxnSpPr>
                  <a:cxnSpLocks/>
                  <a:stCxn id="81" idx="2"/>
                  <a:endCxn id="8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EF431BF5-31C6-E9D7-C98E-4E7D88BB4CE2}"/>
                  </a:ext>
                </a:extLst>
              </p:cNvPr>
              <p:cNvSpPr txBox="1"/>
              <p:nvPr/>
            </p:nvSpPr>
            <p:spPr>
              <a:xfrm>
                <a:off x="3237674" y="6515384"/>
                <a:ext cx="1525175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조립 목표 상태 입력</a:t>
                </a:r>
              </a:p>
            </p:txBody>
          </p:sp>
        </p:grp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532466AB-63F4-A35D-8091-2E6451783AA3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4E568573-B42A-D0BE-07FB-96DFFD92BB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0161820E-2E42-D5C8-5D5A-7DE63D72A733}"/>
              </a:ext>
            </a:extLst>
          </p:cNvPr>
          <p:cNvSpPr txBox="1"/>
          <p:nvPr/>
        </p:nvSpPr>
        <p:spPr>
          <a:xfrm>
            <a:off x="6302199" y="2058912"/>
            <a:ext cx="14093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Item Specification Data</a:t>
            </a:r>
            <a:endParaRPr lang="ko-KR" altLang="en-US" sz="1000" dirty="0"/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9A4B8402-7CCD-D1C3-F36C-E0264CD661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DC76EFD9-37C8-6A83-EA2D-D8752C0E53B3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Assembly Group Data</a:t>
            </a:r>
            <a:endParaRPr lang="ko-KR" altLang="en-US" sz="100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182C0BB-4876-AC68-3AA9-F334761C6683}"/>
              </a:ext>
            </a:extLst>
          </p:cNvPr>
          <p:cNvGrpSpPr/>
          <p:nvPr/>
        </p:nvGrpSpPr>
        <p:grpSpPr>
          <a:xfrm>
            <a:off x="556781" y="1397673"/>
            <a:ext cx="4862271" cy="3948156"/>
            <a:chOff x="242952" y="1141171"/>
            <a:chExt cx="4862271" cy="3948156"/>
          </a:xfrm>
        </p:grpSpPr>
        <p:cxnSp>
          <p:nvCxnSpPr>
            <p:cNvPr id="270" name="직선 화살표 연결선 269">
              <a:extLst>
                <a:ext uri="{FF2B5EF4-FFF2-40B4-BE49-F238E27FC236}">
                  <a16:creationId xmlns:a16="http://schemas.microsoft.com/office/drawing/2014/main" id="{EC341ACA-1F1D-5440-F51A-5F31E0B76C6B}"/>
                </a:ext>
              </a:extLst>
            </p:cNvPr>
            <p:cNvCxnSpPr>
              <a:cxnSpLocks/>
            </p:cNvCxnSpPr>
            <p:nvPr/>
          </p:nvCxnSpPr>
          <p:spPr>
            <a:xfrm>
              <a:off x="3607834" y="1805162"/>
              <a:ext cx="550879" cy="50033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직선 화살표 연결선 268">
              <a:extLst>
                <a:ext uri="{FF2B5EF4-FFF2-40B4-BE49-F238E27FC236}">
                  <a16:creationId xmlns:a16="http://schemas.microsoft.com/office/drawing/2014/main" id="{92FA7636-600D-10F8-877E-BD28A840FB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7509" y="2752227"/>
              <a:ext cx="607270" cy="581637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직선 화살표 연결선 272">
              <a:extLst>
                <a:ext uri="{FF2B5EF4-FFF2-40B4-BE49-F238E27FC236}">
                  <a16:creationId xmlns:a16="http://schemas.microsoft.com/office/drawing/2014/main" id="{57EDE395-AEBD-0A04-F1BC-7883F368B806}"/>
                </a:ext>
              </a:extLst>
            </p:cNvPr>
            <p:cNvCxnSpPr>
              <a:cxnSpLocks/>
            </p:cNvCxnSpPr>
            <p:nvPr/>
          </p:nvCxnSpPr>
          <p:spPr>
            <a:xfrm>
              <a:off x="2345674" y="2291190"/>
              <a:ext cx="1769840" cy="24136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216B4B2D-0A89-157F-023E-8D25AC290A7B}"/>
                </a:ext>
              </a:extLst>
            </p:cNvPr>
            <p:cNvSpPr/>
            <p:nvPr/>
          </p:nvSpPr>
          <p:spPr>
            <a:xfrm>
              <a:off x="242952" y="3333864"/>
              <a:ext cx="3320054" cy="1575662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FC2350AB-F99A-8B23-6772-E211ABB250E3}"/>
                </a:ext>
              </a:extLst>
            </p:cNvPr>
            <p:cNvSpPr/>
            <p:nvPr/>
          </p:nvSpPr>
          <p:spPr>
            <a:xfrm>
              <a:off x="2489789" y="1141171"/>
              <a:ext cx="1043027" cy="1941745"/>
            </a:xfrm>
            <a:prstGeom prst="roundRect">
              <a:avLst>
                <a:gd name="adj" fmla="val 1487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0648E334-B22D-E863-7569-5E5D640C27F2}"/>
                </a:ext>
              </a:extLst>
            </p:cNvPr>
            <p:cNvSpPr/>
            <p:nvPr/>
          </p:nvSpPr>
          <p:spPr>
            <a:xfrm>
              <a:off x="244709" y="1141171"/>
              <a:ext cx="2055792" cy="1941745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C75DBE28-8CDA-2EFA-8DC2-B15A2B1834C2}"/>
                </a:ext>
              </a:extLst>
            </p:cNvPr>
            <p:cNvGrpSpPr/>
            <p:nvPr/>
          </p:nvGrpSpPr>
          <p:grpSpPr>
            <a:xfrm>
              <a:off x="4057437" y="3504445"/>
              <a:ext cx="1047786" cy="1264552"/>
              <a:chOff x="7917849" y="1193508"/>
              <a:chExt cx="1067656" cy="1198726"/>
            </a:xfrm>
          </p:grpSpPr>
          <p:pic>
            <p:nvPicPr>
              <p:cNvPr id="36" name="그래픽 35" descr="데이터베이스 단색으로 채워진">
                <a:extLst>
                  <a:ext uri="{FF2B5EF4-FFF2-40B4-BE49-F238E27FC236}">
                    <a16:creationId xmlns:a16="http://schemas.microsoft.com/office/drawing/2014/main" id="{E450B75C-5CE0-F4B4-8E78-E3D802E69F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BA65F0A-46B3-CD4A-3F2D-77D50F632FC5}"/>
                  </a:ext>
                </a:extLst>
              </p:cNvPr>
              <p:cNvSpPr txBox="1"/>
              <p:nvPr/>
            </p:nvSpPr>
            <p:spPr>
              <a:xfrm>
                <a:off x="7917849" y="2012952"/>
                <a:ext cx="1067656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조립 관계 정보 </a:t>
                </a:r>
                <a:endParaRPr lang="en-US" altLang="ko-KR" sz="1000" dirty="0"/>
              </a:p>
              <a:p>
                <a:pPr algn="ctr"/>
                <a:r>
                  <a:rPr lang="ko-KR" altLang="en-US" sz="1000" dirty="0"/>
                  <a:t>데이터</a:t>
                </a:r>
              </a:p>
            </p:txBody>
          </p: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1BCADC1B-B0DB-2DCD-932A-8A01E6525299}"/>
                </a:ext>
              </a:extLst>
            </p:cNvPr>
            <p:cNvGrpSpPr/>
            <p:nvPr/>
          </p:nvGrpSpPr>
          <p:grpSpPr>
            <a:xfrm>
              <a:off x="4031990" y="2096158"/>
              <a:ext cx="1070854" cy="1270661"/>
              <a:chOff x="7903782" y="1193508"/>
              <a:chExt cx="1091161" cy="1204517"/>
            </a:xfrm>
          </p:grpSpPr>
          <p:pic>
            <p:nvPicPr>
              <p:cNvPr id="120" name="그래픽 119" descr="데이터베이스 단색으로 채워진">
                <a:extLst>
                  <a:ext uri="{FF2B5EF4-FFF2-40B4-BE49-F238E27FC236}">
                    <a16:creationId xmlns:a16="http://schemas.microsoft.com/office/drawing/2014/main" id="{6C8EAD2E-9AF2-B71B-5F6A-1F13A937D9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FC6ADED-B8DB-48DB-4B10-88FE529510E1}"/>
                  </a:ext>
                </a:extLst>
              </p:cNvPr>
              <p:cNvSpPr txBox="1"/>
              <p:nvPr/>
            </p:nvSpPr>
            <p:spPr>
              <a:xfrm>
                <a:off x="7903782" y="2018743"/>
                <a:ext cx="1091161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부품 특성 정보 데이터</a:t>
                </a:r>
              </a:p>
            </p:txBody>
          </p:sp>
        </p:grpSp>
        <p:pic>
          <p:nvPicPr>
            <p:cNvPr id="174" name="그림 173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A7111E7-A293-FA8A-CC34-5F17A31A7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9905" b="89857" l="6771" r="93750">
                          <a14:foregroundMark x1="80208" y1="46301" x2="88229" y2="52029"/>
                          <a14:foregroundMark x1="93854" y1="48687" x2="92083" y2="52148"/>
                          <a14:foregroundMark x1="9063" y1="64320" x2="6771" y2="43675"/>
                          <a14:foregroundMark x1="27708" y1="62888" x2="28438" y2="63246"/>
                          <a14:foregroundMark x1="32500" y1="40334" x2="33438" y2="40931"/>
                          <a14:foregroundMark x1="24167" y1="31981" x2="24896" y2="32697"/>
                          <a14:foregroundMark x1="24792" y1="31623" x2="26042" y2="34010"/>
                          <a14:foregroundMark x1="26458" y1="34368" x2="27917" y2="4510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2027" y="3734734"/>
              <a:ext cx="1881704" cy="1354593"/>
            </a:xfrm>
            <a:prstGeom prst="rect">
              <a:avLst/>
            </a:prstGeom>
          </p:spPr>
        </p:pic>
        <p:sp>
          <p:nvSpPr>
            <p:cNvPr id="175" name="타원 174">
              <a:extLst>
                <a:ext uri="{FF2B5EF4-FFF2-40B4-BE49-F238E27FC236}">
                  <a16:creationId xmlns:a16="http://schemas.microsoft.com/office/drawing/2014/main" id="{999DCAC4-60C4-24D0-E920-DCF81374178F}"/>
                </a:ext>
              </a:extLst>
            </p:cNvPr>
            <p:cNvSpPr/>
            <p:nvPr/>
          </p:nvSpPr>
          <p:spPr>
            <a:xfrm>
              <a:off x="1507852" y="3800019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1D459D1E-06DD-3A0F-62CF-92C0C03080D4}"/>
                </a:ext>
              </a:extLst>
            </p:cNvPr>
            <p:cNvSpPr/>
            <p:nvPr/>
          </p:nvSpPr>
          <p:spPr>
            <a:xfrm>
              <a:off x="2573175" y="3978765"/>
              <a:ext cx="907524" cy="28836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  <a:ea typeface="+mj-ea"/>
                </a:rPr>
                <a:t>나사구멍</a:t>
              </a:r>
              <a:r>
                <a:rPr lang="en-US" altLang="ko-KR" sz="800" dirty="0">
                  <a:latin typeface="+mj-ea"/>
                  <a:ea typeface="+mj-ea"/>
                </a:rPr>
                <a:t>:</a:t>
              </a:r>
              <a:r>
                <a:rPr lang="ko-KR" altLang="en-US" sz="800" dirty="0">
                  <a:latin typeface="+mj-ea"/>
                  <a:ea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Ø8mm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5A5D149E-B6E1-908D-3F5D-13327FF8A7B8}"/>
                </a:ext>
              </a:extLst>
            </p:cNvPr>
            <p:cNvSpPr/>
            <p:nvPr/>
          </p:nvSpPr>
          <p:spPr>
            <a:xfrm>
              <a:off x="1213345" y="4232328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513746AF-7887-E216-374F-F49D5C446E57}"/>
                </a:ext>
              </a:extLst>
            </p:cNvPr>
            <p:cNvSpPr/>
            <p:nvPr/>
          </p:nvSpPr>
          <p:spPr>
            <a:xfrm>
              <a:off x="1111660" y="4538323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sp>
          <p:nvSpPr>
            <p:cNvPr id="179" name="타원 178">
              <a:extLst>
                <a:ext uri="{FF2B5EF4-FFF2-40B4-BE49-F238E27FC236}">
                  <a16:creationId xmlns:a16="http://schemas.microsoft.com/office/drawing/2014/main" id="{C78984F9-235F-1542-CF8C-7609075F0A6F}"/>
                </a:ext>
              </a:extLst>
            </p:cNvPr>
            <p:cNvSpPr/>
            <p:nvPr/>
          </p:nvSpPr>
          <p:spPr>
            <a:xfrm>
              <a:off x="429119" y="3557934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80" name="직선 화살표 연결선 179">
              <a:extLst>
                <a:ext uri="{FF2B5EF4-FFF2-40B4-BE49-F238E27FC236}">
                  <a16:creationId xmlns:a16="http://schemas.microsoft.com/office/drawing/2014/main" id="{26206368-FD4D-0855-E6A7-E99A8E26C7B8}"/>
                </a:ext>
              </a:extLst>
            </p:cNvPr>
            <p:cNvCxnSpPr>
              <a:cxnSpLocks/>
              <a:stCxn id="176" idx="4"/>
              <a:endCxn id="174" idx="3"/>
            </p:cNvCxnSpPr>
            <p:nvPr/>
          </p:nvCxnSpPr>
          <p:spPr>
            <a:xfrm flipH="1">
              <a:off x="2613731" y="4267134"/>
              <a:ext cx="413206" cy="14489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직선 화살표 연결선 180">
              <a:extLst>
                <a:ext uri="{FF2B5EF4-FFF2-40B4-BE49-F238E27FC236}">
                  <a16:creationId xmlns:a16="http://schemas.microsoft.com/office/drawing/2014/main" id="{F827000A-8CC3-B6DE-CE2B-88A80151380B}"/>
                </a:ext>
              </a:extLst>
            </p:cNvPr>
            <p:cNvCxnSpPr>
              <a:cxnSpLocks/>
              <a:stCxn id="175" idx="4"/>
              <a:endCxn id="177" idx="0"/>
            </p:cNvCxnSpPr>
            <p:nvPr/>
          </p:nvCxnSpPr>
          <p:spPr>
            <a:xfrm flipH="1">
              <a:off x="1294543" y="4073913"/>
              <a:ext cx="568090" cy="15841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직선 화살표 연결선 181">
              <a:extLst>
                <a:ext uri="{FF2B5EF4-FFF2-40B4-BE49-F238E27FC236}">
                  <a16:creationId xmlns:a16="http://schemas.microsoft.com/office/drawing/2014/main" id="{C6F616E2-33C2-AF62-95A1-DDDF0C94542C}"/>
                </a:ext>
              </a:extLst>
            </p:cNvPr>
            <p:cNvCxnSpPr>
              <a:cxnSpLocks/>
              <a:stCxn id="179" idx="5"/>
              <a:endCxn id="178" idx="1"/>
            </p:cNvCxnSpPr>
            <p:nvPr/>
          </p:nvCxnSpPr>
          <p:spPr>
            <a:xfrm>
              <a:off x="1034768" y="3791717"/>
              <a:ext cx="100674" cy="76478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83" name="그림 182" descr="가방, 액세서리, 수하물 및 가방, 핸드백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8C57487-D13C-21CF-E58C-90DFE0715C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5862" b="95172" l="9735" r="89381">
                          <a14:foregroundMark x1="16372" y1="89310" x2="59735" y2="88621"/>
                          <a14:foregroundMark x1="16814" y1="87586" x2="17699" y2="95517"/>
                          <a14:foregroundMark x1="37611" y1="46897" x2="36726" y2="43793"/>
                          <a14:foregroundMark x1="43363" y1="43793" x2="37168" y2="48276"/>
                          <a14:foregroundMark x1="39823" y1="43793" x2="35398" y2="47586"/>
                          <a14:foregroundMark x1="30973" y1="9655" x2="37168" y2="5862"/>
                          <a14:foregroundMark x1="42035" y1="5862" x2="68584" y2="7586"/>
                          <a14:foregroundMark x1="89381" y1="23793" x2="87611" y2="28966"/>
                          <a14:foregroundMark x1="43363" y1="11379" x2="76106" y2="22414"/>
                          <a14:foregroundMark x1="74336" y1="18276" x2="35841" y2="27241"/>
                          <a14:foregroundMark x1="36283" y1="13448" x2="67699" y2="23103"/>
                          <a14:foregroundMark x1="80088" y1="25172" x2="31416" y2="28276"/>
                          <a14:foregroundMark x1="31416" y1="28276" x2="78761" y2="25172"/>
                          <a14:foregroundMark x1="78761" y1="25172" x2="31858" y2="21724"/>
                          <a14:foregroundMark x1="31858" y1="21724" x2="72566" y2="13103"/>
                          <a14:foregroundMark x1="67699" y1="12069" x2="67257" y2="12414"/>
                          <a14:foregroundMark x1="65929" y1="13448" x2="46460" y2="14138"/>
                          <a14:foregroundMark x1="44690" y1="16207" x2="43805" y2="14483"/>
                          <a14:foregroundMark x1="41150" y1="16897" x2="37611" y2="1793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20244" y="1209894"/>
              <a:ext cx="1030922" cy="1322865"/>
            </a:xfrm>
            <a:prstGeom prst="rect">
              <a:avLst/>
            </a:prstGeom>
          </p:spPr>
        </p:pic>
        <p:pic>
          <p:nvPicPr>
            <p:cNvPr id="185" name="그림 184">
              <a:extLst>
                <a:ext uri="{FF2B5EF4-FFF2-40B4-BE49-F238E27FC236}">
                  <a16:creationId xmlns:a16="http://schemas.microsoft.com/office/drawing/2014/main" id="{7C64D6DC-4984-67D6-6072-23262803A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5761" b="99114" l="2134" r="96692">
                          <a14:foregroundMark x1="3949" y1="23338" x2="10352" y2="26145"/>
                          <a14:foregroundMark x1="10352" y1="26145" x2="10139" y2="26588"/>
                          <a14:foregroundMark x1="29456" y1="9453" x2="41622" y2="5318"/>
                          <a14:foregroundMark x1="41622" y1="5318" x2="35432" y2="10487"/>
                          <a14:foregroundMark x1="35432" y1="10487" x2="30950" y2="9453"/>
                          <a14:foregroundMark x1="40448" y1="4284" x2="47385" y2="3545"/>
                          <a14:foregroundMark x1="47385" y1="3545" x2="57204" y2="5908"/>
                          <a14:foregroundMark x1="57204" y1="5908" x2="61259" y2="10931"/>
                          <a14:foregroundMark x1="88367" y1="33235" x2="92529" y2="40030"/>
                          <a14:foregroundMark x1="92529" y1="40030" x2="94450" y2="52142"/>
                          <a14:foregroundMark x1="94450" y1="52142" x2="91249" y2="64106"/>
                          <a14:foregroundMark x1="91249" y1="64106" x2="86766" y2="71344"/>
                          <a14:foregroundMark x1="86766" y1="71344" x2="86980" y2="71787"/>
                          <a14:foregroundMark x1="94664" y1="41359" x2="93810" y2="53176"/>
                          <a14:foregroundMark x1="59232" y1="88626" x2="71291" y2="93501"/>
                          <a14:foregroundMark x1="71291" y1="93501" x2="72892" y2="92024"/>
                          <a14:foregroundMark x1="71825" y1="94535" x2="66702" y2="99261"/>
                          <a14:foregroundMark x1="38847" y1="76366" x2="39488" y2="79173"/>
                          <a14:foregroundMark x1="3735" y1="24077" x2="2668" y2="27326"/>
                          <a14:foregroundMark x1="2241" y1="27326" x2="3308" y2="25849"/>
                          <a14:foregroundMark x1="5550" y1="22304" x2="7257" y2="19498"/>
                          <a14:foregroundMark x1="73319" y1="16544" x2="77695" y2="22304"/>
                          <a14:foregroundMark x1="77695" y1="22304" x2="78869" y2="23043"/>
                          <a14:foregroundMark x1="96265" y1="44609" x2="96692" y2="54948"/>
                          <a14:foregroundMark x1="96692" y1="54948" x2="92850" y2="66765"/>
                        </a14:backgroundRemoval>
                      </a14:imgEffect>
                    </a14:imgLayer>
                  </a14:imgProps>
                </a:ext>
              </a:extLst>
            </a:blip>
            <a:srcRect t="11721" r="75466" b="40201"/>
            <a:stretch>
              <a:fillRect/>
            </a:stretch>
          </p:blipFill>
          <p:spPr>
            <a:xfrm>
              <a:off x="2558479" y="1448435"/>
              <a:ext cx="889864" cy="1259949"/>
            </a:xfrm>
            <a:prstGeom prst="rect">
              <a:avLst/>
            </a:prstGeom>
          </p:spPr>
        </p:pic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B2C3265B-3AF8-71FE-CD66-F4ECC1AECF8C}"/>
                </a:ext>
              </a:extLst>
            </p:cNvPr>
            <p:cNvSpPr/>
            <p:nvPr/>
          </p:nvSpPr>
          <p:spPr>
            <a:xfrm>
              <a:off x="2590775" y="2514417"/>
              <a:ext cx="718501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M8</a:t>
              </a:r>
              <a:endParaRPr lang="ko-KR" altLang="en-US" sz="800" dirty="0">
                <a:latin typeface="+mj-ea"/>
                <a:ea typeface="+mj-ea"/>
              </a:endParaRPr>
            </a:p>
            <a:p>
              <a:pPr algn="ctr"/>
              <a:r>
                <a:rPr lang="ko-KR" altLang="en-US" sz="800" dirty="0" err="1">
                  <a:latin typeface="+mj-ea"/>
                  <a:ea typeface="+mj-ea"/>
                </a:rPr>
                <a:t>나사탭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FB586F8E-F553-0CE7-C638-C5AB7D9DFB98}"/>
                </a:ext>
              </a:extLst>
            </p:cNvPr>
            <p:cNvSpPr/>
            <p:nvPr/>
          </p:nvSpPr>
          <p:spPr>
            <a:xfrm>
              <a:off x="3015612" y="203179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cxnSp>
          <p:nvCxnSpPr>
            <p:cNvPr id="197" name="직선 화살표 연결선 196">
              <a:extLst>
                <a:ext uri="{FF2B5EF4-FFF2-40B4-BE49-F238E27FC236}">
                  <a16:creationId xmlns:a16="http://schemas.microsoft.com/office/drawing/2014/main" id="{2B21550D-6AA4-5ACB-E173-6BEDF626042C}"/>
                </a:ext>
              </a:extLst>
            </p:cNvPr>
            <p:cNvCxnSpPr>
              <a:cxnSpLocks/>
              <a:stCxn id="187" idx="0"/>
              <a:endCxn id="195" idx="3"/>
            </p:cNvCxnSpPr>
            <p:nvPr/>
          </p:nvCxnSpPr>
          <p:spPr>
            <a:xfrm flipV="1">
              <a:off x="2950026" y="2137723"/>
              <a:ext cx="89368" cy="37669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DABBB63F-7731-6DCF-420C-5A85971AECDC}"/>
                </a:ext>
              </a:extLst>
            </p:cNvPr>
            <p:cNvSpPr/>
            <p:nvPr/>
          </p:nvSpPr>
          <p:spPr>
            <a:xfrm>
              <a:off x="309437" y="2631165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50995418-C4F8-0407-84C2-B6B9F7992930}"/>
                </a:ext>
              </a:extLst>
            </p:cNvPr>
            <p:cNvSpPr/>
            <p:nvPr/>
          </p:nvSpPr>
          <p:spPr>
            <a:xfrm>
              <a:off x="1063201" y="198452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A902AF5E-2F90-0AFE-DC11-C63874429E47}"/>
                </a:ext>
              </a:extLst>
            </p:cNvPr>
            <p:cNvSpPr/>
            <p:nvPr/>
          </p:nvSpPr>
          <p:spPr>
            <a:xfrm>
              <a:off x="1071112" y="1861125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9" name="타원 218">
              <a:extLst>
                <a:ext uri="{FF2B5EF4-FFF2-40B4-BE49-F238E27FC236}">
                  <a16:creationId xmlns:a16="http://schemas.microsoft.com/office/drawing/2014/main" id="{8C2EB15A-B76E-8246-E65D-00594CEBCFFE}"/>
                </a:ext>
              </a:extLst>
            </p:cNvPr>
            <p:cNvSpPr/>
            <p:nvPr/>
          </p:nvSpPr>
          <p:spPr>
            <a:xfrm>
              <a:off x="1339185" y="2577798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cxnSp>
          <p:nvCxnSpPr>
            <p:cNvPr id="220" name="직선 화살표 연결선 219">
              <a:extLst>
                <a:ext uri="{FF2B5EF4-FFF2-40B4-BE49-F238E27FC236}">
                  <a16:creationId xmlns:a16="http://schemas.microsoft.com/office/drawing/2014/main" id="{9DAFB173-13B9-507D-1114-84EE6B2E1F12}"/>
                </a:ext>
              </a:extLst>
            </p:cNvPr>
            <p:cNvCxnSpPr>
              <a:cxnSpLocks/>
              <a:stCxn id="219" idx="0"/>
              <a:endCxn id="217" idx="5"/>
            </p:cNvCxnSpPr>
            <p:nvPr/>
          </p:nvCxnSpPr>
          <p:spPr>
            <a:xfrm flipH="1" flipV="1">
              <a:off x="1209726" y="1967054"/>
              <a:ext cx="566767" cy="61074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화살표 연결선 220">
              <a:extLst>
                <a:ext uri="{FF2B5EF4-FFF2-40B4-BE49-F238E27FC236}">
                  <a16:creationId xmlns:a16="http://schemas.microsoft.com/office/drawing/2014/main" id="{8A9A8C9D-B7EC-C240-0766-7643122D820C}"/>
                </a:ext>
              </a:extLst>
            </p:cNvPr>
            <p:cNvCxnSpPr>
              <a:cxnSpLocks/>
              <a:stCxn id="200" idx="0"/>
              <a:endCxn id="216" idx="3"/>
            </p:cNvCxnSpPr>
            <p:nvPr/>
          </p:nvCxnSpPr>
          <p:spPr>
            <a:xfrm flipV="1">
              <a:off x="746745" y="2090453"/>
              <a:ext cx="340238" cy="540712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3" name="직선 연결선 232">
              <a:extLst>
                <a:ext uri="{FF2B5EF4-FFF2-40B4-BE49-F238E27FC236}">
                  <a16:creationId xmlns:a16="http://schemas.microsoft.com/office/drawing/2014/main" id="{2FCC8039-6BED-C498-B965-D72BE39A1CB5}"/>
                </a:ext>
              </a:extLst>
            </p:cNvPr>
            <p:cNvCxnSpPr>
              <a:stCxn id="200" idx="4"/>
              <a:endCxn id="179" idx="0"/>
            </p:cNvCxnSpPr>
            <p:nvPr/>
          </p:nvCxnSpPr>
          <p:spPr>
            <a:xfrm>
              <a:off x="746745" y="3053470"/>
              <a:ext cx="37155" cy="504464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67FFC0FD-19E7-B0D0-E16D-91EFAAF01DE4}"/>
                </a:ext>
              </a:extLst>
            </p:cNvPr>
            <p:cNvCxnSpPr>
              <a:stCxn id="219" idx="4"/>
              <a:endCxn id="175" idx="0"/>
            </p:cNvCxnSpPr>
            <p:nvPr/>
          </p:nvCxnSpPr>
          <p:spPr>
            <a:xfrm>
              <a:off x="1776493" y="3000103"/>
              <a:ext cx="86140" cy="799916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0CEB29CA-7DA8-E20C-B5BC-5C8F62DFE05F}"/>
                </a:ext>
              </a:extLst>
            </p:cNvPr>
            <p:cNvCxnSpPr>
              <a:cxnSpLocks/>
              <a:stCxn id="187" idx="4"/>
              <a:endCxn id="176" idx="0"/>
            </p:cNvCxnSpPr>
            <p:nvPr/>
          </p:nvCxnSpPr>
          <p:spPr>
            <a:xfrm>
              <a:off x="2950026" y="2936722"/>
              <a:ext cx="76911" cy="1042043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직선 화살표 연결선 239">
              <a:extLst>
                <a:ext uri="{FF2B5EF4-FFF2-40B4-BE49-F238E27FC236}">
                  <a16:creationId xmlns:a16="http://schemas.microsoft.com/office/drawing/2014/main" id="{636C13F3-8D74-7B00-CFB6-002BAC7650D7}"/>
                </a:ext>
              </a:extLst>
            </p:cNvPr>
            <p:cNvCxnSpPr>
              <a:cxnSpLocks/>
            </p:cNvCxnSpPr>
            <p:nvPr/>
          </p:nvCxnSpPr>
          <p:spPr>
            <a:xfrm>
              <a:off x="2977933" y="3208903"/>
              <a:ext cx="1159109" cy="59108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직선 화살표 연결선 240">
              <a:extLst>
                <a:ext uri="{FF2B5EF4-FFF2-40B4-BE49-F238E27FC236}">
                  <a16:creationId xmlns:a16="http://schemas.microsoft.com/office/drawing/2014/main" id="{71DAA3E4-3F0E-4D07-3E0B-DDD9673A1870}"/>
                </a:ext>
              </a:extLst>
            </p:cNvPr>
            <p:cNvCxnSpPr>
              <a:cxnSpLocks/>
            </p:cNvCxnSpPr>
            <p:nvPr/>
          </p:nvCxnSpPr>
          <p:spPr>
            <a:xfrm>
              <a:off x="1805274" y="3280087"/>
              <a:ext cx="2331768" cy="660523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직선 화살표 연결선 243">
              <a:extLst>
                <a:ext uri="{FF2B5EF4-FFF2-40B4-BE49-F238E27FC236}">
                  <a16:creationId xmlns:a16="http://schemas.microsoft.com/office/drawing/2014/main" id="{09FD95DE-4597-3671-70D1-09271E4EA799}"/>
                </a:ext>
              </a:extLst>
            </p:cNvPr>
            <p:cNvCxnSpPr>
              <a:cxnSpLocks/>
            </p:cNvCxnSpPr>
            <p:nvPr/>
          </p:nvCxnSpPr>
          <p:spPr>
            <a:xfrm>
              <a:off x="768821" y="3276740"/>
              <a:ext cx="3346693" cy="78656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1E9CA931-F35D-103D-48E6-16F0D30CA14F}"/>
                </a:ext>
              </a:extLst>
            </p:cNvPr>
            <p:cNvSpPr/>
            <p:nvPr/>
          </p:nvSpPr>
          <p:spPr>
            <a:xfrm>
              <a:off x="2328234" y="4321096"/>
              <a:ext cx="254757" cy="24784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</p:grp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DE558B01-91B6-2266-3DDC-A66E71E2B2B3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B88BEE98-A150-2B26-AAD1-618D3C05FFE3}"/>
              </a:ext>
            </a:extLst>
          </p:cNvPr>
          <p:cNvSpPr/>
          <p:nvPr/>
        </p:nvSpPr>
        <p:spPr>
          <a:xfrm>
            <a:off x="6804475" y="460191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B0BE4065-23F9-62FB-955B-17EACB712E1C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7E753481-08EF-8368-B57A-AA8F792ADBC6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8CC485F4-5239-9E1D-2F4A-D2251E3D7191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6E14C810-76BB-770F-A2EA-9D0E49BE69D4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AA16A2B5-AF58-BFCF-2342-AD5DB9BFF21B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9FC70627-0E2E-225B-1899-FF0B7E99B43D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20DA07B2-0A07-9F1B-7C19-D84FF918668B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63E5E698-8EC1-834D-C811-257C85B2598E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10A81FF1-D264-ECE6-3698-FA59DAEF3CC7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23D107F-64F8-8C00-2FF8-A4A9AA471111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4A15611A-B5E4-0C40-EFF0-C37A8877E0A6}"/>
              </a:ext>
            </a:extLst>
          </p:cNvPr>
          <p:cNvSpPr txBox="1"/>
          <p:nvPr/>
        </p:nvSpPr>
        <p:spPr>
          <a:xfrm>
            <a:off x="10011093" y="6453517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동작</a:t>
            </a:r>
            <a:r>
              <a:rPr lang="ko-KR" altLang="en-US" sz="10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34B6F491-5B55-CAC7-06F5-D6290CF3B01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473673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9FABE3E6-9A2E-D904-1983-BC622A9CB3FB}"/>
              </a:ext>
            </a:extLst>
          </p:cNvPr>
          <p:cNvSpPr txBox="1"/>
          <p:nvPr/>
        </p:nvSpPr>
        <p:spPr>
          <a:xfrm>
            <a:off x="8485401" y="4857658"/>
            <a:ext cx="10477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동작 변환 정보</a:t>
            </a:r>
            <a:endParaRPr lang="en-US" altLang="ko-KR" sz="1000" b="1" dirty="0"/>
          </a:p>
          <a:p>
            <a:pPr algn="ctr"/>
            <a:r>
              <a:rPr lang="ko-KR" altLang="en-US" sz="1000" b="1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E4C9E52F-7564-FA6E-4637-105209C618F1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3319108-D224-51E4-6C70-3E770D3361B7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ED60A67A-2B70-035C-0902-9CA3283E3DD5}"/>
              </a:ext>
            </a:extLst>
          </p:cNvPr>
          <p:cNvSpPr txBox="1"/>
          <p:nvPr/>
        </p:nvSpPr>
        <p:spPr>
          <a:xfrm>
            <a:off x="2854906" y="145306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702837B0-4016-71EB-A2DB-5AD4034975E4}"/>
              </a:ext>
            </a:extLst>
          </p:cNvPr>
          <p:cNvSpPr/>
          <p:nvPr/>
        </p:nvSpPr>
        <p:spPr>
          <a:xfrm>
            <a:off x="8659212" y="524402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9176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513808"/>
              </p:ext>
            </p:extLst>
          </p:nvPr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9076"/>
              </p:ext>
            </p:extLst>
          </p:nvPr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259220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D79C0-FD71-574F-D932-4084A1020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D051B-5FCB-A920-78E0-51C8E394A1BA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2126809-E8E4-AE0D-F05F-8B6F0AAF7019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0B2B4BD3-1584-E6C5-4665-680B0D934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54CE45E-F960-1659-392B-88F590617349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4AA875BB-C4CF-EFE3-5B94-8B9277F011FC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4BD6BF40-6D1D-8A46-E470-14F9A21D7417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14D291A4-00DE-95D3-2019-60DC67BC9F9B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AC2FF2B-184D-A9AE-264B-665EC305279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6C49834D-8C3E-063A-9BEA-2081BE3D5BF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1AFBF06E-0647-F9EA-D6CE-0D9FC108E5F8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BAD341AA-2302-19B7-465D-A8AE2AE6E9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0CCB7C0-0ECC-4BCD-1520-068BED56E8B7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4B7E6B33-FB82-B849-D7C5-2228B361AAB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94A0BDF4-C86C-ED74-1F1A-A3B8BDD6DA5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57E1A46C-E1CD-FCC3-9C1D-CAC169579A02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1D7BA0C7-70F4-88B4-D2C4-A4D59F55FCC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9092F3FD-6188-0BA4-B81D-FC1A0FEEAED7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B9BF14AD-8F40-2F81-49FB-0CE520B2FE9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D3DB624D-CE0E-F8A3-339C-383990141D0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09FCC8DE-7B5A-A780-F288-A2F4BD3AF66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32041089-047B-B6A5-D748-75109555B0A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0DC797DF-0CF8-8913-5B72-2DB5AAEA454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A9EDC97-8CB9-4060-86A1-65DF554A4945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900133D-B6D3-711D-3FAE-820BF38F6DC9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0DFE0DB-6539-6868-0A44-BAB2C013984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45DC7B-2931-A4ED-D4A7-AE9F9CA12434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C3A838C4-DDF6-2C65-FE2A-0CEA66FFB43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2DFBF81-BB3D-AD92-105A-242F23B2317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BBB9D6E7-DA1F-C73E-D38B-B1037065A75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C2AC406E-F332-1A96-5906-2943088117A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43BF04B-FEEA-29EE-CDA4-2683F13555ED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F84AFDC-D90A-E33C-76A5-CC06E7528903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7F54818-79B4-A019-315A-95A647B33BB9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02511475-2ECC-944E-96FB-89E8F0DB3DE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F2A9F62B-19DD-D284-938A-31435FA92C77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C1C90F51-61ED-8360-1212-98AE4727C09C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FBFE0A52-0633-698C-9635-DD99C12A802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01FE8BC-F884-B82C-4D93-B810F03AB256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7FEBE76-17EC-637B-CB9D-D9C4F65FB188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0F299E7F-BBC1-FE7E-4F7D-900B75763202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077A263C-97CE-90E2-DCBD-16B89F7DFC8A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D8226FC1-CC41-952B-FB13-FDB164B8DD9C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55C290F-5028-D0EE-3B4B-A975D3F11441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80FCC272-62DE-868A-EE71-8A185C5C354E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25B684C0-7E3C-1C52-D7C6-3E9A660B8DD9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95E88703-8079-2594-C505-18C9F18DAC9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C3FFD9F-4151-32D7-0230-490246BBE11F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A3E187F5-E46F-9709-87AA-1B126AC0EFC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BF999D8A-F217-B978-1152-C3B0E3559EB5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80F7D0F2-DA42-EF12-DA05-1296D213D489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C65392C-1DB4-BC8A-B51C-105B1F52B31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C821C9-52DC-A496-A746-53314381576F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A34527B-8055-6D5C-57AF-3E72B6741005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59FFFB0-37F2-1805-5EF9-7F1DE5DB60ED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62208C0-0599-A6EC-B128-CD8B06FAF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3E322CE-BA37-1BB4-18ED-2E5CA08776D9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EAB271A-C5BE-BB7A-018C-10C1BC70D286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2911E15-C895-52FD-C371-2E66E3A8E872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D6AFED44-7BB9-72E5-E4DB-40E0BC4666D3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0412EE1-31F3-E0C9-14F5-F171144767E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1AAED8F7-1A40-8154-B0CD-2580513DAEC0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8C51A362-4A94-BE6D-4BFC-E8B6CEDD958E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5A6B06EF-A8CC-D5B5-612B-E5D40C593623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17D8E3E1-6F2B-D24C-C374-62BDBFB9EFCD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6B9F6600-DE91-8DAA-F79B-5E51C34DBE02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44C508B1-BC54-106F-2377-096438C1A209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228C740B-15C5-E01C-657B-0D4CE6C71B9F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6B90D62C-A539-368C-099E-355DD1FF93E8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028D5C1C-C6D0-2A1B-7B57-EA0BD3C5763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D1C881D1-2544-D5F2-8E52-522BC23840F4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98F053EB-9C62-8EE9-EF03-30E807345152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310E35A3-D92F-0D20-9A34-C589C51F55E1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E1158138-7B2E-E441-1C59-95733B1DAADE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462C046C-F90A-91A6-037C-8C5878A3CADF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11D66D21-B2C1-C2EC-8992-E4E8BDF421E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FEE67BF-6A6B-791E-0D2B-617AF0F464F6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42C53F50-91B5-D08D-D9A7-8B043E5D4E94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69CE804B-1F02-350E-4F86-14354EA4BFE4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546E0925-6D7F-ABE2-2C30-58A4063AC6A3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8AD5F05-250A-D26E-F317-F1B4387AFE8F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9A8DBC6B-F428-A667-0E7D-6A63EA676641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E1D74680-55FB-1D5F-6F35-0F86A2FADF2A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58841AE5-118A-ACCB-5EF8-D9C4B4CC2E7A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45F674F8-B706-A05A-328C-D825BCC0D5E5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15C2607-7407-0A07-2435-69F40F443F9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3A63088C-D146-B4BD-35F8-2C872B33B69A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B189A56-7835-052F-0FD7-2C6AF47B9DB5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63BD5D11-1833-E985-5150-354AD65DD63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BBF1E8C0-1087-A4EF-901E-29F9D37D7C95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C19D0B27-8981-984E-8566-AEDC387DEF4F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04EFB7C0-F17B-1645-499C-C086EAFBC717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6726D8E0-70F0-0785-C096-AEA1447E1F82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4418338A-95D0-2585-5FBB-3B79F40C59D0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50AE84D6-6F73-F6FA-9F54-C9AA07664D7F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C8A93056-D334-DD2E-CA06-0627B0968F76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FE6809B6-B2AC-2A60-154F-E5ADE7303536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D39C0BD9-EEF4-7C8C-B6C5-551E8E78188D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E0BE368-55E1-FACE-F049-5DF9B6E31554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D8812394-4B58-D5EC-34F6-0088F7F82E9B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38A5D63-594B-C515-A2D7-96670B5F3C03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17B8A54-33F3-7D26-C765-6079AA9A86D2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93F4102E-4D19-34E7-0A5A-6C01033F8297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BAD550CA-788F-179A-63A4-208CD04B17FA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AFC8C33E-75F6-76F4-BBC4-BCDCFBDA7F7D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43DBA519-23EB-4150-2F2A-FE0F3F33B796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71275980-D4A2-FBB9-1646-1C455CF2E23B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CDA64B31-38C6-21B9-9EF1-5F481A67E75E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C9EB5D23-F266-C7B3-9067-48BE6CF230EC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C5705807-10A3-871B-8396-35ECEFF4425A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C1DF029E-4379-BA1B-9311-A282FE0E5708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03B1B11-365B-34B1-D3EB-385B1204288C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C655EDEB-B0C7-8EA2-5B60-E3695EE9448A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AEB4C718-92FE-BD5E-A49D-0CB59743BAEA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35CDA273-A793-F51B-CBDA-0B563C88398F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3228CAF0-BADF-5EC8-648A-5301492BF20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F254AB62-5B8F-D1C6-9027-A89FD5D623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6C09A67C-F0E1-F497-1ABF-E452DBF7C26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AA0AECB7-C907-26FF-DCCE-870360E0918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9C46230C-18B5-D669-4DCA-FD66B51FCB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A34839FD-95FE-16FF-7A02-BE3E6223ED2C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3295340B-609F-E54D-267F-2D8E6FC96F5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EC255B6-1A65-6333-08F7-6E5111AFBBA7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F14D494-693C-F537-9273-D1AA8E14012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D3C8DC58-D60B-2777-449A-1B82D8BCC4C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5114DBBD-CD8A-281E-CCDD-85D5A9E16810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FE471C64-71CE-077F-48EE-449BF780E9DA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6E537F7F-C711-A60A-56D0-64C3CC4C5C7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B03732C7-A2E9-DE78-97D8-08E39EFCCD0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92B23000-1D4E-9FEF-535B-3A634868CE9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C1E1A0D6-B726-4EC2-3049-FF45236A848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5ED9A3F8-602A-3D71-132F-21AE1DCD5A3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2BEE7765-E92B-8492-BFE1-73CEBC7F3B57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5D24B854-38AD-0E15-BBAD-C7F575E97023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56A09FBC-6DF9-CB29-E9F0-86739D8488B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A11C792C-351A-7420-40B2-780E295136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C0D9716-5B63-E93F-2873-CC7293B8EE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514A7E4D-C21E-80C1-20BD-DF0B52CAAD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C2FB5E3-F362-2908-440B-C0AAD425EC2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F4C4A30E-268C-95DA-90E4-3A5D4F063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67700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E060D-3BDF-958C-937D-3879B8229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B40C913C-B727-AC06-C792-1CD4BB3C4385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0AEDEEE-7839-89AB-9E03-3F2D8BFA1B1B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4D1ADD5E-23B1-84FC-DA53-D4EC19378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47E2DD-44B7-C1C6-65B6-2E6E2792270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1D29453-1812-613C-4C38-FF1A8329DBEE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7B3A7C4D-DF14-8DDD-1C32-B8D0FAF8B90C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0324D1F5-2511-EABF-B65D-DB34F5006C7E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210F1E1C-3996-503E-F116-2DDA987E68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4AE0A652-820A-CF2E-300F-B8C342D75ED4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6EA5A202-F83B-FDE7-053C-A006E8F8C1F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237694C4-FA13-3F08-2598-FC328D512BBB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1053A458-4F30-611D-6240-AACAD1459EBE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F55B9E5-8AF8-8DCE-8DB8-5F684150934D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0436E374-96DE-D71E-651B-ACCB46DDDA9D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EFBDB2AE-2091-FD73-4E2E-F13AAA8351C0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B8608ADC-A497-3C5B-B2DF-C6111E6CF66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BEDEE843-16B5-B097-675F-5D242A864BE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3437D453-8790-B8B8-F674-55EAEE653CA4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E2EB2043-EE67-FA36-CD10-03A7A36CB282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CE8667E4-6F15-CFA2-DB1F-4D6BA616AA1E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F8309532-B654-272E-F862-23B226CF62D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18E75310-BFDB-FEE9-F37D-EC2718BFFC5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AFA07C95-FE80-DB4B-9185-B35D85E5F37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95517-8261-B322-6113-45996B7CFD4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246DBB2-22C7-9D4B-581F-F8ABADB08DBD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E69D0CC-82E9-70C4-C04D-22E4D851C7C5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7541E99-0E66-74A4-A96A-E93A072E481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1C4DA42-C06E-BBC7-CBFD-EECA7A6630C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9CF62A0-CA1B-E564-8DEC-82C079B78ED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CC92EC8-BE96-E5BF-9E4D-11AA0C9CD1F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047D027-EBB6-2C3D-B84E-3BED17A3ECA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64EE5D14-6BC3-0F22-DC86-C0D7E31224BA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A8F4D479-82A9-08A5-E751-1895168994F7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5D352D03-F803-A8B8-6EBE-6C058572AB1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D1763DDD-E6CB-AA80-F123-D1BC2485CAEB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AF7FA65-AE3D-E295-CEC8-F79F38589CA5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4C8B2B09-6817-C7DA-01C5-3BEF6D76818C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E15BD3B-6B6F-EE28-9044-66C8D6CC990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A175FC2-6E63-2241-93E7-B58863223700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8EAE174C-390A-F9AD-6DAB-6ACB4807B85B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10879332-7B4A-3980-758A-38D22D206453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7BE924A4-4D35-9994-E572-C86DB1DE4103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F20B014-BD34-00B0-C82E-37B8A112EB2B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62522614-EF23-CF36-CB96-9B4D42FD9A2A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A1C99F07-1BE7-5E16-0548-9694C0D1001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75838092-269E-11A7-68A8-18ACFFE38C0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B95C4D7-3241-4F62-EAB7-6CBBA541256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1A9FE8B3-0920-1987-A5F5-FA374A88E6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F5E94977-0A53-4B15-49E1-41A346EA488F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7B588995-20B9-9806-F4EF-89F4AB53E85C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D43A3AC-B02A-BF5E-AB94-95B1BCD956FA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9A6CE55-F106-FD72-9400-7D8FBBA61260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B63C27D-2E25-8BB7-9D8F-69A26C17240D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3978AA-6B74-790E-B84A-1E0E2D3CAF1D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A5D8B42-CA4C-E1CD-342D-219FEEDDC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2A966B2-F716-5CE9-975D-FAE9B5A810A1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348636C-0F8B-66E0-8C11-093233B71A52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774947D-260F-351F-30FA-9D3C08D67E53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1FB0B463-F9B4-8177-1302-510D4654081E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450C288A-F044-9AFB-7D94-7B3CCA4175F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B8203E4-DDD2-4B87-A3FA-6C5BB390C723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04E870C-D439-F1EC-EEA6-DCD4AA743BA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B10B2DB-8A6B-DECD-4246-C6948172E2B0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54F97666-B19C-084A-CC9C-BEFE1E3A61A5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78D6D36D-B7ED-7D76-CA0B-B28CCD92E42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BA69DD43-EE6F-4630-A66D-57620E585B84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BC766314-B238-D82A-9C18-BA61DEA2B12B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DC2A0E27-AADC-EA64-1280-1E81C451604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592764AF-90B8-4732-BFF2-0420B7001851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2D60BDA2-B579-32CB-F50E-16A1DB591FDA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36B2630B-3F2F-79DF-D781-A0FFDDAC3389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FFDDD7AC-F04B-918B-86E6-CE794F71A190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5CD069BE-0AB5-E8D2-120C-7B10C0A417D5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CA35F025-06F0-C8FF-831B-95BE1300E223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367D7ACC-6364-5E83-9E1D-A642BD05191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D421E4F9-4F9F-67B9-1773-1CC975D2BAE3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620D0DFF-C3F3-4F39-D59B-3F1B6F0F5428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4058DD47-5262-415B-C24C-AF5999BF79C7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A417FADE-AC68-E0DB-98C7-A4524421FC0C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787CD84-9AF1-DC71-FD8D-BC0959D2D9E4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1DC9EF5D-A958-7DA6-4699-EF6E62A8AA6A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1E776ED-A0DB-2A5B-0B5A-93EEB3BC3B6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99E10C90-45F2-92E1-9438-E04642E08F28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EE1F78D6-A084-65F6-55CF-A546CD058EA9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7295FFD0-B7E5-132D-FE12-9BFD00E9AC9C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C7A64F6C-806D-2026-B077-47D0567D555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EB17C6E4-7032-ED51-B0C8-2442A62A1EBA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449B7A50-2BB9-9C51-A00E-CA238C739F21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23753E70-E41B-506D-223E-02096C5CB84B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9284E376-B7AD-9EA2-4840-73930297EB4D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3F5AED85-7AEE-CB03-0343-7D88A81446CD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D68A343F-234A-4E6D-98F8-A89E3C8FF165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2E2C2F1-A5E7-38A7-A8C1-01C662A3832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9408F207-3A93-B11D-7967-F9204A39B25A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2FBDE5AF-F7E8-886C-2282-0E15F0A61510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B0F0C261-D7AC-7DD6-269C-546973BD230F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494E0C18-2344-56B8-0809-371361876FDE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767EC16-0987-BC50-B884-59E277F131B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E9E4FD66-0C38-5852-3BE5-02E1DE7E6F16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F01CB59B-525B-5CA2-2F69-C7BD941A8A01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55EE77C-95FB-7214-00F6-D17B98DCC208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5F867A69-EF8F-964B-3938-411A838AC942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ACCFA05A-AFE8-A084-427C-52C39A2B986A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758BF315-8905-7816-1AB9-4FB0AE145ACF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A5DACB74-87FD-246F-9AB8-869BE45B05E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106E7930-F92A-60E6-BB9E-3A8F10A4AD21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B9528E69-193B-5901-790E-A5A818CCD25B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7A07529D-B127-D0AC-4539-134274920FF9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6DDCB933-7A52-96B6-BFDC-CFA3188BE422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2D7B1E4A-85FE-D0BA-04E6-CD943B9B45F3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5F41E69D-510F-0051-9713-09A0D62214D7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6BC0F2A2-9600-2CA8-736A-53D931F00FBB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27D04F96-5557-5BA1-EC79-976A99F08F0D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CEFD40F0-4BC0-6111-61F4-CFFB3678004C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7F67D10D-5BB5-606F-E26D-E8A8A5655A7F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B260F510-C91E-7529-DAF4-3A9981F9EC0C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E434308E-8178-013B-4CAB-A2E4FC035AB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8E5A8898-A7A7-E63F-DD0D-32E920EB5FF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67C63929-92C2-331D-6835-5B96708062B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F6CA9F40-D342-B78C-E4CD-3E707A4A1410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140E3BDB-3E77-F581-2F2C-38A2D4B81A52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485AFF0-9067-B2AF-D97A-CA3C4344BBF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930E493-601A-A1E7-957F-A660B532EA6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5349F2AD-C226-2195-A61F-66BEB66EC9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6C705AA0-837E-2EA6-4ED0-C8573DE6DD7E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5EB2AE5-A472-FB04-7012-79F8D33A6B3D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C77A2D93-AD7E-F054-A5D3-7D3B46F7EF2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15E1937F-5AA1-30ED-E133-935ECEF89CA7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F5531E8D-5DB4-B154-17B6-3A577BE7193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7233A159-13F0-87A9-F6D1-9B33A2A7BAC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8C800A75-7505-17E1-E5E9-E5E915B938A3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9858D022-1426-2CF7-F584-DE6FC77B5051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A308822B-C092-75AF-C064-F3B5C3BE68E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71BE5878-6EA2-72D6-A4B0-AF2269EE22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C2932B0-96BA-B3E7-CCDE-28BD8AEFD973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08997C05-99C6-EE5A-B254-ED0A2CC35B9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5D37584D-2C67-5115-AF92-415DACF49A2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705E0B39-BF0F-2D25-4B37-72F7BA967F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E6D04066-DFA1-111A-88EE-C19893C20A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BD0E73A3-08FB-7D6D-FB69-67DAB4B92B8B}"/>
              </a:ext>
            </a:extLst>
          </p:cNvPr>
          <p:cNvSpPr/>
          <p:nvPr/>
        </p:nvSpPr>
        <p:spPr>
          <a:xfrm>
            <a:off x="3315477" y="1751266"/>
            <a:ext cx="3229687" cy="3082051"/>
          </a:xfrm>
          <a:prstGeom prst="roundRect">
            <a:avLst>
              <a:gd name="adj" fmla="val 668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404005E-3EDC-2DC1-6E5B-5D804064F1D6}"/>
              </a:ext>
            </a:extLst>
          </p:cNvPr>
          <p:cNvSpPr/>
          <p:nvPr/>
        </p:nvSpPr>
        <p:spPr>
          <a:xfrm>
            <a:off x="284138" y="2300030"/>
            <a:ext cx="2869595" cy="3087701"/>
          </a:xfrm>
          <a:prstGeom prst="roundRect">
            <a:avLst>
              <a:gd name="adj" fmla="val 668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0DCE2389-294B-D24D-EEFD-71D5EC98E079}"/>
              </a:ext>
            </a:extLst>
          </p:cNvPr>
          <p:cNvSpPr/>
          <p:nvPr/>
        </p:nvSpPr>
        <p:spPr>
          <a:xfrm>
            <a:off x="6747175" y="1913265"/>
            <a:ext cx="3918637" cy="3436460"/>
          </a:xfrm>
          <a:prstGeom prst="roundRect">
            <a:avLst>
              <a:gd name="adj" fmla="val 668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028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372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Type D : I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</a:t>
                </a:r>
                <a:endParaRPr lang="ko-KR" altLang="en-US" sz="1200" dirty="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 </a:t>
                </a:r>
                <a:r>
                  <a:rPr lang="ko-KR" altLang="en-US" sz="1200" dirty="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2336-E44B-6F68-BF8D-E0B7914F3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F25FB73-587C-B6F0-A68E-05E9136B5DF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1CACEBC1-2C6F-7156-93E0-FA438AAA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15BCC45-E686-658E-4DCA-3F1CA8577F9C}"/>
              </a:ext>
            </a:extLst>
          </p:cNvPr>
          <p:cNvGrpSpPr/>
          <p:nvPr/>
        </p:nvGrpSpPr>
        <p:grpSpPr>
          <a:xfrm>
            <a:off x="500949" y="2263140"/>
            <a:ext cx="5150331" cy="2774001"/>
            <a:chOff x="6571322" y="871168"/>
            <a:chExt cx="5150331" cy="2774001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823BF485-8EAC-F3A0-76E6-610A1100BD08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7DB13C3E-29DC-8CE7-2F04-AE971C89A0D3}"/>
                  </a:ext>
                </a:extLst>
              </p:cNvPr>
              <p:cNvCxnSpPr>
                <a:cxnSpLocks/>
                <a:stCxn id="49" idx="4"/>
                <a:endCxn id="51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031CFEB6-871D-14F2-1E31-CD86887DAE2C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도어</a:t>
                </a:r>
                <a:endParaRPr lang="en-US" altLang="ko-KR" sz="900"/>
              </a:p>
              <a:p>
                <a:pPr algn="ctr"/>
                <a:r>
                  <a:rPr lang="ko-KR" altLang="en-US" sz="900" err="1"/>
                  <a:t>체커</a:t>
                </a:r>
                <a:endParaRPr lang="ko-KR" altLang="en-US" sz="900"/>
              </a:p>
            </p:txBody>
          </p:sp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7C7A34C4-DD80-7B15-2A61-EC4E7456FA9D}"/>
                  </a:ext>
                </a:extLst>
              </p:cNvPr>
              <p:cNvCxnSpPr>
                <a:cxnSpLocks/>
                <a:stCxn id="48" idx="2"/>
                <a:endCxn id="39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타원 40">
                <a:extLst>
                  <a:ext uri="{FF2B5EF4-FFF2-40B4-BE49-F238E27FC236}">
                    <a16:creationId xmlns:a16="http://schemas.microsoft.com/office/drawing/2014/main" id="{6BA59EAA-76EE-F29E-F8B8-43C3327D48C8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6EE6DC88-2A9B-3392-4A59-D3BF7B9F5931}"/>
                  </a:ext>
                </a:extLst>
              </p:cNvPr>
              <p:cNvCxnSpPr>
                <a:cxnSpLocks/>
                <a:stCxn id="45" idx="1"/>
                <a:endCxn id="41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1D96EE4C-1C9C-72E1-449E-07E432072F75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바디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C741DB83-AE3D-9524-F0E7-21913AE9AD9C}"/>
                  </a:ext>
                </a:extLst>
              </p:cNvPr>
              <p:cNvCxnSpPr>
                <a:cxnSpLocks/>
                <a:stCxn id="49" idx="6"/>
                <a:endCxn id="43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7F0CF65E-8BF0-41BC-7F4F-9386685DB3CB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7D0D504B-657F-9D06-B12E-B05FB7B24AC1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38E948E0-1AF1-C8AA-3D37-EA8D1C768798}"/>
                  </a:ext>
                </a:extLst>
              </p:cNvPr>
              <p:cNvCxnSpPr>
                <a:cxnSpLocks/>
                <a:stCxn id="46" idx="3"/>
                <a:endCxn id="39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D686722E-DF82-BBBF-800A-8685D89DEE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I</a:t>
                </a:r>
                <a:endParaRPr lang="ko-KR" altLang="en-US" sz="900" dirty="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E6DB0B78-D2E3-C110-6DEA-6998071683E0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F</a:t>
                </a:r>
                <a:endParaRPr lang="ko-KR" altLang="en-US" sz="900" dirty="0"/>
              </a:p>
            </p:txBody>
          </p:sp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4B5F82E-C6A7-D8DA-A7A7-61CA45EDE5BF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볼트</a:t>
                </a:r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9191C337-C7E3-DDF0-4050-AD605F8C4725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M</a:t>
                </a:r>
                <a:endParaRPr lang="ko-KR" altLang="en-US" sz="900" dirty="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646D734F-B347-1C32-AA05-0F6E12AACA17}"/>
                  </a:ext>
                </a:extLst>
              </p:cNvPr>
              <p:cNvCxnSpPr>
                <a:cxnSpLocks/>
                <a:stCxn id="51" idx="4"/>
                <a:endCxn id="50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6E95CEEC-603B-F888-9426-F26991ED5D9B}"/>
                  </a:ext>
                </a:extLst>
              </p:cNvPr>
              <p:cNvCxnSpPr>
                <a:cxnSpLocks/>
                <a:stCxn id="45" idx="2"/>
                <a:endCxn id="46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E1DDA6-9188-B5EF-CFE7-8DBA9DFAEEF8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ko-KR" altLang="en-US" sz="1400" dirty="0"/>
                <a:t> 조립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DE60169-29D2-C9F8-A91A-5E4ABA9CF1DB}"/>
              </a:ext>
            </a:extLst>
          </p:cNvPr>
          <p:cNvGrpSpPr/>
          <p:nvPr/>
        </p:nvGrpSpPr>
        <p:grpSpPr>
          <a:xfrm>
            <a:off x="6266402" y="2105934"/>
            <a:ext cx="5400000" cy="2931207"/>
            <a:chOff x="6266402" y="2105934"/>
            <a:chExt cx="5400000" cy="2931207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3E16DAFE-4768-257D-1996-4127695B5E67}"/>
                </a:ext>
              </a:extLst>
            </p:cNvPr>
            <p:cNvGrpSpPr/>
            <p:nvPr/>
          </p:nvGrpSpPr>
          <p:grpSpPr>
            <a:xfrm>
              <a:off x="6266402" y="2105934"/>
              <a:ext cx="5400000" cy="2519996"/>
              <a:chOff x="6403562" y="3591834"/>
              <a:chExt cx="5400000" cy="2519996"/>
            </a:xfrm>
          </p:grpSpPr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BC0526C5-5E47-A43C-DE20-FEC838E92CE9}"/>
                  </a:ext>
                </a:extLst>
              </p:cNvPr>
              <p:cNvCxnSpPr>
                <a:cxnSpLocks/>
                <a:stCxn id="66" idx="2"/>
                <a:endCxn id="75" idx="0"/>
              </p:cNvCxnSpPr>
              <p:nvPr/>
            </p:nvCxnSpPr>
            <p:spPr>
              <a:xfrm>
                <a:off x="8368783" y="4412299"/>
                <a:ext cx="0" cy="83834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FD6174B8-345E-577A-4E7F-74E04B9EE405}"/>
                  </a:ext>
                </a:extLst>
              </p:cNvPr>
              <p:cNvCxnSpPr>
                <a:cxnSpLocks/>
                <a:stCxn id="66" idx="3"/>
                <a:endCxn id="58" idx="2"/>
              </p:cNvCxnSpPr>
              <p:nvPr/>
            </p:nvCxnSpPr>
            <p:spPr>
              <a:xfrm flipV="1">
                <a:off x="8897514" y="4277985"/>
                <a:ext cx="695493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78" name="그룹 77">
                <a:extLst>
                  <a:ext uri="{FF2B5EF4-FFF2-40B4-BE49-F238E27FC236}">
                    <a16:creationId xmlns:a16="http://schemas.microsoft.com/office/drawing/2014/main" id="{087A532C-86E1-11EE-AC8C-E5751012EC71}"/>
                  </a:ext>
                </a:extLst>
              </p:cNvPr>
              <p:cNvGrpSpPr/>
              <p:nvPr/>
            </p:nvGrpSpPr>
            <p:grpSpPr>
              <a:xfrm>
                <a:off x="9376453" y="3591834"/>
                <a:ext cx="2427109" cy="1401493"/>
                <a:chOff x="9376453" y="3591834"/>
                <a:chExt cx="2427109" cy="1401493"/>
              </a:xfrm>
            </p:grpSpPr>
            <p:sp>
              <p:nvSpPr>
                <p:cNvPr id="58" name="타원 57">
                  <a:extLst>
                    <a:ext uri="{FF2B5EF4-FFF2-40B4-BE49-F238E27FC236}">
                      <a16:creationId xmlns:a16="http://schemas.microsoft.com/office/drawing/2014/main" id="{988CEF88-B7F3-9447-E397-3134F3C3F840}"/>
                    </a:ext>
                  </a:extLst>
                </p:cNvPr>
                <p:cNvSpPr/>
                <p:nvPr/>
              </p:nvSpPr>
              <p:spPr>
                <a:xfrm>
                  <a:off x="9593007" y="4003504"/>
                  <a:ext cx="624358" cy="548962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래치</a:t>
                  </a:r>
                </a:p>
              </p:txBody>
            </p:sp>
            <p:sp>
              <p:nvSpPr>
                <p:cNvPr id="59" name="타원 58">
                  <a:extLst>
                    <a:ext uri="{FF2B5EF4-FFF2-40B4-BE49-F238E27FC236}">
                      <a16:creationId xmlns:a16="http://schemas.microsoft.com/office/drawing/2014/main" id="{30CAF25C-7947-8AD5-0A18-779F348FF8C3}"/>
                    </a:ext>
                  </a:extLst>
                </p:cNvPr>
                <p:cNvSpPr/>
                <p:nvPr/>
              </p:nvSpPr>
              <p:spPr>
                <a:xfrm>
                  <a:off x="9404513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60" name="타원 59">
                  <a:extLst>
                    <a:ext uri="{FF2B5EF4-FFF2-40B4-BE49-F238E27FC236}">
                      <a16:creationId xmlns:a16="http://schemas.microsoft.com/office/drawing/2014/main" id="{07ED8CAC-F20B-51E0-B229-27C395C2567A}"/>
                    </a:ext>
                  </a:extLst>
                </p:cNvPr>
                <p:cNvSpPr/>
                <p:nvPr/>
              </p:nvSpPr>
              <p:spPr>
                <a:xfrm>
                  <a:off x="10746098" y="4161451"/>
                  <a:ext cx="1057464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E : M</a:t>
                  </a:r>
                  <a:endParaRPr lang="ko-KR" altLang="en-US" sz="900"/>
                </a:p>
              </p:txBody>
            </p:sp>
            <p:sp>
              <p:nvSpPr>
                <p:cNvPr id="61" name="타원 60">
                  <a:extLst>
                    <a:ext uri="{FF2B5EF4-FFF2-40B4-BE49-F238E27FC236}">
                      <a16:creationId xmlns:a16="http://schemas.microsoft.com/office/drawing/2014/main" id="{DA639322-CD1F-682C-3427-B09B75D8BFBD}"/>
                    </a:ext>
                  </a:extLst>
                </p:cNvPr>
                <p:cNvSpPr/>
                <p:nvPr/>
              </p:nvSpPr>
              <p:spPr>
                <a:xfrm>
                  <a:off x="9376453" y="4760260"/>
                  <a:ext cx="1057463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F : M </a:t>
                  </a:r>
                  <a:endParaRPr lang="ko-KR" altLang="en-US" sz="900"/>
                </a:p>
              </p:txBody>
            </p:sp>
            <p:cxnSp>
              <p:nvCxnSpPr>
                <p:cNvPr id="63" name="직선 연결선 62">
                  <a:extLst>
                    <a:ext uri="{FF2B5EF4-FFF2-40B4-BE49-F238E27FC236}">
                      <a16:creationId xmlns:a16="http://schemas.microsoft.com/office/drawing/2014/main" id="{88E4349E-A6B7-20F1-3FDD-F306D41659F1}"/>
                    </a:ext>
                  </a:extLst>
                </p:cNvPr>
                <p:cNvCxnSpPr>
                  <a:cxnSpLocks/>
                  <a:stCxn id="58" idx="0"/>
                  <a:endCxn id="59" idx="4"/>
                </p:cNvCxnSpPr>
                <p:nvPr/>
              </p:nvCxnSpPr>
              <p:spPr>
                <a:xfrm flipH="1" flipV="1">
                  <a:off x="9905184" y="3824901"/>
                  <a:ext cx="2" cy="17860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9095914C-490C-A1E6-026E-C7FA5304E251}"/>
                    </a:ext>
                  </a:extLst>
                </p:cNvPr>
                <p:cNvCxnSpPr>
                  <a:cxnSpLocks/>
                  <a:stCxn id="60" idx="2"/>
                  <a:endCxn id="58" idx="6"/>
                </p:cNvCxnSpPr>
                <p:nvPr/>
              </p:nvCxnSpPr>
              <p:spPr>
                <a:xfrm flipH="1">
                  <a:off x="10217365" y="4277985"/>
                  <a:ext cx="52873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0975073D-63D0-66B8-E4BA-593D35248A49}"/>
                    </a:ext>
                  </a:extLst>
                </p:cNvPr>
                <p:cNvCxnSpPr>
                  <a:cxnSpLocks/>
                  <a:stCxn id="61" idx="0"/>
                  <a:endCxn id="58" idx="4"/>
                </p:cNvCxnSpPr>
                <p:nvPr/>
              </p:nvCxnSpPr>
              <p:spPr>
                <a:xfrm flipV="1">
                  <a:off x="9905185" y="4552466"/>
                  <a:ext cx="1" cy="20779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9ED199E9-8A2A-3F50-1B92-1E3DC683045E}"/>
                  </a:ext>
                </a:extLst>
              </p:cNvPr>
              <p:cNvSpPr/>
              <p:nvPr/>
            </p:nvSpPr>
            <p:spPr>
              <a:xfrm>
                <a:off x="6553269" y="4112832"/>
                <a:ext cx="758050" cy="43674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D1752F7D-A04B-1A38-4F7B-E423F5A1AE2C}"/>
                  </a:ext>
                </a:extLst>
              </p:cNvPr>
              <p:cNvGrpSpPr/>
              <p:nvPr/>
            </p:nvGrpSpPr>
            <p:grpSpPr>
              <a:xfrm>
                <a:off x="6403562" y="5125655"/>
                <a:ext cx="2515789" cy="986175"/>
                <a:chOff x="6403562" y="5125655"/>
                <a:chExt cx="2515789" cy="986175"/>
              </a:xfrm>
            </p:grpSpPr>
            <p:sp>
              <p:nvSpPr>
                <p:cNvPr id="71" name="사각형: 둥근 모서리 70">
                  <a:extLst>
                    <a:ext uri="{FF2B5EF4-FFF2-40B4-BE49-F238E27FC236}">
                      <a16:creationId xmlns:a16="http://schemas.microsoft.com/office/drawing/2014/main" id="{CB272862-69A1-668D-CA36-B2950B50D4A0}"/>
                    </a:ext>
                  </a:extLst>
                </p:cNvPr>
                <p:cNvSpPr/>
                <p:nvPr/>
              </p:nvSpPr>
              <p:spPr>
                <a:xfrm>
                  <a:off x="6403562" y="5125655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</a:t>
                  </a:r>
                  <a:endParaRPr lang="ko-KR" altLang="en-US" sz="900"/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96977C79-2F49-D1F2-25A7-02372DEF03DC}"/>
                    </a:ext>
                  </a:extLst>
                </p:cNvPr>
                <p:cNvSpPr/>
                <p:nvPr/>
              </p:nvSpPr>
              <p:spPr>
                <a:xfrm>
                  <a:off x="7927278" y="5725503"/>
                  <a:ext cx="883007" cy="386327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913B4E1B-F4BB-01AD-6C17-2E6446AD4BE2}"/>
                    </a:ext>
                  </a:extLst>
                </p:cNvPr>
                <p:cNvSpPr/>
                <p:nvPr/>
              </p:nvSpPr>
              <p:spPr>
                <a:xfrm>
                  <a:off x="7818215" y="5250639"/>
                  <a:ext cx="1101136" cy="28728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0CCA6011-61A3-C669-1779-9815406874C0}"/>
                    </a:ext>
                  </a:extLst>
                </p:cNvPr>
                <p:cNvCxnSpPr>
                  <a:cxnSpLocks/>
                  <a:stCxn id="75" idx="4"/>
                  <a:endCxn id="74" idx="0"/>
                </p:cNvCxnSpPr>
                <p:nvPr/>
              </p:nvCxnSpPr>
              <p:spPr>
                <a:xfrm flipH="1">
                  <a:off x="8368782" y="5537926"/>
                  <a:ext cx="1" cy="187577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24133022-35B4-8CE8-1AB2-454EC1C66B87}"/>
                  </a:ext>
                </a:extLst>
              </p:cNvPr>
              <p:cNvGrpSpPr/>
              <p:nvPr/>
            </p:nvGrpSpPr>
            <p:grpSpPr>
              <a:xfrm>
                <a:off x="6932294" y="3591834"/>
                <a:ext cx="2472219" cy="1533821"/>
                <a:chOff x="6932294" y="3591834"/>
                <a:chExt cx="2472219" cy="1533821"/>
              </a:xfrm>
            </p:grpSpPr>
            <p:sp>
              <p:nvSpPr>
                <p:cNvPr id="66" name="사각형: 둥근 모서리 65">
                  <a:extLst>
                    <a:ext uri="{FF2B5EF4-FFF2-40B4-BE49-F238E27FC236}">
                      <a16:creationId xmlns:a16="http://schemas.microsoft.com/office/drawing/2014/main" id="{E81A7E90-BEE1-92E1-2939-DB11739BE786}"/>
                    </a:ext>
                  </a:extLst>
                </p:cNvPr>
                <p:cNvSpPr/>
                <p:nvPr/>
              </p:nvSpPr>
              <p:spPr>
                <a:xfrm>
                  <a:off x="7840051" y="4143672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F</a:t>
                  </a:r>
                  <a:endParaRPr lang="ko-KR" altLang="en-US" sz="90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8E344C77-2751-9126-A8EC-D54D772D51F5}"/>
                    </a:ext>
                  </a:extLst>
                </p:cNvPr>
                <p:cNvCxnSpPr>
                  <a:cxnSpLocks/>
                  <a:stCxn id="70" idx="2"/>
                  <a:endCxn id="67" idx="7"/>
                </p:cNvCxnSpPr>
                <p:nvPr/>
              </p:nvCxnSpPr>
              <p:spPr>
                <a:xfrm flipH="1">
                  <a:off x="7200305" y="3708368"/>
                  <a:ext cx="667807" cy="46842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직선 연결선 68">
                  <a:extLst>
                    <a:ext uri="{FF2B5EF4-FFF2-40B4-BE49-F238E27FC236}">
                      <a16:creationId xmlns:a16="http://schemas.microsoft.com/office/drawing/2014/main" id="{EF5394F3-5E72-AAE3-04CC-798369562E1C}"/>
                    </a:ext>
                  </a:extLst>
                </p:cNvPr>
                <p:cNvCxnSpPr>
                  <a:cxnSpLocks/>
                  <a:stCxn id="71" idx="0"/>
                  <a:endCxn id="67" idx="4"/>
                </p:cNvCxnSpPr>
                <p:nvPr/>
              </p:nvCxnSpPr>
              <p:spPr>
                <a:xfrm flipV="1">
                  <a:off x="6932294" y="4549575"/>
                  <a:ext cx="0" cy="5760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0" name="타원 69">
                  <a:extLst>
                    <a:ext uri="{FF2B5EF4-FFF2-40B4-BE49-F238E27FC236}">
                      <a16:creationId xmlns:a16="http://schemas.microsoft.com/office/drawing/2014/main" id="{3A3CBFF0-AFB2-0BEB-8185-CDA0B312A439}"/>
                    </a:ext>
                  </a:extLst>
                </p:cNvPr>
                <p:cNvSpPr/>
                <p:nvPr/>
              </p:nvSpPr>
              <p:spPr>
                <a:xfrm>
                  <a:off x="7868112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72" name="사각형: 둥근 모서리 71">
                  <a:extLst>
                    <a:ext uri="{FF2B5EF4-FFF2-40B4-BE49-F238E27FC236}">
                      <a16:creationId xmlns:a16="http://schemas.microsoft.com/office/drawing/2014/main" id="{9968A815-C33E-0BF4-99AD-59A8C1F6FDA6}"/>
                    </a:ext>
                  </a:extLst>
                </p:cNvPr>
                <p:cNvSpPr/>
                <p:nvPr/>
              </p:nvSpPr>
              <p:spPr>
                <a:xfrm>
                  <a:off x="7840051" y="4742481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I</a:t>
                  </a:r>
                  <a:endParaRPr lang="ko-KR" altLang="en-US" sz="900"/>
                </a:p>
              </p:txBody>
            </p: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00CF94D6-4E83-547C-9D91-8C1F833FC50E}"/>
                    </a:ext>
                  </a:extLst>
                </p:cNvPr>
                <p:cNvCxnSpPr>
                  <a:cxnSpLocks/>
                  <a:stCxn id="72" idx="1"/>
                  <a:endCxn id="67" idx="5"/>
                </p:cNvCxnSpPr>
                <p:nvPr/>
              </p:nvCxnSpPr>
              <p:spPr>
                <a:xfrm flipH="1" flipV="1">
                  <a:off x="7200305" y="4485615"/>
                  <a:ext cx="639746" cy="3911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F2C2B991-DB39-341A-9DCE-71C4E9410041}"/>
                    </a:ext>
                  </a:extLst>
                </p:cNvPr>
                <p:cNvCxnSpPr>
                  <a:cxnSpLocks/>
                  <a:stCxn id="59" idx="2"/>
                  <a:endCxn id="70" idx="6"/>
                </p:cNvCxnSpPr>
                <p:nvPr/>
              </p:nvCxnSpPr>
              <p:spPr>
                <a:xfrm flipH="1">
                  <a:off x="8869453" y="3708368"/>
                  <a:ext cx="535060" cy="0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51F71EE-2362-0526-FD14-4CBAA74AA258}"/>
                </a:ext>
              </a:extLst>
            </p:cNvPr>
            <p:cNvSpPr txBox="1"/>
            <p:nvPr/>
          </p:nvSpPr>
          <p:spPr>
            <a:xfrm>
              <a:off x="7143881" y="4729364"/>
              <a:ext cx="36450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래치 조립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0B0294BE-30D3-10DE-8EA9-160F521CBE5E}"/>
              </a:ext>
            </a:extLst>
          </p:cNvPr>
          <p:cNvSpPr txBox="1"/>
          <p:nvPr/>
        </p:nvSpPr>
        <p:spPr>
          <a:xfrm>
            <a:off x="350982" y="716826"/>
            <a:ext cx="11395542" cy="483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맑은 고딕"/>
                <a:ea typeface="맑은 고딕"/>
              </a:rPr>
              <a:t>부품 조립 예시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DEBA9-308E-56A0-F919-61EED4EAC2E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을 위한 정의</a:t>
            </a:r>
          </a:p>
        </p:txBody>
      </p:sp>
    </p:spTree>
    <p:extLst>
      <p:ext uri="{BB962C8B-B14F-4D97-AF65-F5344CB8AC3E}">
        <p14:creationId xmlns:p14="http://schemas.microsoft.com/office/powerpoint/2010/main" val="2228178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/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C483BCB1-F0CD-2C42-0D45-2B4F4AD59EBC}"/>
              </a:ext>
            </a:extLst>
          </p:cNvPr>
          <p:cNvSpPr/>
          <p:nvPr/>
        </p:nvSpPr>
        <p:spPr>
          <a:xfrm>
            <a:off x="821719" y="2707071"/>
            <a:ext cx="11028536" cy="313954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11FEA2-EB10-4419-24BB-706A5E10DAD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F0B715-6238-DD4B-A68E-CBD1552D09B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37EDEC1A-FC64-4476-4C97-0B0BC26EA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26BC00E-9D38-ED0D-E6F1-66D0A73AC6A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D8B57EDA-1D8C-12D9-762A-2E65C0D0CAD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CB4B4A5-D939-3B26-31CC-E74AD18F653D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E87DC4A6-029D-82DF-28A5-6CB3316147D7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94F63E83-0B97-3484-9F12-F34C98658B2B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D53DBA8B-B971-23B2-7538-21FA52F7CD52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5C2F14AE-D9B1-9CA2-6B62-55365D381397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095C43B1-6483-95F6-ED50-F78B52C98FA6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84EA002A-FA38-9F97-4133-E50863FF56F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0C64B426-2DA2-D825-B4DB-C74ACE26B07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B8E8DF89-75EC-7DD2-4C34-8825BAA8F84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A7225E7-CFFD-B624-1987-CF45BCFCDEA7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4AD78721-4E81-22E1-F729-AA4FC2E0C282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CB333E45-0F1C-F279-63D8-0FCA3A78805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A5DD3766-3FA0-A35B-1184-EAC049813165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0E834A92-7AF3-480C-2F24-068F51FFDED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A9F8FFF7-D4DF-93B8-6677-804F16098CA7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D9B64556-461B-36C3-0ECB-A9E82B9CA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87D105AF-D1D8-FE55-37B2-4B7C189AD8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813D256B-582E-A9D0-8A4C-3730E314B2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E75A3DA1-1D6B-3A22-D9D9-CE1BADD514A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232DC790-7C28-095D-841A-C5126D9B1319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2E000C4E-03EB-E5A4-B73E-E5E905E2356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AAEC59A5-E1B7-A180-FBFD-6E59615D97EF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CA0DF101-02AC-C4EE-F945-1F7F0B86C1B4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E6A6025E-CE5B-D812-58FB-52DB78848883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604D5A59-5EFB-75B2-38F8-6B33F377B404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A456CEA-8FE3-1A7C-18D4-EF74AAC677A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D326C9C-A1CD-A59E-29E3-3A9A3876ED63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2320882D-4342-EF0C-9C19-4246928B6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0F0785B-DA82-9730-5E13-0E94CC85DB45}"/>
              </a:ext>
            </a:extLst>
          </p:cNvPr>
          <p:cNvGrpSpPr/>
          <p:nvPr/>
        </p:nvGrpSpPr>
        <p:grpSpPr>
          <a:xfrm>
            <a:off x="3908439" y="1107438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D918CBE2-8CF7-C431-5F6F-756DA3F9B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C5F1B70-1D48-6D54-5FDA-2CA3FE158040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D955B742-3CFF-D7EC-DB02-8EED1DFE9D0E}"/>
              </a:ext>
            </a:extLst>
          </p:cNvPr>
          <p:cNvGrpSpPr/>
          <p:nvPr/>
        </p:nvGrpSpPr>
        <p:grpSpPr>
          <a:xfrm>
            <a:off x="4520617" y="2953088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E2CC0D0A-B785-B316-D371-91A1FB0E1A15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60840A14-B9A5-2A46-323D-BD96282C0F6F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9D3F3331-74A1-1210-9AFA-B6E57C316EA0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EEF0D99C-9C59-10BF-D6B6-17372C1A3E27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D291DABB-5A2E-8699-678B-38C1E881773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364EB44C-32A6-69A0-DB1D-4FC5728609D0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23CC56A-CC7F-4802-2F3C-69DAA6795E8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51DBE0-4810-EB2B-02AE-C1371E2A64F5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48E0728E-9A40-1E73-4915-90A9AA947770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B0798100-2351-7B9F-396A-8141E4BFF555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65748CDB-8288-B7D1-9432-FE67E7F0387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8CFD3B3C-4476-5412-F65D-58C26791710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04EEE15-1C02-B11C-99CD-9386DAFEC72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58DD0EA4-F911-AE05-B1C0-A77ED5BE3C4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F0FC362E-B3ED-2E90-CB96-8012B81DAAA8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5511DF3E-EB70-65A5-22AE-F17BE088CD60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C9B82E63-5FDF-2F3C-166A-BAEF543B72F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3C71CADA-D55F-8CE0-CA53-FB39C1ED5AD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38DA7D58-2D4C-A897-4EA5-B5C6823C3650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E29A297-D003-AB7D-7418-C254DCE9C025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73C3566-5B47-7C99-5149-6AFEC718D008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B33CBB08-BA2A-58D6-AF3A-751367E3A5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7719641-1CEE-625D-183A-2BA8AF5DBE99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3C8494B3-3D40-709F-566D-51DD1209402F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78C2D5AD-4643-C54F-6072-0D9F4539F196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77D4517-FE05-6534-CD0E-CD0C269EDE5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E87252-DCB0-8AC8-CAC9-961FA0DEB96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210DFE7-72E5-CF43-B67E-01428063D290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2E3AC5AD-8050-9389-4E51-913DD6BF429C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1DA77E3F-ABFC-4E20-8593-FD0615DA403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21D0EC0C-4273-1642-4E6D-DCBF716037B0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07A17A7-E072-777A-FC12-E990D4FAE4F3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8087B47A-055B-D6C6-23B3-BAFB892AE920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2563FC7-DE1B-F38D-B1B0-7F5B0F5B62C9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B2D7B108-0A44-D4D2-2EE1-0602B40128B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7944A658-207D-0610-A6E7-2447E6DFE67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7F40524D-8E10-866B-9FEC-67B86CC8B5C1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951E5ED9-4589-AD14-E95E-92EF17CDBFF2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FA59218-130F-21C9-3BEB-131800C372CC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964F2FE5-A80B-C4D0-B4BC-35ED53EBE309}"/>
              </a:ext>
            </a:extLst>
          </p:cNvPr>
          <p:cNvGrpSpPr/>
          <p:nvPr/>
        </p:nvGrpSpPr>
        <p:grpSpPr>
          <a:xfrm>
            <a:off x="6679944" y="4078336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3B1B4CAD-0DE4-5EAB-0ED2-4478FBD308A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F0A2EA53-6011-B230-3B9C-B07CA340036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B9698ECA-4D31-EE28-48F5-F52BA7A5AB5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8E93EB21-D1BC-12F3-FB44-9505D0775A9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C698A8F2-AB39-B2ED-E04D-28BA5116E87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7F4B1B43-AC4E-EA19-A824-8AE9ED768E36}"/>
              </a:ext>
            </a:extLst>
          </p:cNvPr>
          <p:cNvGrpSpPr/>
          <p:nvPr/>
        </p:nvGrpSpPr>
        <p:grpSpPr>
          <a:xfrm>
            <a:off x="1132328" y="3310518"/>
            <a:ext cx="1812481" cy="1142487"/>
            <a:chOff x="8410242" y="1013492"/>
            <a:chExt cx="1812481" cy="1349188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C490FA0B-6639-919D-22C4-58DC8FD8353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165BD056-7AF4-A3B3-7170-E56978DCB26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BA3D5C56-5915-FF89-DA57-911C3BA2B430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F8334B47-E2C4-720F-0092-8D22E0FAC46F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C43D96CB-624F-1554-268E-19BC33150EFA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02B5DDDE-B24B-6CF4-1041-4AD357D3A665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E0A384AF-8653-9D1A-21BD-D8BC41465799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1C0FD0AE-C905-4AF4-5131-635D7E77049E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986868FB-C71D-18F4-D799-E69AC9958BC0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5C9F2988-578E-BCEE-6767-27AB31BABA13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F75EA17-2DD1-7E95-9C58-4D81A7AA36A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21787D-0734-3DEE-6B0A-A51D2446ED0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D5F313F7-9D3F-A84F-9F7F-225B129CAE1C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0D579988-EC03-E812-384E-A308648BE1A8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3F4149C3-F17F-5B43-E89D-271D539CC762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397FEAA5-15CB-7A68-5A92-C0D685A0A2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5EF8E4CE-D9EE-C9BB-20CB-9753EA48F7D6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85290026-1E15-ABD9-87A6-3785BF903A07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5B5C433F-9C7D-EAB3-DDC4-1459798C4D3C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D95D120-6753-0E45-4298-28A50751EA6A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A755408E-1190-D423-D9B3-F24D81636A9F}"/>
              </a:ext>
            </a:extLst>
          </p:cNvPr>
          <p:cNvGraphicFramePr>
            <a:graphicFrameLocks noGrp="1"/>
          </p:cNvGraphicFramePr>
          <p:nvPr/>
        </p:nvGraphicFramePr>
        <p:xfrm>
          <a:off x="10112576" y="919665"/>
          <a:ext cx="1269793" cy="186320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6377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87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52306DE-6EE5-F45F-4695-500FB5494AC7}"/>
              </a:ext>
            </a:extLst>
          </p:cNvPr>
          <p:cNvGrpSpPr/>
          <p:nvPr/>
        </p:nvGrpSpPr>
        <p:grpSpPr>
          <a:xfrm>
            <a:off x="10606340" y="1236770"/>
            <a:ext cx="700666" cy="520671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661A9DF8-5444-4252-9F85-9ECABF55D83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055E0F8D-44CE-C049-0687-42ECD90D9B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F2407200-6750-D5D7-F59A-2881950CC6A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7A859B36-5CA9-9439-DC67-50E05C6A84E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D081F34A-86B7-DC1E-A1B2-48D29F8B6EC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B9A3C74-B051-BA4D-BD56-81860080BD4E}"/>
              </a:ext>
            </a:extLst>
          </p:cNvPr>
          <p:cNvGrpSpPr/>
          <p:nvPr/>
        </p:nvGrpSpPr>
        <p:grpSpPr>
          <a:xfrm>
            <a:off x="10606340" y="1898504"/>
            <a:ext cx="700666" cy="454513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54135CCA-1B43-032D-FD4B-8DDE3D8FC17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BBB75B43-1D8E-88AC-99F9-46DDF826E5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815FE469-3078-3EC8-F753-E9FCE91FF4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1CB36C8B-C74A-8DB9-5C25-63F20F61C5A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7F0FDEEC-D9DD-EC05-054E-CAF36E6E81DD}"/>
              </a:ext>
            </a:extLst>
          </p:cNvPr>
          <p:cNvSpPr/>
          <p:nvPr/>
        </p:nvSpPr>
        <p:spPr>
          <a:xfrm>
            <a:off x="3271005" y="3379609"/>
            <a:ext cx="1059974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10D1B9BC-6499-80D9-5E69-726C36F12F2E}"/>
              </a:ext>
            </a:extLst>
          </p:cNvPr>
          <p:cNvGrpSpPr/>
          <p:nvPr/>
        </p:nvGrpSpPr>
        <p:grpSpPr>
          <a:xfrm>
            <a:off x="7159948" y="141440"/>
            <a:ext cx="2112516" cy="2742477"/>
            <a:chOff x="7691832" y="2982395"/>
            <a:chExt cx="2112516" cy="2742477"/>
          </a:xfrm>
        </p:grpSpPr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4C61008-FD0C-D632-D12C-82FDBE2FA49B}"/>
                </a:ext>
              </a:extLst>
            </p:cNvPr>
            <p:cNvGrpSpPr/>
            <p:nvPr/>
          </p:nvGrpSpPr>
          <p:grpSpPr>
            <a:xfrm>
              <a:off x="7691832" y="2982395"/>
              <a:ext cx="2112516" cy="958137"/>
              <a:chOff x="7994089" y="945795"/>
              <a:chExt cx="2112516" cy="1131485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829268B0-FEDA-DC81-CD10-691E84CF272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131" name="타원 130">
                  <a:extLst>
                    <a:ext uri="{FF2B5EF4-FFF2-40B4-BE49-F238E27FC236}">
                      <a16:creationId xmlns:a16="http://schemas.microsoft.com/office/drawing/2014/main" id="{3D25ABBF-5493-9E8D-FC0B-C580F249C696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32" name="직선 연결선 131">
                  <a:extLst>
                    <a:ext uri="{FF2B5EF4-FFF2-40B4-BE49-F238E27FC236}">
                      <a16:creationId xmlns:a16="http://schemas.microsoft.com/office/drawing/2014/main" id="{2438370D-B74C-8C50-5290-6B6CE10E3300}"/>
                    </a:ext>
                  </a:extLst>
                </p:cNvPr>
                <p:cNvCxnSpPr>
                  <a:cxnSpLocks/>
                  <a:stCxn id="140" idx="2"/>
                  <a:endCxn id="131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3" name="타원 132">
                  <a:extLst>
                    <a:ext uri="{FF2B5EF4-FFF2-40B4-BE49-F238E27FC236}">
                      <a16:creationId xmlns:a16="http://schemas.microsoft.com/office/drawing/2014/main" id="{C932A6DD-F0BA-3E4E-3BF7-505E966CAC1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4" name="직선 연결선 133">
                  <a:extLst>
                    <a:ext uri="{FF2B5EF4-FFF2-40B4-BE49-F238E27FC236}">
                      <a16:creationId xmlns:a16="http://schemas.microsoft.com/office/drawing/2014/main" id="{E221EEDB-41F2-7ADB-C18B-AAE2BE5643A6}"/>
                    </a:ext>
                  </a:extLst>
                </p:cNvPr>
                <p:cNvCxnSpPr>
                  <a:cxnSpLocks/>
                  <a:stCxn id="137" idx="1"/>
                  <a:endCxn id="133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타원 134">
                  <a:extLst>
                    <a:ext uri="{FF2B5EF4-FFF2-40B4-BE49-F238E27FC236}">
                      <a16:creationId xmlns:a16="http://schemas.microsoft.com/office/drawing/2014/main" id="{0BC488A4-6AF2-C9F4-9E3E-E8BF30AE757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6" name="직선 연결선 135">
                  <a:extLst>
                    <a:ext uri="{FF2B5EF4-FFF2-40B4-BE49-F238E27FC236}">
                      <a16:creationId xmlns:a16="http://schemas.microsoft.com/office/drawing/2014/main" id="{AD6A1084-21C3-C8C4-2983-DDE93505F9BF}"/>
                    </a:ext>
                  </a:extLst>
                </p:cNvPr>
                <p:cNvCxnSpPr>
                  <a:cxnSpLocks/>
                  <a:stCxn id="141" idx="6"/>
                  <a:endCxn id="13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7" name="사각형: 둥근 모서리 136">
                  <a:extLst>
                    <a:ext uri="{FF2B5EF4-FFF2-40B4-BE49-F238E27FC236}">
                      <a16:creationId xmlns:a16="http://schemas.microsoft.com/office/drawing/2014/main" id="{B3794922-9446-DDCE-4C1B-9B9C0258E15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FB8BA78E-D143-F3C2-B702-BA4B2CF02F2B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9" name="직선 연결선 138">
                  <a:extLst>
                    <a:ext uri="{FF2B5EF4-FFF2-40B4-BE49-F238E27FC236}">
                      <a16:creationId xmlns:a16="http://schemas.microsoft.com/office/drawing/2014/main" id="{50FC0866-6AD8-9DCB-B1B5-4D64858F2B9E}"/>
                    </a:ext>
                  </a:extLst>
                </p:cNvPr>
                <p:cNvCxnSpPr>
                  <a:cxnSpLocks/>
                  <a:stCxn id="138" idx="3"/>
                  <a:endCxn id="131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0" name="타원 139">
                  <a:extLst>
                    <a:ext uri="{FF2B5EF4-FFF2-40B4-BE49-F238E27FC236}">
                      <a16:creationId xmlns:a16="http://schemas.microsoft.com/office/drawing/2014/main" id="{40F65A50-2F56-4C34-BEEE-FA96A7419990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8E89D5F6-CD0B-E26E-4D6A-6DF7E6A60504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2" name="타원 141">
                  <a:extLst>
                    <a:ext uri="{FF2B5EF4-FFF2-40B4-BE49-F238E27FC236}">
                      <a16:creationId xmlns:a16="http://schemas.microsoft.com/office/drawing/2014/main" id="{42F18A76-DCD0-3CF7-BA16-A0F432300ABB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3" name="타원 142">
                  <a:extLst>
                    <a:ext uri="{FF2B5EF4-FFF2-40B4-BE49-F238E27FC236}">
                      <a16:creationId xmlns:a16="http://schemas.microsoft.com/office/drawing/2014/main" id="{7548C5F9-0956-0787-CF98-5A429F7E55F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44" name="직선 연결선 143">
                  <a:extLst>
                    <a:ext uri="{FF2B5EF4-FFF2-40B4-BE49-F238E27FC236}">
                      <a16:creationId xmlns:a16="http://schemas.microsoft.com/office/drawing/2014/main" id="{9F26DF5C-ED45-C7CD-5286-797FE8EC453C}"/>
                    </a:ext>
                  </a:extLst>
                </p:cNvPr>
                <p:cNvCxnSpPr>
                  <a:cxnSpLocks/>
                  <a:stCxn id="143" idx="4"/>
                  <a:endCxn id="142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직선 연결선 144">
                  <a:extLst>
                    <a:ext uri="{FF2B5EF4-FFF2-40B4-BE49-F238E27FC236}">
                      <a16:creationId xmlns:a16="http://schemas.microsoft.com/office/drawing/2014/main" id="{ADC85AAE-82B7-4FB8-83B8-430887740925}"/>
                    </a:ext>
                  </a:extLst>
                </p:cNvPr>
                <p:cNvCxnSpPr>
                  <a:cxnSpLocks/>
                  <a:stCxn id="137" idx="2"/>
                  <a:endCxn id="138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9F51ADD7-42E0-BDCF-B023-EAAFE35A1A81}"/>
                  </a:ext>
                </a:extLst>
              </p:cNvPr>
              <p:cNvSpPr txBox="1"/>
              <p:nvPr/>
            </p:nvSpPr>
            <p:spPr>
              <a:xfrm>
                <a:off x="8144107" y="1825280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업데이트 부품 상태</a:t>
                </a:r>
              </a:p>
            </p:txBody>
          </p:sp>
        </p:grpSp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6777E838-D3B5-7FCA-2E87-9145FFD9377C}"/>
                </a:ext>
              </a:extLst>
            </p:cNvPr>
            <p:cNvSpPr/>
            <p:nvPr/>
          </p:nvSpPr>
          <p:spPr>
            <a:xfrm>
              <a:off x="8227171" y="4042257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B5F3070A-0CE8-7457-135A-4B3C70E5BA73}"/>
                </a:ext>
              </a:extLst>
            </p:cNvPr>
            <p:cNvGrpSpPr/>
            <p:nvPr/>
          </p:nvGrpSpPr>
          <p:grpSpPr>
            <a:xfrm>
              <a:off x="7853365" y="4601384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58761ACE-C3CA-32C6-E59E-C1966E9ED44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DBC40935-B9AA-38C2-C9EA-2004DA3B3009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506EB7CA-F48E-EB9D-D8C9-2212B2EDD917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213218A3-1592-BA5A-7A8D-97E93CBF20FB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7C977B75-76BA-22B2-396E-A7170B593C37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66B9DA7F-7BD3-C94C-D6E5-C0EBF1F7DEF4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FE98E85-9C07-BB05-1E4A-3011C38E45D9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96C31E59-3107-5B27-D455-0D29EB32A98E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34918DD6-2C5C-D16A-38B6-DA3B9522D788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3EFC7DF8-DD39-02CE-BEDA-536296238FA9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E61100E4-15A5-BC70-7FBB-E6F1526C1DCB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C8959E76-964D-9896-9227-702F24DD22D7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75A3F046-82CB-521D-3D17-8E9717ADF1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36FF3C-9D44-5A7C-8231-0EFAE794F281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39CF900A-8A69-59C1-5F4B-3813B4E2EB8A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85D252AD-906E-0152-487D-5217B5653E7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3DCFFEDF-5D6C-354D-C1B0-4B1AC2185EB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3FC4640B-7DA4-025F-B3C7-0E61CF72EC44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4939567D-7C37-2199-2B06-13C460E6990A}"/>
              </a:ext>
            </a:extLst>
          </p:cNvPr>
          <p:cNvGrpSpPr/>
          <p:nvPr/>
        </p:nvGrpSpPr>
        <p:grpSpPr>
          <a:xfrm>
            <a:off x="821719" y="2725968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69D32AD3-3CAC-BCC6-B36C-2B6AC5363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0CECA326-6758-4EF1-8CA4-FD06BDE6863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14181456-000B-4D1B-88EE-8E034B3B4430}"/>
              </a:ext>
            </a:extLst>
          </p:cNvPr>
          <p:cNvSpPr/>
          <p:nvPr/>
        </p:nvSpPr>
        <p:spPr>
          <a:xfrm>
            <a:off x="2892493" y="361290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0E00D513-26F1-9CD6-C61F-0CE3DC4933E0}"/>
              </a:ext>
            </a:extLst>
          </p:cNvPr>
          <p:cNvSpPr/>
          <p:nvPr/>
        </p:nvSpPr>
        <p:spPr>
          <a:xfrm>
            <a:off x="4577712" y="360582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484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8E07C-B077-1013-DE05-F23E49D1C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7FC471E-48F9-C174-F285-A4BD7EECC92C}"/>
              </a:ext>
            </a:extLst>
          </p:cNvPr>
          <p:cNvSpPr/>
          <p:nvPr/>
        </p:nvSpPr>
        <p:spPr>
          <a:xfrm>
            <a:off x="413018" y="2564877"/>
            <a:ext cx="11550381" cy="2543602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26C7FA-32B8-1A3C-6B68-F7CF62C62C6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679C9DF-D8E5-7D23-B455-91AB1CD2502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84B143C8-5738-90D1-CA5E-C30837121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F78DB0F-8F51-0F36-2CAB-B12DC203FC98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EAE9D8E7-EB46-6797-D039-A275E0F0323D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3E62EC18-28FC-3E1E-747F-376DE41FF34B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1630D6CC-8E67-9414-A3AB-ADFEE2A7C411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3E1EBBD7-1246-3912-B0D1-99DBFA24E18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48344D2C-2008-5E2F-E7CC-E64292994B9E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6BAE57-4E57-A629-40CB-750B14FF6461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7B21AF-0E6F-DD26-7F01-1C481E41CE8A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C01B7E7-4783-E0B5-6F7C-2D7C025F50DE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1CBBAFD5-8415-2392-DA6E-72EFBAC3E43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25139DC-B563-A118-D85A-94313A7D99F9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A8CB784F-F68D-FF58-7C88-BA8819F1B5C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BF25CA6F-CC0B-9D31-4891-805E11CD7F9F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5BD8544-575D-66D5-CAE5-62007847B082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D0D1E62-EB9B-05BA-E1CE-0162285A3722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C6E91467-8AEB-3030-3239-7F1F244868A8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EB8FE661-85C0-AFF0-DB0F-3373900DCB88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49BBCECD-92E4-3669-18B1-3F476B0FA2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553F659-1759-2DB9-DB7C-4F32A1539C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ED22A8FB-C605-AC86-5ED9-2BA3480425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00742C1A-65E3-14DD-C014-370785ADD07B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1099FD3D-F3F9-ABB2-7DD4-5F44B67AB11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ABB8485-8CE6-1571-F98F-5AE9B320A2D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7307400-7753-E4C9-B8C8-89D132B8A82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1253EFAE-15C7-DCB0-BFCF-84E8D78F757B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422B05A1-2524-C840-31CE-A6D4559E5589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4EF06BE-96E1-3FA2-7CF3-DF9ACA1D482F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5496D83-D38D-CF53-0AAE-AF678A32E14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B2CA04E-6D8E-BF00-33B9-DEC91FDB39F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3737DB4B-4E47-D669-25AA-0C77E3E13B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EA51F6E5-181A-3BD1-CABD-A74663AFFA60}"/>
              </a:ext>
            </a:extLst>
          </p:cNvPr>
          <p:cNvGrpSpPr/>
          <p:nvPr/>
        </p:nvGrpSpPr>
        <p:grpSpPr>
          <a:xfrm>
            <a:off x="4662408" y="1099577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04595AC0-04C0-53A1-538B-A4671F7B0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67CC61A-376A-0A36-685C-7BA4A1B2C01A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3741E446-12CD-4848-7EED-B85EDB1D058F}"/>
              </a:ext>
            </a:extLst>
          </p:cNvPr>
          <p:cNvGrpSpPr/>
          <p:nvPr/>
        </p:nvGrpSpPr>
        <p:grpSpPr>
          <a:xfrm>
            <a:off x="3096765" y="2766621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F967DCAA-1C3E-20D0-ED03-714E17D73A5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D80898F-90FC-81F1-0B26-6CFC7E30E4E0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0A28FA7A-BF9F-4905-336F-A73714C30884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1E3653D9-466C-03BA-2659-9A3D30145ABC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9A654DC6-2881-C5F1-5422-72A3E3982967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7728FE8C-8BBD-24D3-F3FB-62077D31D4CE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C6E8CABD-5EF4-5CCF-CC87-24DC8AC7BD5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BC1598A8-7ADD-4981-2619-B184E332195B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C836A0E2-0CD7-FC07-8739-E3033D113CC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450DA9F4-AE71-1BCE-C5CF-F2205E44D14C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2A57057-6F11-222C-8D60-A49640EF3BB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7114EB58-48B5-20AA-1EB3-B9AAF805EC4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20985DD3-1CDD-4D35-9235-11467BB97C4E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2553FA3E-ECF1-E976-1B53-0FA7E8BC1BDB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C495BE74-2012-C300-7C3D-68EA81ECF98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010F0FBC-ABD4-C7D7-CF46-B90C065212CE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61B74738-3A96-E183-C8B7-A03F51C2030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9C5767DC-62F2-46C6-B518-CD3CCA9B3F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F0DC8FE-F59E-DFE6-43F4-482C5A8B50A3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13BD65A-8ABF-2CBA-7D04-2DC775DF5366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FF89565E-D526-AD1D-B149-1E3A22DD01E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84D7F1DA-63FB-B6EE-CDBD-13A094719F31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BB6AD3E2-D1AA-E3B3-71F6-124E54E2E75D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6DC9730A-EE62-F2E1-8659-E0F986421975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C4D51F54-49AA-746E-B22B-E12FCA829BB0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6465F86E-C490-5315-34CD-BE63413918A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55BAC7E0-2F25-08F3-436A-F4083620B1D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8D13B8E-5810-A199-EB7F-03BFBBD30431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8A64EC2E-654D-8FE1-7F0D-06922896A3E6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81CF6FF-C350-A485-9BFD-D028212DB58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41E212D1-DE0E-11B4-AB17-BE8401D977B8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0936EBC2-5F96-7BEB-160D-393D17A5E114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DD982F6D-BE0C-A46D-C812-A6B5F64CAB33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C81E8B-0CBC-0469-8985-C40A87987DE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63432E9-100A-D534-004F-32E747B19C5F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B435E4F0-4620-CBCE-350E-488F479EAAC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3297A0A6-6CD5-6D96-334B-257831672AC7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785D36F5-A0F4-D4AE-ECB1-CCD8C4D6F57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4F4FD67-4F53-31B2-A528-6AF78FB32D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5C9D9101-2DEC-4585-E7BC-FFB96C6B1E5F}"/>
              </a:ext>
            </a:extLst>
          </p:cNvPr>
          <p:cNvGrpSpPr/>
          <p:nvPr/>
        </p:nvGrpSpPr>
        <p:grpSpPr>
          <a:xfrm>
            <a:off x="6473954" y="3312812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23E42399-A649-7C9B-7BBA-9B793023B46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B108A39E-E6EA-443D-F00C-D77F965182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DDFC7EFE-6A37-B9E6-0D4C-65495179C54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A04B0FED-A36A-F380-A210-7AF4F1B6AF7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0A54055F-873B-05A4-73C6-406318E8E4C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09A6FE42-3D90-E66C-9766-4E7CC65D7EA2}"/>
              </a:ext>
            </a:extLst>
          </p:cNvPr>
          <p:cNvGrpSpPr/>
          <p:nvPr/>
        </p:nvGrpSpPr>
        <p:grpSpPr>
          <a:xfrm>
            <a:off x="418828" y="3168323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32C57166-0514-2F60-389C-FC1FB617F0BF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5128700-5EBB-36D1-02EE-79E493F0FB22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FBF525AD-86ED-131B-3460-4FEBF76E7A5D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5778A537-B20E-CFFF-1ECF-0BBC0AD0DE6B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A314BBF4-42A4-EB24-AA15-8004D0A207E2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2C1E436A-5F26-C7A5-93EA-1991D696A7A7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78E05833-1DE5-E621-27F5-2454F0EB749B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4AD6808-59DA-23E8-AA81-7BBB6A7F46FA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517924C6-7D69-151C-ACA8-B29917C5E86F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2A46A320-E551-890D-A4E9-949B4F2027B6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E4AD645-A0A6-82C0-575F-75CADF01B9D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5A592C-7A12-3505-ABFA-0DC560FB942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1B142151-2805-C809-9EDC-A08BDF69652A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92DB99DB-7123-7528-0B40-6B18DF5D4D8F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23EEA45E-EEB7-B48D-5B22-DADE4F6A9FB5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7D1F9BB8-BB2E-64FF-DE74-557CFF9D44C2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9565CCA0-1A6D-AC34-92C5-0F1826B38948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F5B59618-36AA-6710-E01C-866ACE9ACD43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C2F272F7-395B-C5FF-A37D-83724A791069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625EDC2-22C7-18B4-B8F9-A55F1E139849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C20F854B-06A8-5471-4647-8B64CBD54F77}"/>
              </a:ext>
            </a:extLst>
          </p:cNvPr>
          <p:cNvGraphicFramePr>
            <a:graphicFrameLocks noGrp="1"/>
          </p:cNvGraphicFramePr>
          <p:nvPr/>
        </p:nvGraphicFramePr>
        <p:xfrm>
          <a:off x="10228650" y="72866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DFC2A4F-6B29-CE0A-16FB-7225B1FE1C0C}"/>
              </a:ext>
            </a:extLst>
          </p:cNvPr>
          <p:cNvGrpSpPr/>
          <p:nvPr/>
        </p:nvGrpSpPr>
        <p:grpSpPr>
          <a:xfrm>
            <a:off x="10779564" y="1045768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23CB3EB3-6A43-A803-7AE0-45FD57F9F73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979A3651-090C-FE48-3EDE-9E4D5364E89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487C4607-A56C-B093-4F6A-AF7F72662C2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2282A84E-6D96-83B9-5AC2-45C8C48CFBD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037928D2-B023-932E-CE3B-4D7244E852F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8FB97A6F-4134-BDD8-7911-554DFEA5EEAD}"/>
              </a:ext>
            </a:extLst>
          </p:cNvPr>
          <p:cNvGrpSpPr/>
          <p:nvPr/>
        </p:nvGrpSpPr>
        <p:grpSpPr>
          <a:xfrm>
            <a:off x="10779564" y="1545846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1B70E497-E46D-0C5A-2FC2-0871CAC7A139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A838F7A4-CAB1-60C2-3BDB-5384AB1FFD06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E5132E23-B968-FA1A-02AA-F16FF031F3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BE6BB63F-B0F7-2CCA-0904-86FBB4BC349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2EB0C1D-2C78-D6AC-55C3-3BC4C2AFDA46}"/>
              </a:ext>
            </a:extLst>
          </p:cNvPr>
          <p:cNvSpPr/>
          <p:nvPr/>
        </p:nvSpPr>
        <p:spPr>
          <a:xfrm>
            <a:off x="2327832" y="3227104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9383CC1D-D34E-17DF-735B-44F920855631}"/>
              </a:ext>
            </a:extLst>
          </p:cNvPr>
          <p:cNvGrpSpPr/>
          <p:nvPr/>
        </p:nvGrpSpPr>
        <p:grpSpPr>
          <a:xfrm>
            <a:off x="7159948" y="141440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9AB5F803-588E-5A8B-7AE6-27F387A0682B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EEEC5050-8486-6302-865E-E3AA74FF0030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15053BB4-0027-2805-4237-F1981817D402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B0600178-5621-64B3-1342-68A4D7899229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E17D3647-3D92-EB80-1B33-DDE61AFF327B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82CB25B2-DE2C-5A9F-B352-9A72BBED7A7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45841F9D-2627-AF14-6046-0F17756B30C1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28B12C5A-381F-6871-A86D-3D414B02CD51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BF057EB3-9AC5-27DF-EC76-B3957A925F6E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83C4855B-4C6A-AE8E-9907-0DDB20670388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E98F376C-4819-3B0C-3664-462A805FF97A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49DBE746-EF79-F3A6-1743-0C8F8393769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B5952F01-3FBB-68E6-2272-73230FE48BC8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BC29C5D0-3DA8-E610-B337-BC7B489EFE68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5CD609D6-3DF8-0401-204D-39B20649A48E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7BF2D1C-ED2C-639E-93EC-33C3A6C7C7DF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A57DD57-631E-39F9-1BAA-41109FCF1D46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148" name="화살표: 위쪽/아래쪽 147">
            <a:extLst>
              <a:ext uri="{FF2B5EF4-FFF2-40B4-BE49-F238E27FC236}">
                <a16:creationId xmlns:a16="http://schemas.microsoft.com/office/drawing/2014/main" id="{F5861515-EE79-0570-30BB-0D1346F6EEC0}"/>
              </a:ext>
            </a:extLst>
          </p:cNvPr>
          <p:cNvSpPr/>
          <p:nvPr/>
        </p:nvSpPr>
        <p:spPr>
          <a:xfrm>
            <a:off x="8247662" y="1289299"/>
            <a:ext cx="1137021" cy="493967"/>
          </a:xfrm>
          <a:prstGeom prst="upDownArrow">
            <a:avLst>
              <a:gd name="adj1" fmla="val 63892"/>
              <a:gd name="adj2" fmla="val 2033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상태</a:t>
            </a:r>
            <a:endParaRPr lang="en-US" altLang="ko-KR" sz="1200" b="1" dirty="0"/>
          </a:p>
          <a:p>
            <a:pPr algn="ctr"/>
            <a:r>
              <a:rPr lang="ko-KR" altLang="en-US" sz="1200" b="1" dirty="0"/>
              <a:t>비교</a:t>
            </a:r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2FB9112E-7E70-2BAF-0E4C-5A5D471EFFEE}"/>
              </a:ext>
            </a:extLst>
          </p:cNvPr>
          <p:cNvGrpSpPr/>
          <p:nvPr/>
        </p:nvGrpSpPr>
        <p:grpSpPr>
          <a:xfrm>
            <a:off x="6121211" y="1229871"/>
            <a:ext cx="1877163" cy="1123488"/>
            <a:chOff x="2509044" y="1152607"/>
            <a:chExt cx="1877163" cy="1326752"/>
          </a:xfrm>
        </p:grpSpPr>
        <p:grpSp>
          <p:nvGrpSpPr>
            <p:cNvPr id="190" name="그룹 189">
              <a:extLst>
                <a:ext uri="{FF2B5EF4-FFF2-40B4-BE49-F238E27FC236}">
                  <a16:creationId xmlns:a16="http://schemas.microsoft.com/office/drawing/2014/main" id="{AE166FAC-CEFB-FE13-FC87-220B191F8D23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92" name="직선 연결선 191">
                <a:extLst>
                  <a:ext uri="{FF2B5EF4-FFF2-40B4-BE49-F238E27FC236}">
                    <a16:creationId xmlns:a16="http://schemas.microsoft.com/office/drawing/2014/main" id="{6AB889DA-BCA8-1891-C337-E0BFAEF0D7F4}"/>
                  </a:ext>
                </a:extLst>
              </p:cNvPr>
              <p:cNvCxnSpPr>
                <a:cxnSpLocks/>
                <a:stCxn id="203" idx="4"/>
                <a:endCxn id="205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타원 192">
                <a:extLst>
                  <a:ext uri="{FF2B5EF4-FFF2-40B4-BE49-F238E27FC236}">
                    <a16:creationId xmlns:a16="http://schemas.microsoft.com/office/drawing/2014/main" id="{B2923A56-D471-0961-3A70-B2F3C4D7955C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94" name="직선 연결선 193">
                <a:extLst>
                  <a:ext uri="{FF2B5EF4-FFF2-40B4-BE49-F238E27FC236}">
                    <a16:creationId xmlns:a16="http://schemas.microsoft.com/office/drawing/2014/main" id="{314BFD05-2EF8-43D5-B7B0-B6E5ACAFF188}"/>
                  </a:ext>
                </a:extLst>
              </p:cNvPr>
              <p:cNvCxnSpPr>
                <a:cxnSpLocks/>
                <a:stCxn id="202" idx="2"/>
                <a:endCxn id="193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5" name="타원 194">
                <a:extLst>
                  <a:ext uri="{FF2B5EF4-FFF2-40B4-BE49-F238E27FC236}">
                    <a16:creationId xmlns:a16="http://schemas.microsoft.com/office/drawing/2014/main" id="{63849742-A151-2F7E-AB7F-E2CD9CBFA4E5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6" name="직선 연결선 195">
                <a:extLst>
                  <a:ext uri="{FF2B5EF4-FFF2-40B4-BE49-F238E27FC236}">
                    <a16:creationId xmlns:a16="http://schemas.microsoft.com/office/drawing/2014/main" id="{177FED2C-50D4-3C3F-EA9F-9ED81DF720BB}"/>
                  </a:ext>
                </a:extLst>
              </p:cNvPr>
              <p:cNvCxnSpPr>
                <a:cxnSpLocks/>
                <a:stCxn id="199" idx="1"/>
                <a:endCxn id="195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7" name="타원 196">
                <a:extLst>
                  <a:ext uri="{FF2B5EF4-FFF2-40B4-BE49-F238E27FC236}">
                    <a16:creationId xmlns:a16="http://schemas.microsoft.com/office/drawing/2014/main" id="{EA30EC95-551A-99D0-B6A9-E09882DDAFBC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8" name="직선 연결선 197">
                <a:extLst>
                  <a:ext uri="{FF2B5EF4-FFF2-40B4-BE49-F238E27FC236}">
                    <a16:creationId xmlns:a16="http://schemas.microsoft.com/office/drawing/2014/main" id="{73189458-4248-56D3-76EB-A6C030521993}"/>
                  </a:ext>
                </a:extLst>
              </p:cNvPr>
              <p:cNvCxnSpPr>
                <a:cxnSpLocks/>
                <a:stCxn id="203" idx="6"/>
                <a:endCxn id="197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9" name="사각형: 둥근 모서리 198">
                <a:extLst>
                  <a:ext uri="{FF2B5EF4-FFF2-40B4-BE49-F238E27FC236}">
                    <a16:creationId xmlns:a16="http://schemas.microsoft.com/office/drawing/2014/main" id="{9D9C068C-DB61-F4D9-FD23-57E5585040DF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0" name="사각형: 둥근 모서리 199">
                <a:extLst>
                  <a:ext uri="{FF2B5EF4-FFF2-40B4-BE49-F238E27FC236}">
                    <a16:creationId xmlns:a16="http://schemas.microsoft.com/office/drawing/2014/main" id="{EA08A2C5-BF0C-9881-A3A6-E0BBF9A8F8F9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1" name="직선 연결선 200">
                <a:extLst>
                  <a:ext uri="{FF2B5EF4-FFF2-40B4-BE49-F238E27FC236}">
                    <a16:creationId xmlns:a16="http://schemas.microsoft.com/office/drawing/2014/main" id="{62CEE73F-7754-06C0-17D0-F76CE2AF38C1}"/>
                  </a:ext>
                </a:extLst>
              </p:cNvPr>
              <p:cNvCxnSpPr>
                <a:cxnSpLocks/>
                <a:stCxn id="200" idx="3"/>
                <a:endCxn id="193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2" name="타원 201">
                <a:extLst>
                  <a:ext uri="{FF2B5EF4-FFF2-40B4-BE49-F238E27FC236}">
                    <a16:creationId xmlns:a16="http://schemas.microsoft.com/office/drawing/2014/main" id="{23923799-7A76-E4C9-5475-C8D67DD829D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3" name="타원 202">
                <a:extLst>
                  <a:ext uri="{FF2B5EF4-FFF2-40B4-BE49-F238E27FC236}">
                    <a16:creationId xmlns:a16="http://schemas.microsoft.com/office/drawing/2014/main" id="{AC2F2E76-816F-446B-E4DA-9DE59B47EDF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4" name="타원 203">
                <a:extLst>
                  <a:ext uri="{FF2B5EF4-FFF2-40B4-BE49-F238E27FC236}">
                    <a16:creationId xmlns:a16="http://schemas.microsoft.com/office/drawing/2014/main" id="{61C3B5E1-B28A-A018-9F84-1B52EA2EF5C8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5" name="타원 204">
                <a:extLst>
                  <a:ext uri="{FF2B5EF4-FFF2-40B4-BE49-F238E27FC236}">
                    <a16:creationId xmlns:a16="http://schemas.microsoft.com/office/drawing/2014/main" id="{C2AFA84B-5297-0189-36E1-732F74DF8DE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6" name="직선 연결선 205">
                <a:extLst>
                  <a:ext uri="{FF2B5EF4-FFF2-40B4-BE49-F238E27FC236}">
                    <a16:creationId xmlns:a16="http://schemas.microsoft.com/office/drawing/2014/main" id="{00E3BBFF-613C-A0BC-978F-B57C59E5725A}"/>
                  </a:ext>
                </a:extLst>
              </p:cNvPr>
              <p:cNvCxnSpPr>
                <a:cxnSpLocks/>
                <a:stCxn id="205" idx="4"/>
                <a:endCxn id="204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7" name="직선 연결선 206">
                <a:extLst>
                  <a:ext uri="{FF2B5EF4-FFF2-40B4-BE49-F238E27FC236}">
                    <a16:creationId xmlns:a16="http://schemas.microsoft.com/office/drawing/2014/main" id="{B2528805-E197-D8DE-196B-E60B757B6935}"/>
                  </a:ext>
                </a:extLst>
              </p:cNvPr>
              <p:cNvCxnSpPr>
                <a:cxnSpLocks/>
                <a:stCxn id="199" idx="2"/>
                <a:endCxn id="200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BA146CE-10CA-319D-805D-A7F6A73094FE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B44BC9FE-DDBB-9B17-6A9A-1AA621893656}"/>
              </a:ext>
            </a:extLst>
          </p:cNvPr>
          <p:cNvGrpSpPr/>
          <p:nvPr/>
        </p:nvGrpSpPr>
        <p:grpSpPr>
          <a:xfrm>
            <a:off x="413019" y="2583773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37645094-119F-413F-D74C-1AC94161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C370116-DF43-ED3D-6EE7-2AD3B4FF7ED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5FA8D150-958D-EBFF-9D8C-19F4C3F44F2E}"/>
              </a:ext>
            </a:extLst>
          </p:cNvPr>
          <p:cNvSpPr/>
          <p:nvPr/>
        </p:nvSpPr>
        <p:spPr>
          <a:xfrm>
            <a:off x="2026593" y="347071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F04BEECF-2634-B2D7-DC0F-0889A1095C42}"/>
              </a:ext>
            </a:extLst>
          </p:cNvPr>
          <p:cNvSpPr/>
          <p:nvPr/>
        </p:nvSpPr>
        <p:spPr>
          <a:xfrm>
            <a:off x="3281057" y="3429000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D47CB9C-9573-7C03-B542-DA56A83C2EE8}"/>
              </a:ext>
            </a:extLst>
          </p:cNvPr>
          <p:cNvSpPr/>
          <p:nvPr/>
        </p:nvSpPr>
        <p:spPr>
          <a:xfrm>
            <a:off x="4851419" y="3182363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D65BEAA5-B67D-B009-1312-E6D6C0244170}"/>
              </a:ext>
            </a:extLst>
          </p:cNvPr>
          <p:cNvGrpSpPr/>
          <p:nvPr/>
        </p:nvGrpSpPr>
        <p:grpSpPr>
          <a:xfrm>
            <a:off x="8260062" y="3038060"/>
            <a:ext cx="2112516" cy="958137"/>
            <a:chOff x="7994089" y="945795"/>
            <a:chExt cx="2112516" cy="1131485"/>
          </a:xfrm>
        </p:grpSpPr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38C9DB02-0E56-E26D-3835-8C7CD75B9C8C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341884F4-0DEE-63C8-FECA-AA14B7763A5D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CB04BCC5-EE32-175A-78CF-2EEC6733E546}"/>
                  </a:ext>
                </a:extLst>
              </p:cNvPr>
              <p:cNvCxnSpPr>
                <a:cxnSpLocks/>
                <a:stCxn id="62" idx="2"/>
                <a:endCxn id="49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D39F79D7-FD7A-4733-23EB-CD869908F77B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C15A9CEE-ADEA-3903-EA05-673BB89EE643}"/>
                  </a:ext>
                </a:extLst>
              </p:cNvPr>
              <p:cNvCxnSpPr>
                <a:cxnSpLocks/>
                <a:stCxn id="57" idx="1"/>
                <a:endCxn id="51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1959FC52-7B62-388E-C967-5E046E5CBDD7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6" name="직선 연결선 55">
                <a:extLst>
                  <a:ext uri="{FF2B5EF4-FFF2-40B4-BE49-F238E27FC236}">
                    <a16:creationId xmlns:a16="http://schemas.microsoft.com/office/drawing/2014/main" id="{DAC9F70B-7F37-7011-79B4-7AB9DBFFE200}"/>
                  </a:ext>
                </a:extLst>
              </p:cNvPr>
              <p:cNvCxnSpPr>
                <a:cxnSpLocks/>
                <a:stCxn id="63" idx="6"/>
                <a:endCxn id="5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F50EA02E-CCD6-FC00-E394-67D2E24579FB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E3BDBA84-ED66-E138-6A98-DD0B996AB492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906CCAFD-6D55-4F20-AE8B-E28C2CF20247}"/>
                  </a:ext>
                </a:extLst>
              </p:cNvPr>
              <p:cNvCxnSpPr>
                <a:cxnSpLocks/>
                <a:stCxn id="59" idx="3"/>
                <a:endCxn id="49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2" name="타원 61">
                <a:extLst>
                  <a:ext uri="{FF2B5EF4-FFF2-40B4-BE49-F238E27FC236}">
                    <a16:creationId xmlns:a16="http://schemas.microsoft.com/office/drawing/2014/main" id="{ABC991C6-45E7-90A0-6D30-60F017F7A975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03FE0957-F128-FFD3-A7BD-6A62BC6F53C4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5" name="타원 64">
                <a:extLst>
                  <a:ext uri="{FF2B5EF4-FFF2-40B4-BE49-F238E27FC236}">
                    <a16:creationId xmlns:a16="http://schemas.microsoft.com/office/drawing/2014/main" id="{C4E4C5B7-F9A2-B6DC-9D79-7491D92A4647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9" name="타원 68">
                <a:extLst>
                  <a:ext uri="{FF2B5EF4-FFF2-40B4-BE49-F238E27FC236}">
                    <a16:creationId xmlns:a16="http://schemas.microsoft.com/office/drawing/2014/main" id="{D50708F9-EDF1-E8EA-A4C4-061B4A657185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9" name="직선 연결선 78">
                <a:extLst>
                  <a:ext uri="{FF2B5EF4-FFF2-40B4-BE49-F238E27FC236}">
                    <a16:creationId xmlns:a16="http://schemas.microsoft.com/office/drawing/2014/main" id="{690498A2-D410-F36D-588C-85E56FF90455}"/>
                  </a:ext>
                </a:extLst>
              </p:cNvPr>
              <p:cNvCxnSpPr>
                <a:cxnSpLocks/>
                <a:stCxn id="69" idx="4"/>
                <a:endCxn id="65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5CBFBDB1-D3E0-DEEF-9A19-77D4729FFA65}"/>
                  </a:ext>
                </a:extLst>
              </p:cNvPr>
              <p:cNvCxnSpPr>
                <a:cxnSpLocks/>
                <a:stCxn id="57" idx="2"/>
                <a:endCxn id="59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6525963-910D-2241-5AC1-148BB8B68F87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34DBA3AB-816F-017C-83AB-F2C6644ED46D}"/>
              </a:ext>
            </a:extLst>
          </p:cNvPr>
          <p:cNvSpPr/>
          <p:nvPr/>
        </p:nvSpPr>
        <p:spPr>
          <a:xfrm>
            <a:off x="4552327" y="341424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6DCE3F55-3175-1588-85A7-CE088AAFA940}"/>
              </a:ext>
            </a:extLst>
          </p:cNvPr>
          <p:cNvSpPr/>
          <p:nvPr/>
        </p:nvSpPr>
        <p:spPr>
          <a:xfrm>
            <a:off x="6200141" y="3424007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78638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27F67-8493-5930-305F-F16DC2B87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3E420C2-02FC-C72C-A01B-DEFA48A8E616}"/>
              </a:ext>
            </a:extLst>
          </p:cNvPr>
          <p:cNvSpPr/>
          <p:nvPr/>
        </p:nvSpPr>
        <p:spPr>
          <a:xfrm>
            <a:off x="124721" y="2723831"/>
            <a:ext cx="14543779" cy="476100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6ABE50-E10F-8BB7-15C1-24593150C6C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D2796D6-45CB-992B-4BBC-DAB1A582914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7320C36F-BE94-A9C6-DDDE-D60078866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25D17C-6160-90DD-C671-56A69BE34915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C8558AF3-7E5A-8550-024B-7888FD2702B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C89E2608-C538-8B27-AA4C-4F4C620C34E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2B02E381-64EB-81BC-DE53-8CA0C638741C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CC56C02F-776A-DF88-5220-4EBA2E38318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138303F4-E26C-9A4F-1041-7955E61B6DF8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2D3F0F-18D0-F30E-6422-0E5C9F7E121B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CCB6ACA4-BAF8-70F6-E1B0-87AB2FDD03D1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1A6EE61-2655-885D-FE42-9608CADF944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D5AB0FE2-7023-FBEC-B73D-E8B3A6FC4B69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9DC5E10-C494-CECA-5375-5C45ECE5D3ED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FDF80322-2608-F3E0-56FA-5A4FB91DE1F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1AF5897F-6ED0-D0D8-DCC2-C3905953477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2ED50AF-DA5B-92AC-9CAE-85949262B4D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6FDC3107-8CE3-4CB3-EACB-EDEE869AC287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72C13647-F22A-81D8-200F-C13E1195D35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2E5479B7-0409-6A96-D4A5-E87C91260B8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28BDB1B4-7144-0E3A-A6D0-9A278DA4C1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F445C3F-610F-CBD4-32B5-AFF57055EA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73D30AEC-75D9-E2A8-DD99-79D69FAEB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9D8EAF47-6F04-1A21-BB7F-EB52C9E75C7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7795F28F-9C08-D642-84A4-79412A451EB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665CE42-F39F-9365-C95C-36B8C68D506A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8A72660D-F697-0816-9D86-85BD733FC807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6332A9E5-A9BD-5DD9-64A9-46E3E47858A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A69B3CFB-4332-D7F0-D21F-C1A2CFA3533A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D6F5218-4F15-5896-C49B-33988A6029F8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2DD92892-AD63-97A7-6054-03881D845A7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D6D462F-3834-2B73-51B8-5E306995D2F1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8C1B9B9-0731-3CC1-E047-1411B7570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F6385D6-6A05-F548-A5A0-B095DCEE63A9}"/>
              </a:ext>
            </a:extLst>
          </p:cNvPr>
          <p:cNvGrpSpPr/>
          <p:nvPr/>
        </p:nvGrpSpPr>
        <p:grpSpPr>
          <a:xfrm>
            <a:off x="1700744" y="3172542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26C4731E-91FC-DBE2-9AC1-529DC002BB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FC2981E-4004-A6AB-545E-B1464B413FDD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25D94CA4-03FE-BFC2-CD96-EBA6B29667D7}"/>
              </a:ext>
            </a:extLst>
          </p:cNvPr>
          <p:cNvGrpSpPr/>
          <p:nvPr/>
        </p:nvGrpSpPr>
        <p:grpSpPr>
          <a:xfrm>
            <a:off x="2807518" y="4471400"/>
            <a:ext cx="1812481" cy="2034991"/>
            <a:chOff x="4074510" y="2332845"/>
            <a:chExt cx="1812481" cy="2403165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A8ACF9F6-2E47-5427-9DC8-7FB66719C11A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5365C358-180E-EBA7-BD8E-BBD7DC4DE04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C7DB2157-FD86-6BDE-DC42-F3C1D07CAD4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79AA5FA7-07DE-9B1C-CD6A-7C986982808D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0BF10EC8-C7A0-13A7-DD75-3D7D80C7765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BBC1EB49-5C86-E0F4-1F1E-12FB0F9A3F92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467D6E5C-588D-F092-0186-E2110EFD751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770F3F-381B-5850-9A80-D3B06B9A5C8E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03F3CAEC-BCC6-5FC7-A276-B0936A6A4216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835A698E-BE04-840B-6DAB-F0F71876C8E8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D4125A72-28D8-5A00-D43C-69143623815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4A61389-821E-68A9-5B79-4880B15E85F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D6335F25-E6F7-54DA-D3A3-ED0669F75F2C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4F950C29-F569-7B05-11D6-6BE5E72DD46C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3DDBD5A2-0D2F-AF1A-E134-913C5E946ABB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F7F0C720-29C7-3384-3A67-5353615771AC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3699A812-82CD-27D4-3295-82F244194CE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5EB13633-9242-770C-290C-3ABAF52346C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4F04849-9245-3B52-47B6-29FCBA8B0409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11A75D9-DE5E-7754-180D-F468DE39053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조립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1511E736-2A0B-95DD-C978-C70F6BE344F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9846EFFC-CD1A-9106-0648-397E47693410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633456C1-13DE-D3FD-89D4-2327A07133CC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ADA862A9-CDFE-3B02-AD8E-1D10BC487B3E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89AE689B-3023-A825-5DE5-578323884EB2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096DC0E-8251-644B-15C1-19DA9996BC90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875DD6-C5A3-6CCE-E1DF-61DAA4AC10BA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5690501-70DB-7046-B6FD-D7FC810F60D6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1703A501-9EC8-1D65-F6B7-42705E692EE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FF2AC3E5-72F3-1F7C-33B4-A06C3383B670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B0BEF053-7B74-C4EE-D583-D61DDA83EE5A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7E7B286-E396-9EAD-F999-9994EF6B799D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3A23B39B-E8F0-AC0A-0790-C53E20BFA99F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BEB20236-CAC2-BE24-50F5-69A225704EBB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3EDEB60-5650-2D85-CA5A-EBA4FC4D95E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0EF8E8CF-3C3A-5CB6-BC06-DFB5D047A138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9ED511A0-B56B-E824-ADD0-E8255723879C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3AC1AFF-16A6-611A-52FD-7C700D73442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E7A580C-9DFB-7489-436A-772EED79AF7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DFA492CD-5161-2117-9A61-7081811CA4BF}"/>
              </a:ext>
            </a:extLst>
          </p:cNvPr>
          <p:cNvGrpSpPr/>
          <p:nvPr/>
        </p:nvGrpSpPr>
        <p:grpSpPr>
          <a:xfrm>
            <a:off x="6184707" y="5017591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EDFB6548-2DAB-5165-D48B-16A3A5FE337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3E2B0DA8-D668-B610-3F1D-84E689A7AE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F5F82466-C86D-BFEB-973D-6B65552295B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601F208C-F429-3251-0E1E-DED2101B350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3CA41501-E4E1-4E9B-DCAB-2546D3B782EA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9C275A06-1CB1-8BE0-C5D0-448437FC7A7D}"/>
              </a:ext>
            </a:extLst>
          </p:cNvPr>
          <p:cNvGrpSpPr/>
          <p:nvPr/>
        </p:nvGrpSpPr>
        <p:grpSpPr>
          <a:xfrm>
            <a:off x="129581" y="4873102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ECF2D5FC-27E9-5061-2122-4C09605DC812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9CACF6BE-1A21-6003-215D-6EB82602B8D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095C77F4-76F7-6CDB-C2F0-53A6417ED245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DD466A2C-E07C-14E2-2C29-AF5C62E82326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8C4A36B7-940D-FC7A-A76B-C2FDCD88CBF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F8D233CC-4899-602A-C64C-CE6ECFE17C33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E98750D-02A6-AC46-FF24-4F39EF7741B6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FA35C0A-A24C-B6EF-5CCB-5A168F46C69C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2492C03C-291F-E89D-6CE0-A9A3FBC1A04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9E31A7D7-AA89-EDB8-D076-DEB607B476AF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F07E50D3-5EE7-84DC-7EFD-9C9A47A9639D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0397FEDB-D6E1-1869-D91C-9C20EB4BEE8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7354C211-291F-BCA5-A51F-BB03B59565E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E6684E93-FD5C-AFC2-7C3E-AD00C799A8B1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EDE7A3F3-05B9-4E2A-240C-3ACCFCED5009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18F5D61D-2873-CA2D-FD7A-91F89001875A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F86557BC-137F-F1DE-8BED-517708E196C3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E0C022B-5ACC-6E79-5FA3-370A1743D7F2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C5808A-CD0B-42F8-1DAC-D7BFC9BFA477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01B8E781-9902-EACF-3A5F-69BCAB42D5DB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35596C22-D512-7DE0-E89E-4CCEAD5F812D}"/>
              </a:ext>
            </a:extLst>
          </p:cNvPr>
          <p:cNvGraphicFramePr>
            <a:graphicFrameLocks noGrp="1"/>
          </p:cNvGraphicFramePr>
          <p:nvPr/>
        </p:nvGraphicFramePr>
        <p:xfrm>
          <a:off x="5891356" y="287666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905576D3-CF6A-7C18-616F-16737B4FE6D8}"/>
              </a:ext>
            </a:extLst>
          </p:cNvPr>
          <p:cNvGrpSpPr/>
          <p:nvPr/>
        </p:nvGrpSpPr>
        <p:grpSpPr>
          <a:xfrm>
            <a:off x="6446982" y="3205194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652ABFB-C24E-35AB-089C-FA660652733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6D30FF14-17E5-7E08-A933-DD1FEC8ACF2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EE352358-EE18-7E30-511C-AE97408BCBF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6B23BBD7-4F9B-8103-3C44-3314B827251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6F5E7058-0269-31D8-F89C-161ABF3FE7A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BF2EA021-A45C-3F97-DF14-3A5F6C495674}"/>
              </a:ext>
            </a:extLst>
          </p:cNvPr>
          <p:cNvGrpSpPr/>
          <p:nvPr/>
        </p:nvGrpSpPr>
        <p:grpSpPr>
          <a:xfrm>
            <a:off x="6446982" y="3705272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BFC05464-0BF6-A575-E1FF-239B624A688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21FCB8BE-984E-7154-2F61-E0A14A7CF0B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6C37F166-8141-7B41-22F1-89C7D3E0AD7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7072C044-D6DF-3590-8C43-7CFC496C6F05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28A7B9D8-2736-F634-54F4-194CA41301DA}"/>
              </a:ext>
            </a:extLst>
          </p:cNvPr>
          <p:cNvSpPr/>
          <p:nvPr/>
        </p:nvSpPr>
        <p:spPr>
          <a:xfrm>
            <a:off x="2038585" y="4931883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751E9725-5438-A540-4878-05F5360CC6A2}"/>
              </a:ext>
            </a:extLst>
          </p:cNvPr>
          <p:cNvGrpSpPr/>
          <p:nvPr/>
        </p:nvGrpSpPr>
        <p:grpSpPr>
          <a:xfrm>
            <a:off x="8591998" y="309479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44FFD401-09E6-567E-DEB9-96E293EA5BFE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91F6422A-2A92-28CF-6B77-ED1341B4EC38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9521F6EA-29B7-71EF-68A6-6A03C0869B0E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45E42EA1-47E7-C483-72BE-8B3D36732DEC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CFA47421-500E-08BD-E05A-B3F7B055E3DA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BD4A43A2-71B9-D5E5-1973-9BC632D1623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6A7EFCEB-4364-50E8-54AF-06DFFB8B29B5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FE2AA3B4-5F06-707A-D8A6-4AA8DEE47F2D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0032F818-849D-117F-BB64-7FB99F42DE10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A4B8335F-2A62-36B5-1C29-8FC3EEB07C0B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8EB51ECF-2D67-32D8-5AB4-98C9DB044C2F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1156A96E-E738-6C88-7734-79A431B4097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11A35BD1-33AF-EFF1-F965-432D0975C2C1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D4CD3A17-7952-BFBB-DEB5-C904B5A5437D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90B38C28-FE9C-8748-A35A-0539E19B2086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CF2B922-9920-186C-B448-7D3867965556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5E3F4D61-373D-E8DC-EAE1-D28AF93730B9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A0469285-1A52-1287-D4DB-F9C72DB4EC1E}"/>
              </a:ext>
            </a:extLst>
          </p:cNvPr>
          <p:cNvGrpSpPr/>
          <p:nvPr/>
        </p:nvGrpSpPr>
        <p:grpSpPr>
          <a:xfrm>
            <a:off x="179460" y="2835100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1CCB92EB-82EE-76FE-E425-E749F7AC5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9E50B7A0-0F39-33CF-4181-628F18044F66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00E5899F-D6D7-FA82-4179-AE4D42E7584C}"/>
              </a:ext>
            </a:extLst>
          </p:cNvPr>
          <p:cNvSpPr/>
          <p:nvPr/>
        </p:nvSpPr>
        <p:spPr>
          <a:xfrm>
            <a:off x="1737346" y="517549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9CD5795D-433C-7085-3FC7-03A5E0DF23D2}"/>
              </a:ext>
            </a:extLst>
          </p:cNvPr>
          <p:cNvSpPr/>
          <p:nvPr/>
        </p:nvSpPr>
        <p:spPr>
          <a:xfrm>
            <a:off x="2991810" y="513377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D748078-F646-6F6B-3550-18ED8A4E4814}"/>
              </a:ext>
            </a:extLst>
          </p:cNvPr>
          <p:cNvSpPr/>
          <p:nvPr/>
        </p:nvSpPr>
        <p:spPr>
          <a:xfrm>
            <a:off x="4562172" y="4887142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D7D419C-F272-6685-284A-2A9AF843E80D}"/>
              </a:ext>
            </a:extLst>
          </p:cNvPr>
          <p:cNvGrpSpPr/>
          <p:nvPr/>
        </p:nvGrpSpPr>
        <p:grpSpPr>
          <a:xfrm>
            <a:off x="9387728" y="3172542"/>
            <a:ext cx="1877163" cy="2742491"/>
            <a:chOff x="9206023" y="2632635"/>
            <a:chExt cx="1877163" cy="2742491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1D0069B5-A1CC-7F8B-040E-ADD25FCDB472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C3889175-3471-8B89-87B7-4A20FB8E2ACD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28245056-2B93-4B91-F70E-9DA4276CBF3F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6EA4DA51-CA36-CC42-3051-380C475F7BD0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3D194307-1B25-C9CB-6102-0A4C7A71F96C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093796F-2102-3542-1AE2-F2B0610DA339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139B15E4-594B-AB4B-1514-0C6B87AE7C3E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E90AC188-6064-7168-9270-86BA0AAA0D0C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4845CF4-2EA2-F594-D2CF-EF63A722D37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1222A8F7-3F4E-D7CE-CCAF-1ADA6A26E155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4174C5E2-CD28-41EC-40AB-9375C43F062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4091FF2B-73B7-9FA1-A8E1-29958DD3D3C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966D42B0-7735-0353-F35F-A9A792ED8D5E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1B11B949-BAAB-1FE7-533A-4EA1F81851D2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B84165DE-8955-4119-D080-82C89AAFF90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0721A6-D2B1-64DA-5CC2-FCF54C577C35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D40144C4-AC58-575E-E695-2A92D64793AF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7D18DF54-E053-DA63-5221-72D23AAB300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CC9716F9-8ADA-6184-B4C4-3615ED1591D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5802793D-1B8C-9322-2FD6-91A748E084C2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DB657E1B-66EC-98FB-9F46-935EDD33DAF0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90967"/>
              <a:chOff x="7890699" y="945795"/>
              <a:chExt cx="2319300" cy="1170254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EF14DAF1-F9C4-082D-22A5-DB081CFA0996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1F3F989F-936E-4CFF-C754-13993297D731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4B74D2A9-5D19-1C4E-5F5E-F7E0D9621F35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2F41CC8C-E490-8619-1CA1-1FD0CCED6C6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6C77977B-61BF-A9E1-A089-FDA4EFC1CDE5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7803A1DA-1C15-B30C-658D-F74813F2200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AE8259EE-5A3F-5D7B-D04F-C3425462EB5B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58C78A9E-9921-00B3-7E61-F30C8093FA80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099B1020-F736-DED9-6036-0227E9E4D7F6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591E8EE7-1777-1411-F3AD-3BBC8D574EA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877B8EAD-76C9-A52C-7FCE-0D8A27E2D854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B75A8DD9-4DF5-4422-1EEF-CBE29C9A1E2A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9904AA02-C0AC-289A-8150-309AE3AC4647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F72586E6-2A1C-8AEE-6124-B3B9BEF1F13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62409F6B-B9C7-54D6-C32D-6897ECCD77A2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1E9A506-C56E-BF30-6957-0B246B97333B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6694863-AC38-24D6-D6A4-111B8909DFB7}"/>
                  </a:ext>
                </a:extLst>
              </p:cNvPr>
              <p:cNvSpPr txBox="1"/>
              <p:nvPr/>
            </p:nvSpPr>
            <p:spPr>
              <a:xfrm>
                <a:off x="7890699" y="1825281"/>
                <a:ext cx="2319300" cy="2907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DEEBDAD-E732-0A38-CB72-65E8B55DBC62}"/>
              </a:ext>
            </a:extLst>
          </p:cNvPr>
          <p:cNvSpPr/>
          <p:nvPr/>
        </p:nvSpPr>
        <p:spPr>
          <a:xfrm>
            <a:off x="42630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C475E81E-00EE-5951-96C7-C030C7BE8DBB}"/>
              </a:ext>
            </a:extLst>
          </p:cNvPr>
          <p:cNvSpPr/>
          <p:nvPr/>
        </p:nvSpPr>
        <p:spPr>
          <a:xfrm>
            <a:off x="5910894" y="5128786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06C235-AA13-A8BA-8F71-B0A9B37F02A0}"/>
              </a:ext>
            </a:extLst>
          </p:cNvPr>
          <p:cNvSpPr txBox="1"/>
          <p:nvPr/>
        </p:nvSpPr>
        <p:spPr>
          <a:xfrm>
            <a:off x="5786792" y="5619699"/>
            <a:ext cx="14437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DCB1D00D-C4C8-E0D9-B0E4-9913292CD604}"/>
              </a:ext>
            </a:extLst>
          </p:cNvPr>
          <p:cNvSpPr/>
          <p:nvPr/>
        </p:nvSpPr>
        <p:spPr>
          <a:xfrm>
            <a:off x="70003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A0E573F4-2E46-89B1-2C18-EB2AD9014178}"/>
              </a:ext>
            </a:extLst>
          </p:cNvPr>
          <p:cNvSpPr/>
          <p:nvPr/>
        </p:nvSpPr>
        <p:spPr>
          <a:xfrm>
            <a:off x="7284233" y="4879530"/>
            <a:ext cx="1589808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</a:t>
            </a:r>
            <a:r>
              <a:rPr lang="ko-KR" altLang="en-US" sz="1200" dirty="0" err="1"/>
              <a:t>조립</a:t>
            </a:r>
            <a:r>
              <a:rPr lang="ko-KR" altLang="en-US" sz="1200" dirty="0"/>
              <a:t> 적용 </a:t>
            </a:r>
            <a:endParaRPr lang="en-US" altLang="ko-KR" sz="1200" dirty="0"/>
          </a:p>
          <a:p>
            <a:pPr algn="ctr"/>
            <a:r>
              <a:rPr lang="ko-KR" altLang="en-US" sz="1200" dirty="0"/>
              <a:t>및 </a:t>
            </a:r>
            <a:endParaRPr lang="en-US" altLang="ko-KR" sz="1200" dirty="0"/>
          </a:p>
          <a:p>
            <a:pPr algn="ctr"/>
            <a:r>
              <a:rPr lang="ko-KR" altLang="en-US" sz="12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A5AA8492-FC13-D6E1-D87A-964FE274B62E}"/>
              </a:ext>
            </a:extLst>
          </p:cNvPr>
          <p:cNvSpPr/>
          <p:nvPr/>
        </p:nvSpPr>
        <p:spPr>
          <a:xfrm>
            <a:off x="8996686" y="510574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2A71AC5D-8471-865F-832B-0860022DAD67}"/>
              </a:ext>
            </a:extLst>
          </p:cNvPr>
          <p:cNvSpPr/>
          <p:nvPr/>
        </p:nvSpPr>
        <p:spPr>
          <a:xfrm>
            <a:off x="6384243" y="4632546"/>
            <a:ext cx="284018" cy="283575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939E4FC8-266B-CA8A-E354-8F615A9D4206}"/>
              </a:ext>
            </a:extLst>
          </p:cNvPr>
          <p:cNvSpPr/>
          <p:nvPr/>
        </p:nvSpPr>
        <p:spPr>
          <a:xfrm>
            <a:off x="11342011" y="4830299"/>
            <a:ext cx="1963743" cy="1035621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현재 상태가 목표 상태에 도달했는가</a:t>
            </a:r>
            <a:r>
              <a:rPr lang="en-US" altLang="ko-KR" sz="1100" dirty="0"/>
              <a:t>?</a:t>
            </a:r>
            <a:endParaRPr lang="ko-KR" altLang="en-US" sz="11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98B0EDF0-1787-CAAD-12F1-7BA9AF97FA2B}"/>
              </a:ext>
            </a:extLst>
          </p:cNvPr>
          <p:cNvSpPr/>
          <p:nvPr/>
        </p:nvSpPr>
        <p:spPr>
          <a:xfrm>
            <a:off x="13510426" y="5059261"/>
            <a:ext cx="957943" cy="60385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Yes</a:t>
            </a:r>
            <a:endParaRPr lang="ko-KR" altLang="en-US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016F8E94-F7C1-DB85-44B5-4478F39310B0}"/>
              </a:ext>
            </a:extLst>
          </p:cNvPr>
          <p:cNvSpPr/>
          <p:nvPr/>
        </p:nvSpPr>
        <p:spPr>
          <a:xfrm>
            <a:off x="11823139" y="6172553"/>
            <a:ext cx="1001486" cy="463322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No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37F692A-7004-C2E7-7E80-9E5B35839A06}"/>
              </a:ext>
            </a:extLst>
          </p:cNvPr>
          <p:cNvSpPr/>
          <p:nvPr/>
        </p:nvSpPr>
        <p:spPr>
          <a:xfrm>
            <a:off x="11274556" y="6796565"/>
            <a:ext cx="2098651" cy="577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69ADDED7-9567-1A8B-4668-085CD8411387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1035822" y="6048419"/>
            <a:ext cx="10238734" cy="1036855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ACC34E5-5B22-76CB-A637-3C60FAB1274E}"/>
              </a:ext>
            </a:extLst>
          </p:cNvPr>
          <p:cNvGraphicFramePr>
            <a:graphicFrameLocks noGrp="1"/>
          </p:cNvGraphicFramePr>
          <p:nvPr/>
        </p:nvGraphicFramePr>
        <p:xfrm>
          <a:off x="14759738" y="4632546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A7D9BA7-B30C-EDA3-4392-D84A1FDC754B}"/>
              </a:ext>
            </a:extLst>
          </p:cNvPr>
          <p:cNvGrpSpPr/>
          <p:nvPr/>
        </p:nvGrpSpPr>
        <p:grpSpPr>
          <a:xfrm>
            <a:off x="15315364" y="4961072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79691091-ECC3-B176-BAAB-7A0512EED4F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40C30CDE-1CB6-02FF-79C5-E2BD2D353BA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BDD80B85-62B2-CFF1-530F-C0D0A6BCE94C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460A57A-811C-215B-F32E-225EB600AA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AC0CA46D-85EE-A258-C22E-5B267F1106D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03846617-D9A1-7D14-0A9B-DBB8E78CA227}"/>
              </a:ext>
            </a:extLst>
          </p:cNvPr>
          <p:cNvGrpSpPr/>
          <p:nvPr/>
        </p:nvGrpSpPr>
        <p:grpSpPr>
          <a:xfrm>
            <a:off x="15315364" y="5461150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4BD6C0FA-48E5-0E3D-8129-E1FFF03F4314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7116BC1D-C730-6243-ABB6-3CC91D904C4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DE0E27A0-BEE6-FC1C-A4DD-168D7B8BE4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984D16DF-B875-89B0-D0EE-783DF523763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1B7E9E68-D800-FA51-4751-9DE84A995A88}"/>
              </a:ext>
            </a:extLst>
          </p:cNvPr>
          <p:cNvSpPr txBox="1"/>
          <p:nvPr/>
        </p:nvSpPr>
        <p:spPr>
          <a:xfrm>
            <a:off x="14488393" y="6154476"/>
            <a:ext cx="18124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기록된 조립 순서 반환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43BADDB-724D-B660-D6AF-17775C7084D3}"/>
              </a:ext>
            </a:extLst>
          </p:cNvPr>
          <p:cNvSpPr txBox="1"/>
          <p:nvPr/>
        </p:nvSpPr>
        <p:spPr>
          <a:xfrm>
            <a:off x="5637869" y="4359122"/>
            <a:ext cx="17416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19F109B8-3E85-3BF1-C515-0312F0864520}"/>
              </a:ext>
            </a:extLst>
          </p:cNvPr>
          <p:cNvSpPr/>
          <p:nvPr/>
        </p:nvSpPr>
        <p:spPr>
          <a:xfrm>
            <a:off x="2018545" y="4375520"/>
            <a:ext cx="883027" cy="45477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</p:spTree>
    <p:extLst>
      <p:ext uri="{BB962C8B-B14F-4D97-AF65-F5344CB8AC3E}">
        <p14:creationId xmlns:p14="http://schemas.microsoft.com/office/powerpoint/2010/main" val="1815110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7DC2F-6735-D620-18B8-F17B95470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0751181-2AB2-FEBB-D8A9-02AF9FB67D58}"/>
              </a:ext>
            </a:extLst>
          </p:cNvPr>
          <p:cNvSpPr/>
          <p:nvPr/>
        </p:nvSpPr>
        <p:spPr>
          <a:xfrm>
            <a:off x="124721" y="2723832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0F04A6C4-9B9E-789B-896F-2D83170DD8C2}"/>
              </a:ext>
            </a:extLst>
          </p:cNvPr>
          <p:cNvGrpSpPr/>
          <p:nvPr/>
        </p:nvGrpSpPr>
        <p:grpSpPr>
          <a:xfrm>
            <a:off x="1271190" y="3059235"/>
            <a:ext cx="1133874" cy="741791"/>
            <a:chOff x="7670009" y="1193508"/>
            <a:chExt cx="1558708" cy="992387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CDC185D8-D3E3-2A26-2DF9-31ECD9AD8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CA47153-4552-7587-2E1A-60244648D7A2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EFAD535-98D9-5A9B-3E1A-5DE64697159A}"/>
              </a:ext>
            </a:extLst>
          </p:cNvPr>
          <p:cNvGrpSpPr/>
          <p:nvPr/>
        </p:nvGrpSpPr>
        <p:grpSpPr>
          <a:xfrm>
            <a:off x="2076307" y="4030108"/>
            <a:ext cx="1318479" cy="1498113"/>
            <a:chOff x="4074510" y="2332845"/>
            <a:chExt cx="1812481" cy="2366820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D1CD4B72-B736-6414-1E44-623002C7A338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15518237-F857-C17D-A331-8551B2C81F86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6B97C36C-733B-9871-DB88-49E7D66032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B6878D23-479E-F9A6-10D7-96375AE3608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B9EDB5E6-0F87-1A99-F202-2628F97096B0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4503CF16-6378-B52E-EBC8-5B3BD19952CC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A83A5CE8-AE72-C409-A8F5-30F02379C4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6ACBDF0C-394B-D7BD-AAD1-924C0E04CCC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60BEB8A3-0405-38F4-A835-CDE4AAFE3A75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11351132-CECB-AF47-D6BC-CE3B759AD0DA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B8F5B2A-F39F-0C8A-8D24-5DA008A4BA5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1AF1F90-0821-6A02-3FBD-E5EB16D4ED8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98B206D-9E6F-3F32-C951-C05C49C43F0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34287A2C-F02B-CB40-8D6E-4547E1AF9569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59B34B5B-74B8-626B-2A7D-F921D3D234F7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4A5CFD36-10DA-E077-9D32-3D2A28A6C25B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4CC338DF-2ABC-A53A-D108-0734C528FDC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DBFE29A9-5338-E55D-9C4A-A4476B23CE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AA16A6A-C879-BC35-815E-D509992DC9C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1C98CC1-4BDF-986A-DCA4-6DD994C6A051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BE37A48F-58CA-16EC-F11B-A1A0FB8EA84D}"/>
              </a:ext>
            </a:extLst>
          </p:cNvPr>
          <p:cNvGrpSpPr/>
          <p:nvPr/>
        </p:nvGrpSpPr>
        <p:grpSpPr>
          <a:xfrm>
            <a:off x="4533025" y="4438376"/>
            <a:ext cx="496912" cy="378634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7C090C9C-BF17-1703-9E2D-491436DE7D4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0C9C2982-09BD-D3A8-0F96-B466377AF2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93A6B3DA-6038-8B7B-063B-2C1122633B7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45A6ECF3-954A-689F-5069-B85616DBD2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60D3B89B-6454-504B-4321-65C623240F8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E53CC9DA-5216-80ED-E3E0-FE1D9588723E}"/>
              </a:ext>
            </a:extLst>
          </p:cNvPr>
          <p:cNvGrpSpPr/>
          <p:nvPr/>
        </p:nvGrpSpPr>
        <p:grpSpPr>
          <a:xfrm>
            <a:off x="128256" y="4330373"/>
            <a:ext cx="1318479" cy="855521"/>
            <a:chOff x="8410242" y="1013492"/>
            <a:chExt cx="1812481" cy="1351610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78C258FA-8338-88BF-E67F-4C643DAEE343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9FA1B53-F16B-9C92-09C9-D5E0E24E734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3CFE29E8-69C7-F097-5FF9-5EC14AB77FDF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B3CE10C0-BFBF-5B8E-AD8E-5FB903DB51C9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DAA9032A-9E1F-9EBE-1282-73442C19D0A1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D3A8887A-2A65-E5EA-36F8-659310445BCE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B3DF9EA-842F-1E63-FA4C-5A254A7F7804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240F65FC-4D11-C747-9844-473EDE4D335F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E4065347-7977-52E5-E0B3-314ED89BBE5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E8B322E7-F416-772B-2CD8-EA14CFAE3A5D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A77CAACE-E9F0-68B9-5561-358DCE4469EA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9B57818E-4982-C917-2A79-AF8E7C00E69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8AE47145-1507-7B3D-F066-C3AD1F76EA75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1F98D2D9-9379-31F8-3546-6B823BA97CF2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95FA5A2A-ABC7-52A1-B3EB-701866D395E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CEBC7D79-0B9F-D8A9-49B0-A244B8F6BBB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0D71DCEF-4871-D7D3-35B5-9F5BB265D550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7EAC16D-2146-6E40-9F5B-EDCB01B1EB14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B7A947-57A0-E22F-9218-11D735B071E8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BF1DD05-772D-4125-93E1-2F5E697017F3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AA0049F-73D1-72D2-190D-D3FC3BC116DA}"/>
              </a:ext>
            </a:extLst>
          </p:cNvPr>
          <p:cNvSpPr/>
          <p:nvPr/>
        </p:nvSpPr>
        <p:spPr>
          <a:xfrm>
            <a:off x="1516951" y="4374311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15DDE180-D617-C792-9C34-64E3DCE294A4}"/>
              </a:ext>
            </a:extLst>
          </p:cNvPr>
          <p:cNvGrpSpPr/>
          <p:nvPr/>
        </p:nvGrpSpPr>
        <p:grpSpPr>
          <a:xfrm>
            <a:off x="164541" y="2807004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CFA328D6-46B1-7AF7-6801-51B0EE87A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E9020313-A615-67BD-38E2-726E7B68907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3931EBB1-2ED3-EAAA-2B93-8339CD801597}"/>
              </a:ext>
            </a:extLst>
          </p:cNvPr>
          <p:cNvSpPr/>
          <p:nvPr/>
        </p:nvSpPr>
        <p:spPr>
          <a:xfrm>
            <a:off x="1297816" y="455640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1B6932BA-40BC-F256-11DE-D5115A013C83}"/>
              </a:ext>
            </a:extLst>
          </p:cNvPr>
          <p:cNvSpPr/>
          <p:nvPr/>
        </p:nvSpPr>
        <p:spPr>
          <a:xfrm>
            <a:off x="2210369" y="452522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EE6C1C0-3DC5-25C3-AFA4-BAA4EC5C0CB6}"/>
              </a:ext>
            </a:extLst>
          </p:cNvPr>
          <p:cNvSpPr/>
          <p:nvPr/>
        </p:nvSpPr>
        <p:spPr>
          <a:xfrm>
            <a:off x="3352721" y="4340868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E4102D0C-FD42-B0DA-3482-4CB0518550A0}"/>
              </a:ext>
            </a:extLst>
          </p:cNvPr>
          <p:cNvGrpSpPr/>
          <p:nvPr/>
        </p:nvGrpSpPr>
        <p:grpSpPr>
          <a:xfrm>
            <a:off x="6733796" y="3059235"/>
            <a:ext cx="1625057" cy="2064519"/>
            <a:chOff x="9028349" y="2632635"/>
            <a:chExt cx="2233926" cy="2761965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5182921D-B939-BC95-6AC5-1C5123ABD15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EBDF3252-0D03-0849-3075-5F1B068B062A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12B7A31C-A9DF-A858-933C-887063B1856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2359C8FB-0B77-2CD0-C82D-B60F0E32C857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13701B0C-9AC9-B12A-AD55-A413BF618AF3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D14F115-7EE1-3411-7DD1-890C43C5E268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302EC9D4-A9DF-4B60-3B02-A688C1B413E5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96C0A6C8-392E-105B-3C91-7DF3F1EFE66D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24ABA87B-A816-8518-43FF-B0126B61CE0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BABF1AB7-E0C5-5B06-DB2A-2062A8A16426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69870FCF-7500-A0CE-D8FB-1D7BF7B079DD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1438856F-1867-A07F-FB17-D8B551E75295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3BB0FFA8-F06B-F4F3-43F8-1591307D0CF4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DF6664D7-15AF-3870-B384-433C7FCA5DBB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24DB450B-8606-FC61-DBC8-23F4B5D0E2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5775A552-44BD-94BD-B369-19F6FB8D230D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E9FEAE6D-F1A2-539C-A868-AB0D562F322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D252B3B4-B434-9370-D8BF-B98FDAAC76FE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FC080FF2-4D48-E33D-D26B-D5E11C470201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86DCF2C-B27E-FE7E-D004-0974D9EF08D5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E6132F5-6B20-0E1D-BD1F-BB6F6D111F4A}"/>
                </a:ext>
              </a:extLst>
            </p:cNvPr>
            <p:cNvGrpSpPr/>
            <p:nvPr/>
          </p:nvGrpSpPr>
          <p:grpSpPr>
            <a:xfrm>
              <a:off x="9028349" y="4384159"/>
              <a:ext cx="2233926" cy="1010441"/>
              <a:chOff x="7648155" y="945795"/>
              <a:chExt cx="2804390" cy="1193252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A5DFE7C5-AA8D-7FD7-D713-25B34B8F2B2F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DFC7026D-E6EA-B4F3-E643-E3368CE23C1D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C7776518-9112-1D51-FD5A-F67FC25AC287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A1DE4C7E-4C9F-EB63-2669-D64725F2B6D1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FDD7A136-B334-7B00-B07E-9A8CFD8B733D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2C9FE4A1-E4E4-BB4C-CAB7-368353870B08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96EED35F-B2EE-0E37-034F-000BE34D71A2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C3714E67-87F0-4226-0D2C-E6F47CDC8449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7968D600-AA54-F002-7160-3E94A88ADE6A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ACA463E5-6C7C-F15C-90D3-41E2F3FA232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97492E62-E81B-5426-0B43-7D25BF932798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270DD6F5-E7CC-7C79-CABE-CB63AE0E3F9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6BB6D3B2-1ABA-194A-9061-D6AB34BA1305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3C6654F-E767-F00A-2A82-FCCD5A37D0AA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767CBD7A-EB36-951D-924B-5AC3BE6A34F4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78B01AF-AD2E-E9DD-6F95-519D51C499D9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2FAF11A-19B5-C77A-AEC1-A6296894BCBB}"/>
                  </a:ext>
                </a:extLst>
              </p:cNvPr>
              <p:cNvSpPr txBox="1"/>
              <p:nvPr/>
            </p:nvSpPr>
            <p:spPr>
              <a:xfrm>
                <a:off x="7648155" y="1798674"/>
                <a:ext cx="2804390" cy="3403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7371592-ED15-20F5-066F-1E9ADAAEDE42}"/>
              </a:ext>
            </a:extLst>
          </p:cNvPr>
          <p:cNvSpPr/>
          <p:nvPr/>
        </p:nvSpPr>
        <p:spPr>
          <a:xfrm>
            <a:off x="3135148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0B8F1329-5CD4-FE19-9882-7F772F194083}"/>
              </a:ext>
            </a:extLst>
          </p:cNvPr>
          <p:cNvSpPr/>
          <p:nvPr/>
        </p:nvSpPr>
        <p:spPr>
          <a:xfrm>
            <a:off x="4333841" y="452149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14EDDA-3EF3-91A6-89C6-62536BF32F9F}"/>
              </a:ext>
            </a:extLst>
          </p:cNvPr>
          <p:cNvSpPr txBox="1"/>
          <p:nvPr/>
        </p:nvSpPr>
        <p:spPr>
          <a:xfrm>
            <a:off x="4243564" y="4888441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6CA0BE36-9C15-CF8E-9F82-B2DFCA5C8561}"/>
              </a:ext>
            </a:extLst>
          </p:cNvPr>
          <p:cNvSpPr/>
          <p:nvPr/>
        </p:nvSpPr>
        <p:spPr>
          <a:xfrm>
            <a:off x="5126382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4945DB37-BC21-1802-665D-E72B5435D403}"/>
              </a:ext>
            </a:extLst>
          </p:cNvPr>
          <p:cNvSpPr/>
          <p:nvPr/>
        </p:nvSpPr>
        <p:spPr>
          <a:xfrm>
            <a:off x="5332869" y="4335178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04502B96-A6C2-BE9A-3E58-61B21922F344}"/>
              </a:ext>
            </a:extLst>
          </p:cNvPr>
          <p:cNvSpPr/>
          <p:nvPr/>
        </p:nvSpPr>
        <p:spPr>
          <a:xfrm>
            <a:off x="6578584" y="450427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6A767382-F10C-421A-D195-E3A3454A8056}"/>
              </a:ext>
            </a:extLst>
          </p:cNvPr>
          <p:cNvSpPr/>
          <p:nvPr/>
        </p:nvSpPr>
        <p:spPr>
          <a:xfrm>
            <a:off x="4671826" y="4150562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DF17A07E-7178-6ADC-655E-202932C438F0}"/>
              </a:ext>
            </a:extLst>
          </p:cNvPr>
          <p:cNvSpPr/>
          <p:nvPr/>
        </p:nvSpPr>
        <p:spPr>
          <a:xfrm>
            <a:off x="8284678" y="4298378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D86C364A-A108-4219-30F8-FE62941EAFC0}"/>
              </a:ext>
            </a:extLst>
          </p:cNvPr>
          <p:cNvSpPr/>
          <p:nvPr/>
        </p:nvSpPr>
        <p:spPr>
          <a:xfrm>
            <a:off x="9862079" y="4469523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E84B421E-45EF-4956-0E65-C2D08C1AF113}"/>
              </a:ext>
            </a:extLst>
          </p:cNvPr>
          <p:cNvSpPr/>
          <p:nvPr/>
        </p:nvSpPr>
        <p:spPr>
          <a:xfrm>
            <a:off x="8634672" y="5301689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CFDA937-59A5-EBF0-0FE7-50D37CE80C3A}"/>
              </a:ext>
            </a:extLst>
          </p:cNvPr>
          <p:cNvSpPr/>
          <p:nvPr/>
        </p:nvSpPr>
        <p:spPr>
          <a:xfrm>
            <a:off x="8235608" y="5768126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1FEF2709-9625-BB09-C61E-E492B8C2A674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787496" y="5185895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F9352B4-45FA-A5EF-178F-E62220425ED0}"/>
              </a:ext>
            </a:extLst>
          </p:cNvPr>
          <p:cNvSpPr txBox="1"/>
          <p:nvPr/>
        </p:nvSpPr>
        <p:spPr>
          <a:xfrm>
            <a:off x="4080851" y="3946182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EED746C9-014E-F55B-B05F-F10EDB143794}"/>
              </a:ext>
            </a:extLst>
          </p:cNvPr>
          <p:cNvSpPr/>
          <p:nvPr/>
        </p:nvSpPr>
        <p:spPr>
          <a:xfrm>
            <a:off x="1502373" y="3958439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84E57E-0109-2BA1-AF56-AA8D0791E49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5F85050-D0D2-620F-458F-EC6EAEDE67D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430BA8A6-0774-92F3-7C8D-5BF552F5D9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2398014-2312-E050-0723-A5660DC9968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C16C520-0ACD-28D7-A466-6F68A0BCC376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02AE20F6-4F4E-7C9A-A08F-3468B896AA7E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CFD961D1-EC85-DF83-F60F-EBC6F221ED9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0D946618-B715-13ED-E134-B4464DDCBCC3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F567FB3F-EBA1-C333-11A7-8BA4AC045310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90AF7202-16C0-B8E6-6811-9B20D1CEBE80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0B402A-FAA9-6C8A-F8E0-B1BD08EF5E67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2B6835B7-6E83-6C3D-ACC1-B5AD026D1A2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C16985A8-EB69-13E0-B568-F56042BE9DB8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166506A8-12EB-5E6E-78AD-E353E0CBF4A4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399D972F-F9B3-5A79-4301-DCEDED42524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5961474B-955F-5670-84F3-4E7BECCCD3F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AA375FD5-9333-A44A-42D3-4DB43BCE466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E1F8C6B-9EF6-E11F-3F64-E4B122FF55C3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3FFD674-8BAA-2BC2-2E85-0B7A0F39084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4045E5EF-125F-BA7B-5044-524607E419B0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B544665F-7BF5-4690-B912-6CB73F75D3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26186EE-BBDC-C398-19F4-DEEC225E75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321CDB03-3BD5-6B51-8905-B5B5B13FAB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5ABF6FFA-B184-1CC4-7B1B-006A638CCD8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A8B9DDE4-4A0D-60DE-FC78-B5A600DC6AEF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C242343-4DC1-7695-8B8F-FE721C30263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301DFC76-D0A8-8237-35F8-5734C8E514D2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8CA25D46-06F2-1BFA-36E4-068B3A443259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701B0AC2-1C57-647F-7BCC-85EDB72F984E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9C7BB99-BF37-F070-20A9-9C9AAAF7EBCB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1C4D335-823A-9953-87CB-98CB40C0DBA5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47F1682-93B3-F225-D167-657AC93E00EC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B97039AD-1275-4D7E-E8CB-A3122CA3E6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B762C9C2-3677-958C-EE00-6BF52A06231A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4A24EF31-BD9B-0F74-BE3D-19A218CCF3E7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FA68568-E005-67C6-EB4F-8E9E2C0F8218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C10F9103-FBF0-17DD-3AEB-35934E0F3DE4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9F75A673-B005-F69A-A61A-FAF771EAD154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215D67D7-C288-B2F0-12EE-4939072420D8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483E9AE-469A-3356-9CFC-254D898CE017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9956AECC-A0D3-D2D2-2EA2-504A716445DA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C0307EBD-863F-F69C-341E-B4807B811AC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51D43906-A785-65F1-F98C-C26B3D6142A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B8F1E4-7A64-8175-28EE-76295C2CDF0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A0AE979D-CA90-1CD3-43B7-9C1D7BD5B4C1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15C02461-4568-FB64-271C-D8966C8A29F7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1536CA-81D7-2E9B-A318-23B4C2345896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83B7243-7E29-2274-0BBD-ABA5B11940F5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6A41CE5D-60EA-7A8F-F717-4B4051A5E290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810E8859-F5C9-3CF1-86C9-5D4A0D90B402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E949D77-E97A-1DDA-14C3-8524CFC66436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0F6D601-4A47-521C-E7F7-8D9EBB7C03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96DF3854-2C1E-1244-03B0-5E3257AC312A}"/>
              </a:ext>
            </a:extLst>
          </p:cNvPr>
          <p:cNvGraphicFramePr>
            <a:graphicFrameLocks noGrp="1"/>
          </p:cNvGraphicFramePr>
          <p:nvPr/>
        </p:nvGraphicFramePr>
        <p:xfrm>
          <a:off x="4176691" y="2778839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BAEF3805-9827-C8C8-C0E3-0B4924E3F1E2}"/>
              </a:ext>
            </a:extLst>
          </p:cNvPr>
          <p:cNvGraphicFramePr>
            <a:graphicFrameLocks noGrp="1"/>
          </p:cNvGraphicFramePr>
          <p:nvPr/>
        </p:nvGraphicFramePr>
        <p:xfrm>
          <a:off x="10825842" y="402613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39E975AC-ECF1-0BE5-5177-8E0642ECBDD7}"/>
              </a:ext>
            </a:extLst>
          </p:cNvPr>
          <p:cNvGrpSpPr/>
          <p:nvPr/>
        </p:nvGrpSpPr>
        <p:grpSpPr>
          <a:xfrm>
            <a:off x="11381468" y="4354664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B3C31A60-BC73-2188-21AA-B2017AECDEB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FB228530-912A-27F8-7EB0-555DCF1442A8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C2CB90E7-DDA4-5BF9-6DE3-76A9425CFC2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708903FB-4AFD-E375-38D4-E8712C17A1F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BF7E3827-DCC0-517E-2E6B-37F9B54CC13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CDBAF44B-EEEB-5787-15B3-4F0DF1F8E600}"/>
              </a:ext>
            </a:extLst>
          </p:cNvPr>
          <p:cNvGrpSpPr/>
          <p:nvPr/>
        </p:nvGrpSpPr>
        <p:grpSpPr>
          <a:xfrm>
            <a:off x="11381468" y="4854742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2363FF1D-B36A-E51C-D664-4022D787EA1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47C94700-DE47-7B59-E284-F7F6CBC6A1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C46867EC-B0BD-32BD-E370-25AFB808EFB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E1857EE9-5FB4-1ACB-7351-EAE7DFB1FA1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8367FA55-0610-CABF-EC28-C88A23261646}"/>
              </a:ext>
            </a:extLst>
          </p:cNvPr>
          <p:cNvSpPr txBox="1"/>
          <p:nvPr/>
        </p:nvSpPr>
        <p:spPr>
          <a:xfrm>
            <a:off x="10554497" y="5548068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1A9D5DB1-1425-C173-9BFC-1D7DCEE18BAA}"/>
              </a:ext>
            </a:extLst>
          </p:cNvPr>
          <p:cNvGrpSpPr/>
          <p:nvPr/>
        </p:nvGrpSpPr>
        <p:grpSpPr>
          <a:xfrm>
            <a:off x="4764501" y="3040120"/>
            <a:ext cx="441736" cy="295305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151F728-4650-5502-1D51-1BDBBFAFDA59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7DAEFD58-7F42-FF34-24AE-4D20A0D215C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6F552C9C-8D3C-5FB1-539C-1292554E879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951B9D16-FC9A-4856-77E3-D25952FBCC7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7A1C9907-487E-0CEC-24F7-8485C4BCBC4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5C8B27F-6AC0-66BF-744F-CA444600B1E6}"/>
              </a:ext>
            </a:extLst>
          </p:cNvPr>
          <p:cNvGrpSpPr/>
          <p:nvPr/>
        </p:nvGrpSpPr>
        <p:grpSpPr>
          <a:xfrm>
            <a:off x="4764501" y="3432969"/>
            <a:ext cx="441736" cy="177467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C882473E-DBC8-A9EA-1FFC-A730EB2C8ED0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43F4A2B9-1147-03C6-2186-B96DD9F1ED2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42162398-DD52-00F2-F71A-78D18396075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623719F0-CB02-7B37-1022-365EE61A5D3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37810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5D057-6E98-BD3B-F146-AE9D296C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D18B9B87-85C2-4FB1-4389-54AA0300AD9B}"/>
              </a:ext>
            </a:extLst>
          </p:cNvPr>
          <p:cNvSpPr/>
          <p:nvPr/>
        </p:nvSpPr>
        <p:spPr>
          <a:xfrm>
            <a:off x="758775" y="2885353"/>
            <a:ext cx="4805495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88F33089-39FC-32F7-60A7-E2A2DD655182}"/>
              </a:ext>
            </a:extLst>
          </p:cNvPr>
          <p:cNvGrpSpPr/>
          <p:nvPr/>
        </p:nvGrpSpPr>
        <p:grpSpPr>
          <a:xfrm>
            <a:off x="772321" y="2911488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A7214541-EB68-1EC4-9D53-797DDA93F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4520930-0DEF-1C66-4019-3882C697305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62038FD-5DE0-5105-0BC5-32262D3C2642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1896C76-B50E-5C90-69CC-757A3FF7C10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55D37FC0-C318-1099-CFC9-79A89E468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4CEBEFA-E320-AFA5-A506-F6D02D4202C4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550B767-F768-9628-07AA-76532201E75B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C128F97-6497-AC22-AC18-22A9EB7B4044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55ECAD0B-5E66-0572-ABA8-BB8965FF58C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E7D3C689-19AE-7F89-3190-B1242F908F5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248C64B6-0136-8F19-82A1-83328280A804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DE8B35E9-E6DD-C64F-44CF-DA720B26638D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BF6FE6F-6DE6-3778-C1C7-064F4DB8DFCD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0F05BAF8-4AE5-E037-AF9D-9D5455EBED3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3B2EDE1-76D9-25B0-5B36-3CE3E2F0CF05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9E24641C-2216-9AC5-AE07-6A0D833CC99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51043CB-02C4-64EE-1FD4-29860FC8A38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3BC2AA5E-13CA-1C6B-3D79-F9F01996ED81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95D59C4-DC3B-964A-A181-DA7771318CDE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4A2A84FA-6622-BA1C-117A-631DF16C14C8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7919FE4-F838-4A25-618F-2CBD8D39015C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00C2A7EE-62B0-02C1-B3DC-3FFA10F8D7F1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550A0043-54C5-EC0C-C9CA-ED954F7DE6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24901EF6-3004-68E9-0603-82ECAFC6B1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5EA161-595D-9621-9EFB-827CD44F09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29F1423-685B-D6E8-46BA-E09D04A6A9C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4AE9450B-6198-8CC3-5284-4BCB48F0CDE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B4F0C1E-8D78-46EF-37A8-5D1A199E350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BBA24F1D-D545-009D-FD72-6744DE54F56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EEC6174-A582-EC25-AB4D-AAF123082DF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88CC3718-E58D-2859-F3CE-812646E53C0B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8906D97-CAAA-41E0-62A8-87CF78F2FCA6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8BC2CE4A-7A7C-912C-91F8-7A49ED58446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2FD3A7E-7E48-7D09-E1EE-4C3F70AEB836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00E27A2-D53E-2D87-1E98-7FC53F9986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05B8CD56-93F9-B55F-4FA6-F2DBA28BF7B3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422784E-F5B2-9349-BC72-D9A7FAFB1F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5E3A08DB-BB93-D920-4DFB-32F0A86FEC55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5B1F3230-18BD-7430-0473-550A656AAD41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A6C4CFCA-1814-4517-E140-3EDBA7C4494A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7D666D21-0227-BC25-FBC6-8D844E9864B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0D04547-AD05-C2BB-AECA-001B0E250F5B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C52E787-7A77-1223-C9A6-F53EEF2E851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B4621D2B-BE35-EEA2-5447-55F2DEE807F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D6634A9C-D2E7-D422-AAED-7761BF8B9F4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F7340E-173A-FF0F-F2DE-F0B7875A1FB5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2312D35A-1AEC-6F8F-C597-79F2323B59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459C34A9-B9F8-8695-9005-F32DBA31310D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3728195-CE40-04AE-8743-72BCBB4008A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B7EDFFD-D3AE-4474-18FF-44498B4082C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CBF21A9-1371-8073-92AB-C4225C2EDB3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0783B79-1EDC-2BED-703D-2587E95C772E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CA9560-AB39-4840-DB29-6A0F1DF48F3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C053213-9E2B-B82E-6484-08247C606C0B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79432C1-87B1-26B0-D648-4D63FE6F2020}"/>
              </a:ext>
            </a:extLst>
          </p:cNvPr>
          <p:cNvGraphicFramePr>
            <a:graphicFrameLocks noGrp="1"/>
          </p:cNvGraphicFramePr>
          <p:nvPr/>
        </p:nvGraphicFramePr>
        <p:xfrm>
          <a:off x="6212774" y="342618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2B749C9-E72E-4EF6-D5AB-A9DF0AC337EB}"/>
              </a:ext>
            </a:extLst>
          </p:cNvPr>
          <p:cNvGrpSpPr/>
          <p:nvPr/>
        </p:nvGrpSpPr>
        <p:grpSpPr>
          <a:xfrm>
            <a:off x="6768400" y="3754709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92D2A94-2E5E-33CE-0859-463E5115E72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27734275-551F-80D1-805D-C59842F003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696C21B6-1F6D-EC3D-7060-57B71D910C7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F10D99-FA4D-365F-1F93-0928C913350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D1E57C30-DA97-F76F-1A44-504256A20A6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52162E88-EA58-96EA-30C3-E5885491828F}"/>
              </a:ext>
            </a:extLst>
          </p:cNvPr>
          <p:cNvGrpSpPr/>
          <p:nvPr/>
        </p:nvGrpSpPr>
        <p:grpSpPr>
          <a:xfrm>
            <a:off x="6768400" y="4254787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32F4A7B5-E87E-E63D-EB3B-F1FA5A91641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00D2085D-384D-D368-3434-A237BEA781D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15790A80-E03A-BEB4-A1D6-BE870DE4C33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444AC586-6846-3941-5BB8-8FD03B07151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2EEAD974-5A69-2A5E-45A2-F551ECC417C0}"/>
              </a:ext>
            </a:extLst>
          </p:cNvPr>
          <p:cNvSpPr txBox="1"/>
          <p:nvPr/>
        </p:nvSpPr>
        <p:spPr>
          <a:xfrm>
            <a:off x="5941429" y="4948113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312499D-5182-5AF7-5A69-FBF407C5D0FC}"/>
              </a:ext>
            </a:extLst>
          </p:cNvPr>
          <p:cNvSpPr/>
          <p:nvPr/>
        </p:nvSpPr>
        <p:spPr>
          <a:xfrm>
            <a:off x="8190467" y="3627671"/>
            <a:ext cx="1119662" cy="1044210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7A673-CFE0-1DA8-BB59-0D5D8B6A5C22}"/>
              </a:ext>
            </a:extLst>
          </p:cNvPr>
          <p:cNvGrpSpPr/>
          <p:nvPr/>
        </p:nvGrpSpPr>
        <p:grpSpPr>
          <a:xfrm>
            <a:off x="9969398" y="3304299"/>
            <a:ext cx="1694578" cy="1828684"/>
            <a:chOff x="9546077" y="3179194"/>
            <a:chExt cx="2381250" cy="2469129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0F722756-8DE3-78F5-DBBF-0C9F188811A0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B6F44B0-299A-D905-A137-C9434C7A4314}"/>
                </a:ext>
              </a:extLst>
            </p:cNvPr>
            <p:cNvSpPr/>
            <p:nvPr/>
          </p:nvSpPr>
          <p:spPr>
            <a:xfrm>
              <a:off x="9575807" y="3179194"/>
              <a:ext cx="1537277" cy="30797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63F75FA6-C284-ED87-6B8D-B6D1846F9804}"/>
                </a:ext>
              </a:extLst>
            </p:cNvPr>
            <p:cNvSpPr txBox="1"/>
            <p:nvPr/>
          </p:nvSpPr>
          <p:spPr>
            <a:xfrm>
              <a:off x="9546077" y="3560101"/>
              <a:ext cx="1962432" cy="20882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endParaRPr lang="en-US" altLang="ko-KR" sz="1050" dirty="0"/>
            </a:p>
            <a:p>
              <a:endParaRPr lang="ko-KR" altLang="en-US" sz="1050" dirty="0"/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58D2C430-9660-289D-E723-1A9BF6111FDC}"/>
              </a:ext>
            </a:extLst>
          </p:cNvPr>
          <p:cNvGrpSpPr/>
          <p:nvPr/>
        </p:nvGrpSpPr>
        <p:grpSpPr>
          <a:xfrm>
            <a:off x="561533" y="5389463"/>
            <a:ext cx="1529700" cy="1219719"/>
            <a:chOff x="7670009" y="1193508"/>
            <a:chExt cx="1558708" cy="1156227"/>
          </a:xfrm>
        </p:grpSpPr>
        <p:pic>
          <p:nvPicPr>
            <p:cNvPr id="138" name="그래픽 137" descr="데이터베이스 단색으로 채워진">
              <a:extLst>
                <a:ext uri="{FF2B5EF4-FFF2-40B4-BE49-F238E27FC236}">
                  <a16:creationId xmlns:a16="http://schemas.microsoft.com/office/drawing/2014/main" id="{9ED135F8-0942-17FD-400D-F049F4E86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9451B72A-69A9-EF76-BBA3-6C8D857EBE9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379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6EF7C197-A2A0-3902-0FAF-5936FACBAA48}"/>
              </a:ext>
            </a:extLst>
          </p:cNvPr>
          <p:cNvSpPr/>
          <p:nvPr/>
        </p:nvSpPr>
        <p:spPr>
          <a:xfrm>
            <a:off x="830340" y="352464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3C24A3EA-4F47-38FA-8F1E-BA275DE93E5E}"/>
              </a:ext>
            </a:extLst>
          </p:cNvPr>
          <p:cNvSpPr/>
          <p:nvPr/>
        </p:nvSpPr>
        <p:spPr>
          <a:xfrm>
            <a:off x="2079447" y="352360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예측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799FA0D0-9435-5DC7-6E3B-5273BDA39EA9}"/>
              </a:ext>
            </a:extLst>
          </p:cNvPr>
          <p:cNvSpPr/>
          <p:nvPr/>
        </p:nvSpPr>
        <p:spPr>
          <a:xfrm>
            <a:off x="3756376" y="3518747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4" name="화살표: 위쪽 143">
            <a:extLst>
              <a:ext uri="{FF2B5EF4-FFF2-40B4-BE49-F238E27FC236}">
                <a16:creationId xmlns:a16="http://schemas.microsoft.com/office/drawing/2014/main" id="{9847BB6F-31CD-9880-FE02-14730B6BC9D8}"/>
              </a:ext>
            </a:extLst>
          </p:cNvPr>
          <p:cNvSpPr/>
          <p:nvPr/>
        </p:nvSpPr>
        <p:spPr>
          <a:xfrm>
            <a:off x="965493" y="4671881"/>
            <a:ext cx="752053" cy="615309"/>
          </a:xfrm>
          <a:prstGeom prst="upArrow">
            <a:avLst>
              <a:gd name="adj1" fmla="val 79357"/>
              <a:gd name="adj2" fmla="val 38804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326CDDEF-216C-6E74-9CF5-CEA1F72F2354}"/>
              </a:ext>
            </a:extLst>
          </p:cNvPr>
          <p:cNvSpPr/>
          <p:nvPr/>
        </p:nvSpPr>
        <p:spPr>
          <a:xfrm>
            <a:off x="5694172" y="3803404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화살표: 아래쪽 146">
            <a:extLst>
              <a:ext uri="{FF2B5EF4-FFF2-40B4-BE49-F238E27FC236}">
                <a16:creationId xmlns:a16="http://schemas.microsoft.com/office/drawing/2014/main" id="{FCD425F6-513C-9C22-3455-7627EBE2D48B}"/>
              </a:ext>
            </a:extLst>
          </p:cNvPr>
          <p:cNvSpPr/>
          <p:nvPr/>
        </p:nvSpPr>
        <p:spPr>
          <a:xfrm>
            <a:off x="1265807" y="2511974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화살표: 아래쪽 165">
            <a:extLst>
              <a:ext uri="{FF2B5EF4-FFF2-40B4-BE49-F238E27FC236}">
                <a16:creationId xmlns:a16="http://schemas.microsoft.com/office/drawing/2014/main" id="{78AD9533-E213-DAA3-2E08-792E1D99D6E4}"/>
              </a:ext>
            </a:extLst>
          </p:cNvPr>
          <p:cNvSpPr/>
          <p:nvPr/>
        </p:nvSpPr>
        <p:spPr>
          <a:xfrm>
            <a:off x="3161523" y="2515792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F53E512E-7BCA-1256-A310-A46FFCB454A0}"/>
              </a:ext>
            </a:extLst>
          </p:cNvPr>
          <p:cNvSpPr/>
          <p:nvPr/>
        </p:nvSpPr>
        <p:spPr>
          <a:xfrm>
            <a:off x="768458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66BF4715-FBAB-52B2-9A1E-E45C9D407F22}"/>
              </a:ext>
            </a:extLst>
          </p:cNvPr>
          <p:cNvSpPr/>
          <p:nvPr/>
        </p:nvSpPr>
        <p:spPr>
          <a:xfrm>
            <a:off x="946716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5584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104603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00A033E-105F-C5C0-B4DC-32F662FC6A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CAD56B-C24E-94DF-AB63-2AB8D4329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9406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90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dirty="0"/>
                <a:t>Type D : I</a:t>
              </a:r>
              <a:endParaRPr lang="ko-KR" altLang="en-US" sz="900" dirty="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647" y="6000731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016" y="2085170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29966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7D9BC-5E52-2072-23AF-31A23E1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6C19A9-4A2E-85D3-4AF8-9431D80A8C1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조립부</a:t>
            </a:r>
            <a:r>
              <a:rPr kumimoji="1" lang="ko-KR" altLang="en-US" sz="2400" b="1" dirty="0">
                <a:latin typeface="+mj-ea"/>
                <a:ea typeface="+mj-ea"/>
              </a:rPr>
              <a:t> 매칭 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24E4D03-D76B-A635-4A42-66591D17565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554C03F-11B4-13E6-C9EA-FB79E44EA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CBF1CE-C8A4-7A00-A2BE-D01E7B1B7AB6}"/>
              </a:ext>
            </a:extLst>
          </p:cNvPr>
          <p:cNvSpPr txBox="1"/>
          <p:nvPr/>
        </p:nvSpPr>
        <p:spPr>
          <a:xfrm>
            <a:off x="350982" y="716826"/>
            <a:ext cx="11625118" cy="1492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매칭 알고리즘의 역할 </a:t>
            </a:r>
            <a:endParaRPr lang="en-US" altLang="ko-KR" sz="1800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매칭 알고리즘은 부품이 가진 </a:t>
            </a:r>
            <a:r>
              <a:rPr lang="en-US" altLang="ko-KR" sz="1200" dirty="0" err="1">
                <a:latin typeface="+mj-ea"/>
              </a:rPr>
              <a:t>AssemblyType</a:t>
            </a:r>
            <a:r>
              <a:rPr lang="ko-KR" altLang="en-US" sz="1200" dirty="0">
                <a:latin typeface="+mj-ea"/>
              </a:rPr>
              <a:t>을 보고</a:t>
            </a:r>
            <a:r>
              <a:rPr lang="en-US" altLang="ko-KR" sz="1200" dirty="0">
                <a:latin typeface="+mj-ea"/>
              </a:rPr>
              <a:t>, </a:t>
            </a:r>
            <a:r>
              <a:rPr lang="ko-KR" altLang="en-US" sz="1200" b="1" dirty="0">
                <a:latin typeface="+mj-ea"/>
              </a:rPr>
              <a:t>부품 간 </a:t>
            </a:r>
            <a:r>
              <a:rPr lang="ko-KR" altLang="en-US" sz="1200" b="1" dirty="0">
                <a:latin typeface="+mj-ea"/>
                <a:ea typeface="+mj-ea"/>
              </a:rPr>
              <a:t>조립가능 여부를 확인</a:t>
            </a:r>
            <a:r>
              <a:rPr lang="ko-KR" altLang="en-US" sz="1200" dirty="0">
                <a:latin typeface="+mj-ea"/>
                <a:ea typeface="+mj-ea"/>
              </a:rPr>
              <a:t>하는 중요한 시스템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알고리즘을 활용하면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조립하여 만들 수 있는 모든 공법의 경우의 수를 소프트웨어로 재현할 수 있다</a:t>
            </a:r>
            <a:r>
              <a:rPr lang="en-US" altLang="ko-KR" sz="1200" dirty="0">
                <a:latin typeface="+mj-ea"/>
                <a:ea typeface="+mj-ea"/>
              </a:rPr>
              <a:t>. 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이는 </a:t>
            </a:r>
            <a:r>
              <a:rPr lang="ko-KR" altLang="en-US" sz="1200" dirty="0">
                <a:latin typeface="+mj-ea"/>
              </a:rPr>
              <a:t>현실의 </a:t>
            </a:r>
            <a:r>
              <a:rPr lang="ko-KR" altLang="en-US" sz="1200" b="1" dirty="0">
                <a:latin typeface="+mj-ea"/>
                <a:ea typeface="+mj-ea"/>
              </a:rPr>
              <a:t>조립 시스템에 대한 일종의 소프트웨어 모델링</a:t>
            </a:r>
            <a:r>
              <a:rPr lang="ko-KR" altLang="en-US" sz="1200" dirty="0">
                <a:latin typeface="+mj-ea"/>
                <a:ea typeface="+mj-ea"/>
              </a:rPr>
              <a:t>과 같아서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en-US" altLang="ko-KR" sz="1200" dirty="0">
                <a:latin typeface="+mj-ea"/>
              </a:rPr>
              <a:t>Planning</a:t>
            </a:r>
            <a:r>
              <a:rPr lang="ko-KR" altLang="en-US" sz="1200" dirty="0">
                <a:latin typeface="+mj-ea"/>
              </a:rPr>
              <a:t>이론의 필수요소인 </a:t>
            </a:r>
            <a:r>
              <a:rPr lang="en-US" altLang="ko-KR" sz="1200" b="1" dirty="0">
                <a:latin typeface="+mj-ea"/>
                <a:ea typeface="+mj-ea"/>
              </a:rPr>
              <a:t>State Transition model(</a:t>
            </a:r>
            <a:r>
              <a:rPr lang="ko-KR" altLang="en-US" sz="1200" b="1" dirty="0">
                <a:latin typeface="+mj-ea"/>
                <a:ea typeface="+mj-ea"/>
              </a:rPr>
              <a:t>상태전이모델</a:t>
            </a:r>
            <a:r>
              <a:rPr lang="en-US" altLang="ko-KR" sz="1200" b="1" dirty="0">
                <a:latin typeface="+mj-ea"/>
                <a:ea typeface="+mj-ea"/>
              </a:rPr>
              <a:t>)</a:t>
            </a:r>
            <a:r>
              <a:rPr lang="ko-KR" altLang="en-US" sz="1200" dirty="0">
                <a:latin typeface="+mj-ea"/>
                <a:ea typeface="+mj-ea"/>
              </a:rPr>
              <a:t>으로 사용 될 수 있다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6E14FF6-F4A8-CCCD-D187-73D333B51CCA}"/>
              </a:ext>
            </a:extLst>
          </p:cNvPr>
          <p:cNvGrpSpPr/>
          <p:nvPr/>
        </p:nvGrpSpPr>
        <p:grpSpPr>
          <a:xfrm>
            <a:off x="766302" y="3285367"/>
            <a:ext cx="1697018" cy="3051416"/>
            <a:chOff x="837034" y="2619140"/>
            <a:chExt cx="1697018" cy="3051416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E75651B-D4AD-AFD3-82E7-200615DB52E5}"/>
                </a:ext>
              </a:extLst>
            </p:cNvPr>
            <p:cNvSpPr/>
            <p:nvPr/>
          </p:nvSpPr>
          <p:spPr>
            <a:xfrm>
              <a:off x="837034" y="5344664"/>
              <a:ext cx="1697018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bg2">
                      <a:lumMod val="25000"/>
                    </a:schemeClr>
                  </a:solidFill>
                </a:rPr>
                <a:t>매칭 타입 리스트</a:t>
              </a:r>
              <a:endParaRPr lang="ko-KR" altLang="en-US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1E678CA-CE3A-CF85-4A9E-33DEFF5B2A4B}"/>
                </a:ext>
              </a:extLst>
            </p:cNvPr>
            <p:cNvSpPr/>
            <p:nvPr/>
          </p:nvSpPr>
          <p:spPr>
            <a:xfrm>
              <a:off x="1063424" y="2619140"/>
              <a:ext cx="1244239" cy="238978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D2CBEEB-5BD2-79E2-58D6-87310C0E0FB7}"/>
                </a:ext>
              </a:extLst>
            </p:cNvPr>
            <p:cNvSpPr/>
            <p:nvPr/>
          </p:nvSpPr>
          <p:spPr>
            <a:xfrm>
              <a:off x="1225499" y="3238921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F </a:t>
              </a:r>
              <a:endParaRPr lang="ko-KR" altLang="en-US" sz="100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B542FDC-2ACA-DB3D-F749-E8044D5EDE6D}"/>
                </a:ext>
              </a:extLst>
            </p:cNvPr>
            <p:cNvSpPr/>
            <p:nvPr/>
          </p:nvSpPr>
          <p:spPr>
            <a:xfrm>
              <a:off x="1225499" y="3634034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M </a:t>
              </a:r>
              <a:endParaRPr lang="ko-KR" altLang="en-US" sz="100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44ECF3D-75CE-4954-D8E6-98CBD2CB2A39}"/>
                </a:ext>
              </a:extLst>
            </p:cNvPr>
            <p:cNvSpPr/>
            <p:nvPr/>
          </p:nvSpPr>
          <p:spPr>
            <a:xfrm>
              <a:off x="1225499" y="4029147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I</a:t>
              </a:r>
              <a:endParaRPr lang="ko-KR" altLang="en-US" sz="100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8673C6AC-71E4-A9A6-8FDF-6620F7D3AB5A}"/>
                </a:ext>
              </a:extLst>
            </p:cNvPr>
            <p:cNvSpPr/>
            <p:nvPr/>
          </p:nvSpPr>
          <p:spPr>
            <a:xfrm>
              <a:off x="1225499" y="2735808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F</a:t>
              </a:r>
              <a:endParaRPr lang="ko-KR" altLang="en-US" sz="100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E983AEE7-B403-24AE-B620-2A4E8F149761}"/>
                </a:ext>
              </a:extLst>
            </p:cNvPr>
            <p:cNvSpPr/>
            <p:nvPr/>
          </p:nvSpPr>
          <p:spPr>
            <a:xfrm>
              <a:off x="1225499" y="4532259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 dirty="0"/>
                <a:t>Type D : M</a:t>
              </a:r>
              <a:endParaRPr lang="ko-KR" altLang="en-US" sz="10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00DE83A-6127-604C-0D0B-D32076B74166}"/>
              </a:ext>
            </a:extLst>
          </p:cNvPr>
          <p:cNvGrpSpPr/>
          <p:nvPr/>
        </p:nvGrpSpPr>
        <p:grpSpPr>
          <a:xfrm>
            <a:off x="9456602" y="2922676"/>
            <a:ext cx="2219190" cy="3414107"/>
            <a:chOff x="9364249" y="2404173"/>
            <a:chExt cx="2219190" cy="341410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BC4ED45-3661-0C52-75DC-92D0DF48175A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D8F1FE1D-FD8B-EFE6-0AFA-7BA6F693D24F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7DF8B435-7BFE-8A03-E0F1-A1F55A233D40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7AF445A-16C8-AF69-C598-1E6566E6C428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27" name="사각형: 둥근 모서리 26">
                  <a:extLst>
                    <a:ext uri="{FF2B5EF4-FFF2-40B4-BE49-F238E27FC236}">
                      <a16:creationId xmlns:a16="http://schemas.microsoft.com/office/drawing/2014/main" id="{C907AA9B-13B1-FD25-E428-87209D438EE0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28" name="사각형: 둥근 모서리 27">
                  <a:extLst>
                    <a:ext uri="{FF2B5EF4-FFF2-40B4-BE49-F238E27FC236}">
                      <a16:creationId xmlns:a16="http://schemas.microsoft.com/office/drawing/2014/main" id="{156E26AC-0108-DCA8-F543-A829F772E24A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1A494A-654F-57CD-51EC-622EC0D50E7C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14C44BC6-57AB-67EE-7F80-FF3892EE839E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5DBD7739-69E5-2291-C908-B84BDA153531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A6FFF1F1-6B2F-B76A-E162-FBF179BEFA6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4AB48DD3-A20E-30DF-9327-05F18F11309D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E405A1C9-8409-D4C5-9E8B-B04B1E56D6A2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97856C54-D699-0F1E-215A-A178482CDA30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7B82F1EB-773A-EAF7-F992-0643190EA724}"/>
              </a:ext>
            </a:extLst>
          </p:cNvPr>
          <p:cNvSpPr/>
          <p:nvPr/>
        </p:nvSpPr>
        <p:spPr>
          <a:xfrm>
            <a:off x="3197654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F6C6686-A3F9-6910-9369-3D6FC47D6210}"/>
              </a:ext>
            </a:extLst>
          </p:cNvPr>
          <p:cNvSpPr/>
          <p:nvPr/>
        </p:nvSpPr>
        <p:spPr>
          <a:xfrm>
            <a:off x="5111453" y="6348966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매칭 알고리즘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C53F89AF-A99B-7B05-1094-1807B5AB11B5}"/>
              </a:ext>
            </a:extLst>
          </p:cNvPr>
          <p:cNvSpPr/>
          <p:nvPr/>
        </p:nvSpPr>
        <p:spPr>
          <a:xfrm>
            <a:off x="8258719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FB17BB8-FB15-F44B-FC07-173343EAD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3796" y="2505528"/>
            <a:ext cx="2612332" cy="359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284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45C43-DCEC-1070-05AE-AD77E98C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EF689F-81DC-3C1B-CF49-4B277236D59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08D950D-0277-B48D-BCE7-4A7D778CC1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81657C5-1560-532C-81B6-2CF1C29AC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13FC16-5608-A3CC-CF3F-23A49B0B0BDA}"/>
              </a:ext>
            </a:extLst>
          </p:cNvPr>
          <p:cNvSpPr txBox="1"/>
          <p:nvPr/>
        </p:nvSpPr>
        <p:spPr>
          <a:xfrm>
            <a:off x="350982" y="728663"/>
            <a:ext cx="11625118" cy="1990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</a:t>
            </a:r>
            <a:r>
              <a:rPr lang="ko-KR" altLang="en-US" dirty="0">
                <a:latin typeface="+mj-ea"/>
              </a:rPr>
              <a:t>역할</a:t>
            </a:r>
            <a:endParaRPr lang="en-US" altLang="ko-KR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생성하는 경우의 수 중에서 목적</a:t>
            </a:r>
            <a:r>
              <a:rPr lang="en-US" altLang="ko-KR" sz="1400" dirty="0">
                <a:latin typeface="+mj-ea"/>
              </a:rPr>
              <a:t>(</a:t>
            </a:r>
            <a:r>
              <a:rPr lang="ko-KR" altLang="en-US" sz="1400" dirty="0">
                <a:latin typeface="+mj-ea"/>
              </a:rPr>
              <a:t>목표상태</a:t>
            </a:r>
            <a:r>
              <a:rPr lang="en-US" altLang="ko-KR" sz="1400" dirty="0">
                <a:latin typeface="+mj-ea"/>
              </a:rPr>
              <a:t>, </a:t>
            </a:r>
            <a:r>
              <a:rPr lang="ko-KR" altLang="en-US" sz="1400" dirty="0" err="1">
                <a:latin typeface="+mj-ea"/>
              </a:rPr>
              <a:t>비용최소화</a:t>
            </a:r>
            <a:r>
              <a:rPr lang="en-US" altLang="ko-KR" sz="1400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맞는 조립 순서</a:t>
            </a:r>
            <a:r>
              <a:rPr lang="en-US" altLang="ko-KR" sz="1400" dirty="0">
                <a:latin typeface="+mj-ea"/>
              </a:rPr>
              <a:t>(Action Sequence)</a:t>
            </a:r>
            <a:r>
              <a:rPr lang="ko-KR" altLang="en-US" sz="1400" dirty="0">
                <a:latin typeface="+mj-ea"/>
              </a:rPr>
              <a:t>를 생성하는 것이 목표이다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가능한 경우의 수를 제안만 하는 반면</a:t>
            </a:r>
            <a:r>
              <a:rPr lang="en-US" altLang="ko-KR" sz="1400" dirty="0">
                <a:latin typeface="+mj-ea"/>
              </a:rPr>
              <a:t>, Planning</a:t>
            </a:r>
            <a:r>
              <a:rPr lang="ko-KR" altLang="en-US" sz="1400" dirty="0">
                <a:latin typeface="+mj-ea"/>
              </a:rPr>
              <a:t> 알고리즘은 가능한 경우의 중 어떤 조립 순서가 적절한지에 대해 </a:t>
            </a:r>
            <a:r>
              <a:rPr lang="ko-KR" altLang="en-US" sz="1400" b="1" dirty="0">
                <a:latin typeface="+mj-ea"/>
              </a:rPr>
              <a:t>목적</a:t>
            </a:r>
            <a:r>
              <a:rPr lang="en-US" altLang="ko-KR" sz="1400" b="1" dirty="0">
                <a:latin typeface="+mj-ea"/>
              </a:rPr>
              <a:t>(</a:t>
            </a:r>
            <a:r>
              <a:rPr lang="ko-KR" altLang="en-US" sz="1400" b="1" dirty="0">
                <a:latin typeface="+mj-ea"/>
              </a:rPr>
              <a:t>목표상태</a:t>
            </a:r>
            <a:r>
              <a:rPr lang="en-US" altLang="ko-KR" sz="1400" b="1" dirty="0">
                <a:latin typeface="+mj-ea"/>
              </a:rPr>
              <a:t>, </a:t>
            </a:r>
            <a:r>
              <a:rPr lang="ko-KR" altLang="en-US" sz="1400" b="1" dirty="0" err="1">
                <a:latin typeface="+mj-ea"/>
              </a:rPr>
              <a:t>비용최소화</a:t>
            </a:r>
            <a:r>
              <a:rPr lang="en-US" altLang="ko-KR" sz="1400" b="1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알맞은 결과를 도출하려는 </a:t>
            </a:r>
            <a:r>
              <a:rPr lang="ko-KR" altLang="en-US" sz="1400" b="1" dirty="0">
                <a:latin typeface="+mj-ea"/>
              </a:rPr>
              <a:t>판단</a:t>
            </a:r>
            <a:r>
              <a:rPr lang="ko-KR" altLang="en-US" sz="1400" dirty="0">
                <a:latin typeface="+mj-ea"/>
              </a:rPr>
              <a:t>과 </a:t>
            </a:r>
            <a:r>
              <a:rPr lang="ko-KR" altLang="en-US" sz="1400" b="1" dirty="0">
                <a:latin typeface="+mj-ea"/>
              </a:rPr>
              <a:t>선택</a:t>
            </a:r>
            <a:r>
              <a:rPr lang="ko-KR" altLang="en-US" sz="1400" dirty="0">
                <a:latin typeface="+mj-ea"/>
              </a:rPr>
              <a:t>이 함께 포함된다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u="sng" dirty="0">
                <a:latin typeface="+mj-ea"/>
                <a:ea typeface="+mj-ea"/>
              </a:rPr>
              <a:t>(※</a:t>
            </a:r>
            <a:r>
              <a:rPr lang="ko-KR" altLang="en-US" sz="1200" u="sng" dirty="0">
                <a:latin typeface="+mj-ea"/>
                <a:ea typeface="+mj-ea"/>
              </a:rPr>
              <a:t>현재 예제 코드는 단순화된 임시버전으로</a:t>
            </a:r>
            <a:r>
              <a:rPr lang="en-US" altLang="ko-KR" sz="1200" u="sng" dirty="0">
                <a:latin typeface="+mj-ea"/>
                <a:ea typeface="+mj-ea"/>
              </a:rPr>
              <a:t>, </a:t>
            </a:r>
            <a:r>
              <a:rPr lang="en-US" altLang="ko-KR" sz="1200" u="sng" dirty="0">
                <a:latin typeface="+mj-ea"/>
              </a:rPr>
              <a:t>Action Sequence(</a:t>
            </a:r>
            <a:r>
              <a:rPr lang="ko-KR" altLang="en-US" sz="1200" u="sng" dirty="0">
                <a:latin typeface="+mj-ea"/>
              </a:rPr>
              <a:t>조립 순서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결정 과정에서</a:t>
            </a:r>
            <a:r>
              <a:rPr lang="en-US" altLang="ko-KR" sz="1200" u="sng" dirty="0">
                <a:latin typeface="+mj-ea"/>
              </a:rPr>
              <a:t> </a:t>
            </a:r>
            <a:r>
              <a:rPr lang="ko-KR" altLang="en-US" sz="1200" u="sng" dirty="0">
                <a:latin typeface="+mj-ea"/>
              </a:rPr>
              <a:t>목적</a:t>
            </a:r>
            <a:r>
              <a:rPr lang="en-US" altLang="ko-KR" sz="1200" u="sng" dirty="0">
                <a:latin typeface="+mj-ea"/>
              </a:rPr>
              <a:t>(</a:t>
            </a:r>
            <a:r>
              <a:rPr lang="ko-KR" altLang="en-US" sz="1200" u="sng" dirty="0">
                <a:latin typeface="+mj-ea"/>
              </a:rPr>
              <a:t>목표상태</a:t>
            </a:r>
            <a:r>
              <a:rPr lang="en-US" altLang="ko-KR" sz="1200" u="sng" dirty="0">
                <a:latin typeface="+mj-ea"/>
              </a:rPr>
              <a:t>, </a:t>
            </a:r>
            <a:r>
              <a:rPr lang="ko-KR" altLang="en-US" sz="1200" u="sng" dirty="0" err="1">
                <a:latin typeface="+mj-ea"/>
              </a:rPr>
              <a:t>비용최소화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을 고려하지 않는다</a:t>
            </a:r>
            <a:r>
              <a:rPr lang="en-US" altLang="ko-KR" sz="1200" u="sng" dirty="0">
                <a:latin typeface="+mj-ea"/>
              </a:rPr>
              <a:t>.)</a:t>
            </a:r>
            <a:endParaRPr lang="en-US" altLang="ko-KR" sz="1200" u="sng" dirty="0">
              <a:latin typeface="+mj-ea"/>
              <a:ea typeface="+mj-ea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3B99566D-A309-BC15-5BFD-17EE977BABCC}"/>
              </a:ext>
            </a:extLst>
          </p:cNvPr>
          <p:cNvGrpSpPr/>
          <p:nvPr/>
        </p:nvGrpSpPr>
        <p:grpSpPr>
          <a:xfrm>
            <a:off x="992052" y="3049096"/>
            <a:ext cx="2219190" cy="3414107"/>
            <a:chOff x="9364249" y="2404173"/>
            <a:chExt cx="2219190" cy="3414107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CF4A1C4-3C20-672C-28A7-F02D7D3D21F7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CF8F6F5-10BF-C8F6-22EA-B17C6B28A7E2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3ADAB943-89FD-A867-DF4C-EDCB79015318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4598C128-4B94-A1D6-3AD5-B670408EE247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5F4DF4EE-4FAF-D4B0-1831-D6E57FD81F4D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3578C2DA-78E5-409B-ED1E-0897C7A4B0DD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B919CA4-2F09-9E90-27E2-F58EBA79953A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CB362DDD-9A7E-E220-F911-1D232F9871CC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F7FD5DE7-0DDF-23C4-8469-83921F76CE96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AC9B71E-A444-3829-CC0F-BB240ED6FBE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14" name="타원 13">
                  <a:extLst>
                    <a:ext uri="{FF2B5EF4-FFF2-40B4-BE49-F238E27FC236}">
                      <a16:creationId xmlns:a16="http://schemas.microsoft.com/office/drawing/2014/main" id="{A772E544-2D22-3966-CCF3-DFC3017880AE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D16B8476-7C15-7C27-A756-F78133BC82BB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9682304-DEFF-667D-3B36-485DB2AE0833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F9A5358C-2A0E-AAE8-A5A4-E9867C6A3CEF}"/>
              </a:ext>
            </a:extLst>
          </p:cNvPr>
          <p:cNvGraphicFramePr>
            <a:graphicFrameLocks noGrp="1"/>
          </p:cNvGraphicFramePr>
          <p:nvPr/>
        </p:nvGraphicFramePr>
        <p:xfrm>
          <a:off x="9390685" y="3355449"/>
          <a:ext cx="1916695" cy="2472039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56187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5482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9879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21" name="그룹 20">
            <a:extLst>
              <a:ext uri="{FF2B5EF4-FFF2-40B4-BE49-F238E27FC236}">
                <a16:creationId xmlns:a16="http://schemas.microsoft.com/office/drawing/2014/main" id="{7618654F-9F79-0086-420C-502611A5E00B}"/>
              </a:ext>
            </a:extLst>
          </p:cNvPr>
          <p:cNvGrpSpPr/>
          <p:nvPr/>
        </p:nvGrpSpPr>
        <p:grpSpPr>
          <a:xfrm>
            <a:off x="10104425" y="3739743"/>
            <a:ext cx="1009919" cy="822672"/>
            <a:chOff x="8523851" y="2626812"/>
            <a:chExt cx="1080000" cy="162000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38B9E20D-9D87-140A-4E47-26B4BAC580D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64436A4F-DFCC-E7B3-28F9-CBE8B491A58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5EC2A3D8-0555-690C-6FA0-F6CCB5966DD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I</a:t>
                </a:r>
                <a:endParaRPr lang="ko-KR" altLang="en-US" sz="800"/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EBC7586D-5A19-AC08-40D5-A820005B65E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F</a:t>
                </a:r>
                <a:endParaRPr lang="ko-KR" altLang="en-US" sz="800"/>
              </a:p>
            </p:txBody>
          </p: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921B80DF-A157-1677-789A-4B7EDE6FFE2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M</a:t>
                </a:r>
                <a:endParaRPr lang="ko-KR" altLang="en-US" sz="800"/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88A9C8E-441C-8170-D060-398F2DFE2C16}"/>
              </a:ext>
            </a:extLst>
          </p:cNvPr>
          <p:cNvGrpSpPr/>
          <p:nvPr/>
        </p:nvGrpSpPr>
        <p:grpSpPr>
          <a:xfrm>
            <a:off x="10104425" y="4728496"/>
            <a:ext cx="1009919" cy="630910"/>
            <a:chOff x="8523851" y="1625702"/>
            <a:chExt cx="1080000" cy="90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09836134-E157-2AE6-0032-2B9984BC7C8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F6FD4749-C439-209B-6336-09A054EA42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09F03909-D1F1-E154-BAF9-0795463727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C : F </a:t>
                </a:r>
                <a:endParaRPr lang="ko-KR" altLang="en-US" sz="800"/>
              </a:p>
            </p:txBody>
          </p:sp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F7FAEA9C-472D-1B5E-7F7F-092C7E2B031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dirty="0"/>
                  <a:t>Type C : M </a:t>
                </a:r>
                <a:endParaRPr lang="ko-KR" altLang="en-US" sz="800" dirty="0"/>
              </a:p>
            </p:txBody>
          </p:sp>
        </p:grp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A771620-417D-670C-194D-3AF11AB4698F}"/>
              </a:ext>
            </a:extLst>
          </p:cNvPr>
          <p:cNvSpPr/>
          <p:nvPr/>
        </p:nvSpPr>
        <p:spPr>
          <a:xfrm>
            <a:off x="8829914" y="6137311"/>
            <a:ext cx="3038236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조립순서가 고려된 </a:t>
            </a:r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Planning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결과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F7E3A964-3F9F-D15C-A986-910FF21EE814}"/>
              </a:ext>
            </a:extLst>
          </p:cNvPr>
          <p:cNvSpPr/>
          <p:nvPr/>
        </p:nvSpPr>
        <p:spPr>
          <a:xfrm>
            <a:off x="3483099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223B22CE-CAEF-0099-022F-D4143DFC262F}"/>
              </a:ext>
            </a:extLst>
          </p:cNvPr>
          <p:cNvSpPr/>
          <p:nvPr/>
        </p:nvSpPr>
        <p:spPr>
          <a:xfrm>
            <a:off x="8366364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34FE3C-D7E7-2C4A-D3A5-F85D2B5BD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533" y="2956743"/>
            <a:ext cx="3412016" cy="372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7460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4967D-706E-3A0A-FDEC-549CD42A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13A151-0464-0D52-F611-E956820F3506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6DBFF0A-DB8E-AFE4-40F5-82F025DEE911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CC13D9A5-3772-62E6-FE5B-BADDF2BC50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878CC75-B6FA-5396-7ECB-D1C3DD6E0C2E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1CC345-9176-E815-D371-169FA4921D01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64C56A63-BB38-ED86-9E67-2BDF6C98A1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9C71BA-7F15-2C56-0EEB-1070A06BE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132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CF3F-8C6F-D10D-C068-646D67E6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0D2B7D8-099C-8444-9D18-EBD804D0C248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CAC6B26F-E948-FBCA-FEB3-ED9FE801D07B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A9E90ABF-57BF-E578-3C7E-BE1AE4E93341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E00F6F42-45BB-6B92-5E34-B7C92B704BBC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FF556D1-6089-FDA8-FB4D-3D1B5959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FE356E-03EB-29B2-FACE-4F069BF2C7B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584E0F-EA13-F57D-9F2B-4B73D11AC3F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318F199E-BC3B-355F-65A6-EACC22923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B5540F-CCF0-0BDE-4534-ADDB892D3B65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54262C-8A86-F290-25FA-E55811052DF0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5BC501-F4F4-76A1-EDEA-2B29FD11D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2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37FC3-8BB4-FBB0-CB9C-E72201B4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2520D544-A269-28FB-E65F-9E42056CB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F685DBB-3D6D-63E1-C2D0-7AC10D9D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0EF3486C-5A4D-3882-1C16-A1EE5A85855E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947B1925-1D77-832C-F7FA-621EBFDDD4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D78B9B17-13DF-2918-F417-88A412ECF28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41B4BAE1-C001-2DE6-03B3-4365A79494A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8F089532-6B4A-A6D7-D1E8-9F3CF0D69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4C9728A8-C7D5-0330-1369-3C64B287E2B4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5C97EFAE-9461-E4C8-F9AC-8C9FCFD75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CF680F65-D253-F808-F1CE-0744E3FAA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</a:t>
            </a:r>
            <a:r>
              <a:rPr kumimoji="0"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 작동 설명 자료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6F8029B0-1330-B3A7-7090-EEA004F9E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ADE8B613-93B0-4D12-326C-3361100A1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291033E5-D5DC-EAD2-B120-B3FAE99FBAB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5F1358-2EA6-810F-7A06-CB573C7DC04E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786167D4-8B91-3DEA-8CB5-344F252D72A7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7507E5ED-E567-800C-B274-B10F5933465C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C8AD72E-12E7-7D26-BE43-76B2F4390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22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18929624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7369382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6772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817357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28965689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/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3854820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2BC3-A04B-1C81-D637-8D9B7BC4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5E4452C-9F55-203C-163F-13A43385A2F9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D3D71419-05D4-9B8B-4374-E4D03B7FB47F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DB6F3A9-C644-6E7C-27C7-5C9C3B4FB5D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D732A310-B242-6485-7B0E-B9A8D492DA5C}"/>
              </a:ext>
            </a:extLst>
          </p:cNvPr>
          <p:cNvCxnSpPr>
            <a:cxnSpLocks/>
            <a:stCxn id="56" idx="3"/>
            <a:endCxn id="99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BF258BB4-B93A-6160-5BC7-04BEC4B93D65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5C05AD-A14C-C021-7956-0560F9E98FF0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1733794-F980-34F7-5C0F-3DBB7F6484EA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C7DC7B6A-0871-D798-1480-8983CFD5EB7D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EAAD755-C018-AE5C-6BC2-F0D27E369C2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0F992537-7DD6-9800-927F-86A026D4542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7650DBDE-5F17-BCB1-9DC4-9C1763D7479A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A7F27381-BE69-160F-62A8-03960354BD0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6D6758E-FB9F-A686-B970-739A30980E73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7E2E52A-3070-C155-DB00-90510FBA4320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5E9334-0111-460D-E14A-986DF31F903F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A2B238C-0487-D25D-6A78-5978EE75C418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C085242A-3653-9927-BA1B-422FE32D5713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82A8BE7C-EC5D-E1D3-F642-8ACD89CC2782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38DB4A4-2CD7-A603-D9ED-350E7D7E3AE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32D886E4-F1CB-1244-C366-E677FB7A9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D2FCD8-FF9D-FDA9-A604-4DBA4BD5E8DC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0C6A8-132A-743D-5D64-38BD3A39EFD1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공법서 변환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71537E-B6A4-11BA-3F4B-B886FDDB6108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5D8556E-D247-702B-5488-6345F9148AC4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96B69B0-ABEF-BD3D-60D0-2348D44945F0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1BE66FD-E5F7-76CA-4BD4-C10112F961D4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40F7860-AD62-6C38-EBC3-7BB9AC8E394D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863550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1357</TotalTime>
  <Words>2923</Words>
  <Application>Microsoft Office PowerPoint</Application>
  <PresentationFormat>와이드스크린</PresentationFormat>
  <Paragraphs>841</Paragraphs>
  <Slides>39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39</vt:i4>
      </vt:variant>
    </vt:vector>
  </HeadingPairs>
  <TitlesOfParts>
    <vt:vector size="46" baseType="lpstr"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331</cp:revision>
  <dcterms:modified xsi:type="dcterms:W3CDTF">2025-11-23T18:13:55Z</dcterms:modified>
</cp:coreProperties>
</file>