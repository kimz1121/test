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18"/>
  </p:notesMasterIdLst>
  <p:sldIdLst>
    <p:sldId id="256" r:id="rId3"/>
    <p:sldId id="257" r:id="rId4"/>
    <p:sldId id="343" r:id="rId5"/>
    <p:sldId id="2419" r:id="rId6"/>
    <p:sldId id="2420" r:id="rId7"/>
    <p:sldId id="2411" r:id="rId8"/>
    <p:sldId id="2422" r:id="rId9"/>
    <p:sldId id="2423" r:id="rId10"/>
    <p:sldId id="2415" r:id="rId11"/>
    <p:sldId id="2410" r:id="rId12"/>
    <p:sldId id="2405" r:id="rId13"/>
    <p:sldId id="2406" r:id="rId14"/>
    <p:sldId id="2407" r:id="rId15"/>
    <p:sldId id="2408" r:id="rId16"/>
    <p:sldId id="2409" r:id="rId17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A9"/>
    <a:srgbClr val="FFB7D1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E6CCC-38E3-27D9-4410-C86FAD8C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E428DD-FEF9-78DB-14FC-593792764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CA154-C9C5-07B6-BE48-A6A39EB52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757FA-B9BB-317D-B7F6-64771525A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323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F0D1-1EB4-5E7B-72DD-1C2261D7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1F651-F07C-A7B6-36B8-BACD68C76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56958A-0B74-BBF0-D45E-E38DF747B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1A66E8-266C-26D5-6A70-EFB46BDE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9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2EFF-38C7-910F-C647-633B9831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24740D-AC62-B1C2-46A7-330613F1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5AE463-D223-2999-2882-3779213CE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0F4E0D-D872-938A-B50E-715FD1237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2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0FEF-F757-893C-D810-AA6D753B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C533E-50A5-7B54-E6F2-87D622D8F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69EBA-E085-BC0A-A315-C697621D6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F064DB-777F-EF50-1C5F-BC0CBB932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894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9752-9304-ED47-2955-7CAF80E18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D4EE82-CE30-BF69-B6EC-08F59288F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C04B67-BE11-9149-BDA5-595AF75C7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47F52C-CA97-E5A3-7FA3-CCDF6D216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955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3ED8-4E74-0F4B-887E-C5F7FDDC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A147C4-B075-06C1-DDFD-94E736B9D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C1F110-1BD1-A65B-4AB9-E559571F8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3E115-9B94-49B7-E592-861D184C1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355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8BE42-4EFD-77ED-46E8-2AC1FE3A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BAC6E5-1DB7-4B71-CBA3-D2B815B7D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CCF097-B240-6BDB-4B0E-125EE6A5F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68709A-2B4B-E645-3366-8839BFDA2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406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9103-73B4-72C4-7305-5619D3E2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333694-D94D-2860-B561-BA5BCDA2C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F3CDE7-4306-3537-7C69-EBD2C5A2D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90B0B-D11A-2194-6953-A998BC4D4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306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E1F4-C729-8337-019A-C5175F56A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1BD1AB-70B7-DC45-6BF8-7B972AE2E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28EED1-82C8-06D7-B5EB-67DA236AB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CE58E5-E9B5-0ED6-14B4-245CAFB71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700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70A5F-1217-6FA8-BEB6-192DA761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A987C7-57DB-ECF3-1A33-1D60AA455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CD3C19-E279-6255-53B6-DBE0444A0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50D253-D523-EE9B-269E-80A00B0CA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442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2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EB23F-031C-BB1C-070E-0573F98E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BBB28F-08BF-2E99-6D32-D68ADFCE8B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225C6C-33B5-0A82-50E4-AAF33A56581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25771B99-FA2D-2C8B-0BBE-000159873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7B15A07C-3C17-D214-5B63-7CDF2B2994E7}"/>
              </a:ext>
            </a:extLst>
          </p:cNvPr>
          <p:cNvGraphicFramePr>
            <a:graphicFrameLocks noGrp="1"/>
          </p:cNvGraphicFramePr>
          <p:nvPr/>
        </p:nvGraphicFramePr>
        <p:xfrm>
          <a:off x="6493885" y="4762683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D7689BF4-DAA1-DA1F-D276-D2ADEFAAFD94}"/>
              </a:ext>
            </a:extLst>
          </p:cNvPr>
          <p:cNvGrpSpPr/>
          <p:nvPr/>
        </p:nvGrpSpPr>
        <p:grpSpPr>
          <a:xfrm>
            <a:off x="6983978" y="5043252"/>
            <a:ext cx="783798" cy="517711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F9C5DA5B-1C5F-2FCC-06FC-3FB0341B334D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9AE8F636-85A6-A61E-21BA-824E16827A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EC56CFC9-4494-6A05-528F-5A628F13559B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060E5AC-54B0-B2F7-A379-3E0562E9A45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8225C8E0-E6EE-71D8-9855-7D65474FCC9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B4AD9699-444C-4F88-4A74-EBC1D49F22FC}"/>
              </a:ext>
            </a:extLst>
          </p:cNvPr>
          <p:cNvGrpSpPr/>
          <p:nvPr/>
        </p:nvGrpSpPr>
        <p:grpSpPr>
          <a:xfrm>
            <a:off x="7026062" y="5633478"/>
            <a:ext cx="715093" cy="485167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D185BAAA-F605-B6DD-3855-A78FD47FDFE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7B58C63-3CA0-3521-AF1C-747926D4A56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A5155BA4-E65B-D14E-479B-68BCEB237FC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68B94B6C-1562-3313-9C11-1A04EB1E5A9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A2B4B0E2-6E43-A047-B54C-4B8400AA935D}"/>
              </a:ext>
            </a:extLst>
          </p:cNvPr>
          <p:cNvSpPr txBox="1"/>
          <p:nvPr/>
        </p:nvSpPr>
        <p:spPr>
          <a:xfrm>
            <a:off x="6266025" y="6477609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부품</a:t>
            </a:r>
            <a:r>
              <a:rPr lang="ko-KR" altLang="en-US" sz="1000" dirty="0"/>
              <a:t> 기준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49A94FB-4B5C-9850-582E-F275D39A261E}"/>
              </a:ext>
            </a:extLst>
          </p:cNvPr>
          <p:cNvSpPr/>
          <p:nvPr/>
        </p:nvSpPr>
        <p:spPr>
          <a:xfrm>
            <a:off x="8442799" y="5535003"/>
            <a:ext cx="1138968" cy="560922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ko-KR" altLang="en-US" sz="1200" b="1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BEFA1DFE-37F1-6CC1-EB2C-0F90BF529959}"/>
              </a:ext>
            </a:extLst>
          </p:cNvPr>
          <p:cNvGrpSpPr/>
          <p:nvPr/>
        </p:nvGrpSpPr>
        <p:grpSpPr>
          <a:xfrm>
            <a:off x="10139938" y="5006304"/>
            <a:ext cx="1606585" cy="1485109"/>
            <a:chOff x="9452164" y="3184556"/>
            <a:chExt cx="2475163" cy="2131186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A49AE89C-907B-31D9-EFF2-FF4A76B13682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221FEC13-0AC5-997E-F80C-37F8D3C4A769}"/>
                </a:ext>
              </a:extLst>
            </p:cNvPr>
            <p:cNvSpPr/>
            <p:nvPr/>
          </p:nvSpPr>
          <p:spPr>
            <a:xfrm>
              <a:off x="9452164" y="3184556"/>
              <a:ext cx="161425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출력</a:t>
              </a:r>
              <a:endParaRPr lang="ko-KR" altLang="en-US" sz="12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274DD75-6C72-265C-85E6-06B046ED8550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EDD64A6-776E-1E08-0F7B-937B2C8CEBAE}"/>
              </a:ext>
            </a:extLst>
          </p:cNvPr>
          <p:cNvSpPr/>
          <p:nvPr/>
        </p:nvSpPr>
        <p:spPr>
          <a:xfrm>
            <a:off x="6636289" y="2574828"/>
            <a:ext cx="4950570" cy="1885430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DB56A981-25D5-D084-5D77-1A7885666929}"/>
              </a:ext>
            </a:extLst>
          </p:cNvPr>
          <p:cNvGrpSpPr/>
          <p:nvPr/>
        </p:nvGrpSpPr>
        <p:grpSpPr>
          <a:xfrm>
            <a:off x="6678876" y="2660333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77E3E67B-ECAB-993F-F53E-C8BA95AC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31A9C87-83B8-0088-8289-C24DC14A7C0E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83E029F4-E12F-86E0-F363-10F97D98CCE0}"/>
              </a:ext>
            </a:extLst>
          </p:cNvPr>
          <p:cNvSpPr/>
          <p:nvPr/>
        </p:nvSpPr>
        <p:spPr>
          <a:xfrm>
            <a:off x="6772559" y="310185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826D37E2-D6EC-0298-B634-280288E7EB17}"/>
              </a:ext>
            </a:extLst>
          </p:cNvPr>
          <p:cNvSpPr/>
          <p:nvPr/>
        </p:nvSpPr>
        <p:spPr>
          <a:xfrm>
            <a:off x="8130599" y="3081093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시스템</a:t>
            </a:r>
            <a:endParaRPr lang="en-US" altLang="ko-KR" sz="1000" dirty="0"/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55A94DC0-0B03-B81A-79F5-17E7829A669A}"/>
              </a:ext>
            </a:extLst>
          </p:cNvPr>
          <p:cNvSpPr/>
          <p:nvPr/>
        </p:nvSpPr>
        <p:spPr>
          <a:xfrm>
            <a:off x="9818487" y="3088501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5AD408CC-7E5F-561B-1AD7-38DCC80A5826}"/>
              </a:ext>
            </a:extLst>
          </p:cNvPr>
          <p:cNvSpPr/>
          <p:nvPr/>
        </p:nvSpPr>
        <p:spPr>
          <a:xfrm>
            <a:off x="5766691" y="2583442"/>
            <a:ext cx="362163" cy="2079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A2DFD61-E82A-882B-E16C-A3E4CCD1921B}"/>
              </a:ext>
            </a:extLst>
          </p:cNvPr>
          <p:cNvGrpSpPr/>
          <p:nvPr/>
        </p:nvGrpSpPr>
        <p:grpSpPr>
          <a:xfrm>
            <a:off x="9133561" y="1255515"/>
            <a:ext cx="1308643" cy="95530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F5FF673-E3A9-D67A-519B-AB43BE9116A7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44FF6C79-0407-694E-9093-644378BD210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B5C3A193-3723-2636-5980-04A882BE704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C846119C-1102-FF9F-6E04-700CF545FC08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55A9F666-3F6B-459A-A544-BF3B78308643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B4B1A0B3-A4FE-2130-95AD-BC05CBA6E933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AE4D99C4-D9F4-9BDA-6BC8-651F8CAC7E6B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773F15F1-C422-DBDD-AE63-EA60F8872957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57C88EBC-2B7C-63E4-6DB8-4C53A555A6D6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A55182B-4F66-8249-F4F8-3E0291E927E8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6A710B49-0A53-981D-C4A6-B0FF0A0FA82E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80B14CA-E710-74F8-9306-13573B632A2F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B4BFE94-9835-DB67-72AA-83117DC4B0AA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1C4B5E2E-1EEC-CDC0-1004-4A0B541A41B1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E316EDDD-E704-FFA1-06D6-3E58C3AC0BC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CDF4FB99-1CE1-7FD5-CAC5-9574E1139FD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401C6AAF-E223-AE89-C162-578CD6CD0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B9547FFA-CD54-7956-07CE-C2B9C5F8D7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F2E61AB7-4D2F-440D-2E52-4DD339F3BC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FCE8E24F-7ED7-37CE-C419-58B85909E9B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8E674FE-99E9-B88C-B683-A8D8E019458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636DB42F-B338-006F-D078-281C917486F4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D90E14DB-3AF2-A1B9-54F1-8253104C1921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0775AD21-B7E3-292B-D14F-F88BBAC64F9C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666831A7-8A34-BCC5-944A-C61B7CD9D49C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DD9E799B-FDF5-70E3-A28A-8519ABD43C13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189E5D82-79A5-88B1-2070-B44C0ED49F97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8094A82-55D3-3DBC-C6FA-176AE524D1FE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FA36AD0-5F06-BB1A-0EAB-29C9FB26141E}"/>
              </a:ext>
            </a:extLst>
          </p:cNvPr>
          <p:cNvGrpSpPr/>
          <p:nvPr/>
        </p:nvGrpSpPr>
        <p:grpSpPr>
          <a:xfrm>
            <a:off x="10405300" y="1272532"/>
            <a:ext cx="1525175" cy="999873"/>
            <a:chOff x="2438097" y="1177547"/>
            <a:chExt cx="1525175" cy="999873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D55E5CBA-D1C1-F7DD-3FD2-DDB49BB77F45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73704671-9775-4468-C329-D2FA0C960C50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00836A29-D738-00DC-E0BD-CBFB4BD952F7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68BB3E26-F247-9FBC-BA2E-D2546BF16020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437780D1-1E6B-D753-4B8D-120799764134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AD2FF627-F3BC-57EB-79B3-276374C891A8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0F8AADDD-7BFB-2C92-AF44-E0710868CEC5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771E60E2-E01B-E854-DCD2-3BCCCFF9A6D6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9663F5D7-AB4A-775C-A907-C14F3AA47B6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54D9DA19-4E76-75F5-B11F-BCC195710231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44EC00D-7DA0-22F4-4B2E-600D21AF61DC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098DEE70-FB6F-3BB9-D6AB-06F31080771B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8E85678F-4570-6C93-F29F-7AFB62A43BB3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D8D20DDD-733B-CB4C-76CB-AD12EEC1468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F1B5B7C-0567-1977-E43E-EC65DB2EDB75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67C0265C-4E06-97DC-356D-4190194698E3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DEFA71F3-C5D9-4896-6E82-181FB5560547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E8CFFEF-43C8-6B5C-F729-9504918807BE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3B8C339C-1995-23C6-91FB-3E2B47B317AA}"/>
              </a:ext>
            </a:extLst>
          </p:cNvPr>
          <p:cNvSpPr/>
          <p:nvPr/>
        </p:nvSpPr>
        <p:spPr>
          <a:xfrm>
            <a:off x="7989543" y="5501591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8B61D2E5-4592-AD73-C096-F4F074C8964E}"/>
              </a:ext>
            </a:extLst>
          </p:cNvPr>
          <p:cNvSpPr/>
          <p:nvPr/>
        </p:nvSpPr>
        <p:spPr>
          <a:xfrm>
            <a:off x="9772123" y="5538693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BCA8E2FA-10E5-7524-5584-904C110D0546}"/>
              </a:ext>
            </a:extLst>
          </p:cNvPr>
          <p:cNvGrpSpPr/>
          <p:nvPr/>
        </p:nvGrpSpPr>
        <p:grpSpPr>
          <a:xfrm>
            <a:off x="866677" y="5598359"/>
            <a:ext cx="2453484" cy="1170835"/>
            <a:chOff x="983719" y="5744659"/>
            <a:chExt cx="2453484" cy="117083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0DF583E-DAD4-DD87-BFD3-C8D5D70F5DDE}"/>
                </a:ext>
              </a:extLst>
            </p:cNvPr>
            <p:cNvGrpSpPr/>
            <p:nvPr/>
          </p:nvGrpSpPr>
          <p:grpSpPr>
            <a:xfrm>
              <a:off x="1652753" y="5744659"/>
              <a:ext cx="1115416" cy="689120"/>
              <a:chOff x="1299418" y="1152609"/>
              <a:chExt cx="1544859" cy="1004487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BDEEB529-66A9-4C6A-33DC-1465E839E70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5204C805-AE50-3F9D-C67C-15C16060A445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18B34817-D281-AFCC-5C06-6351403A5AD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D3973ECB-ED2B-3D93-C4E0-387BDD564273}"/>
                    </a:ext>
                  </a:extLst>
                </p:cNvPr>
                <p:cNvCxnSpPr>
                  <a:cxnSpLocks/>
                  <a:endCxn id="62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6CE2A386-66FE-B560-1755-679A74C4814B}"/>
                    </a:ext>
                  </a:extLst>
                </p:cNvPr>
                <p:cNvCxnSpPr>
                  <a:cxnSpLocks/>
                  <a:stCxn id="63" idx="2"/>
                  <a:endCxn id="62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7FAC5876-EE0B-8FDA-AF8B-B27C90BB2EE1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6239ACD3-EB06-349F-14CF-206E5374F1E3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13C37F3F-33FE-417F-DCB1-599A5034958A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33CB3F0A-BE52-7B25-E721-D0A57588231F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D3E9B72-C401-6737-E0AB-4E0B9E5EE81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EB4E7AF8-2298-5A97-4941-55CCDCC725A4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8FADD8F4-CDA5-E3B2-CF68-4BC81D11ED1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8018E97B-66A5-D5F9-03A2-ABB783D5D956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55" name="사각형: 둥근 모서리 54">
                    <a:extLst>
                      <a:ext uri="{FF2B5EF4-FFF2-40B4-BE49-F238E27FC236}">
                        <a16:creationId xmlns:a16="http://schemas.microsoft.com/office/drawing/2014/main" id="{8B90B604-C71C-776F-3A5E-B50900CC2E28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56" name="그룹 55">
                    <a:extLst>
                      <a:ext uri="{FF2B5EF4-FFF2-40B4-BE49-F238E27FC236}">
                        <a16:creationId xmlns:a16="http://schemas.microsoft.com/office/drawing/2014/main" id="{E292B3EE-8DA5-C40A-D5B6-12E687F31474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58" name="타원 57">
                      <a:extLst>
                        <a:ext uri="{FF2B5EF4-FFF2-40B4-BE49-F238E27FC236}">
                          <a16:creationId xmlns:a16="http://schemas.microsoft.com/office/drawing/2014/main" id="{DC0CC893-E9D4-0EEF-A6A5-3512315FD0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9" name="타원 58">
                      <a:extLst>
                        <a:ext uri="{FF2B5EF4-FFF2-40B4-BE49-F238E27FC236}">
                          <a16:creationId xmlns:a16="http://schemas.microsoft.com/office/drawing/2014/main" id="{7F87B82A-5DAE-28A0-5376-35CC812F44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61" name="타원 60">
                      <a:extLst>
                        <a:ext uri="{FF2B5EF4-FFF2-40B4-BE49-F238E27FC236}">
                          <a16:creationId xmlns:a16="http://schemas.microsoft.com/office/drawing/2014/main" id="{776A8B45-5C9E-ACF0-1119-EED3EDF726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57" name="타원 56">
                    <a:extLst>
                      <a:ext uri="{FF2B5EF4-FFF2-40B4-BE49-F238E27FC236}">
                        <a16:creationId xmlns:a16="http://schemas.microsoft.com/office/drawing/2014/main" id="{B8B5E895-45EA-3BDD-CBE0-4921C0AEC33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CA7ABA1C-4FCA-6A61-4176-2DB14E296BE7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842FB5E7-A29D-A14B-10DF-0E689CC4A641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2B6EBE38-EA76-907B-AECD-60BCB4FAB956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6444955A-6419-BAF7-4C56-2057FE6A1490}"/>
                    </a:ext>
                  </a:extLst>
                </p:cNvPr>
                <p:cNvCxnSpPr>
                  <a:cxnSpLocks/>
                  <a:endCxn id="4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93CE63BD-4D5F-B607-F294-B86D9C0F04DD}"/>
                    </a:ext>
                  </a:extLst>
                </p:cNvPr>
                <p:cNvCxnSpPr>
                  <a:cxnSpLocks/>
                  <a:stCxn id="44" idx="7"/>
                  <a:endCxn id="4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D320B83D-54A0-6B90-147D-36E15B5D0D4B}"/>
                    </a:ext>
                  </a:extLst>
                </p:cNvPr>
                <p:cNvCxnSpPr>
                  <a:cxnSpLocks/>
                  <a:stCxn id="47" idx="1"/>
                  <a:endCxn id="4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5FCC92C8-08D9-992E-4333-508D7B8A3A82}"/>
                    </a:ext>
                  </a:extLst>
                </p:cNvPr>
                <p:cNvCxnSpPr>
                  <a:cxnSpLocks/>
                  <a:stCxn id="48" idx="7"/>
                  <a:endCxn id="4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809A77E-B459-87D2-D1B8-14E67DC66B3C}"/>
                </a:ext>
              </a:extLst>
            </p:cNvPr>
            <p:cNvSpPr txBox="1"/>
            <p:nvPr/>
          </p:nvSpPr>
          <p:spPr>
            <a:xfrm>
              <a:off x="983719" y="6515384"/>
              <a:ext cx="245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엔드 아이템 리스트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이미 조립됨 여부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042F2813-73C8-5E1C-B491-FFD62AC86F8E}"/>
              </a:ext>
            </a:extLst>
          </p:cNvPr>
          <p:cNvGrpSpPr/>
          <p:nvPr/>
        </p:nvGrpSpPr>
        <p:grpSpPr>
          <a:xfrm>
            <a:off x="3574172" y="5656196"/>
            <a:ext cx="1525175" cy="1112998"/>
            <a:chOff x="3237674" y="5802496"/>
            <a:chExt cx="1525175" cy="1112998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49DB1571-30D5-A1B1-ABCE-F6B7C5EA32A7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5FA7601A-AE1C-E132-28EB-43AB3251695F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02E4499B-92C5-897C-03ED-6B29257B79B9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27390D7C-1E68-544D-43DA-A5F93EA4B30C}"/>
                  </a:ext>
                </a:extLst>
              </p:cNvPr>
              <p:cNvCxnSpPr>
                <a:cxnSpLocks/>
                <a:stCxn id="84" idx="2"/>
                <a:endCxn id="75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933A1B25-BEC1-842B-58CA-3974CF031A0B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EECBE6A5-972B-CBAC-8CE4-F845750C5993}"/>
                  </a:ext>
                </a:extLst>
              </p:cNvPr>
              <p:cNvCxnSpPr>
                <a:cxnSpLocks/>
                <a:stCxn id="81" idx="1"/>
                <a:endCxn id="77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E19BF645-92D8-F958-113D-51BCA33952BB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ADB4C9A8-73D8-3A41-E8AB-07040F8D4810}"/>
                  </a:ext>
                </a:extLst>
              </p:cNvPr>
              <p:cNvCxnSpPr>
                <a:cxnSpLocks/>
                <a:stCxn id="85" idx="6"/>
                <a:endCxn id="79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31944D6C-55D3-D35D-C700-27915D0622F7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2C33D43-C1E7-3912-4599-B23BD5A87FC2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9BBB5865-EB01-BDA5-D09B-F4FB6B9C1719}"/>
                  </a:ext>
                </a:extLst>
              </p:cNvPr>
              <p:cNvCxnSpPr>
                <a:cxnSpLocks/>
                <a:stCxn id="82" idx="3"/>
                <a:endCxn id="75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C097AC0F-D5FF-0E2C-CB59-86BC2D9ED6EA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833E47A3-1DDB-A67E-70DF-89E548C9A039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77EF08F6-CC56-C7DA-81AF-C885A84EDED5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0252C6E9-5808-64F7-25D6-CF9E995CB213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C7B737CB-4351-D28D-A88E-B62EB518609E}"/>
                  </a:ext>
                </a:extLst>
              </p:cNvPr>
              <p:cNvCxnSpPr>
                <a:cxnSpLocks/>
                <a:stCxn id="87" idx="4"/>
                <a:endCxn id="86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6568852F-6102-71F0-0BBF-B99CCCBF4CD6}"/>
                  </a:ext>
                </a:extLst>
              </p:cNvPr>
              <p:cNvCxnSpPr>
                <a:cxnSpLocks/>
                <a:stCxn id="81" idx="2"/>
                <a:endCxn id="82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C8018E3-1B65-D42B-0570-99A307B868DC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125" name="화살표: 아래쪽 124">
            <a:extLst>
              <a:ext uri="{FF2B5EF4-FFF2-40B4-BE49-F238E27FC236}">
                <a16:creationId xmlns:a16="http://schemas.microsoft.com/office/drawing/2014/main" id="{E455347E-B1E1-CF75-BA62-2C1CADEAA406}"/>
              </a:ext>
            </a:extLst>
          </p:cNvPr>
          <p:cNvSpPr/>
          <p:nvPr/>
        </p:nvSpPr>
        <p:spPr>
          <a:xfrm>
            <a:off x="7245049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pic>
        <p:nvPicPr>
          <p:cNvPr id="133" name="그래픽 132" descr="데이터베이스 단색으로 채워진">
            <a:extLst>
              <a:ext uri="{FF2B5EF4-FFF2-40B4-BE49-F238E27FC236}">
                <a16:creationId xmlns:a16="http://schemas.microsoft.com/office/drawing/2014/main" id="{F4F59BF7-170A-00EF-C56B-47AA21BA4D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293" y="1367718"/>
            <a:ext cx="648000" cy="696546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C6234533-58EF-E8E0-AD79-3EAF7B2A0E62}"/>
              </a:ext>
            </a:extLst>
          </p:cNvPr>
          <p:cNvSpPr txBox="1"/>
          <p:nvPr/>
        </p:nvSpPr>
        <p:spPr>
          <a:xfrm>
            <a:off x="6288088" y="2058912"/>
            <a:ext cx="143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부품 특성 정보 데이터</a:t>
            </a:r>
          </a:p>
        </p:txBody>
      </p:sp>
      <p:pic>
        <p:nvPicPr>
          <p:cNvPr id="144" name="그래픽 143" descr="데이터베이스 단색으로 채워진">
            <a:extLst>
              <a:ext uri="{FF2B5EF4-FFF2-40B4-BE49-F238E27FC236}">
                <a16:creationId xmlns:a16="http://schemas.microsoft.com/office/drawing/2014/main" id="{D1AAE338-8565-618B-5548-B48C1F97D1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9678" y="1361301"/>
            <a:ext cx="648000" cy="696546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15C3F830-3342-AB67-2E21-8B16C22F6349}"/>
              </a:ext>
            </a:extLst>
          </p:cNvPr>
          <p:cNvSpPr txBox="1"/>
          <p:nvPr/>
        </p:nvSpPr>
        <p:spPr>
          <a:xfrm>
            <a:off x="7651968" y="2054829"/>
            <a:ext cx="152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조립 관계 정보 데이터</a:t>
            </a:r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F7F7A9EF-505B-CABA-1631-05486C33996D}"/>
              </a:ext>
            </a:extLst>
          </p:cNvPr>
          <p:cNvCxnSpPr>
            <a:cxnSpLocks/>
          </p:cNvCxnSpPr>
          <p:nvPr/>
        </p:nvCxnSpPr>
        <p:spPr>
          <a:xfrm>
            <a:off x="4122832" y="2305133"/>
            <a:ext cx="350000" cy="1552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화살표 연결선 268">
            <a:extLst>
              <a:ext uri="{FF2B5EF4-FFF2-40B4-BE49-F238E27FC236}">
                <a16:creationId xmlns:a16="http://schemas.microsoft.com/office/drawing/2014/main" id="{2591751C-F12F-77DC-4E50-BE4C97BE1622}"/>
              </a:ext>
            </a:extLst>
          </p:cNvPr>
          <p:cNvCxnSpPr>
            <a:cxnSpLocks/>
          </p:cNvCxnSpPr>
          <p:nvPr/>
        </p:nvCxnSpPr>
        <p:spPr>
          <a:xfrm flipV="1">
            <a:off x="4259579" y="3101853"/>
            <a:ext cx="261012" cy="32714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303A9F44-B303-2007-4BF8-D11777711933}"/>
              </a:ext>
            </a:extLst>
          </p:cNvPr>
          <p:cNvCxnSpPr>
            <a:cxnSpLocks/>
          </p:cNvCxnSpPr>
          <p:nvPr/>
        </p:nvCxnSpPr>
        <p:spPr>
          <a:xfrm>
            <a:off x="2659503" y="2547692"/>
            <a:ext cx="1769840" cy="24136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E40BE2B2-30B0-CB7D-1019-579AC7BA3900}"/>
              </a:ext>
            </a:extLst>
          </p:cNvPr>
          <p:cNvSpPr/>
          <p:nvPr/>
        </p:nvSpPr>
        <p:spPr>
          <a:xfrm>
            <a:off x="556780" y="3526279"/>
            <a:ext cx="3702799" cy="1639749"/>
          </a:xfrm>
          <a:prstGeom prst="roundRect">
            <a:avLst>
              <a:gd name="adj" fmla="val 837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C4FC9954-D861-092C-045B-FEB1AB8A556B}"/>
              </a:ext>
            </a:extLst>
          </p:cNvPr>
          <p:cNvSpPr/>
          <p:nvPr/>
        </p:nvSpPr>
        <p:spPr>
          <a:xfrm>
            <a:off x="3025719" y="1403626"/>
            <a:ext cx="1043027" cy="1941745"/>
          </a:xfrm>
          <a:prstGeom prst="roundRect">
            <a:avLst>
              <a:gd name="adj" fmla="val 1487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4D735727-5163-2524-0F4E-0BD53373AEA1}"/>
              </a:ext>
            </a:extLst>
          </p:cNvPr>
          <p:cNvSpPr/>
          <p:nvPr/>
        </p:nvSpPr>
        <p:spPr>
          <a:xfrm>
            <a:off x="558538" y="1397673"/>
            <a:ext cx="2055792" cy="1941745"/>
          </a:xfrm>
          <a:prstGeom prst="roundRect">
            <a:avLst>
              <a:gd name="adj" fmla="val 837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D5DFCC0-83D1-60C4-313D-F56271CA7315}"/>
              </a:ext>
            </a:extLst>
          </p:cNvPr>
          <p:cNvGrpSpPr/>
          <p:nvPr/>
        </p:nvGrpSpPr>
        <p:grpSpPr>
          <a:xfrm>
            <a:off x="4371266" y="3372327"/>
            <a:ext cx="1047786" cy="1264552"/>
            <a:chOff x="7917849" y="1193508"/>
            <a:chExt cx="1067656" cy="1198726"/>
          </a:xfrm>
        </p:grpSpPr>
        <p:pic>
          <p:nvPicPr>
            <p:cNvPr id="36" name="그래픽 35" descr="데이터베이스 단색으로 채워진">
              <a:extLst>
                <a:ext uri="{FF2B5EF4-FFF2-40B4-BE49-F238E27FC236}">
                  <a16:creationId xmlns:a16="http://schemas.microsoft.com/office/drawing/2014/main" id="{5F81B6AE-601C-8860-55A6-2CE015654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F79F624-E526-F638-AF2D-8E79D1E279BB}"/>
                </a:ext>
              </a:extLst>
            </p:cNvPr>
            <p:cNvSpPr txBox="1"/>
            <p:nvPr/>
          </p:nvSpPr>
          <p:spPr>
            <a:xfrm>
              <a:off x="7917849" y="2012952"/>
              <a:ext cx="1067656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관계 정보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데이터</a:t>
              </a: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6F226478-9B27-CBA0-4603-7506B386BD4B}"/>
              </a:ext>
            </a:extLst>
          </p:cNvPr>
          <p:cNvGrpSpPr/>
          <p:nvPr/>
        </p:nvGrpSpPr>
        <p:grpSpPr>
          <a:xfrm>
            <a:off x="4345819" y="1964040"/>
            <a:ext cx="1070854" cy="1270661"/>
            <a:chOff x="7903782" y="1193508"/>
            <a:chExt cx="1091161" cy="1204517"/>
          </a:xfrm>
        </p:grpSpPr>
        <p:pic>
          <p:nvPicPr>
            <p:cNvPr id="120" name="그래픽 119" descr="데이터베이스 단색으로 채워진">
              <a:extLst>
                <a:ext uri="{FF2B5EF4-FFF2-40B4-BE49-F238E27FC236}">
                  <a16:creationId xmlns:a16="http://schemas.microsoft.com/office/drawing/2014/main" id="{E6CA1161-6C74-AB50-32D6-899B21F7D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444BBAD-AC80-2FBE-599F-1EEA2CC7971A}"/>
                </a:ext>
              </a:extLst>
            </p:cNvPr>
            <p:cNvSpPr txBox="1"/>
            <p:nvPr/>
          </p:nvSpPr>
          <p:spPr>
            <a:xfrm>
              <a:off x="7903782" y="2018743"/>
              <a:ext cx="1091161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부품 특성 정보 데이터</a:t>
              </a:r>
            </a:p>
          </p:txBody>
        </p:sp>
      </p:grpSp>
      <p:pic>
        <p:nvPicPr>
          <p:cNvPr id="174" name="그림 173" descr="공구, 레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4DA915-7549-74EB-2FCB-5E97C22B11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05" b="89857" l="6771" r="93750">
                        <a14:foregroundMark x1="80208" y1="46301" x2="88229" y2="52029"/>
                        <a14:foregroundMark x1="93854" y1="48687" x2="92083" y2="52148"/>
                        <a14:foregroundMark x1="9063" y1="64320" x2="6771" y2="43675"/>
                        <a14:foregroundMark x1="27708" y1="62888" x2="28438" y2="63246"/>
                        <a14:foregroundMark x1="32500" y1="40334" x2="33438" y2="40931"/>
                        <a14:foregroundMark x1="24167" y1="31981" x2="24896" y2="32697"/>
                        <a14:foregroundMark x1="24792" y1="31623" x2="26042" y2="34010"/>
                        <a14:foregroundMark x1="26458" y1="34368" x2="27917" y2="451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6" y="3991236"/>
            <a:ext cx="1881704" cy="1354593"/>
          </a:xfrm>
          <a:prstGeom prst="rect">
            <a:avLst/>
          </a:prstGeom>
        </p:spPr>
      </p:pic>
      <p:sp>
        <p:nvSpPr>
          <p:cNvPr id="176" name="타원 175">
            <a:extLst>
              <a:ext uri="{FF2B5EF4-FFF2-40B4-BE49-F238E27FC236}">
                <a16:creationId xmlns:a16="http://schemas.microsoft.com/office/drawing/2014/main" id="{2B340DD1-4A94-2EE1-2498-55BE23BFBED5}"/>
              </a:ext>
            </a:extLst>
          </p:cNvPr>
          <p:cNvSpPr/>
          <p:nvPr/>
        </p:nvSpPr>
        <p:spPr>
          <a:xfrm>
            <a:off x="3176564" y="4235267"/>
            <a:ext cx="907524" cy="2883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나사구멍</a:t>
            </a:r>
            <a:r>
              <a:rPr lang="en-US" altLang="ko-KR" sz="800" dirty="0">
                <a:latin typeface="+mj-ea"/>
                <a:ea typeface="+mj-ea"/>
              </a:rPr>
              <a:t>:</a:t>
            </a:r>
            <a:r>
              <a:rPr lang="ko-KR" altLang="en-US" sz="800" dirty="0">
                <a:latin typeface="+mj-ea"/>
                <a:ea typeface="+mj-ea"/>
              </a:rPr>
              <a:t> </a:t>
            </a:r>
            <a:r>
              <a:rPr lang="en-US" altLang="ko-KR" sz="800" dirty="0">
                <a:latin typeface="+mj-ea"/>
                <a:ea typeface="+mj-ea"/>
              </a:rPr>
              <a:t>Ø8mm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212958BD-511D-7E84-26B3-66E4DB2973F8}"/>
              </a:ext>
            </a:extLst>
          </p:cNvPr>
          <p:cNvSpPr/>
          <p:nvPr/>
        </p:nvSpPr>
        <p:spPr>
          <a:xfrm>
            <a:off x="1527174" y="4488830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C2CD70DF-B2A2-D440-88F5-BA611FB49429}"/>
              </a:ext>
            </a:extLst>
          </p:cNvPr>
          <p:cNvSpPr/>
          <p:nvPr/>
        </p:nvSpPr>
        <p:spPr>
          <a:xfrm>
            <a:off x="1425489" y="4794825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+mj-ea"/>
              <a:ea typeface="+mj-ea"/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CAFE83D2-7702-78FE-F361-25DC93BD418B}"/>
              </a:ext>
            </a:extLst>
          </p:cNvPr>
          <p:cNvCxnSpPr>
            <a:cxnSpLocks/>
            <a:stCxn id="176" idx="4"/>
            <a:endCxn id="174" idx="3"/>
          </p:cNvCxnSpPr>
          <p:nvPr/>
        </p:nvCxnSpPr>
        <p:spPr>
          <a:xfrm flipH="1">
            <a:off x="2927560" y="4523636"/>
            <a:ext cx="702766" cy="14489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3" name="그림 182" descr="가방, 액세서리, 수하물 및 가방, 핸드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BBEF0F-6C96-E607-1B5A-DAD64A3B21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862" b="95172" l="9735" r="89381">
                        <a14:foregroundMark x1="16372" y1="89310" x2="59735" y2="88621"/>
                        <a14:foregroundMark x1="16814" y1="87586" x2="17699" y2="95517"/>
                        <a14:foregroundMark x1="37611" y1="46897" x2="36726" y2="43793"/>
                        <a14:foregroundMark x1="43363" y1="43793" x2="37168" y2="48276"/>
                        <a14:foregroundMark x1="39823" y1="43793" x2="35398" y2="47586"/>
                        <a14:foregroundMark x1="30973" y1="9655" x2="37168" y2="5862"/>
                        <a14:foregroundMark x1="42035" y1="5862" x2="68584" y2="7586"/>
                        <a14:foregroundMark x1="89381" y1="23793" x2="87611" y2="28966"/>
                        <a14:foregroundMark x1="43363" y1="11379" x2="76106" y2="22414"/>
                        <a14:foregroundMark x1="74336" y1="18276" x2="35841" y2="27241"/>
                        <a14:foregroundMark x1="36283" y1="13448" x2="67699" y2="23103"/>
                        <a14:foregroundMark x1="80088" y1="25172" x2="31416" y2="28276"/>
                        <a14:foregroundMark x1="31416" y1="28276" x2="78761" y2="25172"/>
                        <a14:foregroundMark x1="78761" y1="25172" x2="31858" y2="21724"/>
                        <a14:foregroundMark x1="31858" y1="21724" x2="72566" y2="13103"/>
                        <a14:foregroundMark x1="67699" y1="12069" x2="67257" y2="12414"/>
                        <a14:foregroundMark x1="65929" y1="13448" x2="46460" y2="14138"/>
                        <a14:foregroundMark x1="44690" y1="16207" x2="43805" y2="14483"/>
                        <a14:foregroundMark x1="41150" y1="16897" x2="37611" y2="179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4073" y="1466397"/>
            <a:ext cx="862751" cy="1107070"/>
          </a:xfrm>
          <a:prstGeom prst="rect">
            <a:avLst/>
          </a:prstGeom>
        </p:spPr>
      </p:pic>
      <p:pic>
        <p:nvPicPr>
          <p:cNvPr id="185" name="그림 184">
            <a:extLst>
              <a:ext uri="{FF2B5EF4-FFF2-40B4-BE49-F238E27FC236}">
                <a16:creationId xmlns:a16="http://schemas.microsoft.com/office/drawing/2014/main" id="{9DB6F65A-3BD8-B8FE-7E2E-045C8B3E5B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761" b="99114" l="2134" r="96692">
                        <a14:foregroundMark x1="3949" y1="23338" x2="10352" y2="26145"/>
                        <a14:foregroundMark x1="10352" y1="26145" x2="10139" y2="26588"/>
                        <a14:foregroundMark x1="29456" y1="9453" x2="41622" y2="5318"/>
                        <a14:foregroundMark x1="41622" y1="5318" x2="35432" y2="10487"/>
                        <a14:foregroundMark x1="35432" y1="10487" x2="30950" y2="9453"/>
                        <a14:foregroundMark x1="40448" y1="4284" x2="47385" y2="3545"/>
                        <a14:foregroundMark x1="47385" y1="3545" x2="57204" y2="5908"/>
                        <a14:foregroundMark x1="57204" y1="5908" x2="61259" y2="10931"/>
                        <a14:foregroundMark x1="88367" y1="33235" x2="92529" y2="40030"/>
                        <a14:foregroundMark x1="92529" y1="40030" x2="94450" y2="52142"/>
                        <a14:foregroundMark x1="94450" y1="52142" x2="91249" y2="64106"/>
                        <a14:foregroundMark x1="91249" y1="64106" x2="86766" y2="71344"/>
                        <a14:foregroundMark x1="86766" y1="71344" x2="86980" y2="71787"/>
                        <a14:foregroundMark x1="94664" y1="41359" x2="93810" y2="53176"/>
                        <a14:foregroundMark x1="59232" y1="88626" x2="71291" y2="93501"/>
                        <a14:foregroundMark x1="71291" y1="93501" x2="72892" y2="92024"/>
                        <a14:foregroundMark x1="71825" y1="94535" x2="66702" y2="99261"/>
                        <a14:foregroundMark x1="38847" y1="76366" x2="39488" y2="79173"/>
                        <a14:foregroundMark x1="3735" y1="24077" x2="2668" y2="27326"/>
                        <a14:foregroundMark x1="2241" y1="27326" x2="3308" y2="25849"/>
                        <a14:foregroundMark x1="5550" y1="22304" x2="7257" y2="19498"/>
                        <a14:foregroundMark x1="73319" y1="16544" x2="77695" y2="22304"/>
                        <a14:foregroundMark x1="77695" y1="22304" x2="78869" y2="23043"/>
                        <a14:foregroundMark x1="96265" y1="44609" x2="96692" y2="54948"/>
                        <a14:foregroundMark x1="96692" y1="54948" x2="92850" y2="66765"/>
                      </a14:backgroundRemoval>
                    </a14:imgEffect>
                  </a14:imgLayer>
                </a14:imgProps>
              </a:ext>
            </a:extLst>
          </a:blip>
          <a:srcRect t="11721" r="75466" b="40201"/>
          <a:stretch>
            <a:fillRect/>
          </a:stretch>
        </p:blipFill>
        <p:spPr>
          <a:xfrm>
            <a:off x="3100908" y="1697317"/>
            <a:ext cx="889864" cy="1259949"/>
          </a:xfrm>
          <a:prstGeom prst="rect">
            <a:avLst/>
          </a:prstGeom>
        </p:spPr>
      </p:pic>
      <p:sp>
        <p:nvSpPr>
          <p:cNvPr id="187" name="타원 186">
            <a:extLst>
              <a:ext uri="{FF2B5EF4-FFF2-40B4-BE49-F238E27FC236}">
                <a16:creationId xmlns:a16="http://schemas.microsoft.com/office/drawing/2014/main" id="{B3BF982B-AC78-0514-8A9E-ADD37B113885}"/>
              </a:ext>
            </a:extLst>
          </p:cNvPr>
          <p:cNvSpPr/>
          <p:nvPr/>
        </p:nvSpPr>
        <p:spPr>
          <a:xfrm>
            <a:off x="3194164" y="2824259"/>
            <a:ext cx="718501" cy="42230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 err="1">
                <a:latin typeface="+mj-ea"/>
              </a:rPr>
              <a:t>나사탭</a:t>
            </a:r>
            <a:r>
              <a:rPr lang="en-US" altLang="ko-KR" sz="800" dirty="0">
                <a:latin typeface="+mj-ea"/>
              </a:rPr>
              <a:t>:</a:t>
            </a:r>
            <a:r>
              <a:rPr lang="ko-KR" altLang="en-US" sz="800" dirty="0">
                <a:latin typeface="+mj-ea"/>
              </a:rPr>
              <a:t> </a:t>
            </a:r>
            <a:r>
              <a:rPr lang="en-US" altLang="ko-KR" sz="800" dirty="0">
                <a:latin typeface="+mj-ea"/>
                <a:ea typeface="+mj-ea"/>
              </a:rPr>
              <a:t>M8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51176964-EBA9-7B75-A619-5CA0B1528DF4}"/>
              </a:ext>
            </a:extLst>
          </p:cNvPr>
          <p:cNvSpPr/>
          <p:nvPr/>
        </p:nvSpPr>
        <p:spPr>
          <a:xfrm>
            <a:off x="3558901" y="2234407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+mj-ea"/>
              <a:ea typeface="+mj-ea"/>
            </a:endParaRPr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BC06254F-A3F8-4197-CAAB-16BE826E7E08}"/>
              </a:ext>
            </a:extLst>
          </p:cNvPr>
          <p:cNvCxnSpPr>
            <a:cxnSpLocks/>
            <a:stCxn id="187" idx="0"/>
            <a:endCxn id="195" idx="3"/>
          </p:cNvCxnSpPr>
          <p:nvPr/>
        </p:nvCxnSpPr>
        <p:spPr>
          <a:xfrm flipV="1">
            <a:off x="3553415" y="2340336"/>
            <a:ext cx="29268" cy="48392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6" name="타원 215">
            <a:extLst>
              <a:ext uri="{FF2B5EF4-FFF2-40B4-BE49-F238E27FC236}">
                <a16:creationId xmlns:a16="http://schemas.microsoft.com/office/drawing/2014/main" id="{EEE701DA-B891-1B67-418C-5A924F9CFCD0}"/>
              </a:ext>
            </a:extLst>
          </p:cNvPr>
          <p:cNvSpPr/>
          <p:nvPr/>
        </p:nvSpPr>
        <p:spPr>
          <a:xfrm>
            <a:off x="1225438" y="2110304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6B788017-67F0-3566-9073-06AB05A844C7}"/>
              </a:ext>
            </a:extLst>
          </p:cNvPr>
          <p:cNvSpPr/>
          <p:nvPr/>
        </p:nvSpPr>
        <p:spPr>
          <a:xfrm>
            <a:off x="1233349" y="1986905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j-ea"/>
              <a:ea typeface="+mj-ea"/>
            </a:endParaRPr>
          </a:p>
        </p:txBody>
      </p: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60C98B59-27DB-C419-B6EC-E817D10ECAB1}"/>
              </a:ext>
            </a:extLst>
          </p:cNvPr>
          <p:cNvCxnSpPr>
            <a:cxnSpLocks/>
            <a:stCxn id="187" idx="4"/>
            <a:endCxn id="176" idx="0"/>
          </p:cNvCxnSpPr>
          <p:nvPr/>
        </p:nvCxnSpPr>
        <p:spPr>
          <a:xfrm>
            <a:off x="3553415" y="3246564"/>
            <a:ext cx="76911" cy="988703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4543B8AA-9BFB-A355-148C-9ED1846D4ACC}"/>
              </a:ext>
            </a:extLst>
          </p:cNvPr>
          <p:cNvCxnSpPr>
            <a:cxnSpLocks/>
          </p:cNvCxnSpPr>
          <p:nvPr/>
        </p:nvCxnSpPr>
        <p:spPr>
          <a:xfrm>
            <a:off x="3591870" y="3532248"/>
            <a:ext cx="952587" cy="210613"/>
          </a:xfrm>
          <a:prstGeom prst="straightConnector1">
            <a:avLst/>
          </a:prstGeom>
          <a:ln w="19050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화살표 연결선 240">
            <a:extLst>
              <a:ext uri="{FF2B5EF4-FFF2-40B4-BE49-F238E27FC236}">
                <a16:creationId xmlns:a16="http://schemas.microsoft.com/office/drawing/2014/main" id="{28C816A5-DFD8-B15E-8F7F-9C76D87D3FB2}"/>
              </a:ext>
            </a:extLst>
          </p:cNvPr>
          <p:cNvCxnSpPr>
            <a:cxnSpLocks/>
          </p:cNvCxnSpPr>
          <p:nvPr/>
        </p:nvCxnSpPr>
        <p:spPr>
          <a:xfrm>
            <a:off x="1597407" y="3471450"/>
            <a:ext cx="2923184" cy="384072"/>
          </a:xfrm>
          <a:prstGeom prst="straightConnector1">
            <a:avLst/>
          </a:prstGeom>
          <a:ln w="19050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타원 253">
            <a:extLst>
              <a:ext uri="{FF2B5EF4-FFF2-40B4-BE49-F238E27FC236}">
                <a16:creationId xmlns:a16="http://schemas.microsoft.com/office/drawing/2014/main" id="{0ABD4A73-178F-180A-29C5-221FBE1B5A90}"/>
              </a:ext>
            </a:extLst>
          </p:cNvPr>
          <p:cNvSpPr/>
          <p:nvPr/>
        </p:nvSpPr>
        <p:spPr>
          <a:xfrm>
            <a:off x="2642063" y="4577598"/>
            <a:ext cx="254757" cy="2478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+mj-ea"/>
              <a:ea typeface="+mj-ea"/>
            </a:endParaRPr>
          </a:p>
        </p:txBody>
      </p:sp>
      <p:sp>
        <p:nvSpPr>
          <p:cNvPr id="288" name="화살표: 아래쪽 287">
            <a:extLst>
              <a:ext uri="{FF2B5EF4-FFF2-40B4-BE49-F238E27FC236}">
                <a16:creationId xmlns:a16="http://schemas.microsoft.com/office/drawing/2014/main" id="{621BE05F-202E-2E02-12F9-E70E8D838CA3}"/>
              </a:ext>
            </a:extLst>
          </p:cNvPr>
          <p:cNvSpPr/>
          <p:nvPr/>
        </p:nvSpPr>
        <p:spPr>
          <a:xfrm>
            <a:off x="10073710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사용자</a:t>
            </a:r>
            <a:endParaRPr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9FD9664-0851-E127-9745-12552EB18C36}"/>
              </a:ext>
            </a:extLst>
          </p:cNvPr>
          <p:cNvSpPr/>
          <p:nvPr/>
        </p:nvSpPr>
        <p:spPr>
          <a:xfrm>
            <a:off x="6791174" y="4514656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E20EBCAC-C1F0-94A8-B91B-AF5FC62B81D9}"/>
              </a:ext>
            </a:extLst>
          </p:cNvPr>
          <p:cNvGrpSpPr/>
          <p:nvPr/>
        </p:nvGrpSpPr>
        <p:grpSpPr>
          <a:xfrm>
            <a:off x="6094047" y="877044"/>
            <a:ext cx="5842833" cy="5877564"/>
            <a:chOff x="6094047" y="847784"/>
            <a:chExt cx="5842833" cy="5877564"/>
          </a:xfrm>
        </p:grpSpPr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DAE6A0D8-79D1-7FE8-ADE4-467540275A61}"/>
                </a:ext>
              </a:extLst>
            </p:cNvPr>
            <p:cNvSpPr/>
            <p:nvPr/>
          </p:nvSpPr>
          <p:spPr>
            <a:xfrm>
              <a:off x="6280528" y="1067674"/>
              <a:ext cx="5656352" cy="5657674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rgbClr val="92D05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DCA29CBF-4D3C-6A37-1ED4-4A3C2ABBE17D}"/>
                </a:ext>
              </a:extLst>
            </p:cNvPr>
            <p:cNvSpPr/>
            <p:nvPr/>
          </p:nvSpPr>
          <p:spPr>
            <a:xfrm>
              <a:off x="6094047" y="847784"/>
              <a:ext cx="1894384" cy="4286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생성 시스템 작동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506A1500-22F1-5F93-1774-79F088F3A6D8}"/>
              </a:ext>
            </a:extLst>
          </p:cNvPr>
          <p:cNvGrpSpPr/>
          <p:nvPr/>
        </p:nvGrpSpPr>
        <p:grpSpPr>
          <a:xfrm>
            <a:off x="282078" y="846659"/>
            <a:ext cx="5276727" cy="4420213"/>
            <a:chOff x="282078" y="846659"/>
            <a:chExt cx="5276727" cy="4420213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D98CB396-6E81-941B-EDA2-2C9A64043342}"/>
                </a:ext>
              </a:extLst>
            </p:cNvPr>
            <p:cNvSpPr/>
            <p:nvPr/>
          </p:nvSpPr>
          <p:spPr>
            <a:xfrm>
              <a:off x="441569" y="1067674"/>
              <a:ext cx="5117236" cy="4199198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40041B31-9DBB-ED0A-B111-A89076D9B0D0}"/>
                </a:ext>
              </a:extLst>
            </p:cNvPr>
            <p:cNvSpPr/>
            <p:nvPr/>
          </p:nvSpPr>
          <p:spPr>
            <a:xfrm>
              <a:off x="282078" y="846659"/>
              <a:ext cx="1894384" cy="428668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부품 조립 특성 </a:t>
              </a:r>
              <a:r>
                <a:rPr lang="en-US" altLang="ko-KR" sz="1200" dirty="0"/>
                <a:t>DB </a:t>
              </a:r>
              <a:r>
                <a:rPr lang="ko-KR" altLang="en-US" sz="1200" dirty="0"/>
                <a:t>구축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2304F4AA-FC0C-9958-3E56-73578D219436}"/>
              </a:ext>
            </a:extLst>
          </p:cNvPr>
          <p:cNvGrpSpPr/>
          <p:nvPr/>
        </p:nvGrpSpPr>
        <p:grpSpPr>
          <a:xfrm>
            <a:off x="282078" y="5331999"/>
            <a:ext cx="5262224" cy="1422609"/>
            <a:chOff x="282078" y="5382536"/>
            <a:chExt cx="5262224" cy="142260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F7C146F1-8581-68FD-29A1-EA276E5E40E9}"/>
                </a:ext>
              </a:extLst>
            </p:cNvPr>
            <p:cNvSpPr/>
            <p:nvPr/>
          </p:nvSpPr>
          <p:spPr>
            <a:xfrm>
              <a:off x="427066" y="5596870"/>
              <a:ext cx="5117236" cy="1208275"/>
            </a:xfrm>
            <a:prstGeom prst="roundRect">
              <a:avLst>
                <a:gd name="adj" fmla="val 1267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E999E92C-4457-EF90-6B24-9FF64F04A868}"/>
                </a:ext>
              </a:extLst>
            </p:cNvPr>
            <p:cNvSpPr/>
            <p:nvPr/>
          </p:nvSpPr>
          <p:spPr>
            <a:xfrm>
              <a:off x="282078" y="5382536"/>
              <a:ext cx="1083138" cy="4286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 입력</a:t>
              </a:r>
            </a:p>
          </p:txBody>
        </p:sp>
      </p:grpSp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33381F69-A3FF-1C2C-48C3-D94F4CF1AF0D}"/>
              </a:ext>
            </a:extLst>
          </p:cNvPr>
          <p:cNvSpPr/>
          <p:nvPr/>
        </p:nvSpPr>
        <p:spPr>
          <a:xfrm>
            <a:off x="5757379" y="5711567"/>
            <a:ext cx="362163" cy="985759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D32EC6B-61B5-117D-5BAD-948A612AF56F}"/>
              </a:ext>
            </a:extLst>
          </p:cNvPr>
          <p:cNvSpPr txBox="1"/>
          <p:nvPr/>
        </p:nvSpPr>
        <p:spPr>
          <a:xfrm>
            <a:off x="10011093" y="6482777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동작</a:t>
            </a:r>
            <a:r>
              <a:rPr lang="ko-KR" altLang="en-US" sz="1000" dirty="0"/>
              <a:t> 기준 조립 순서 반환</a:t>
            </a:r>
          </a:p>
        </p:txBody>
      </p:sp>
      <p:pic>
        <p:nvPicPr>
          <p:cNvPr id="151" name="그래픽 150" descr="데이터베이스 단색으로 채워진">
            <a:extLst>
              <a:ext uri="{FF2B5EF4-FFF2-40B4-BE49-F238E27FC236}">
                <a16:creationId xmlns:a16="http://schemas.microsoft.com/office/drawing/2014/main" id="{1B5502A3-BEFA-928A-3D46-C80E39506D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5919" y="4473673"/>
            <a:ext cx="406750" cy="43722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F0D408D8-22AC-D0E2-F18F-03821091B1E0}"/>
              </a:ext>
            </a:extLst>
          </p:cNvPr>
          <p:cNvSpPr txBox="1"/>
          <p:nvPr/>
        </p:nvSpPr>
        <p:spPr>
          <a:xfrm>
            <a:off x="8007495" y="485765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9ADEDEF-7F26-C798-CD55-18576BD83932}"/>
              </a:ext>
            </a:extLst>
          </p:cNvPr>
          <p:cNvSpPr txBox="1"/>
          <p:nvPr/>
        </p:nvSpPr>
        <p:spPr>
          <a:xfrm>
            <a:off x="1297366" y="4864169"/>
            <a:ext cx="1643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도어 </a:t>
            </a:r>
            <a:r>
              <a:rPr lang="ko-KR" altLang="en-US" sz="1000" b="1" dirty="0" err="1"/>
              <a:t>체커</a:t>
            </a:r>
            <a:endParaRPr lang="ko-KR" altLang="en-US" sz="10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DC209D5-1144-A732-95D4-FF457918F257}"/>
              </a:ext>
            </a:extLst>
          </p:cNvPr>
          <p:cNvSpPr txBox="1"/>
          <p:nvPr/>
        </p:nvSpPr>
        <p:spPr>
          <a:xfrm>
            <a:off x="1588983" y="1691972"/>
            <a:ext cx="938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프론트 도어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31F13BF-8A35-A5EB-E283-CCAAF0074982}"/>
              </a:ext>
            </a:extLst>
          </p:cNvPr>
          <p:cNvSpPr txBox="1"/>
          <p:nvPr/>
        </p:nvSpPr>
        <p:spPr>
          <a:xfrm>
            <a:off x="3083506" y="1445449"/>
            <a:ext cx="907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바디</a:t>
            </a:r>
            <a:r>
              <a:rPr lang="en-US" altLang="ko-KR" sz="1000" b="1" dirty="0"/>
              <a:t>(A-</a:t>
            </a:r>
            <a:r>
              <a:rPr lang="ko-KR" altLang="en-US" sz="1000" b="1" dirty="0"/>
              <a:t>필라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E861BD9D-5C41-4A00-A313-D9C1544BFB9A}"/>
              </a:ext>
            </a:extLst>
          </p:cNvPr>
          <p:cNvSpPr/>
          <p:nvPr/>
        </p:nvSpPr>
        <p:spPr>
          <a:xfrm>
            <a:off x="8659212" y="524402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A2119C19-8CD4-E03A-77BF-535137C1A315}"/>
              </a:ext>
            </a:extLst>
          </p:cNvPr>
          <p:cNvCxnSpPr>
            <a:cxnSpLocks/>
            <a:stCxn id="200" idx="0"/>
            <a:endCxn id="216" idx="3"/>
          </p:cNvCxnSpPr>
          <p:nvPr/>
        </p:nvCxnSpPr>
        <p:spPr>
          <a:xfrm flipV="1">
            <a:off x="1112428" y="2216233"/>
            <a:ext cx="136792" cy="43993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E79E21BA-0D74-B1AC-85EB-A376F1F9F3B7}"/>
              </a:ext>
            </a:extLst>
          </p:cNvPr>
          <p:cNvCxnSpPr>
            <a:cxnSpLocks/>
            <a:stCxn id="219" idx="0"/>
            <a:endCxn id="217" idx="5"/>
          </p:cNvCxnSpPr>
          <p:nvPr/>
        </p:nvCxnSpPr>
        <p:spPr>
          <a:xfrm flipH="1" flipV="1">
            <a:off x="1371963" y="2092834"/>
            <a:ext cx="703652" cy="56333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F01AA422-DD1B-41B1-CE41-A9C40BE60D98}"/>
              </a:ext>
            </a:extLst>
          </p:cNvPr>
          <p:cNvGrpSpPr/>
          <p:nvPr/>
        </p:nvGrpSpPr>
        <p:grpSpPr>
          <a:xfrm>
            <a:off x="634073" y="2607007"/>
            <a:ext cx="1919896" cy="675591"/>
            <a:chOff x="634073" y="2607007"/>
            <a:chExt cx="1919896" cy="675591"/>
          </a:xfrm>
        </p:grpSpPr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C7430F0A-09B7-F5AD-31C5-456DFFC89C89}"/>
                </a:ext>
              </a:extLst>
            </p:cNvPr>
            <p:cNvSpPr/>
            <p:nvPr/>
          </p:nvSpPr>
          <p:spPr>
            <a:xfrm>
              <a:off x="634073" y="2607007"/>
              <a:ext cx="1919896" cy="5633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23CD2E04-6CBA-9709-A454-C201EA3F37F9}"/>
                </a:ext>
              </a:extLst>
            </p:cNvPr>
            <p:cNvGrpSpPr/>
            <p:nvPr/>
          </p:nvGrpSpPr>
          <p:grpSpPr>
            <a:xfrm>
              <a:off x="691425" y="2656165"/>
              <a:ext cx="1805192" cy="406559"/>
              <a:chOff x="689827" y="2656165"/>
              <a:chExt cx="1805192" cy="406559"/>
            </a:xfrm>
          </p:grpSpPr>
          <p:sp>
            <p:nvSpPr>
              <p:cNvPr id="200" name="타원 199">
                <a:extLst>
                  <a:ext uri="{FF2B5EF4-FFF2-40B4-BE49-F238E27FC236}">
                    <a16:creationId xmlns:a16="http://schemas.microsoft.com/office/drawing/2014/main" id="{84337832-D1B6-2DC2-28FD-34617F85E2AA}"/>
                  </a:ext>
                </a:extLst>
              </p:cNvPr>
              <p:cNvSpPr/>
              <p:nvPr/>
            </p:nvSpPr>
            <p:spPr>
              <a:xfrm>
                <a:off x="689827" y="2656165"/>
                <a:ext cx="842005" cy="40655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latin typeface="+mj-ea"/>
                  </a:rPr>
                  <a:t>나사구멍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</a:rPr>
                  <a:t>Ø6mm</a:t>
                </a:r>
                <a:endParaRPr lang="ko-KR" altLang="en-US" sz="800" dirty="0">
                  <a:latin typeface="+mj-ea"/>
                </a:endParaRPr>
              </a:p>
            </p:txBody>
          </p:sp>
          <p:sp>
            <p:nvSpPr>
              <p:cNvPr id="219" name="타원 218">
                <a:extLst>
                  <a:ext uri="{FF2B5EF4-FFF2-40B4-BE49-F238E27FC236}">
                    <a16:creationId xmlns:a16="http://schemas.microsoft.com/office/drawing/2014/main" id="{59DB97D5-5A6A-E0C5-C2FF-FD4FDB7B3842}"/>
                  </a:ext>
                </a:extLst>
              </p:cNvPr>
              <p:cNvSpPr/>
              <p:nvPr/>
            </p:nvSpPr>
            <p:spPr>
              <a:xfrm>
                <a:off x="1653014" y="2656165"/>
                <a:ext cx="842005" cy="40655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latin typeface="+mj-ea"/>
                  </a:rPr>
                  <a:t>나사구멍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</a:rPr>
                  <a:t>Ø6mm</a:t>
                </a:r>
                <a:endParaRPr lang="ko-KR" altLang="en-US" sz="800" dirty="0">
                  <a:latin typeface="+mj-ea"/>
                </a:endParaRPr>
              </a:p>
            </p:txBody>
          </p:sp>
        </p:grpSp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776ABD82-1AC6-1D7E-5E7F-F9A2BEFFC123}"/>
                </a:ext>
              </a:extLst>
            </p:cNvPr>
            <p:cNvSpPr/>
            <p:nvPr/>
          </p:nvSpPr>
          <p:spPr>
            <a:xfrm>
              <a:off x="991738" y="3087640"/>
              <a:ext cx="1204567" cy="19495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/>
                <a:t>조립부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Type A-1</a:t>
              </a:r>
              <a:endParaRPr lang="ko-KR" altLang="en-US" sz="1000" dirty="0"/>
            </a:p>
          </p:txBody>
        </p:sp>
      </p:grp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A72BB67F-A7AB-2376-DDD5-C0F52BCC5EE6}"/>
              </a:ext>
            </a:extLst>
          </p:cNvPr>
          <p:cNvCxnSpPr>
            <a:cxnSpLocks/>
            <a:stCxn id="175" idx="4"/>
            <a:endCxn id="177" idx="7"/>
          </p:cNvCxnSpPr>
          <p:nvPr/>
        </p:nvCxnSpPr>
        <p:spPr>
          <a:xfrm flipH="1">
            <a:off x="1665788" y="4239594"/>
            <a:ext cx="322366" cy="26741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83BA7A31-ED99-A7A2-E9A2-1FD9510D259B}"/>
              </a:ext>
            </a:extLst>
          </p:cNvPr>
          <p:cNvCxnSpPr>
            <a:cxnSpLocks/>
            <a:stCxn id="179" idx="4"/>
            <a:endCxn id="178" idx="1"/>
          </p:cNvCxnSpPr>
          <p:nvPr/>
        </p:nvCxnSpPr>
        <p:spPr>
          <a:xfrm>
            <a:off x="1199889" y="4239594"/>
            <a:ext cx="249382" cy="57340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C4EF39B7-53C0-0549-20E8-E5C2688CF9CF}"/>
              </a:ext>
            </a:extLst>
          </p:cNvPr>
          <p:cNvGrpSpPr/>
          <p:nvPr/>
        </p:nvGrpSpPr>
        <p:grpSpPr>
          <a:xfrm>
            <a:off x="763670" y="3714882"/>
            <a:ext cx="1660702" cy="573444"/>
            <a:chOff x="718867" y="3724459"/>
            <a:chExt cx="1660702" cy="573444"/>
          </a:xfrm>
        </p:grpSpPr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45BC8188-FD4D-0834-C389-3BA902DC2BC1}"/>
                </a:ext>
              </a:extLst>
            </p:cNvPr>
            <p:cNvSpPr/>
            <p:nvPr/>
          </p:nvSpPr>
          <p:spPr>
            <a:xfrm>
              <a:off x="718867" y="3828252"/>
              <a:ext cx="1660702" cy="4696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4E46DC4A-8CA8-9663-8AD7-6F298A050159}"/>
                </a:ext>
              </a:extLst>
            </p:cNvPr>
            <p:cNvGrpSpPr/>
            <p:nvPr/>
          </p:nvGrpSpPr>
          <p:grpSpPr>
            <a:xfrm>
              <a:off x="800305" y="3975277"/>
              <a:ext cx="1497827" cy="273894"/>
              <a:chOff x="796605" y="3975277"/>
              <a:chExt cx="1497827" cy="273894"/>
            </a:xfrm>
          </p:grpSpPr>
          <p:sp>
            <p:nvSpPr>
              <p:cNvPr id="175" name="타원 174">
                <a:extLst>
                  <a:ext uri="{FF2B5EF4-FFF2-40B4-BE49-F238E27FC236}">
                    <a16:creationId xmlns:a16="http://schemas.microsoft.com/office/drawing/2014/main" id="{52DFABCE-3A37-E9BA-B6B4-6C73F137853B}"/>
                  </a:ext>
                </a:extLst>
              </p:cNvPr>
              <p:cNvSpPr/>
              <p:nvPr/>
            </p:nvSpPr>
            <p:spPr>
              <a:xfrm>
                <a:off x="1584870" y="3975277"/>
                <a:ext cx="709562" cy="27389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latin typeface="+mj-ea"/>
                  </a:rPr>
                  <a:t>나사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  <a:ea typeface="+mj-ea"/>
                  </a:rPr>
                  <a:t>M6</a:t>
                </a:r>
                <a:endParaRPr lang="ko-KR" altLang="en-US" sz="800" dirty="0">
                  <a:latin typeface="+mj-ea"/>
                  <a:ea typeface="+mj-ea"/>
                </a:endParaRPr>
              </a:p>
            </p:txBody>
          </p: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F85610B7-A13E-46F9-5261-5DEA2F32C362}"/>
                  </a:ext>
                </a:extLst>
              </p:cNvPr>
              <p:cNvSpPr/>
              <p:nvPr/>
            </p:nvSpPr>
            <p:spPr>
              <a:xfrm>
                <a:off x="796605" y="3975277"/>
                <a:ext cx="709562" cy="27389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latin typeface="+mj-ea"/>
                  </a:rPr>
                  <a:t>나사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  <a:ea typeface="+mj-ea"/>
                  </a:rPr>
                  <a:t>M6</a:t>
                </a:r>
                <a:endParaRPr lang="ko-KR" altLang="en-US" sz="8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49135B71-335B-1875-31D5-1B9142E62C9B}"/>
                </a:ext>
              </a:extLst>
            </p:cNvPr>
            <p:cNvSpPr/>
            <p:nvPr/>
          </p:nvSpPr>
          <p:spPr>
            <a:xfrm>
              <a:off x="946935" y="3724459"/>
              <a:ext cx="1204567" cy="19495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/>
                <a:t>조립부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Type A-2</a:t>
              </a:r>
              <a:endParaRPr lang="ko-KR" altLang="en-US" sz="1000" dirty="0"/>
            </a:p>
          </p:txBody>
        </p:sp>
      </p:grp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50B94D23-341A-01A8-9076-51FFD5598530}"/>
              </a:ext>
            </a:extLst>
          </p:cNvPr>
          <p:cNvCxnSpPr>
            <a:cxnSpLocks/>
            <a:stCxn id="162" idx="2"/>
            <a:endCxn id="163" idx="0"/>
          </p:cNvCxnSpPr>
          <p:nvPr/>
        </p:nvCxnSpPr>
        <p:spPr>
          <a:xfrm>
            <a:off x="1594022" y="3282598"/>
            <a:ext cx="0" cy="432284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C77C6D8-8EF2-84DF-6679-103630CC1902}"/>
              </a:ext>
            </a:extLst>
          </p:cNvPr>
          <p:cNvSpPr txBox="1"/>
          <p:nvPr/>
        </p:nvSpPr>
        <p:spPr>
          <a:xfrm>
            <a:off x="2218618" y="3838230"/>
            <a:ext cx="1437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※</a:t>
            </a:r>
            <a:r>
              <a:rPr lang="ko-KR" altLang="en-US" sz="1000" b="1" dirty="0"/>
              <a:t>복잡한 관계는 묶어서 단순화</a:t>
            </a:r>
          </a:p>
        </p:txBody>
      </p:sp>
    </p:spTree>
    <p:extLst>
      <p:ext uri="{BB962C8B-B14F-4D97-AF65-F5344CB8AC3E}">
        <p14:creationId xmlns:p14="http://schemas.microsoft.com/office/powerpoint/2010/main" val="3642646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B6DC-8913-1638-D15F-9121BC2B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D004BF97-3B6B-C06A-EA0A-19AA3AD62CFD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가능 후보 확인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1F6268C6-27DA-FFB8-B3F2-FF8C6055747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D6E343E2-7917-961D-4994-C2DBC4B9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66C4537-AD07-B7C8-1586-E10B326A569B}"/>
              </a:ext>
            </a:extLst>
          </p:cNvPr>
          <p:cNvSpPr/>
          <p:nvPr/>
        </p:nvSpPr>
        <p:spPr>
          <a:xfrm>
            <a:off x="1107883" y="6317044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부품 리스트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C740DF2-4893-B2C1-6516-AA0EAED433D7}"/>
              </a:ext>
            </a:extLst>
          </p:cNvPr>
          <p:cNvSpPr/>
          <p:nvPr/>
        </p:nvSpPr>
        <p:spPr>
          <a:xfrm>
            <a:off x="790822" y="1025236"/>
            <a:ext cx="2331140" cy="5190836"/>
          </a:xfrm>
          <a:prstGeom prst="roundRect">
            <a:avLst>
              <a:gd name="adj" fmla="val 3566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32F3871-E2C5-EFB0-65C6-142B115C9BCE}"/>
              </a:ext>
            </a:extLst>
          </p:cNvPr>
          <p:cNvSpPr/>
          <p:nvPr/>
        </p:nvSpPr>
        <p:spPr>
          <a:xfrm>
            <a:off x="9126013" y="6317044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0AD00301-180B-D9D5-2D55-6EF70B30DCC0}"/>
              </a:ext>
            </a:extLst>
          </p:cNvPr>
          <p:cNvGrpSpPr/>
          <p:nvPr/>
        </p:nvGrpSpPr>
        <p:grpSpPr>
          <a:xfrm>
            <a:off x="4993137" y="1652323"/>
            <a:ext cx="2205725" cy="3193038"/>
            <a:chOff x="4437764" y="1926653"/>
            <a:chExt cx="2205725" cy="3193038"/>
          </a:xfrm>
        </p:grpSpPr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C469EE83-B0A4-1CFF-3684-206E5AA44CC1}"/>
                </a:ext>
              </a:extLst>
            </p:cNvPr>
            <p:cNvSpPr/>
            <p:nvPr/>
          </p:nvSpPr>
          <p:spPr>
            <a:xfrm>
              <a:off x="4437764" y="3849594"/>
              <a:ext cx="2205725" cy="1270097"/>
            </a:xfrm>
            <a:prstGeom prst="roundRect">
              <a:avLst>
                <a:gd name="adj" fmla="val 120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조립 가능 후보 확인 시스템</a:t>
              </a:r>
            </a:p>
          </p:txBody>
        </p: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F8F07980-159E-986D-65B8-CA1081CFAD57}"/>
                </a:ext>
              </a:extLst>
            </p:cNvPr>
            <p:cNvGrpSpPr/>
            <p:nvPr/>
          </p:nvGrpSpPr>
          <p:grpSpPr>
            <a:xfrm>
              <a:off x="4449562" y="1926653"/>
              <a:ext cx="2182129" cy="1835164"/>
              <a:chOff x="4437764" y="1926653"/>
              <a:chExt cx="2182129" cy="1835164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492BD65A-EDCB-571F-FB99-338DDA9D57B9}"/>
                  </a:ext>
                </a:extLst>
              </p:cNvPr>
              <p:cNvGrpSpPr/>
              <p:nvPr/>
            </p:nvGrpSpPr>
            <p:grpSpPr>
              <a:xfrm>
                <a:off x="4437764" y="1926653"/>
                <a:ext cx="1070854" cy="1270661"/>
                <a:chOff x="7903782" y="1193508"/>
                <a:chExt cx="1091161" cy="1204517"/>
              </a:xfrm>
            </p:grpSpPr>
            <p:pic>
              <p:nvPicPr>
                <p:cNvPr id="197" name="그래픽 196" descr="데이터베이스 단색으로 채워진">
                  <a:extLst>
                    <a:ext uri="{FF2B5EF4-FFF2-40B4-BE49-F238E27FC236}">
                      <a16:creationId xmlns:a16="http://schemas.microsoft.com/office/drawing/2014/main" id="{924516C2-D56E-509F-2046-2149C66DB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A51FCC8-6938-35AF-C2BE-2EB4DEA93931}"/>
                    </a:ext>
                  </a:extLst>
                </p:cNvPr>
                <p:cNvSpPr txBox="1"/>
                <p:nvPr/>
              </p:nvSpPr>
              <p:spPr>
                <a:xfrm>
                  <a:off x="7903782" y="2018743"/>
                  <a:ext cx="1091161" cy="379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000" dirty="0"/>
                    <a:t>부품 특성 정보 데이터</a:t>
                  </a:r>
                </a:p>
              </p:txBody>
            </p:sp>
          </p:grpSp>
          <p:sp>
            <p:nvSpPr>
              <p:cNvPr id="201" name="화살표: 아래쪽 200">
                <a:extLst>
                  <a:ext uri="{FF2B5EF4-FFF2-40B4-BE49-F238E27FC236}">
                    <a16:creationId xmlns:a16="http://schemas.microsoft.com/office/drawing/2014/main" id="{FCF066AA-5C43-5CE3-CCC1-4981A7B5D6E3}"/>
                  </a:ext>
                </a:extLst>
              </p:cNvPr>
              <p:cNvSpPr/>
              <p:nvPr/>
            </p:nvSpPr>
            <p:spPr>
              <a:xfrm>
                <a:off x="4523191" y="3324043"/>
                <a:ext cx="900000" cy="437774"/>
              </a:xfrm>
              <a:prstGeom prst="downArrow">
                <a:avLst>
                  <a:gd name="adj1" fmla="val 78046"/>
                  <a:gd name="adj2" fmla="val 26961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ysClr val="windowText" lastClr="000000"/>
                    </a:solidFill>
                  </a:rPr>
                  <a:t>데이터 참조</a:t>
                </a:r>
              </a:p>
            </p:txBody>
          </p: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7C12795D-7B2E-D346-AA58-1B207C618373}"/>
                  </a:ext>
                </a:extLst>
              </p:cNvPr>
              <p:cNvGrpSpPr/>
              <p:nvPr/>
            </p:nvGrpSpPr>
            <p:grpSpPr>
              <a:xfrm>
                <a:off x="5572107" y="1929707"/>
                <a:ext cx="1047786" cy="1264552"/>
                <a:chOff x="7917849" y="1193508"/>
                <a:chExt cx="1067656" cy="1198726"/>
              </a:xfrm>
            </p:grpSpPr>
            <p:pic>
              <p:nvPicPr>
                <p:cNvPr id="194" name="그래픽 193" descr="데이터베이스 단색으로 채워진">
                  <a:extLst>
                    <a:ext uri="{FF2B5EF4-FFF2-40B4-BE49-F238E27FC236}">
                      <a16:creationId xmlns:a16="http://schemas.microsoft.com/office/drawing/2014/main" id="{A250BC87-D2C8-65AC-9607-46F53E7FD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9658341C-8B79-0A8B-2BC1-10E26B18BA5D}"/>
                    </a:ext>
                  </a:extLst>
                </p:cNvPr>
                <p:cNvSpPr txBox="1"/>
                <p:nvPr/>
              </p:nvSpPr>
              <p:spPr>
                <a:xfrm>
                  <a:off x="7917849" y="2012952"/>
                  <a:ext cx="1067656" cy="379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000" dirty="0"/>
                    <a:t>조립 관계 정보 </a:t>
                  </a:r>
                  <a:endParaRPr lang="en-US" altLang="ko-KR" sz="1000" dirty="0"/>
                </a:p>
                <a:p>
                  <a:pPr algn="ctr"/>
                  <a:r>
                    <a:rPr lang="ko-KR" altLang="en-US" sz="1000" dirty="0"/>
                    <a:t>데이터</a:t>
                  </a:r>
                </a:p>
              </p:txBody>
            </p:sp>
          </p:grpSp>
          <p:sp>
            <p:nvSpPr>
              <p:cNvPr id="202" name="화살표: 아래쪽 201">
                <a:extLst>
                  <a:ext uri="{FF2B5EF4-FFF2-40B4-BE49-F238E27FC236}">
                    <a16:creationId xmlns:a16="http://schemas.microsoft.com/office/drawing/2014/main" id="{401150B2-B7DC-8B57-BBB0-76D76411D655}"/>
                  </a:ext>
                </a:extLst>
              </p:cNvPr>
              <p:cNvSpPr/>
              <p:nvPr/>
            </p:nvSpPr>
            <p:spPr>
              <a:xfrm>
                <a:off x="5646000" y="3324043"/>
                <a:ext cx="900000" cy="437774"/>
              </a:xfrm>
              <a:prstGeom prst="downArrow">
                <a:avLst>
                  <a:gd name="adj1" fmla="val 78046"/>
                  <a:gd name="adj2" fmla="val 26961"/>
                </a:avLst>
              </a:prstGeom>
              <a:solidFill>
                <a:srgbClr val="FFB7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ysClr val="windowText" lastClr="000000"/>
                    </a:solidFill>
                  </a:rPr>
                  <a:t>데이터 참조</a:t>
                </a:r>
              </a:p>
            </p:txBody>
          </p:sp>
        </p:grpSp>
      </p:grpSp>
      <p:sp>
        <p:nvSpPr>
          <p:cNvPr id="207" name="화살표: 오른쪽 206">
            <a:extLst>
              <a:ext uri="{FF2B5EF4-FFF2-40B4-BE49-F238E27FC236}">
                <a16:creationId xmlns:a16="http://schemas.microsoft.com/office/drawing/2014/main" id="{A444A25B-C4B4-9EEC-29B1-C50A9EA25206}"/>
              </a:ext>
            </a:extLst>
          </p:cNvPr>
          <p:cNvSpPr/>
          <p:nvPr/>
        </p:nvSpPr>
        <p:spPr>
          <a:xfrm>
            <a:off x="36973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화살표: 오른쪽 207">
            <a:extLst>
              <a:ext uri="{FF2B5EF4-FFF2-40B4-BE49-F238E27FC236}">
                <a16:creationId xmlns:a16="http://schemas.microsoft.com/office/drawing/2014/main" id="{E4A20EB7-CACD-72EC-AFDE-BC85D7A5DE93}"/>
              </a:ext>
            </a:extLst>
          </p:cNvPr>
          <p:cNvSpPr/>
          <p:nvPr/>
        </p:nvSpPr>
        <p:spPr>
          <a:xfrm>
            <a:off x="77742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FEF0434-63ED-6AC0-0FF9-A22ADE4ADC82}"/>
              </a:ext>
            </a:extLst>
          </p:cNvPr>
          <p:cNvSpPr txBox="1"/>
          <p:nvPr/>
        </p:nvSpPr>
        <p:spPr>
          <a:xfrm>
            <a:off x="3591747" y="4959391"/>
            <a:ext cx="4135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부품의 특성 정보</a:t>
            </a:r>
            <a:r>
              <a:rPr lang="en-US" altLang="ko-KR" dirty="0"/>
              <a:t>, </a:t>
            </a:r>
            <a:r>
              <a:rPr lang="ko-KR" altLang="en-US" dirty="0"/>
              <a:t>조립 관계 정보로 </a:t>
            </a:r>
            <a:br>
              <a:rPr lang="en-US" altLang="ko-KR" dirty="0"/>
            </a:br>
            <a:r>
              <a:rPr lang="ko-KR" altLang="en-US" dirty="0"/>
              <a:t>주어진 부품 리스트에서 가능한 </a:t>
            </a:r>
            <a:br>
              <a:rPr lang="en-US" altLang="ko-KR" dirty="0"/>
            </a:br>
            <a:r>
              <a:rPr lang="ko-KR" altLang="en-US" dirty="0"/>
              <a:t>조립의 경우의 수를 파악하는 시스템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C6D6C85-607B-107E-634F-F3B2D5859A5D}"/>
              </a:ext>
            </a:extLst>
          </p:cNvPr>
          <p:cNvGrpSpPr/>
          <p:nvPr/>
        </p:nvGrpSpPr>
        <p:grpSpPr>
          <a:xfrm>
            <a:off x="1188029" y="1642338"/>
            <a:ext cx="1536726" cy="3972618"/>
            <a:chOff x="1219118" y="1569200"/>
            <a:chExt cx="684000" cy="259406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FCDCAC7-715C-25F4-3938-5D4DCA1D9656}"/>
                </a:ext>
              </a:extLst>
            </p:cNvPr>
            <p:cNvSpPr/>
            <p:nvPr/>
          </p:nvSpPr>
          <p:spPr>
            <a:xfrm>
              <a:off x="1219118" y="1569200"/>
              <a:ext cx="684000" cy="304304"/>
            </a:xfrm>
            <a:prstGeom prst="roundRect">
              <a:avLst/>
            </a:prstGeom>
            <a:solidFill>
              <a:srgbClr val="E971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프론트 도어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49787B8-0E85-B5C4-E256-581162CA6267}"/>
                </a:ext>
              </a:extLst>
            </p:cNvPr>
            <p:cNvSpPr/>
            <p:nvPr/>
          </p:nvSpPr>
          <p:spPr>
            <a:xfrm>
              <a:off x="1219118" y="2027153"/>
              <a:ext cx="684000" cy="30430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 래치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989DED2-DF02-14E6-CB6B-49826F5724B0}"/>
                </a:ext>
              </a:extLst>
            </p:cNvPr>
            <p:cNvSpPr/>
            <p:nvPr/>
          </p:nvSpPr>
          <p:spPr>
            <a:xfrm>
              <a:off x="1219118" y="2485106"/>
              <a:ext cx="684000" cy="304304"/>
            </a:xfrm>
            <a:prstGeom prst="roundRect">
              <a:avLst/>
            </a:prstGeom>
            <a:solidFill>
              <a:srgbClr val="0F9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</a:t>
              </a:r>
              <a:endParaRPr lang="en-US" altLang="ko-KR" sz="1000" dirty="0"/>
            </a:p>
            <a:p>
              <a:pPr algn="ctr"/>
              <a:r>
                <a:rPr lang="ko-KR" altLang="en-US" sz="1000" dirty="0" err="1"/>
                <a:t>체커</a:t>
              </a:r>
              <a:endParaRPr lang="ko-KR" altLang="en-US" sz="10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6212EF0-A240-9AA6-DC82-F5A79199B88C}"/>
                </a:ext>
              </a:extLst>
            </p:cNvPr>
            <p:cNvSpPr/>
            <p:nvPr/>
          </p:nvSpPr>
          <p:spPr>
            <a:xfrm>
              <a:off x="1219118" y="3401012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41FEAE6-6DA8-E3F7-789D-B93856D42955}"/>
                </a:ext>
              </a:extLst>
            </p:cNvPr>
            <p:cNvSpPr/>
            <p:nvPr/>
          </p:nvSpPr>
          <p:spPr>
            <a:xfrm>
              <a:off x="1219118" y="2943059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AD6B29F-5F6C-E3AB-9114-02E646C7EEA0}"/>
                </a:ext>
              </a:extLst>
            </p:cNvPr>
            <p:cNvSpPr/>
            <p:nvPr/>
          </p:nvSpPr>
          <p:spPr>
            <a:xfrm>
              <a:off x="1219118" y="3858963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바디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0D20CC-D087-244C-AB82-16A50C99AEA4}"/>
              </a:ext>
            </a:extLst>
          </p:cNvPr>
          <p:cNvGrpSpPr/>
          <p:nvPr/>
        </p:nvGrpSpPr>
        <p:grpSpPr>
          <a:xfrm>
            <a:off x="9070038" y="1019633"/>
            <a:ext cx="2331140" cy="5190836"/>
            <a:chOff x="9070038" y="1019633"/>
            <a:chExt cx="2331140" cy="5190836"/>
          </a:xfrm>
        </p:grpSpPr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925FD709-ECCD-BA70-4F5C-CE44494D1341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416BE64-02EA-78A3-B971-B4065FA9D201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671BC6AE-8C04-E637-BA86-47940658D6C9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AE7BEF8C-C4A1-004F-9735-C925B58CAF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826CBD42-9313-133A-7B20-E56BA45AA3ED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851A09BB-B457-E6B0-7D8D-715C49B7B1D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114" name="사각형: 둥근 모서리 113">
                    <a:extLst>
                      <a:ext uri="{FF2B5EF4-FFF2-40B4-BE49-F238E27FC236}">
                        <a16:creationId xmlns:a16="http://schemas.microsoft.com/office/drawing/2014/main" id="{CC9B2640-79F3-4A70-137C-A5D2970585E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50EE3B09-EE88-3F61-563E-4BBD63E66F41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AF08073F-89BA-C15D-1041-BF80D57A5001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116" name="사각형: 둥근 모서리 115">
                    <a:extLst>
                      <a:ext uri="{FF2B5EF4-FFF2-40B4-BE49-F238E27FC236}">
                        <a16:creationId xmlns:a16="http://schemas.microsoft.com/office/drawing/2014/main" id="{23A8BDF6-71CB-5163-05CB-8DF55BA60CA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4A0970B1-7DB1-61E0-7D22-35EB191A98AE}"/>
                    </a:ext>
                  </a:extLst>
                </p:cNvPr>
                <p:cNvCxnSpPr>
                  <a:stCxn id="113" idx="2"/>
                  <a:endCxn id="115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9985E59-3506-870E-CE44-CD3851C7A9E0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D5C1752E-F944-9EB4-EE55-8E3DC3DFAE04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5F3EC10E-D699-C53E-5F7A-DC5BB89D21A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60" name="그룹 159">
                  <a:extLst>
                    <a:ext uri="{FF2B5EF4-FFF2-40B4-BE49-F238E27FC236}">
                      <a16:creationId xmlns:a16="http://schemas.microsoft.com/office/drawing/2014/main" id="{F70499BC-9F93-388E-CB1A-DAA26773C937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61" name="사각형: 둥근 모서리 160">
                    <a:extLst>
                      <a:ext uri="{FF2B5EF4-FFF2-40B4-BE49-F238E27FC236}">
                        <a16:creationId xmlns:a16="http://schemas.microsoft.com/office/drawing/2014/main" id="{53B9FC24-C58A-E301-F597-4FD1E6F19FAC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62" name="타원 161">
                    <a:extLst>
                      <a:ext uri="{FF2B5EF4-FFF2-40B4-BE49-F238E27FC236}">
                        <a16:creationId xmlns:a16="http://schemas.microsoft.com/office/drawing/2014/main" id="{9A2AD718-1B95-16ED-8CC3-DEB487E5F881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25BDFA1C-CF7E-97BD-DB8D-859F0F39DEFD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64" name="사각형: 둥근 모서리 163">
                    <a:extLst>
                      <a:ext uri="{FF2B5EF4-FFF2-40B4-BE49-F238E27FC236}">
                        <a16:creationId xmlns:a16="http://schemas.microsoft.com/office/drawing/2014/main" id="{F7A09756-A8D2-1C45-9638-E26177F0DB12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165" name="타원 164">
                    <a:extLst>
                      <a:ext uri="{FF2B5EF4-FFF2-40B4-BE49-F238E27FC236}">
                        <a16:creationId xmlns:a16="http://schemas.microsoft.com/office/drawing/2014/main" id="{B0DE5F9C-CCCB-3F47-FDF3-B98724CC67CB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7DA208F4-CC18-CC69-3DCC-58612ED2F65D}"/>
                    </a:ext>
                  </a:extLst>
                </p:cNvPr>
                <p:cNvCxnSpPr>
                  <a:cxnSpLocks/>
                  <a:stCxn id="162" idx="0"/>
                  <a:endCxn id="165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112EF51-F1E2-FF03-F091-C2BBE1E89517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F30427D5-BE78-3CBB-3DD2-DF3438C4CCEB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A3555EF7-2C64-EF15-BEF1-1B62A904DDD8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3BD06A6B-43A5-16A1-4310-3117512238D1}"/>
                    </a:ext>
                  </a:extLst>
                </p:cNvPr>
                <p:cNvCxnSpPr>
                  <a:cxnSpLocks/>
                  <a:stCxn id="11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E1EE4DB7-D602-51B4-73FB-C5DED42FC409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18" name="사각형: 둥근 모서리 117">
                    <a:extLst>
                      <a:ext uri="{FF2B5EF4-FFF2-40B4-BE49-F238E27FC236}">
                        <a16:creationId xmlns:a16="http://schemas.microsoft.com/office/drawing/2014/main" id="{11FD6A84-0A5F-46A7-6C80-5105D54C4E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119" name="사각형: 둥근 모서리 118">
                    <a:extLst>
                      <a:ext uri="{FF2B5EF4-FFF2-40B4-BE49-F238E27FC236}">
                        <a16:creationId xmlns:a16="http://schemas.microsoft.com/office/drawing/2014/main" id="{DBF73087-35CA-3C98-4C69-D8F28090D2F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68" name="그룹 167">
                  <a:extLst>
                    <a:ext uri="{FF2B5EF4-FFF2-40B4-BE49-F238E27FC236}">
                      <a16:creationId xmlns:a16="http://schemas.microsoft.com/office/drawing/2014/main" id="{28E15987-E5E4-A412-56E0-A8ED47C9792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2" name="사각형: 둥근 모서리 121">
                    <a:extLst>
                      <a:ext uri="{FF2B5EF4-FFF2-40B4-BE49-F238E27FC236}">
                        <a16:creationId xmlns:a16="http://schemas.microsoft.com/office/drawing/2014/main" id="{904CA58B-6425-519A-22D3-8D2AF29F75E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23" name="사각형: 둥근 모서리 122">
                    <a:extLst>
                      <a:ext uri="{FF2B5EF4-FFF2-40B4-BE49-F238E27FC236}">
                        <a16:creationId xmlns:a16="http://schemas.microsoft.com/office/drawing/2014/main" id="{4EA6F637-4526-75D1-D802-6B6EE5873A1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4897EC63-5B60-F14C-EB28-90C2A55E0A60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5BC1573F-43D6-6D33-607A-092B3438EC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20F7E668-3BE0-65B1-2CED-8FD26B94D296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3A425DA-02A9-A7A0-5F4C-ADA31E00D2B6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69913C0E-A16F-7837-6234-AEC5B1DE2D83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BC7279A2-104F-A119-CA72-084A203725E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962F0A08-7235-EDDF-14F0-CEE2314A98D6}"/>
                    </a:ext>
                  </a:extLst>
                </p:cNvPr>
                <p:cNvCxnSpPr>
                  <a:cxnSpLocks/>
                  <a:endCxn id="142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3D004A95-E413-6595-5E7F-F1B5154CF232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38" name="타원 137">
                    <a:extLst>
                      <a:ext uri="{FF2B5EF4-FFF2-40B4-BE49-F238E27FC236}">
                        <a16:creationId xmlns:a16="http://schemas.microsoft.com/office/drawing/2014/main" id="{D6C9E988-E050-3A71-7600-C2C294F1F335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39" name="사각형: 둥근 모서리 138">
                    <a:extLst>
                      <a:ext uri="{FF2B5EF4-FFF2-40B4-BE49-F238E27FC236}">
                        <a16:creationId xmlns:a16="http://schemas.microsoft.com/office/drawing/2014/main" id="{9DDB1BB0-010C-3387-19D2-139A6F6151E1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145" name="그룹 144">
                  <a:extLst>
                    <a:ext uri="{FF2B5EF4-FFF2-40B4-BE49-F238E27FC236}">
                      <a16:creationId xmlns:a16="http://schemas.microsoft.com/office/drawing/2014/main" id="{D79A55CA-D01B-BF77-D176-1EB13DABE16C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40" name="타원 139">
                    <a:extLst>
                      <a:ext uri="{FF2B5EF4-FFF2-40B4-BE49-F238E27FC236}">
                        <a16:creationId xmlns:a16="http://schemas.microsoft.com/office/drawing/2014/main" id="{F2A91E52-673B-13C5-F1F8-BAEB434EC6BD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41" name="사각형: 둥근 모서리 140">
                    <a:extLst>
                      <a:ext uri="{FF2B5EF4-FFF2-40B4-BE49-F238E27FC236}">
                        <a16:creationId xmlns:a16="http://schemas.microsoft.com/office/drawing/2014/main" id="{C4880EF3-9326-71D5-B1D1-BE70B11B4599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146" name="그룹 145">
                  <a:extLst>
                    <a:ext uri="{FF2B5EF4-FFF2-40B4-BE49-F238E27FC236}">
                      <a16:creationId xmlns:a16="http://schemas.microsoft.com/office/drawing/2014/main" id="{E7B4D66D-297A-B061-742F-DBE43B4D59F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42" name="타원 141">
                    <a:extLst>
                      <a:ext uri="{FF2B5EF4-FFF2-40B4-BE49-F238E27FC236}">
                        <a16:creationId xmlns:a16="http://schemas.microsoft.com/office/drawing/2014/main" id="{5F21F427-9DBF-03E3-A040-F7893C2FD25F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143" name="사각형: 둥근 모서리 142">
                    <a:extLst>
                      <a:ext uri="{FF2B5EF4-FFF2-40B4-BE49-F238E27FC236}">
                        <a16:creationId xmlns:a16="http://schemas.microsoft.com/office/drawing/2014/main" id="{69F30893-D471-6731-DE3A-0EFE2729A905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0D5586-DF4E-9468-35C0-AD5F68E4BBE3}"/>
              </a:ext>
            </a:extLst>
          </p:cNvPr>
          <p:cNvSpPr txBox="1"/>
          <p:nvPr/>
        </p:nvSpPr>
        <p:spPr>
          <a:xfrm>
            <a:off x="3591747" y="5887303"/>
            <a:ext cx="5207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Planning </a:t>
            </a:r>
            <a:r>
              <a:rPr lang="ko-KR" altLang="en-US" dirty="0"/>
              <a:t>에서의 조립 과정을 컴퓨터 모델링하는 </a:t>
            </a:r>
            <a:br>
              <a:rPr lang="en-US" altLang="ko-KR" dirty="0"/>
            </a:br>
            <a:r>
              <a:rPr lang="ko-KR" altLang="en-US" b="1" dirty="0"/>
              <a:t>상태 전이 모델 </a:t>
            </a:r>
            <a:r>
              <a:rPr lang="ko-KR" altLang="en-US" dirty="0"/>
              <a:t>역할</a:t>
            </a:r>
          </a:p>
        </p:txBody>
      </p:sp>
    </p:spTree>
    <p:extLst>
      <p:ext uri="{BB962C8B-B14F-4D97-AF65-F5344CB8AC3E}">
        <p14:creationId xmlns:p14="http://schemas.microsoft.com/office/powerpoint/2010/main" val="4154590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72B4-F7B8-8A37-9708-8DD6619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8A12BCAF-5395-A1B9-063F-A28F026E6F27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8C007ACC-3F39-AD83-97C9-CCD2DF4D2CE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EA44B779-72F7-94F1-96F5-10AA8496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AA00E86A-2066-2297-4FF8-B2AFB3B6AD58}"/>
              </a:ext>
            </a:extLst>
          </p:cNvPr>
          <p:cNvSpPr/>
          <p:nvPr/>
        </p:nvSpPr>
        <p:spPr>
          <a:xfrm>
            <a:off x="8011099" y="2000875"/>
            <a:ext cx="4032854" cy="472246"/>
          </a:xfrm>
          <a:prstGeom prst="wedgeRoundRectCallout">
            <a:avLst>
              <a:gd name="adj1" fmla="val -28625"/>
              <a:gd name="adj2" fmla="val 31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1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조립가능 조립 목표와 합치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1DDAF2AC-8CAA-6B11-D00E-7E5049262A5D}"/>
              </a:ext>
            </a:extLst>
          </p:cNvPr>
          <p:cNvSpPr/>
          <p:nvPr/>
        </p:nvSpPr>
        <p:spPr>
          <a:xfrm>
            <a:off x="8011099" y="2990531"/>
            <a:ext cx="3484211" cy="472246"/>
          </a:xfrm>
          <a:prstGeom prst="wedgeRoundRectCallout">
            <a:avLst>
              <a:gd name="adj1" fmla="val -33110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2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조립 중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간섭 우려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AE16725C-492B-E377-36D0-EB5F0CCF2E94}"/>
              </a:ext>
            </a:extLst>
          </p:cNvPr>
          <p:cNvSpPr/>
          <p:nvPr/>
        </p:nvSpPr>
        <p:spPr>
          <a:xfrm>
            <a:off x="8011099" y="3980187"/>
            <a:ext cx="3765795" cy="472246"/>
          </a:xfrm>
          <a:prstGeom prst="wedgeRoundRectCallout">
            <a:avLst>
              <a:gd name="adj1" fmla="val -36134"/>
              <a:gd name="adj2" fmla="val -7793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3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가능하나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조립 목표와 불합치</a:t>
            </a: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6FA2391B-6762-FCB2-3703-91F53D59DA47}"/>
              </a:ext>
            </a:extLst>
          </p:cNvPr>
          <p:cNvSpPr/>
          <p:nvPr/>
        </p:nvSpPr>
        <p:spPr>
          <a:xfrm>
            <a:off x="8011099" y="4969843"/>
            <a:ext cx="2689100" cy="472246"/>
          </a:xfrm>
          <a:prstGeom prst="wedgeRoundRectCallout">
            <a:avLst>
              <a:gd name="adj1" fmla="val -16871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4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</a:t>
            </a:r>
            <a:r>
              <a:rPr lang="en-US" altLang="ko-KR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조립 가능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3AC3C2-A5FE-C578-CB35-2478F85E48F3}"/>
              </a:ext>
            </a:extLst>
          </p:cNvPr>
          <p:cNvSpPr/>
          <p:nvPr/>
        </p:nvSpPr>
        <p:spPr>
          <a:xfrm>
            <a:off x="4894957" y="397536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조립 후보 평가 시스템</a:t>
            </a:r>
            <a:endParaRPr lang="en-US" altLang="ko-KR" sz="16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C18889B-81D3-B83E-4515-1452913566E7}"/>
              </a:ext>
            </a:extLst>
          </p:cNvPr>
          <p:cNvSpPr/>
          <p:nvPr/>
        </p:nvSpPr>
        <p:spPr>
          <a:xfrm>
            <a:off x="748693" y="6346748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A79AA73-4329-7649-39A5-AE1419766A14}"/>
              </a:ext>
            </a:extLst>
          </p:cNvPr>
          <p:cNvGrpSpPr/>
          <p:nvPr/>
        </p:nvGrpSpPr>
        <p:grpSpPr>
          <a:xfrm>
            <a:off x="692718" y="1049337"/>
            <a:ext cx="2331140" cy="5190836"/>
            <a:chOff x="9070038" y="1019633"/>
            <a:chExt cx="2331140" cy="51908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B6C6D31-09F4-CC3E-2968-80EB52414EED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3615283-6D9E-9E03-CE4E-4AE501FE349A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D766545A-21C7-66EA-8D73-C6F5F63AE1AD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BE6AAB29-05CF-00E6-365E-DC0B2965D417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73" name="그룹 72">
                  <a:extLst>
                    <a:ext uri="{FF2B5EF4-FFF2-40B4-BE49-F238E27FC236}">
                      <a16:creationId xmlns:a16="http://schemas.microsoft.com/office/drawing/2014/main" id="{8885C0BC-24B9-A738-B14B-F3118E3400C8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EEC486C-860B-BC56-8BE8-2FC907E46C86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79" name="사각형: 둥근 모서리 78">
                    <a:extLst>
                      <a:ext uri="{FF2B5EF4-FFF2-40B4-BE49-F238E27FC236}">
                        <a16:creationId xmlns:a16="http://schemas.microsoft.com/office/drawing/2014/main" id="{FC13B789-AB75-4BAF-16AC-3E0F92E09C04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2FD61E82-DA9B-3692-91E8-A847D061B0D8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76" name="사각형: 둥근 모서리 75">
                    <a:extLst>
                      <a:ext uri="{FF2B5EF4-FFF2-40B4-BE49-F238E27FC236}">
                        <a16:creationId xmlns:a16="http://schemas.microsoft.com/office/drawing/2014/main" id="{8CF8CD31-D5CD-4813-1AF1-D3F8E29EAF9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9F4B8188-3B5B-2F40-FC2F-E0E65129819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1765E3CA-C871-C658-EBF4-14FEA12E1CED}"/>
                    </a:ext>
                  </a:extLst>
                </p:cNvPr>
                <p:cNvCxnSpPr>
                  <a:stCxn id="78" idx="2"/>
                  <a:endCxn id="76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DA7FF84-81EB-3A5C-D678-F7F251417DC4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9D8B8A1D-7555-64AF-848D-6FEFE7C8A5C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DD2D59B-26E1-3C3D-B225-3D251BD8ADE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43F8E40F-AD95-D045-71BB-B6C815DDB4DD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69" name="사각형: 둥근 모서리 68">
                    <a:extLst>
                      <a:ext uri="{FF2B5EF4-FFF2-40B4-BE49-F238E27FC236}">
                        <a16:creationId xmlns:a16="http://schemas.microsoft.com/office/drawing/2014/main" id="{63B9A0DB-9BDC-9E7E-B3A2-D341A540E688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6D0751A-4961-61DD-619B-AAFFF8741010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7B03A309-9C2F-0451-CE8E-C5190AA233E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9E21F612-2885-9761-D4D6-FB717B3AF7ED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8E4AE110-18D3-0B4C-A737-2F2C4D03AAF6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21E4F99A-3FB2-175D-B0C2-AE79389172FB}"/>
                    </a:ext>
                  </a:extLst>
                </p:cNvPr>
                <p:cNvCxnSpPr>
                  <a:cxnSpLocks/>
                  <a:stCxn id="70" idx="0"/>
                  <a:endCxn id="68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483AA89-35AF-CA5D-D4B2-F631335DE98B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9CC3319F-B675-49B1-5F64-21E4ECDA23FC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9936677B-EBCD-D242-617F-201BA282CEAA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3A227E43-17D8-F35B-47DA-BA7D03BF5820}"/>
                    </a:ext>
                  </a:extLst>
                </p:cNvPr>
                <p:cNvCxnSpPr>
                  <a:cxnSpLocks/>
                  <a:stCxn id="60" idx="2"/>
                  <a:endCxn id="55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7A1F5021-EFFC-E965-CF8E-0101B03BEACB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60" name="사각형: 둥근 모서리 59">
                    <a:extLst>
                      <a:ext uri="{FF2B5EF4-FFF2-40B4-BE49-F238E27FC236}">
                        <a16:creationId xmlns:a16="http://schemas.microsoft.com/office/drawing/2014/main" id="{CFC9A058-DABD-AB4C-0191-C7B422F3D0A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61" name="사각형: 둥근 모서리 60">
                    <a:extLst>
                      <a:ext uri="{FF2B5EF4-FFF2-40B4-BE49-F238E27FC236}">
                        <a16:creationId xmlns:a16="http://schemas.microsoft.com/office/drawing/2014/main" id="{236D3564-61D4-FA98-0C53-5BB71C78AD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07A465E-AE06-F5F2-CD48-F90EFBFD3B2A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58" name="사각형: 둥근 모서리 57">
                    <a:extLst>
                      <a:ext uri="{FF2B5EF4-FFF2-40B4-BE49-F238E27FC236}">
                        <a16:creationId xmlns:a16="http://schemas.microsoft.com/office/drawing/2014/main" id="{0AC3FD05-BF91-052A-4F66-25AC41ADCB01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59" name="사각형: 둥근 모서리 58">
                    <a:extLst>
                      <a:ext uri="{FF2B5EF4-FFF2-40B4-BE49-F238E27FC236}">
                        <a16:creationId xmlns:a16="http://schemas.microsoft.com/office/drawing/2014/main" id="{9DBA49BF-65E1-F0B4-2EC4-8E27B1489B6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46DEF12C-E1B2-0087-1540-3101B6FD9A57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55" name="타원 54">
                    <a:extLst>
                      <a:ext uri="{FF2B5EF4-FFF2-40B4-BE49-F238E27FC236}">
                        <a16:creationId xmlns:a16="http://schemas.microsoft.com/office/drawing/2014/main" id="{7D6876DD-E525-8BEA-D0D6-BB4AC30C91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57" name="사각형: 둥근 모서리 56">
                    <a:extLst>
                      <a:ext uri="{FF2B5EF4-FFF2-40B4-BE49-F238E27FC236}">
                        <a16:creationId xmlns:a16="http://schemas.microsoft.com/office/drawing/2014/main" id="{6C911DBA-F1BD-EBAC-0422-95CB19CA865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0C2F87-0877-CE14-A565-222466574C5B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629C2E9E-92A2-44BD-EBAF-4C31CE33977B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4A3BF30-7895-ABF3-4971-C0A75EF5276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AB2D2B6C-6885-8498-D0F5-380D4F34441D}"/>
                    </a:ext>
                  </a:extLst>
                </p:cNvPr>
                <p:cNvCxnSpPr>
                  <a:cxnSpLocks/>
                  <a:endCxn id="41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5D0439E4-8610-A5A1-19D7-8FC50E49B73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73408C24-68C0-05B4-0373-F82CBAEFB058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8" name="사각형: 둥근 모서리 47">
                    <a:extLst>
                      <a:ext uri="{FF2B5EF4-FFF2-40B4-BE49-F238E27FC236}">
                        <a16:creationId xmlns:a16="http://schemas.microsoft.com/office/drawing/2014/main" id="{0D4DCDEE-73E6-5899-2264-0779EDDF7C5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16D96074-E57C-AF3B-989A-FF032F23AD50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43" name="타원 42">
                    <a:extLst>
                      <a:ext uri="{FF2B5EF4-FFF2-40B4-BE49-F238E27FC236}">
                        <a16:creationId xmlns:a16="http://schemas.microsoft.com/office/drawing/2014/main" id="{B711267E-A468-FC81-7FC3-989A90A59F85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4" name="사각형: 둥근 모서리 43">
                    <a:extLst>
                      <a:ext uri="{FF2B5EF4-FFF2-40B4-BE49-F238E27FC236}">
                        <a16:creationId xmlns:a16="http://schemas.microsoft.com/office/drawing/2014/main" id="{8F6E412D-0D82-EC0D-E580-BE604F0BD5D2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006D19E0-DE5E-18D1-6FB7-CDF8D031F3D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41" name="타원 40">
                    <a:extLst>
                      <a:ext uri="{FF2B5EF4-FFF2-40B4-BE49-F238E27FC236}">
                        <a16:creationId xmlns:a16="http://schemas.microsoft.com/office/drawing/2014/main" id="{0C36115C-C0AB-7104-A4F7-C3789901A5BA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42" name="사각형: 둥근 모서리 41">
                    <a:extLst>
                      <a:ext uri="{FF2B5EF4-FFF2-40B4-BE49-F238E27FC236}">
                        <a16:creationId xmlns:a16="http://schemas.microsoft.com/office/drawing/2014/main" id="{F7E26163-7D9D-9097-0215-85293E7EA79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6F6FEED-A235-E749-464A-FFD015555AD6}"/>
              </a:ext>
            </a:extLst>
          </p:cNvPr>
          <p:cNvSpPr txBox="1"/>
          <p:nvPr/>
        </p:nvSpPr>
        <p:spPr>
          <a:xfrm>
            <a:off x="3140121" y="5994522"/>
            <a:ext cx="5455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현재 상태</a:t>
            </a:r>
            <a:r>
              <a:rPr lang="en-US" altLang="ko-KR" dirty="0"/>
              <a:t>, </a:t>
            </a:r>
            <a:r>
              <a:rPr lang="ko-KR" altLang="en-US" dirty="0"/>
              <a:t>조립 </a:t>
            </a:r>
            <a:r>
              <a:rPr lang="ko-KR" altLang="en-US" dirty="0" err="1"/>
              <a:t>목표등의</a:t>
            </a:r>
            <a:r>
              <a:rPr lang="ko-KR" altLang="en-US" dirty="0"/>
              <a:t> 사용자 입력을 바탕으로 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조립 후보가 사용자의 목적에 부합하는지 평가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56B4056-BC18-2301-A515-FEDEA778A86A}"/>
              </a:ext>
            </a:extLst>
          </p:cNvPr>
          <p:cNvGrpSpPr/>
          <p:nvPr/>
        </p:nvGrpSpPr>
        <p:grpSpPr>
          <a:xfrm>
            <a:off x="5608126" y="1614217"/>
            <a:ext cx="2211028" cy="1340779"/>
            <a:chOff x="2438097" y="1177547"/>
            <a:chExt cx="1525175" cy="999873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69639126-D02C-A595-1599-588E9CDB41A3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589CFCDB-5FBB-4CF8-86E8-249E7ABA2587}"/>
                  </a:ext>
                </a:extLst>
              </p:cNvPr>
              <p:cNvCxnSpPr>
                <a:cxnSpLocks/>
                <a:stCxn id="147" idx="4"/>
                <a:endCxn id="149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981F120D-2C56-E965-D7DB-30D294760DC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C1C2D976-1A34-2A93-FEF6-0581E8E26221}"/>
                  </a:ext>
                </a:extLst>
              </p:cNvPr>
              <p:cNvCxnSpPr>
                <a:cxnSpLocks/>
                <a:stCxn id="137" idx="2"/>
                <a:endCxn id="127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3C5E1760-42AE-1167-E6AE-6860F7D9BB4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97DD36D3-DBF9-3354-29A4-13FF0B129591}"/>
                  </a:ext>
                </a:extLst>
              </p:cNvPr>
              <p:cNvCxnSpPr>
                <a:cxnSpLocks/>
                <a:stCxn id="133" idx="1"/>
                <a:endCxn id="129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F410E4F-E4E3-B473-C6C3-8E531F777BD4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C8699574-C883-603B-9371-12B8C242CBC4}"/>
                  </a:ext>
                </a:extLst>
              </p:cNvPr>
              <p:cNvCxnSpPr>
                <a:cxnSpLocks/>
                <a:stCxn id="147" idx="6"/>
                <a:endCxn id="131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EBB4E19B-083E-1811-F6E5-601BB439CB03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93AC7508-3646-6476-2D51-4C9A5E8D9DE7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C439E6FD-9663-0453-4885-08EF1C8B34D4}"/>
                  </a:ext>
                </a:extLst>
              </p:cNvPr>
              <p:cNvCxnSpPr>
                <a:cxnSpLocks/>
                <a:stCxn id="134" idx="3"/>
                <a:endCxn id="127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타원 136">
                <a:extLst>
                  <a:ext uri="{FF2B5EF4-FFF2-40B4-BE49-F238E27FC236}">
                    <a16:creationId xmlns:a16="http://schemas.microsoft.com/office/drawing/2014/main" id="{6796E6AC-CF2B-BCA1-07D8-9B669C45EAD4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5FB45106-401B-0EE9-D5C2-0C89675D404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id="{D9D38C62-5F50-F061-21DC-4766C385F4FD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E561A5A0-A0E1-7A04-EF9A-2C58554FEC27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80A0079A-4A07-A689-42A2-0E2FB6603EF0}"/>
                  </a:ext>
                </a:extLst>
              </p:cNvPr>
              <p:cNvCxnSpPr>
                <a:cxnSpLocks/>
                <a:stCxn id="149" idx="4"/>
                <a:endCxn id="148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B393BB03-C4B2-7216-4236-C70394B45EEE}"/>
                  </a:ext>
                </a:extLst>
              </p:cNvPr>
              <p:cNvCxnSpPr>
                <a:cxnSpLocks/>
                <a:stCxn id="133" idx="2"/>
                <a:endCxn id="134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5435110-0FF5-2AD4-69DD-5DA6FF8271F3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152" name="화살표: 아래쪽 151">
            <a:extLst>
              <a:ext uri="{FF2B5EF4-FFF2-40B4-BE49-F238E27FC236}">
                <a16:creationId xmlns:a16="http://schemas.microsoft.com/office/drawing/2014/main" id="{49378E8B-C30E-A6E0-3BB0-D9898023AA10}"/>
              </a:ext>
            </a:extLst>
          </p:cNvPr>
          <p:cNvSpPr/>
          <p:nvPr/>
        </p:nvSpPr>
        <p:spPr>
          <a:xfrm>
            <a:off x="5019675" y="3067319"/>
            <a:ext cx="1219516" cy="664773"/>
          </a:xfrm>
          <a:prstGeom prst="downArrow">
            <a:avLst>
              <a:gd name="adj1" fmla="val 62562"/>
              <a:gd name="adj2" fmla="val 3254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사용자 입력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DA39241-9CA4-22DF-C431-9878243D8B02}"/>
              </a:ext>
            </a:extLst>
          </p:cNvPr>
          <p:cNvSpPr/>
          <p:nvPr/>
        </p:nvSpPr>
        <p:spPr>
          <a:xfrm>
            <a:off x="3859075" y="4248139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1DBEF77-3A0B-8A97-5C20-05DA88D1117C}"/>
              </a:ext>
            </a:extLst>
          </p:cNvPr>
          <p:cNvSpPr/>
          <p:nvPr/>
        </p:nvSpPr>
        <p:spPr>
          <a:xfrm>
            <a:off x="7098717" y="427274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45B16D-F21E-2B6C-E223-3FFE76B49742}"/>
              </a:ext>
            </a:extLst>
          </p:cNvPr>
          <p:cNvGrpSpPr/>
          <p:nvPr/>
        </p:nvGrpSpPr>
        <p:grpSpPr>
          <a:xfrm>
            <a:off x="3654005" y="1597283"/>
            <a:ext cx="1897124" cy="1281009"/>
            <a:chOff x="567997" y="1152609"/>
            <a:chExt cx="1734024" cy="13267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234EB17-7B1C-DB17-938A-A20F7BCBFCFF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3EA04B9-31B7-0CF0-A73B-9B6B2016751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68645E5-D55C-7C07-5446-9A501BDDFE7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803E309F-28ED-6C39-B8A1-1A591789B2A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BC58A23-6F72-DEFA-021D-742BEE2FE5AF}"/>
                    </a:ext>
                  </a:extLst>
                </p:cNvPr>
                <p:cNvCxnSpPr>
                  <a:cxnSpLocks/>
                  <a:endCxn id="46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AF9DF3A3-57F0-D0CA-0522-436118EDCDB6}"/>
                    </a:ext>
                  </a:extLst>
                </p:cNvPr>
                <p:cNvCxnSpPr>
                  <a:cxnSpLocks/>
                  <a:stCxn id="56" idx="2"/>
                  <a:endCxn id="46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A9ECCD5F-76C8-34CC-7176-24CEB536B11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61E14D91-E873-DD96-8363-81D47AE6A08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E2126F1A-2EB2-010F-4C1F-2B8015DAC22B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7" name="타원 116">
                    <a:extLst>
                      <a:ext uri="{FF2B5EF4-FFF2-40B4-BE49-F238E27FC236}">
                        <a16:creationId xmlns:a16="http://schemas.microsoft.com/office/drawing/2014/main" id="{7B6177B3-3AF7-3355-C704-8469B4F21425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8" name="타원 117">
                    <a:extLst>
                      <a:ext uri="{FF2B5EF4-FFF2-40B4-BE49-F238E27FC236}">
                        <a16:creationId xmlns:a16="http://schemas.microsoft.com/office/drawing/2014/main" id="{5920BCB7-7697-D92F-B3E0-A51D192112DB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9B95DEB5-B7C1-A8CB-BABD-AFE0E8FEAD9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0" name="타원 9">
                  <a:extLst>
                    <a:ext uri="{FF2B5EF4-FFF2-40B4-BE49-F238E27FC236}">
                      <a16:creationId xmlns:a16="http://schemas.microsoft.com/office/drawing/2014/main" id="{F6BD9151-1E91-D5BE-15BA-EA3FAA10C637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DE258A60-9BE1-4A3D-9071-25564311F674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60399860-F751-C53D-570F-0C74B9A3AB7A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F5244E3D-E1A4-D529-EC73-B6ACA3371C0E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E3A01EA-5408-73DC-8833-7E9CD140A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1E2DED07-9860-3CC6-FC55-4311AE497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45" name="타원 44">
                      <a:extLst>
                        <a:ext uri="{FF2B5EF4-FFF2-40B4-BE49-F238E27FC236}">
                          <a16:creationId xmlns:a16="http://schemas.microsoft.com/office/drawing/2014/main" id="{A3EBF573-D095-4895-5D9B-661C16E75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80302C9A-1CC8-0004-E35F-0CBF4F981FC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23B128E-DB62-6CCE-873F-91F953B5E4B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3374CC87-50BF-FEA6-F54B-A1802BD8673C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23642D6-97F2-F312-056C-94DCE0833B9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2F7D654D-C39A-64E2-4453-B055F13B1C95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D5F15480-5F1A-481F-43C4-0F1427FBA8F7}"/>
                    </a:ext>
                  </a:extLst>
                </p:cNvPr>
                <p:cNvCxnSpPr>
                  <a:cxnSpLocks/>
                  <a:stCxn id="10" idx="7"/>
                  <a:endCxn id="13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301DC8E-101A-970C-AF08-F3786F78B6BE}"/>
                    </a:ext>
                  </a:extLst>
                </p:cNvPr>
                <p:cNvCxnSpPr>
                  <a:cxnSpLocks/>
                  <a:stCxn id="16" idx="1"/>
                  <a:endCxn id="10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E7300074-7383-40C4-106D-1DC6D319C312}"/>
                    </a:ext>
                  </a:extLst>
                </p:cNvPr>
                <p:cNvCxnSpPr>
                  <a:cxnSpLocks/>
                  <a:stCxn id="19" idx="7"/>
                  <a:endCxn id="10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B3A3F3-FE8D-32BA-E106-387DB881302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19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C9FA-FC68-6624-A351-1826327C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03B0392-4B5F-D53B-06B6-2ECAFCF286BC}"/>
              </a:ext>
            </a:extLst>
          </p:cNvPr>
          <p:cNvSpPr/>
          <p:nvPr/>
        </p:nvSpPr>
        <p:spPr>
          <a:xfrm>
            <a:off x="249814" y="1139431"/>
            <a:ext cx="11599475" cy="5341422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927F3542-23EB-480E-11A3-27E3033FB6A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51DE62DC-DFCD-15E6-BCA3-1D4978CFBB39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BD5ADF3-0053-F44C-2DF9-5256504A9CFE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CDEB84F4-1072-9B26-44F1-6C9DB6F48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17ED118-82E3-0068-21C7-2F5440DF02C0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37ACF1F-0F68-40E1-C032-5706EFA6D24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Step Generation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A95C332-3777-575E-57D4-EAE4BFDF6728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C7A02F63-4288-06FE-0779-A76BEE4A6EDF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4" name="그래픽 23" descr="데이터베이스 단색으로 채워진">
                <a:extLst>
                  <a:ext uri="{FF2B5EF4-FFF2-40B4-BE49-F238E27FC236}">
                    <a16:creationId xmlns:a16="http://schemas.microsoft.com/office/drawing/2014/main" id="{C193DA74-09C5-DA5B-784D-A4B5B635C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99FB968-F848-35BD-0154-1321BC5A8F2C}"/>
              </a:ext>
            </a:extLst>
          </p:cNvPr>
          <p:cNvSpPr txBox="1"/>
          <p:nvPr/>
        </p:nvSpPr>
        <p:spPr>
          <a:xfrm>
            <a:off x="617746" y="5492514"/>
            <a:ext cx="1091087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INPUT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들어온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아이템 리스트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첫 번째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Step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올 수 있는 조립 후보들을 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F9472E4-CAF0-DCEA-BDAB-F24B5B2F14A3}"/>
              </a:ext>
            </a:extLst>
          </p:cNvPr>
          <p:cNvGrpSpPr/>
          <p:nvPr/>
        </p:nvGrpSpPr>
        <p:grpSpPr>
          <a:xfrm>
            <a:off x="9977879" y="1465376"/>
            <a:ext cx="1525175" cy="1112998"/>
            <a:chOff x="3237674" y="5802496"/>
            <a:chExt cx="1525175" cy="1112998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BFEE322-06AC-9492-6FCC-4657AE5B2392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9E7B3621-F591-5A99-7F00-914157E293E7}"/>
                  </a:ext>
                </a:extLst>
              </p:cNvPr>
              <p:cNvCxnSpPr>
                <a:cxnSpLocks/>
                <a:stCxn id="48" idx="4"/>
                <a:endCxn id="51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2AE77792-C93B-02A5-8874-C07711020AF8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39907394-F343-8E7A-77C1-7BA4F50A089C}"/>
                  </a:ext>
                </a:extLst>
              </p:cNvPr>
              <p:cNvCxnSpPr>
                <a:cxnSpLocks/>
                <a:stCxn id="46" idx="2"/>
                <a:endCxn id="29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B9C644A9-FD72-B4B3-8D31-3422E5DC789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674E47B1-3A81-F630-3DDD-1870E50DFBDF}"/>
                  </a:ext>
                </a:extLst>
              </p:cNvPr>
              <p:cNvCxnSpPr>
                <a:cxnSpLocks/>
                <a:stCxn id="42" idx="1"/>
                <a:endCxn id="31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74116C74-EC5E-1612-BFF0-B65160C7A7A5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25354943-DC12-D22B-C7D5-753E6BEFCF25}"/>
                  </a:ext>
                </a:extLst>
              </p:cNvPr>
              <p:cNvCxnSpPr>
                <a:cxnSpLocks/>
                <a:stCxn id="48" idx="6"/>
                <a:endCxn id="40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C6B2AFC4-7D01-EC02-B482-E5F9710C7029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D45CFAF4-6D1B-0C8B-EC38-BF9010D6C6BD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B41B0025-E741-B56A-61BB-BFE1E460AA76}"/>
                  </a:ext>
                </a:extLst>
              </p:cNvPr>
              <p:cNvCxnSpPr>
                <a:cxnSpLocks/>
                <a:stCxn id="43" idx="3"/>
                <a:endCxn id="29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3092191B-2435-F44F-5218-5C8814AC1945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1EADB10E-DCD8-D2A9-B86C-7743DF289136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7527117C-AADA-93D2-6099-94498E10C6A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21A8D454-26DA-7F26-D86B-65A91437C8C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05B63AF7-5868-2B92-3D07-146C8FA5EA4F}"/>
                  </a:ext>
                </a:extLst>
              </p:cNvPr>
              <p:cNvCxnSpPr>
                <a:cxnSpLocks/>
                <a:stCxn id="51" idx="4"/>
                <a:endCxn id="49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D454D3C9-4878-BD87-81E4-F83455BA1813}"/>
                  </a:ext>
                </a:extLst>
              </p:cNvPr>
              <p:cNvCxnSpPr>
                <a:cxnSpLocks/>
                <a:stCxn id="42" idx="2"/>
                <a:endCxn id="43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29E32F-AF15-6259-CEA6-F2F312369363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8847FF98-145B-3AE0-6EBB-D8F7F978386D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9336A8B-8179-061E-9E96-8A4B239D0A4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CD03476E-E6F5-8319-3D84-4E3C0D24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46DC2F0-A20C-1A53-3A49-6A6C53BBF779}"/>
              </a:ext>
            </a:extLst>
          </p:cNvPr>
          <p:cNvSpPr/>
          <p:nvPr/>
        </p:nvSpPr>
        <p:spPr>
          <a:xfrm>
            <a:off x="141350" y="921133"/>
            <a:ext cx="1596416" cy="57167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63413229-F8DD-114F-3001-8C17438151AC}"/>
              </a:ext>
            </a:extLst>
          </p:cNvPr>
          <p:cNvGrpSpPr/>
          <p:nvPr/>
        </p:nvGrpSpPr>
        <p:grpSpPr>
          <a:xfrm>
            <a:off x="1898958" y="3224769"/>
            <a:ext cx="1955792" cy="1182232"/>
            <a:chOff x="1898958" y="3757428"/>
            <a:chExt cx="1955792" cy="1182232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19F4B48-A3F3-F00B-B262-65A421072637}"/>
                </a:ext>
              </a:extLst>
            </p:cNvPr>
            <p:cNvSpPr/>
            <p:nvPr/>
          </p:nvSpPr>
          <p:spPr bwMode="auto">
            <a:xfrm>
              <a:off x="1898958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EB80C6-67B6-9350-1432-514302FFE420}"/>
                </a:ext>
              </a:extLst>
            </p:cNvPr>
            <p:cNvSpPr txBox="1"/>
            <p:nvPr/>
          </p:nvSpPr>
          <p:spPr>
            <a:xfrm>
              <a:off x="2036560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FDB99A0A-55C9-E223-FEB7-772B1E668BB9}"/>
                </a:ext>
              </a:extLst>
            </p:cNvPr>
            <p:cNvGrpSpPr/>
            <p:nvPr/>
          </p:nvGrpSpPr>
          <p:grpSpPr>
            <a:xfrm>
              <a:off x="1998346" y="4090615"/>
              <a:ext cx="1757016" cy="734859"/>
              <a:chOff x="9133527" y="1125845"/>
              <a:chExt cx="2204162" cy="904189"/>
            </a:xfrm>
          </p:grpSpPr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0466F4C5-FCE7-215F-808B-427BBBB624C0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B445CF10-C629-DDA0-DDCB-BC28A07724BE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C5134312-0D4A-0674-974C-9E60BA5198C9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E3A930A4-DBA8-65AF-F5AC-C854010AD5A0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/>
                      <a:t>Type A-1 </a:t>
                    </a:r>
                    <a:endParaRPr lang="ko-KR" altLang="en-US" sz="800" dirty="0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AB458F3E-73DD-13B7-8F6F-38B77B9985D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23E8F921-4507-CE74-A69E-FA89E93495F0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0EE69156-8CCE-3328-AC64-46996C528335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A-2 </a:t>
                    </a:r>
                    <a:endParaRPr lang="ko-KR" altLang="en-US" sz="800" dirty="0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5BD12CEC-1163-0762-02A0-F9C9BB311F8A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  <a:endParaRPr lang="ko-KR" altLang="en-US" sz="800" dirty="0"/>
                  </a:p>
                </p:txBody>
              </p:sp>
            </p:grp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E71500AB-E2E9-3B92-B40A-381C1C6ED89F}"/>
                    </a:ext>
                  </a:extLst>
                </p:cNvPr>
                <p:cNvCxnSpPr>
                  <a:stCxn id="105" idx="2"/>
                  <a:endCxn id="1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CF4A02EB-D77E-2D8F-F26F-7B92500706EC}"/>
              </a:ext>
            </a:extLst>
          </p:cNvPr>
          <p:cNvGrpSpPr/>
          <p:nvPr/>
        </p:nvGrpSpPr>
        <p:grpSpPr>
          <a:xfrm>
            <a:off x="6883318" y="3224769"/>
            <a:ext cx="1955792" cy="1182232"/>
            <a:chOff x="7173415" y="3757428"/>
            <a:chExt cx="1955792" cy="1182232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F2649C-0C5D-93BB-4161-E656E30D4ABA}"/>
                </a:ext>
              </a:extLst>
            </p:cNvPr>
            <p:cNvSpPr/>
            <p:nvPr/>
          </p:nvSpPr>
          <p:spPr bwMode="auto">
            <a:xfrm>
              <a:off x="7173415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1B16E8D-AA79-4155-C651-7F503B44CD5D}"/>
                </a:ext>
              </a:extLst>
            </p:cNvPr>
            <p:cNvSpPr txBox="1"/>
            <p:nvPr/>
          </p:nvSpPr>
          <p:spPr>
            <a:xfrm>
              <a:off x="7311017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FD0DE047-C13A-57A3-E811-6C93A09FDAE9}"/>
                </a:ext>
              </a:extLst>
            </p:cNvPr>
            <p:cNvGrpSpPr/>
            <p:nvPr/>
          </p:nvGrpSpPr>
          <p:grpSpPr>
            <a:xfrm>
              <a:off x="7272803" y="4082099"/>
              <a:ext cx="1757016" cy="761132"/>
              <a:chOff x="9133527" y="3725979"/>
              <a:chExt cx="2204162" cy="954834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826B4E85-DF37-D46A-DE4D-DD2188B3F663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2A351BFF-DAD6-149F-96F8-40217D3FADED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BD6E74BC-8F7E-6E09-D1C9-F9EED6400D22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1A09E09C-CCC3-52EF-B6DC-64AB99AF37F5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5E72F650-337F-621D-4C3C-9C5E10924408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Female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042A14FD-76A8-210E-42A8-1014AF44C82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22543EC5-1A3B-89BD-F2D8-003540811B64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  <p:sp>
                <p:nvSpPr>
                  <p:cNvPr id="114" name="타원 113">
                    <a:extLst>
                      <a:ext uri="{FF2B5EF4-FFF2-40B4-BE49-F238E27FC236}">
                        <a16:creationId xmlns:a16="http://schemas.microsoft.com/office/drawing/2014/main" id="{F2CDCB53-0A2D-5567-AD04-0DA175BD7A3A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0E336AF3-46DD-FF3E-D1B1-7E800FA2A3A1}"/>
                    </a:ext>
                  </a:extLst>
                </p:cNvPr>
                <p:cNvCxnSpPr>
                  <a:cxnSpLocks/>
                  <a:stCxn id="116" idx="0"/>
                  <a:endCxn id="114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B419D68C-4446-0334-466D-AB7EB9B30911}"/>
              </a:ext>
            </a:extLst>
          </p:cNvPr>
          <p:cNvGrpSpPr/>
          <p:nvPr/>
        </p:nvGrpSpPr>
        <p:grpSpPr>
          <a:xfrm>
            <a:off x="4329432" y="3224769"/>
            <a:ext cx="2079204" cy="1629407"/>
            <a:chOff x="4411161" y="3757428"/>
            <a:chExt cx="2079204" cy="162940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744F6A3-90BB-8DA1-F90F-545A34F57303}"/>
                </a:ext>
              </a:extLst>
            </p:cNvPr>
            <p:cNvSpPr/>
            <p:nvPr/>
          </p:nvSpPr>
          <p:spPr bwMode="auto">
            <a:xfrm>
              <a:off x="4411161" y="3757428"/>
              <a:ext cx="2079204" cy="1629407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51F855-78CD-69C0-11B9-1551AE08E668}"/>
                </a:ext>
              </a:extLst>
            </p:cNvPr>
            <p:cNvSpPr txBox="1"/>
            <p:nvPr/>
          </p:nvSpPr>
          <p:spPr>
            <a:xfrm>
              <a:off x="4613613" y="3757428"/>
              <a:ext cx="167430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8A0ED300-C7E5-5971-B843-3236D8F44A53}"/>
                </a:ext>
              </a:extLst>
            </p:cNvPr>
            <p:cNvGrpSpPr/>
            <p:nvPr/>
          </p:nvGrpSpPr>
          <p:grpSpPr>
            <a:xfrm>
              <a:off x="4572255" y="4082099"/>
              <a:ext cx="1757016" cy="1187810"/>
              <a:chOff x="9133527" y="2187491"/>
              <a:chExt cx="2204162" cy="1441156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E2B5C132-0E32-BD6D-81A1-257E8E4DAE0A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F10005D6-45B8-6709-B06C-8F7851D5CE04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19A83BF8-ADFD-624D-775F-FDDEE7023605}"/>
                    </a:ext>
                  </a:extLst>
                </p:cNvPr>
                <p:cNvCxnSpPr>
                  <a:cxnSpLocks/>
                  <a:stCxn id="12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4974562B-BE34-6220-0C09-A0F649EBA181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28" name="사각형: 둥근 모서리 127">
                    <a:extLst>
                      <a:ext uri="{FF2B5EF4-FFF2-40B4-BE49-F238E27FC236}">
                        <a16:creationId xmlns:a16="http://schemas.microsoft.com/office/drawing/2014/main" id="{FCF73FA2-BB2C-BA43-E915-0561AD889930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B-1 </a:t>
                    </a:r>
                    <a:endParaRPr lang="ko-KR" altLang="en-US" sz="800" dirty="0"/>
                  </a:p>
                </p:txBody>
              </p:sp>
              <p:sp>
                <p:nvSpPr>
                  <p:cNvPr id="129" name="사각형: 둥근 모서리 128">
                    <a:extLst>
                      <a:ext uri="{FF2B5EF4-FFF2-40B4-BE49-F238E27FC236}">
                        <a16:creationId xmlns:a16="http://schemas.microsoft.com/office/drawing/2014/main" id="{6FD854F2-6F8A-ADC1-D068-3C1FC440ACC5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22" name="그룹 121">
                  <a:extLst>
                    <a:ext uri="{FF2B5EF4-FFF2-40B4-BE49-F238E27FC236}">
                      <a16:creationId xmlns:a16="http://schemas.microsoft.com/office/drawing/2014/main" id="{A513AC7A-D8BA-F7B1-6DAC-39C1C011517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6" name="사각형: 둥근 모서리 125">
                    <a:extLst>
                      <a:ext uri="{FF2B5EF4-FFF2-40B4-BE49-F238E27FC236}">
                        <a16:creationId xmlns:a16="http://schemas.microsoft.com/office/drawing/2014/main" id="{E4E19B90-C7E5-DABC-A9E8-879311A1E9A3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27" name="사각형: 둥근 모서리 126">
                    <a:extLst>
                      <a:ext uri="{FF2B5EF4-FFF2-40B4-BE49-F238E27FC236}">
                        <a16:creationId xmlns:a16="http://schemas.microsoft.com/office/drawing/2014/main" id="{C86F0B95-8C0D-B0CC-6B6E-E272E2100700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B-2 </a:t>
                    </a:r>
                    <a:endParaRPr lang="ko-KR" altLang="en-US" sz="800" dirty="0"/>
                  </a:p>
                </p:txBody>
              </p:sp>
            </p:grpSp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CA3380E3-EBA0-39DD-66E7-E4BC7704390B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87C9D7C2-15FE-0DF5-E0A6-D064671A3BC4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M4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C4386249-A8B0-9006-0448-53A12881D4C8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2</a:t>
                    </a:r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17A56370-D14C-4586-5806-B54F54C0C00C}"/>
              </a:ext>
            </a:extLst>
          </p:cNvPr>
          <p:cNvGrpSpPr/>
          <p:nvPr/>
        </p:nvGrpSpPr>
        <p:grpSpPr>
          <a:xfrm>
            <a:off x="9313793" y="3224769"/>
            <a:ext cx="2079204" cy="1558183"/>
            <a:chOff x="9313793" y="3757428"/>
            <a:chExt cx="2079204" cy="1558183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132C751E-DAC5-9C4B-E967-F352E55B461D}"/>
                </a:ext>
              </a:extLst>
            </p:cNvPr>
            <p:cNvSpPr/>
            <p:nvPr/>
          </p:nvSpPr>
          <p:spPr bwMode="auto">
            <a:xfrm>
              <a:off x="9313793" y="3757428"/>
              <a:ext cx="2079204" cy="1558183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0368151-7E5B-D1ED-6425-A8DBD3700858}"/>
                </a:ext>
              </a:extLst>
            </p:cNvPr>
            <p:cNvGrpSpPr/>
            <p:nvPr/>
          </p:nvGrpSpPr>
          <p:grpSpPr>
            <a:xfrm>
              <a:off x="9465673" y="4082099"/>
              <a:ext cx="1775445" cy="1099766"/>
              <a:chOff x="9133527" y="4778146"/>
              <a:chExt cx="2204162" cy="1365327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50B30833-E8B9-9998-E8D3-126D89F61589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9E6292D3-4C8F-CCDE-3DCA-C5669A36DF4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25D6204A-38EF-9ECA-0C6F-592967D3E119}"/>
                    </a:ext>
                  </a:extLst>
                </p:cNvPr>
                <p:cNvCxnSpPr>
                  <a:cxnSpLocks/>
                  <a:endCxn id="137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77602C36-F414-50E8-729A-BC64A2727B4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41" name="타원 140">
                    <a:extLst>
                      <a:ext uri="{FF2B5EF4-FFF2-40B4-BE49-F238E27FC236}">
                        <a16:creationId xmlns:a16="http://schemas.microsoft.com/office/drawing/2014/main" id="{66720A6F-DDDA-FEBB-9728-DC2BD40AD92A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나사구멍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Ø8mm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2" name="사각형: 둥근 모서리 141">
                    <a:extLst>
                      <a:ext uri="{FF2B5EF4-FFF2-40B4-BE49-F238E27FC236}">
                        <a16:creationId xmlns:a16="http://schemas.microsoft.com/office/drawing/2014/main" id="{CF51B236-4082-1B5D-AC4D-39BD2ECF4BCF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A337297B-0E96-3171-6837-E68525122C63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39" name="타원 138">
                    <a:extLst>
                      <a:ext uri="{FF2B5EF4-FFF2-40B4-BE49-F238E27FC236}">
                        <a16:creationId xmlns:a16="http://schemas.microsoft.com/office/drawing/2014/main" id="{A54A723B-9DFE-1510-798E-C66AC9968DC9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 dirty="0">
                        <a:latin typeface="+mj-ea"/>
                      </a:rPr>
                      <a:t>:</a:t>
                    </a:r>
                    <a:r>
                      <a:rPr lang="ko-KR" altLang="en-US" sz="800" dirty="0">
                        <a:latin typeface="+mj-ea"/>
                      </a:rPr>
                      <a:t> </a:t>
                    </a:r>
                    <a:r>
                      <a:rPr lang="en-US" altLang="ko-KR" sz="800" dirty="0">
                        <a:latin typeface="+mj-ea"/>
                      </a:rPr>
                      <a:t>M8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0" name="사각형: 둥근 모서리 139">
                    <a:extLst>
                      <a:ext uri="{FF2B5EF4-FFF2-40B4-BE49-F238E27FC236}">
                        <a16:creationId xmlns:a16="http://schemas.microsoft.com/office/drawing/2014/main" id="{C7FCA7BD-1A16-F9DF-9F1C-B95DCBF40F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바디</a:t>
                    </a:r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FDDF03E8-A0F0-8EBD-29BA-DF70441624EC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37" name="타원 136">
                    <a:extLst>
                      <a:ext uri="{FF2B5EF4-FFF2-40B4-BE49-F238E27FC236}">
                        <a16:creationId xmlns:a16="http://schemas.microsoft.com/office/drawing/2014/main" id="{84212FF5-FD22-6D41-7E75-FC41CCFE0299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/>
                      <a:t>나사</a:t>
                    </a:r>
                    <a:r>
                      <a:rPr lang="en-US" altLang="ko-KR" sz="800"/>
                      <a:t>: M8</a:t>
                    </a:r>
                    <a:endParaRPr lang="ko-KR" altLang="en-US" sz="800" dirty="0"/>
                  </a:p>
                </p:txBody>
              </p:sp>
              <p:sp>
                <p:nvSpPr>
                  <p:cNvPr id="138" name="사각형: 둥근 모서리 137">
                    <a:extLst>
                      <a:ext uri="{FF2B5EF4-FFF2-40B4-BE49-F238E27FC236}">
                        <a16:creationId xmlns:a16="http://schemas.microsoft.com/office/drawing/2014/main" id="{A478074C-F110-7D95-B17B-F895CBA25E50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1</a:t>
                    </a:r>
                    <a:endParaRPr lang="ko-KR" altLang="en-US" sz="800" dirty="0"/>
                  </a:p>
                </p:txBody>
              </p:sp>
            </p:grp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B3321FD-349B-3FB4-468A-2CBF304D339C}"/>
                </a:ext>
              </a:extLst>
            </p:cNvPr>
            <p:cNvSpPr txBox="1"/>
            <p:nvPr/>
          </p:nvSpPr>
          <p:spPr>
            <a:xfrm>
              <a:off x="9513101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</p:grp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4A80278A-F236-F4A6-D743-8B24DBA2DECD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7B3FFD47-839A-1859-F4FA-33F28267AD94}"/>
              </a:ext>
            </a:extLst>
          </p:cNvPr>
          <p:cNvGrpSpPr/>
          <p:nvPr/>
        </p:nvGrpSpPr>
        <p:grpSpPr>
          <a:xfrm>
            <a:off x="5965969" y="1493814"/>
            <a:ext cx="1588890" cy="1320890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EEC7649-7E32-7D96-3A28-150B206AE9BD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1B7847F0-DA56-A52A-F285-BCB11784CD29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9CCAA5-551E-9618-B64E-B960DE178F88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9E888F6-FB11-E0B7-1C2B-3FD7DD6BFBAA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41EED3D2-C58C-AA8D-2694-090C3D520620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84543F57-1B6A-2397-40F3-2F3C052E94DE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9593E2C3-5942-C127-9D82-059669B32268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FB94ECB8-2585-EB1D-1822-D8141FE79E7B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D12B2E8E-B6EC-9856-0E3C-DDA690EDB909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6E92460C-76F4-8A8B-2C45-394E01F56259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A79EAD15-A3CC-833F-56F2-3CA573D5004E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5753C829-C180-4C2A-3451-63F5541157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8DB35C80-F68A-6AEE-C109-0F7FCE54D3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86C807FE-B420-980D-F115-1B81AB8826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88ACC08D-ACD3-0A08-899E-05DC43D743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1420C624-92DE-40DF-5890-8E702908D293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8D23D4E6-D01B-5524-394C-D81DEAD96DD2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DA26FE9C-E508-63CE-369D-5FB0448C0EEB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EAD67007-E227-3D04-85CD-DFB197163B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8A2AA3B3-D6AB-66DF-D8B0-D99C0B115C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A1C3412A-41FC-6D74-F8DF-8FE76CFBE1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CD173130-AED4-ECC8-7878-E2FB52CD1E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0FFF0010-F53A-0181-A91A-0DDC99B778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248F33E2-4FAA-089F-1C9C-0EB08F4A51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6E0717B3-4E30-D84C-7151-CA840E835ED8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63E21F39-627E-D64D-3117-BC78B7F87F4F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9FFBCF61-50BB-5F88-2FB8-F124969827C1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FF868E70-969A-13A9-7791-A0849622D886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DB769B3D-55E2-E72D-8A58-27151B22B104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B200888E-0407-C210-E6B1-289D18FE62A6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6823C45B-136A-B39F-D78D-9B3767AF3ECC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F2F776F-6722-5772-45FD-BF386C573F36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1683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C1AD-7499-34B2-50FE-6188408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E269144-24D1-8C6E-ED80-EB9450DD5769}"/>
              </a:ext>
            </a:extLst>
          </p:cNvPr>
          <p:cNvSpPr/>
          <p:nvPr/>
        </p:nvSpPr>
        <p:spPr>
          <a:xfrm>
            <a:off x="249814" y="1139431"/>
            <a:ext cx="11599475" cy="5341422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20362894-5718-0729-1603-BA8D77E30FFC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FEECA600-E665-66E8-9F2A-78ABE6017B77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540950FE-D4FB-D808-A630-E8A10DD49CA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852E837B-9D46-5C91-3F90-565CD465F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EF61989-2E3B-A3A8-867E-6FFC88292E9A}"/>
              </a:ext>
            </a:extLst>
          </p:cNvPr>
          <p:cNvSpPr/>
          <p:nvPr/>
        </p:nvSpPr>
        <p:spPr>
          <a:xfrm>
            <a:off x="649946" y="2249070"/>
            <a:ext cx="3160140" cy="582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시스템</a:t>
            </a:r>
            <a:endParaRPr lang="en-US" altLang="ko-KR" sz="1600" b="1" dirty="0">
              <a:solidFill>
                <a:schemeClr val="accent1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A22BAE-A849-487A-A4BB-5D160A67D189}"/>
              </a:ext>
            </a:extLst>
          </p:cNvPr>
          <p:cNvSpPr txBox="1"/>
          <p:nvPr/>
        </p:nvSpPr>
        <p:spPr>
          <a:xfrm>
            <a:off x="617746" y="5762484"/>
            <a:ext cx="1091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Rule-Model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후보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Step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들에 대해 </a:t>
            </a:r>
            <a:r>
              <a:rPr kumimoji="1" lang="ko-KR" altLang="en-US" b="1" dirty="0">
                <a:solidFill>
                  <a:schemeClr val="accent1"/>
                </a:solidFill>
                <a:latin typeface="+mj-ea"/>
              </a:rPr>
              <a:t>조립 후보 평가 시스템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08A138C-4066-8E89-6B4E-451D1B56906D}"/>
              </a:ext>
            </a:extLst>
          </p:cNvPr>
          <p:cNvGrpSpPr/>
          <p:nvPr/>
        </p:nvGrpSpPr>
        <p:grpSpPr>
          <a:xfrm>
            <a:off x="9977879" y="1465376"/>
            <a:ext cx="1525175" cy="1112998"/>
            <a:chOff x="3237674" y="5802496"/>
            <a:chExt cx="1525175" cy="1112998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AB80143-8E89-9831-2EA0-A08413363019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6B87F39F-4CD9-5CAB-34FF-E07C2E8EC953}"/>
                  </a:ext>
                </a:extLst>
              </p:cNvPr>
              <p:cNvCxnSpPr>
                <a:cxnSpLocks/>
                <a:stCxn id="48" idx="4"/>
                <a:endCxn id="51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9E5C57DF-CBCA-08ED-C218-8F5C30395A30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7FB49B7B-4242-3705-F746-F86DC719DF8B}"/>
                  </a:ext>
                </a:extLst>
              </p:cNvPr>
              <p:cNvCxnSpPr>
                <a:cxnSpLocks/>
                <a:stCxn id="46" idx="2"/>
                <a:endCxn id="29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7D199900-EC5E-BD6A-3789-20B13409316C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17EAF1B4-89BB-B1E3-95E8-CCA6A43B0B36}"/>
                  </a:ext>
                </a:extLst>
              </p:cNvPr>
              <p:cNvCxnSpPr>
                <a:cxnSpLocks/>
                <a:stCxn id="42" idx="1"/>
                <a:endCxn id="31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EA98D196-E016-308A-46B6-2AEDBC92F265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D2A79D4D-3A3C-F97B-46B1-169C0CC7402B}"/>
                  </a:ext>
                </a:extLst>
              </p:cNvPr>
              <p:cNvCxnSpPr>
                <a:cxnSpLocks/>
                <a:stCxn id="48" idx="6"/>
                <a:endCxn id="40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5C69BC2B-3F45-1C39-2FA9-B3EA68607394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23127E1A-13BC-6640-D36B-D388B8274FED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0392C428-A18B-62EB-29F5-2649F59ABE34}"/>
                  </a:ext>
                </a:extLst>
              </p:cNvPr>
              <p:cNvCxnSpPr>
                <a:cxnSpLocks/>
                <a:stCxn id="43" idx="3"/>
                <a:endCxn id="29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5C55D5E3-60C0-768D-CDCA-39EED7133E64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4C24B3F-F619-8673-A73D-1187F3E9DA6B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31299D8-6EE8-3122-5307-3D7A3B36F8C4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AD5AB8C5-34CD-450E-81E5-E039B1B81D88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07A1F800-A824-6C86-8B2C-05118575CBF2}"/>
                  </a:ext>
                </a:extLst>
              </p:cNvPr>
              <p:cNvCxnSpPr>
                <a:cxnSpLocks/>
                <a:stCxn id="51" idx="4"/>
                <a:endCxn id="49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A596F12-B5E0-6026-A3FD-FE79C8478B98}"/>
                  </a:ext>
                </a:extLst>
              </p:cNvPr>
              <p:cNvCxnSpPr>
                <a:cxnSpLocks/>
                <a:stCxn id="42" idx="2"/>
                <a:endCxn id="43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8B3CBF-BC26-2B78-5F58-E2C66348D361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90A3C19-5659-65D5-9701-282EA205ED1A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E194D0F-D877-1010-6AEB-FAB1B0F3C52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913DEF92-7318-9ABC-BCC5-50D84512B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09E06AE-0117-324A-3BBA-B07A1B19FAB4}"/>
              </a:ext>
            </a:extLst>
          </p:cNvPr>
          <p:cNvSpPr/>
          <p:nvPr/>
        </p:nvSpPr>
        <p:spPr>
          <a:xfrm>
            <a:off x="141350" y="921133"/>
            <a:ext cx="1596416" cy="57167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1D92EA64-8924-243F-C943-B4968997C03F}"/>
              </a:ext>
            </a:extLst>
          </p:cNvPr>
          <p:cNvGrpSpPr/>
          <p:nvPr/>
        </p:nvGrpSpPr>
        <p:grpSpPr>
          <a:xfrm>
            <a:off x="1898958" y="3224769"/>
            <a:ext cx="1955792" cy="1182232"/>
            <a:chOff x="1898958" y="3757428"/>
            <a:chExt cx="1955792" cy="1182232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D717DB51-3F3A-4D56-AC5B-00D8A98F325E}"/>
                </a:ext>
              </a:extLst>
            </p:cNvPr>
            <p:cNvSpPr/>
            <p:nvPr/>
          </p:nvSpPr>
          <p:spPr bwMode="auto">
            <a:xfrm>
              <a:off x="1898958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3B1971C-D4A5-36CA-C772-09D63B05B4CD}"/>
                </a:ext>
              </a:extLst>
            </p:cNvPr>
            <p:cNvSpPr txBox="1"/>
            <p:nvPr/>
          </p:nvSpPr>
          <p:spPr>
            <a:xfrm>
              <a:off x="2036560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D06CA676-4AC9-ED0A-6294-319D64D7816D}"/>
                </a:ext>
              </a:extLst>
            </p:cNvPr>
            <p:cNvGrpSpPr/>
            <p:nvPr/>
          </p:nvGrpSpPr>
          <p:grpSpPr>
            <a:xfrm>
              <a:off x="1998346" y="4090615"/>
              <a:ext cx="1757016" cy="734859"/>
              <a:chOff x="9133527" y="1125845"/>
              <a:chExt cx="2204162" cy="904189"/>
            </a:xfrm>
          </p:grpSpPr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B7C750AA-C8DD-7255-F14E-6F930E53DD03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290BC1DE-2A06-2AB7-DD29-4083BDD091E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450BCB96-F185-64C6-9D5B-98C38D6F41B2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E49A4233-DDB1-749D-74E6-A9C305E25EC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/>
                      <a:t>Type A-1 </a:t>
                    </a:r>
                    <a:endParaRPr lang="ko-KR" altLang="en-US" sz="800" dirty="0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4313F032-5DBA-0F74-723A-D8869436DAF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4E85FEF2-9693-2158-D6BD-0267A076C545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7A38798F-2CCF-D2A2-430C-8BC2321EF692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A-2 </a:t>
                    </a:r>
                    <a:endParaRPr lang="ko-KR" altLang="en-US" sz="800" dirty="0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E6743BD0-4246-ECCB-9CF7-5F89279E59B4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  <a:endParaRPr lang="ko-KR" altLang="en-US" sz="800" dirty="0"/>
                  </a:p>
                </p:txBody>
              </p:sp>
            </p:grp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C2D5BEB4-8CFA-1CEB-3611-4809CEB73B84}"/>
                    </a:ext>
                  </a:extLst>
                </p:cNvPr>
                <p:cNvCxnSpPr>
                  <a:stCxn id="105" idx="2"/>
                  <a:endCxn id="1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1A09359B-08CB-36F9-1D46-28ABC506F621}"/>
              </a:ext>
            </a:extLst>
          </p:cNvPr>
          <p:cNvGrpSpPr/>
          <p:nvPr/>
        </p:nvGrpSpPr>
        <p:grpSpPr>
          <a:xfrm>
            <a:off x="6883318" y="3224769"/>
            <a:ext cx="1955792" cy="1182232"/>
            <a:chOff x="7173415" y="3757428"/>
            <a:chExt cx="1955792" cy="1182232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D0B1CF74-D4BA-EE7C-AB9E-BE0C39C30340}"/>
                </a:ext>
              </a:extLst>
            </p:cNvPr>
            <p:cNvSpPr/>
            <p:nvPr/>
          </p:nvSpPr>
          <p:spPr bwMode="auto">
            <a:xfrm>
              <a:off x="7173415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A027BE1-B169-0FE6-6B42-8FDFE4C9542B}"/>
                </a:ext>
              </a:extLst>
            </p:cNvPr>
            <p:cNvSpPr txBox="1"/>
            <p:nvPr/>
          </p:nvSpPr>
          <p:spPr>
            <a:xfrm>
              <a:off x="7311017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E09C1AA4-BFF9-E20A-4DC6-E91669E3450B}"/>
                </a:ext>
              </a:extLst>
            </p:cNvPr>
            <p:cNvGrpSpPr/>
            <p:nvPr/>
          </p:nvGrpSpPr>
          <p:grpSpPr>
            <a:xfrm>
              <a:off x="7272803" y="4082099"/>
              <a:ext cx="1757016" cy="761132"/>
              <a:chOff x="9133527" y="3725979"/>
              <a:chExt cx="2204162" cy="954834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EF58D0FC-256A-5E35-E81F-7290D9663CA6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CF4F3D17-3777-C524-C44D-9FE862FE562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6C1D7A30-5D80-F38D-E441-C2A8DDEE3654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38D753DC-4A12-B3F3-5FDD-6B98A816BD8E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20D535F1-58FB-CB62-B70F-44A83B1132AC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Female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8F5FD9AE-7446-88C0-4DB4-CD34BFF07BB0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1336D406-CF00-1429-3063-62899BCFDA86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  <p:sp>
                <p:nvSpPr>
                  <p:cNvPr id="114" name="타원 113">
                    <a:extLst>
                      <a:ext uri="{FF2B5EF4-FFF2-40B4-BE49-F238E27FC236}">
                        <a16:creationId xmlns:a16="http://schemas.microsoft.com/office/drawing/2014/main" id="{E64F7C38-E3A9-E75E-A3FD-504AF8530CFA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25A68CB2-C180-17C6-DDA3-762AF3E38AA4}"/>
                    </a:ext>
                  </a:extLst>
                </p:cNvPr>
                <p:cNvCxnSpPr>
                  <a:cxnSpLocks/>
                  <a:stCxn id="116" idx="0"/>
                  <a:endCxn id="114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7EE9B88E-7D50-0F0B-F654-4474E5953D80}"/>
              </a:ext>
            </a:extLst>
          </p:cNvPr>
          <p:cNvGrpSpPr/>
          <p:nvPr/>
        </p:nvGrpSpPr>
        <p:grpSpPr>
          <a:xfrm>
            <a:off x="4329432" y="3224769"/>
            <a:ext cx="2079204" cy="1629407"/>
            <a:chOff x="4411161" y="3757428"/>
            <a:chExt cx="2079204" cy="162940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FE025A3-7210-D71B-4AAD-021784EEEF16}"/>
                </a:ext>
              </a:extLst>
            </p:cNvPr>
            <p:cNvSpPr/>
            <p:nvPr/>
          </p:nvSpPr>
          <p:spPr bwMode="auto">
            <a:xfrm>
              <a:off x="4411161" y="3757428"/>
              <a:ext cx="2079204" cy="1629407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56618EC-6768-3AD4-068D-6010B11C0789}"/>
                </a:ext>
              </a:extLst>
            </p:cNvPr>
            <p:cNvSpPr txBox="1"/>
            <p:nvPr/>
          </p:nvSpPr>
          <p:spPr>
            <a:xfrm>
              <a:off x="4613613" y="3757428"/>
              <a:ext cx="167430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61CFF9D4-9329-2BFB-B12A-D543DCC61A58}"/>
                </a:ext>
              </a:extLst>
            </p:cNvPr>
            <p:cNvGrpSpPr/>
            <p:nvPr/>
          </p:nvGrpSpPr>
          <p:grpSpPr>
            <a:xfrm>
              <a:off x="4572255" y="4082099"/>
              <a:ext cx="1757016" cy="1187810"/>
              <a:chOff x="9133527" y="2187491"/>
              <a:chExt cx="2204162" cy="1441156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6367EC58-AE7D-78A0-0ADC-362B41D50E6F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F523CC06-3990-1331-0ACB-02D2F3045724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CB27227E-B968-9F88-F5C5-1FB839787B2B}"/>
                    </a:ext>
                  </a:extLst>
                </p:cNvPr>
                <p:cNvCxnSpPr>
                  <a:cxnSpLocks/>
                  <a:stCxn id="12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6214B9CF-8AE0-6997-ECFC-5214C29B50B5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28" name="사각형: 둥근 모서리 127">
                    <a:extLst>
                      <a:ext uri="{FF2B5EF4-FFF2-40B4-BE49-F238E27FC236}">
                        <a16:creationId xmlns:a16="http://schemas.microsoft.com/office/drawing/2014/main" id="{3B7D55CF-78C0-8613-4DB1-70332F4C0C63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B-1 </a:t>
                    </a:r>
                    <a:endParaRPr lang="ko-KR" altLang="en-US" sz="800" dirty="0"/>
                  </a:p>
                </p:txBody>
              </p:sp>
              <p:sp>
                <p:nvSpPr>
                  <p:cNvPr id="129" name="사각형: 둥근 모서리 128">
                    <a:extLst>
                      <a:ext uri="{FF2B5EF4-FFF2-40B4-BE49-F238E27FC236}">
                        <a16:creationId xmlns:a16="http://schemas.microsoft.com/office/drawing/2014/main" id="{04259466-C9F6-7987-820B-E94AEFF4E66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22" name="그룹 121">
                  <a:extLst>
                    <a:ext uri="{FF2B5EF4-FFF2-40B4-BE49-F238E27FC236}">
                      <a16:creationId xmlns:a16="http://schemas.microsoft.com/office/drawing/2014/main" id="{C06E39DD-D6B0-5D42-0139-733F21AF2992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6" name="사각형: 둥근 모서리 125">
                    <a:extLst>
                      <a:ext uri="{FF2B5EF4-FFF2-40B4-BE49-F238E27FC236}">
                        <a16:creationId xmlns:a16="http://schemas.microsoft.com/office/drawing/2014/main" id="{7E33433A-BA24-337D-1B7D-6959FB64B1BA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27" name="사각형: 둥근 모서리 126">
                    <a:extLst>
                      <a:ext uri="{FF2B5EF4-FFF2-40B4-BE49-F238E27FC236}">
                        <a16:creationId xmlns:a16="http://schemas.microsoft.com/office/drawing/2014/main" id="{9BFAF2A9-FFF5-07DB-4B4F-522B1FCF40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B-2 </a:t>
                    </a:r>
                    <a:endParaRPr lang="ko-KR" altLang="en-US" sz="800" dirty="0"/>
                  </a:p>
                </p:txBody>
              </p:sp>
            </p:grpSp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F63522EA-A70E-3BC6-157B-07D79D56EBC2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7439A7B5-768C-26CB-5D3A-A7D7CAC557F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M4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BF49BFDF-5267-BB5D-F6C2-779C509C66C2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2</a:t>
                    </a:r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2B0C3C0C-A63F-334F-0A62-9653DF4A5F23}"/>
              </a:ext>
            </a:extLst>
          </p:cNvPr>
          <p:cNvGrpSpPr/>
          <p:nvPr/>
        </p:nvGrpSpPr>
        <p:grpSpPr>
          <a:xfrm>
            <a:off x="9313793" y="3224769"/>
            <a:ext cx="2079204" cy="1558183"/>
            <a:chOff x="9313793" y="3757428"/>
            <a:chExt cx="2079204" cy="1558183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1B0EA0D7-4899-14E4-D720-CEF5B57E3227}"/>
                </a:ext>
              </a:extLst>
            </p:cNvPr>
            <p:cNvSpPr/>
            <p:nvPr/>
          </p:nvSpPr>
          <p:spPr bwMode="auto">
            <a:xfrm>
              <a:off x="9313793" y="3757428"/>
              <a:ext cx="2079204" cy="1558183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2EA8E239-DE60-5CF0-0BAD-0F394E5C517B}"/>
                </a:ext>
              </a:extLst>
            </p:cNvPr>
            <p:cNvGrpSpPr/>
            <p:nvPr/>
          </p:nvGrpSpPr>
          <p:grpSpPr>
            <a:xfrm>
              <a:off x="9465673" y="4082099"/>
              <a:ext cx="1775445" cy="1099766"/>
              <a:chOff x="9133527" y="4778146"/>
              <a:chExt cx="2204162" cy="1365327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493388A6-4E84-D0ED-F514-0A4E3D19208D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3F9273C7-DD82-31CA-50DC-E70B6E4FE5A6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73E868EC-78E6-C486-AE67-058EDFF3DA62}"/>
                    </a:ext>
                  </a:extLst>
                </p:cNvPr>
                <p:cNvCxnSpPr>
                  <a:cxnSpLocks/>
                  <a:endCxn id="137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96E27AF3-D5BF-686E-F4A0-34019341813D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41" name="타원 140">
                    <a:extLst>
                      <a:ext uri="{FF2B5EF4-FFF2-40B4-BE49-F238E27FC236}">
                        <a16:creationId xmlns:a16="http://schemas.microsoft.com/office/drawing/2014/main" id="{03F81E1D-77CC-ABC5-6B7B-69A2285E756F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나사구멍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Ø8mm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2" name="사각형: 둥근 모서리 141">
                    <a:extLst>
                      <a:ext uri="{FF2B5EF4-FFF2-40B4-BE49-F238E27FC236}">
                        <a16:creationId xmlns:a16="http://schemas.microsoft.com/office/drawing/2014/main" id="{68ADE240-903D-D541-2B6C-BD4B5BDD12A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81E1675F-CD7E-0B03-1613-688DB8DCF2B6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39" name="타원 138">
                    <a:extLst>
                      <a:ext uri="{FF2B5EF4-FFF2-40B4-BE49-F238E27FC236}">
                        <a16:creationId xmlns:a16="http://schemas.microsoft.com/office/drawing/2014/main" id="{D86210A8-5D6E-D496-7E90-2DC38A265D13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 dirty="0">
                        <a:latin typeface="+mj-ea"/>
                      </a:rPr>
                      <a:t>:</a:t>
                    </a:r>
                    <a:r>
                      <a:rPr lang="ko-KR" altLang="en-US" sz="800" dirty="0">
                        <a:latin typeface="+mj-ea"/>
                      </a:rPr>
                      <a:t> </a:t>
                    </a:r>
                    <a:r>
                      <a:rPr lang="en-US" altLang="ko-KR" sz="800" dirty="0">
                        <a:latin typeface="+mj-ea"/>
                      </a:rPr>
                      <a:t>M8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0" name="사각형: 둥근 모서리 139">
                    <a:extLst>
                      <a:ext uri="{FF2B5EF4-FFF2-40B4-BE49-F238E27FC236}">
                        <a16:creationId xmlns:a16="http://schemas.microsoft.com/office/drawing/2014/main" id="{C5E60590-1537-B093-5C75-FDE32015C4F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바디</a:t>
                    </a:r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062695EF-6D84-6010-2061-FAE27181480F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37" name="타원 136">
                    <a:extLst>
                      <a:ext uri="{FF2B5EF4-FFF2-40B4-BE49-F238E27FC236}">
                        <a16:creationId xmlns:a16="http://schemas.microsoft.com/office/drawing/2014/main" id="{21B309CB-D87B-913B-6D81-0E07E4B86692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/>
                      <a:t>나사</a:t>
                    </a:r>
                    <a:r>
                      <a:rPr lang="en-US" altLang="ko-KR" sz="800"/>
                      <a:t>: M8</a:t>
                    </a:r>
                    <a:endParaRPr lang="ko-KR" altLang="en-US" sz="800" dirty="0"/>
                  </a:p>
                </p:txBody>
              </p:sp>
              <p:sp>
                <p:nvSpPr>
                  <p:cNvPr id="138" name="사각형: 둥근 모서리 137">
                    <a:extLst>
                      <a:ext uri="{FF2B5EF4-FFF2-40B4-BE49-F238E27FC236}">
                        <a16:creationId xmlns:a16="http://schemas.microsoft.com/office/drawing/2014/main" id="{1AEF3CF2-7769-42DA-6854-B3830376792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1</a:t>
                    </a:r>
                    <a:endParaRPr lang="ko-KR" altLang="en-US" sz="800" dirty="0"/>
                  </a:p>
                </p:txBody>
              </p:sp>
            </p:grp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7F5BFFA-A88A-472C-3CFC-295290335529}"/>
                </a:ext>
              </a:extLst>
            </p:cNvPr>
            <p:cNvSpPr txBox="1"/>
            <p:nvPr/>
          </p:nvSpPr>
          <p:spPr>
            <a:xfrm>
              <a:off x="9513101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</p:grp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98C41D6B-5DA6-F742-A618-BD5922D35B7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37556D81-357B-D19A-2D71-13244A21A14D}"/>
              </a:ext>
            </a:extLst>
          </p:cNvPr>
          <p:cNvGrpSpPr/>
          <p:nvPr/>
        </p:nvGrpSpPr>
        <p:grpSpPr>
          <a:xfrm>
            <a:off x="5965969" y="1493814"/>
            <a:ext cx="1588890" cy="1320890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B48EF85-1173-79DA-3316-D85AB1A2AC20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0E379E37-2BEF-A465-632D-E9D5813BCD1A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F126EA-BC03-A8EE-0C0A-D7D66EEE6503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F77DA39-3105-9BAF-7D2C-779B408300DD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5D6818F0-A59F-E6C0-B529-12843926E277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DC7F5577-7C80-7545-6112-7B08A38F0100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3073E210-061B-8BAD-F6AA-6723D9F2D266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14F477A2-4EE3-D3E0-3AFE-1AC7203EA5AB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E50BEB39-DB60-3473-7174-4BCDB5E9D99A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12A8A517-5551-7357-2A00-4124687216E7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FA6B1FA0-91CF-97F0-F479-33341AAE5E43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C20D16B9-70D4-D9CB-3C15-AE13171B7C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53320EC3-4A0A-38AB-E5B9-D88A3C6BCE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F6D45FBC-2B4C-4BC8-8B6D-71E128F2DA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D006BCCA-17FD-183E-38DC-DAA056CADF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A69B09E-93A9-B485-DA11-275796E0F015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6207E3BB-C4CD-11AB-E6A9-D98D2D8F8153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A0905668-BBF2-4A40-C237-AE817E17B57F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B49DB09A-2969-301E-2F0B-1EECBFAFF0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3E2B72C8-8F4E-7139-B775-64814AA2CC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925F718A-A119-B666-45DC-507A28C98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C52AF101-8036-E9DD-A8B8-2471C37E34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6DC8468B-630E-97C7-C566-C7C5D297B5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2EDD38AC-5989-C55C-43C3-EEE08761FB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08275A1D-6505-F210-01B4-C4AA97B58B8D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62180BA3-6AD2-439C-70AF-072CF9405270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E681F155-8C77-E2B2-CFA8-7DB4DA665DFB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85377367-F923-B700-8EF6-C2D62D3399B8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D811C087-7547-8545-02A2-85FEAD9A4640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C120CD09-099C-87A7-1518-A3456B4A66CA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51C4F955-BC76-F51D-B319-A2D48E954901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54CC2AC-99E6-CC07-1904-BC1267C196D1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6C8A7E1E-92D2-D4E8-CDE2-921390F5D955}"/>
              </a:ext>
            </a:extLst>
          </p:cNvPr>
          <p:cNvSpPr/>
          <p:nvPr/>
        </p:nvSpPr>
        <p:spPr>
          <a:xfrm>
            <a:off x="1846403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4E8F7028-D80D-EEF2-4938-11378E41C2FD}"/>
              </a:ext>
            </a:extLst>
          </p:cNvPr>
          <p:cNvSpPr/>
          <p:nvPr/>
        </p:nvSpPr>
        <p:spPr>
          <a:xfrm>
            <a:off x="4365174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2AEDD291-CDF7-A03B-2966-FB1C58C20F5D}"/>
              </a:ext>
            </a:extLst>
          </p:cNvPr>
          <p:cNvSpPr/>
          <p:nvPr/>
        </p:nvSpPr>
        <p:spPr>
          <a:xfrm>
            <a:off x="6831390" y="5173133"/>
            <a:ext cx="2060901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12C2F71D-7008-F033-1008-D52EE0DC5A70}"/>
              </a:ext>
            </a:extLst>
          </p:cNvPr>
          <p:cNvSpPr/>
          <p:nvPr/>
        </p:nvSpPr>
        <p:spPr>
          <a:xfrm>
            <a:off x="9340339" y="5166909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18D3E4C-A31C-0027-E633-615ABB0CE85D}"/>
              </a:ext>
            </a:extLst>
          </p:cNvPr>
          <p:cNvGrpSpPr/>
          <p:nvPr/>
        </p:nvGrpSpPr>
        <p:grpSpPr>
          <a:xfrm>
            <a:off x="342487" y="1871869"/>
            <a:ext cx="756967" cy="756967"/>
            <a:chOff x="280988" y="1633755"/>
            <a:chExt cx="756967" cy="75696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E13E6883-3C0C-37CF-A291-587D1E7B9075}"/>
                </a:ext>
              </a:extLst>
            </p:cNvPr>
            <p:cNvSpPr/>
            <p:nvPr/>
          </p:nvSpPr>
          <p:spPr bwMode="auto">
            <a:xfrm>
              <a:off x="325962" y="1742506"/>
              <a:ext cx="667020" cy="529207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pic>
          <p:nvPicPr>
            <p:cNvPr id="18" name="그래픽 17" descr="CMD 터미널 단색으로 채워진">
              <a:extLst>
                <a:ext uri="{FF2B5EF4-FFF2-40B4-BE49-F238E27FC236}">
                  <a16:creationId xmlns:a16="http://schemas.microsoft.com/office/drawing/2014/main" id="{03CEF555-898A-3D90-A275-49FB1B2F3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988" y="1633755"/>
              <a:ext cx="756967" cy="756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717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F2D3-4250-FDAC-B3FA-85B1C044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C05418D-890E-8637-5641-A61486CBDC5D}"/>
              </a:ext>
            </a:extLst>
          </p:cNvPr>
          <p:cNvSpPr/>
          <p:nvPr/>
        </p:nvSpPr>
        <p:spPr>
          <a:xfrm>
            <a:off x="249814" y="1139431"/>
            <a:ext cx="11599475" cy="5341422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5E84C752-2CA0-086E-B88B-08D5E1077E3D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2A0A8FD-AEB3-E7BA-9B27-5F2B75A910B5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18BA350-6A91-A4B5-797D-9BAD64D30FB7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30605E5C-0859-7AE2-8A70-24777AB6A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C730F9-FC89-2E59-DD44-6FBDBC2E0466}"/>
              </a:ext>
            </a:extLst>
          </p:cNvPr>
          <p:cNvSpPr/>
          <p:nvPr/>
        </p:nvSpPr>
        <p:spPr>
          <a:xfrm>
            <a:off x="649946" y="2249070"/>
            <a:ext cx="3160140" cy="582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시스템</a:t>
            </a:r>
            <a:endParaRPr lang="en-US" altLang="ko-KR" sz="1600" b="1" dirty="0">
              <a:solidFill>
                <a:schemeClr val="accent1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13AD1-F053-7150-C8C2-4E59D4C4AE28}"/>
              </a:ext>
            </a:extLst>
          </p:cNvPr>
          <p:cNvSpPr txBox="1"/>
          <p:nvPr/>
        </p:nvSpPr>
        <p:spPr>
          <a:xfrm>
            <a:off x="617746" y="5762484"/>
            <a:ext cx="1091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Rule-Model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후보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Step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들에 대해 </a:t>
            </a:r>
            <a:r>
              <a:rPr kumimoji="1" lang="ko-KR" altLang="en-US" b="1" dirty="0">
                <a:solidFill>
                  <a:schemeClr val="accent1"/>
                </a:solidFill>
                <a:latin typeface="+mj-ea"/>
              </a:rPr>
              <a:t>조립 후보 평가 시스템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725766-6A48-B1A3-345C-B2327B72F401}"/>
              </a:ext>
            </a:extLst>
          </p:cNvPr>
          <p:cNvGrpSpPr/>
          <p:nvPr/>
        </p:nvGrpSpPr>
        <p:grpSpPr>
          <a:xfrm>
            <a:off x="9977879" y="1465376"/>
            <a:ext cx="1525175" cy="1112998"/>
            <a:chOff x="3237674" y="5802496"/>
            <a:chExt cx="1525175" cy="1112998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87ED160-C48F-1323-23BD-4090C938534C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A4A6711C-4A75-9D93-86B0-CAF1C0B9A8E0}"/>
                  </a:ext>
                </a:extLst>
              </p:cNvPr>
              <p:cNvCxnSpPr>
                <a:cxnSpLocks/>
                <a:stCxn id="48" idx="4"/>
                <a:endCxn id="51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12679752-9F15-AFE7-704E-81978DEB4B0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FC17BFDC-5E3A-897E-A74B-A77992002CD9}"/>
                  </a:ext>
                </a:extLst>
              </p:cNvPr>
              <p:cNvCxnSpPr>
                <a:cxnSpLocks/>
                <a:stCxn id="46" idx="2"/>
                <a:endCxn id="29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FE7D6A67-5807-50D7-0110-A0F85407BE4D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EA615A20-3B82-942A-3E66-99D70B267667}"/>
                  </a:ext>
                </a:extLst>
              </p:cNvPr>
              <p:cNvCxnSpPr>
                <a:cxnSpLocks/>
                <a:stCxn id="42" idx="1"/>
                <a:endCxn id="31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14CA1206-2004-9F55-EB2D-71F88984AC25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60102E2D-7912-A820-4433-E2F98F709B79}"/>
                  </a:ext>
                </a:extLst>
              </p:cNvPr>
              <p:cNvCxnSpPr>
                <a:cxnSpLocks/>
                <a:stCxn id="48" idx="6"/>
                <a:endCxn id="40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DCA6AF33-657E-F65C-89A6-D54625BC3BBC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815B5678-D9A0-D558-3A70-9183960EBB49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7E8FC143-95AC-6309-6913-A907B7AC508A}"/>
                  </a:ext>
                </a:extLst>
              </p:cNvPr>
              <p:cNvCxnSpPr>
                <a:cxnSpLocks/>
                <a:stCxn id="43" idx="3"/>
                <a:endCxn id="29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032529E1-176A-E56A-044C-99EAFC180CE5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07EBC1E8-CF00-B3F6-65D6-317BB3AD144A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6537BE14-AD5F-71DC-F6BD-D8959743A214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AA45856F-A225-5B99-B6A7-C1952924A00C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902FB87D-4D81-D9EF-6E94-EFD329FE7929}"/>
                  </a:ext>
                </a:extLst>
              </p:cNvPr>
              <p:cNvCxnSpPr>
                <a:cxnSpLocks/>
                <a:stCxn id="51" idx="4"/>
                <a:endCxn id="49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C63184C6-22E4-5AA1-453A-EB3D2E9E39E9}"/>
                  </a:ext>
                </a:extLst>
              </p:cNvPr>
              <p:cNvCxnSpPr>
                <a:cxnSpLocks/>
                <a:stCxn id="42" idx="2"/>
                <a:endCxn id="43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7E91F0A-619C-AED3-4EDB-668AAC17C894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44A4631-4FDB-0F7D-277C-09FAD98399E1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D6A2349-512C-387D-8689-79C2E391D190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F0DA5732-CD9D-8C5A-98F3-94CA1CC5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3068A5D-EAB3-0601-014F-8EAF3793BD6B}"/>
              </a:ext>
            </a:extLst>
          </p:cNvPr>
          <p:cNvSpPr/>
          <p:nvPr/>
        </p:nvSpPr>
        <p:spPr>
          <a:xfrm>
            <a:off x="141350" y="921133"/>
            <a:ext cx="1596416" cy="57167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20AD5186-59C9-5289-E088-67C99D32E927}"/>
              </a:ext>
            </a:extLst>
          </p:cNvPr>
          <p:cNvGrpSpPr/>
          <p:nvPr/>
        </p:nvGrpSpPr>
        <p:grpSpPr>
          <a:xfrm>
            <a:off x="1898958" y="3224769"/>
            <a:ext cx="1955792" cy="1182232"/>
            <a:chOff x="1898958" y="3757428"/>
            <a:chExt cx="1955792" cy="1182232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C582BA7C-FEFB-997B-5F89-F91AC4AE1BCA}"/>
                </a:ext>
              </a:extLst>
            </p:cNvPr>
            <p:cNvSpPr/>
            <p:nvPr/>
          </p:nvSpPr>
          <p:spPr bwMode="auto">
            <a:xfrm>
              <a:off x="1898958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D4BC604-67B2-8DF0-43B0-1493E784DC99}"/>
                </a:ext>
              </a:extLst>
            </p:cNvPr>
            <p:cNvSpPr txBox="1"/>
            <p:nvPr/>
          </p:nvSpPr>
          <p:spPr>
            <a:xfrm>
              <a:off x="2036560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F5DF100B-C45B-9A4B-AB90-D9D9E8960EA1}"/>
                </a:ext>
              </a:extLst>
            </p:cNvPr>
            <p:cNvGrpSpPr/>
            <p:nvPr/>
          </p:nvGrpSpPr>
          <p:grpSpPr>
            <a:xfrm>
              <a:off x="1998346" y="4090615"/>
              <a:ext cx="1757016" cy="734859"/>
              <a:chOff x="9133527" y="1125845"/>
              <a:chExt cx="2204162" cy="904189"/>
            </a:xfrm>
          </p:grpSpPr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4FD25175-2AC2-AAEF-3600-49D15C15DA4E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58783907-A95B-0F1F-49D4-EA477B9FD7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7B85BB09-DFBD-179C-D2B8-E3CA34A83635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77DC327B-1214-6536-EB2D-46ECF88E1C31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/>
                      <a:t>Type A-1 </a:t>
                    </a:r>
                    <a:endParaRPr lang="ko-KR" altLang="en-US" sz="800" dirty="0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78983AD3-492A-D22B-4FC4-29E5107D995D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CE051A37-7906-0426-C2A5-D184558FEF5C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0DC5B66A-0FCA-0E66-78C8-E9E741970F5A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A-2 </a:t>
                    </a:r>
                    <a:endParaRPr lang="ko-KR" altLang="en-US" sz="800" dirty="0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656C6C81-01EB-3297-7CC3-B4BED30B8E30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  <a:endParaRPr lang="ko-KR" altLang="en-US" sz="800" dirty="0"/>
                  </a:p>
                </p:txBody>
              </p:sp>
            </p:grp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2016ADE1-6657-9E1D-67D3-E0E42649768E}"/>
                    </a:ext>
                  </a:extLst>
                </p:cNvPr>
                <p:cNvCxnSpPr>
                  <a:stCxn id="105" idx="2"/>
                  <a:endCxn id="1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CC2B3464-C7D6-5993-F221-499618887271}"/>
              </a:ext>
            </a:extLst>
          </p:cNvPr>
          <p:cNvGrpSpPr/>
          <p:nvPr/>
        </p:nvGrpSpPr>
        <p:grpSpPr>
          <a:xfrm>
            <a:off x="6883318" y="3224769"/>
            <a:ext cx="1955792" cy="1182232"/>
            <a:chOff x="7173415" y="3757428"/>
            <a:chExt cx="1955792" cy="1182232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8A763478-FF9D-4B67-FE45-ADCE4B1F65C8}"/>
                </a:ext>
              </a:extLst>
            </p:cNvPr>
            <p:cNvSpPr/>
            <p:nvPr/>
          </p:nvSpPr>
          <p:spPr bwMode="auto">
            <a:xfrm>
              <a:off x="7173415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3B5DA18-FC72-893F-52AB-31FB69B7893C}"/>
                </a:ext>
              </a:extLst>
            </p:cNvPr>
            <p:cNvSpPr txBox="1"/>
            <p:nvPr/>
          </p:nvSpPr>
          <p:spPr>
            <a:xfrm>
              <a:off x="7311017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2A2C0669-5C4F-2AE6-0F99-66DC57124EA8}"/>
                </a:ext>
              </a:extLst>
            </p:cNvPr>
            <p:cNvGrpSpPr/>
            <p:nvPr/>
          </p:nvGrpSpPr>
          <p:grpSpPr>
            <a:xfrm>
              <a:off x="7272803" y="4082099"/>
              <a:ext cx="1757016" cy="761132"/>
              <a:chOff x="9133527" y="3725979"/>
              <a:chExt cx="2204162" cy="954834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0874B3A3-DCAB-50EE-E3E0-7A50C81AA8B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471A9412-C0E0-ADD9-ABF2-B2BB079762B0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BC45D2E9-5650-ECD2-2F04-E0AABF16F36E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98F68975-AFC1-3815-492E-314C51421561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0BA94D51-4559-01C3-94D7-58ADCF265BC6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Female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12864377-FC3E-C58E-FAAE-FA1A8A74A823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AB94DCEF-EDE7-C60E-48CC-F9453A5A8C9B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  <p:sp>
                <p:nvSpPr>
                  <p:cNvPr id="114" name="타원 113">
                    <a:extLst>
                      <a:ext uri="{FF2B5EF4-FFF2-40B4-BE49-F238E27FC236}">
                        <a16:creationId xmlns:a16="http://schemas.microsoft.com/office/drawing/2014/main" id="{6049795A-5C6C-4D13-F0E6-66C4AA716C5A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BC417EF3-D311-0CB8-0521-FDE71B1C2656}"/>
                    </a:ext>
                  </a:extLst>
                </p:cNvPr>
                <p:cNvCxnSpPr>
                  <a:cxnSpLocks/>
                  <a:stCxn id="116" idx="0"/>
                  <a:endCxn id="114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AA2D60BC-565A-8958-47A9-44B84A8F92AD}"/>
              </a:ext>
            </a:extLst>
          </p:cNvPr>
          <p:cNvGrpSpPr/>
          <p:nvPr/>
        </p:nvGrpSpPr>
        <p:grpSpPr>
          <a:xfrm>
            <a:off x="4329432" y="3224769"/>
            <a:ext cx="2079204" cy="1629407"/>
            <a:chOff x="4411161" y="3757428"/>
            <a:chExt cx="2079204" cy="162940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FF4A1C2-0FEF-82EC-5B3C-7047D96F1DBC}"/>
                </a:ext>
              </a:extLst>
            </p:cNvPr>
            <p:cNvSpPr/>
            <p:nvPr/>
          </p:nvSpPr>
          <p:spPr bwMode="auto">
            <a:xfrm>
              <a:off x="4411161" y="3757428"/>
              <a:ext cx="2079204" cy="1629407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76435D-6627-1CAB-DABA-93C85D61D956}"/>
                </a:ext>
              </a:extLst>
            </p:cNvPr>
            <p:cNvSpPr txBox="1"/>
            <p:nvPr/>
          </p:nvSpPr>
          <p:spPr>
            <a:xfrm>
              <a:off x="4613613" y="3757428"/>
              <a:ext cx="167430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9479DBE-FCE2-7881-831A-76EFAF59B5A6}"/>
                </a:ext>
              </a:extLst>
            </p:cNvPr>
            <p:cNvGrpSpPr/>
            <p:nvPr/>
          </p:nvGrpSpPr>
          <p:grpSpPr>
            <a:xfrm>
              <a:off x="4572255" y="4082099"/>
              <a:ext cx="1757016" cy="1187810"/>
              <a:chOff x="9133527" y="2187491"/>
              <a:chExt cx="2204162" cy="1441156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563E2C51-F2CC-A04F-6351-BE44F5699F02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CB5EBC59-FE7A-F7D8-B3CD-21D3C4AF75EE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05B0F272-9715-36A0-7FF9-062E3EF84EBB}"/>
                    </a:ext>
                  </a:extLst>
                </p:cNvPr>
                <p:cNvCxnSpPr>
                  <a:cxnSpLocks/>
                  <a:stCxn id="12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3DC8C57B-EA7A-730E-AA9A-B9C1E955252D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28" name="사각형: 둥근 모서리 127">
                    <a:extLst>
                      <a:ext uri="{FF2B5EF4-FFF2-40B4-BE49-F238E27FC236}">
                        <a16:creationId xmlns:a16="http://schemas.microsoft.com/office/drawing/2014/main" id="{EDD2D190-D721-B82C-EEFC-F0A309C32E43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B-1 </a:t>
                    </a:r>
                    <a:endParaRPr lang="ko-KR" altLang="en-US" sz="800" dirty="0"/>
                  </a:p>
                </p:txBody>
              </p:sp>
              <p:sp>
                <p:nvSpPr>
                  <p:cNvPr id="129" name="사각형: 둥근 모서리 128">
                    <a:extLst>
                      <a:ext uri="{FF2B5EF4-FFF2-40B4-BE49-F238E27FC236}">
                        <a16:creationId xmlns:a16="http://schemas.microsoft.com/office/drawing/2014/main" id="{A07A01D3-5CCF-4D8B-C0BE-5333EFC9A4D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22" name="그룹 121">
                  <a:extLst>
                    <a:ext uri="{FF2B5EF4-FFF2-40B4-BE49-F238E27FC236}">
                      <a16:creationId xmlns:a16="http://schemas.microsoft.com/office/drawing/2014/main" id="{36627F18-1D1F-E002-1A16-41E5C6A42311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6" name="사각형: 둥근 모서리 125">
                    <a:extLst>
                      <a:ext uri="{FF2B5EF4-FFF2-40B4-BE49-F238E27FC236}">
                        <a16:creationId xmlns:a16="http://schemas.microsoft.com/office/drawing/2014/main" id="{FF886340-BDB3-1B4A-0876-E29ABCDDF4DE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27" name="사각형: 둥근 모서리 126">
                    <a:extLst>
                      <a:ext uri="{FF2B5EF4-FFF2-40B4-BE49-F238E27FC236}">
                        <a16:creationId xmlns:a16="http://schemas.microsoft.com/office/drawing/2014/main" id="{C05CE2BC-F4E9-9CD7-BF29-D0C6F2FC9580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B-2 </a:t>
                    </a:r>
                    <a:endParaRPr lang="ko-KR" altLang="en-US" sz="800" dirty="0"/>
                  </a:p>
                </p:txBody>
              </p:sp>
            </p:grpSp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16993403-A145-67F7-CB30-E7CA11E8DBD3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F3C9AC0C-BA71-D78B-6C4B-910ABA2C84A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M4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C1F63F07-0AA3-0CBC-8D8D-B91EB983F16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2</a:t>
                    </a:r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14CF597C-771E-B845-EFC9-F5DFAC04D83A}"/>
              </a:ext>
            </a:extLst>
          </p:cNvPr>
          <p:cNvGrpSpPr/>
          <p:nvPr/>
        </p:nvGrpSpPr>
        <p:grpSpPr>
          <a:xfrm>
            <a:off x="9313793" y="3224769"/>
            <a:ext cx="2079204" cy="1558183"/>
            <a:chOff x="9313793" y="3757428"/>
            <a:chExt cx="2079204" cy="1558183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75427C95-B1D8-CCAA-1633-65901198B122}"/>
                </a:ext>
              </a:extLst>
            </p:cNvPr>
            <p:cNvSpPr/>
            <p:nvPr/>
          </p:nvSpPr>
          <p:spPr bwMode="auto">
            <a:xfrm>
              <a:off x="9313793" y="3757428"/>
              <a:ext cx="2079204" cy="1558183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E664DA31-954C-DF74-06E4-558455C99C2A}"/>
                </a:ext>
              </a:extLst>
            </p:cNvPr>
            <p:cNvGrpSpPr/>
            <p:nvPr/>
          </p:nvGrpSpPr>
          <p:grpSpPr>
            <a:xfrm>
              <a:off x="9465673" y="4082099"/>
              <a:ext cx="1775445" cy="1099766"/>
              <a:chOff x="9133527" y="4778146"/>
              <a:chExt cx="2204162" cy="1365327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ED51889F-EBCC-C5AE-B059-5850F7B5F1C8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F039CE8B-409A-0AC6-7B5E-DD993E278A9D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8A732B0B-1AF7-D9FD-CA73-D8D2A1AB1F98}"/>
                    </a:ext>
                  </a:extLst>
                </p:cNvPr>
                <p:cNvCxnSpPr>
                  <a:cxnSpLocks/>
                  <a:endCxn id="137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51690D85-1487-D770-9E37-44894795A183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41" name="타원 140">
                    <a:extLst>
                      <a:ext uri="{FF2B5EF4-FFF2-40B4-BE49-F238E27FC236}">
                        <a16:creationId xmlns:a16="http://schemas.microsoft.com/office/drawing/2014/main" id="{8B3E0C67-833A-63FA-82D2-75D3EC262DA6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나사구멍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Ø8mm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2" name="사각형: 둥근 모서리 141">
                    <a:extLst>
                      <a:ext uri="{FF2B5EF4-FFF2-40B4-BE49-F238E27FC236}">
                        <a16:creationId xmlns:a16="http://schemas.microsoft.com/office/drawing/2014/main" id="{2A087BB0-899B-B94D-E782-6634B7994724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8CC6E7D7-C52C-5322-11DA-5BEEA4A8E418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39" name="타원 138">
                    <a:extLst>
                      <a:ext uri="{FF2B5EF4-FFF2-40B4-BE49-F238E27FC236}">
                        <a16:creationId xmlns:a16="http://schemas.microsoft.com/office/drawing/2014/main" id="{D821EA0D-FC3D-03DF-97C5-BEFE2322CD9C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 dirty="0">
                        <a:latin typeface="+mj-ea"/>
                      </a:rPr>
                      <a:t>:</a:t>
                    </a:r>
                    <a:r>
                      <a:rPr lang="ko-KR" altLang="en-US" sz="800" dirty="0">
                        <a:latin typeface="+mj-ea"/>
                      </a:rPr>
                      <a:t> </a:t>
                    </a:r>
                    <a:r>
                      <a:rPr lang="en-US" altLang="ko-KR" sz="800" dirty="0">
                        <a:latin typeface="+mj-ea"/>
                      </a:rPr>
                      <a:t>M8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0" name="사각형: 둥근 모서리 139">
                    <a:extLst>
                      <a:ext uri="{FF2B5EF4-FFF2-40B4-BE49-F238E27FC236}">
                        <a16:creationId xmlns:a16="http://schemas.microsoft.com/office/drawing/2014/main" id="{2BF7B15C-B5E0-B15C-3F5C-37C37C2EAA6E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바디</a:t>
                    </a:r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030365D4-ABF3-8522-5446-73C403E40000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37" name="타원 136">
                    <a:extLst>
                      <a:ext uri="{FF2B5EF4-FFF2-40B4-BE49-F238E27FC236}">
                        <a16:creationId xmlns:a16="http://schemas.microsoft.com/office/drawing/2014/main" id="{6159FA6A-218C-F510-17D4-D7CFB8E84D4C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/>
                      <a:t>나사</a:t>
                    </a:r>
                    <a:r>
                      <a:rPr lang="en-US" altLang="ko-KR" sz="800"/>
                      <a:t>: M8</a:t>
                    </a:r>
                    <a:endParaRPr lang="ko-KR" altLang="en-US" sz="800" dirty="0"/>
                  </a:p>
                </p:txBody>
              </p:sp>
              <p:sp>
                <p:nvSpPr>
                  <p:cNvPr id="138" name="사각형: 둥근 모서리 137">
                    <a:extLst>
                      <a:ext uri="{FF2B5EF4-FFF2-40B4-BE49-F238E27FC236}">
                        <a16:creationId xmlns:a16="http://schemas.microsoft.com/office/drawing/2014/main" id="{98BD49AC-4150-B250-34F2-B513CAA93981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1</a:t>
                    </a:r>
                    <a:endParaRPr lang="ko-KR" altLang="en-US" sz="800" dirty="0"/>
                  </a:p>
                </p:txBody>
              </p:sp>
            </p:grp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8A0B08D-307C-3D3A-605D-E30B9AFA19AE}"/>
                </a:ext>
              </a:extLst>
            </p:cNvPr>
            <p:cNvSpPr txBox="1"/>
            <p:nvPr/>
          </p:nvSpPr>
          <p:spPr>
            <a:xfrm>
              <a:off x="9513101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</p:grp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FFBD0156-8FCF-8C2C-807E-39F6D664CC6A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FE15922-D4F8-7B9C-E168-AA084C6181FA}"/>
              </a:ext>
            </a:extLst>
          </p:cNvPr>
          <p:cNvGrpSpPr/>
          <p:nvPr/>
        </p:nvGrpSpPr>
        <p:grpSpPr>
          <a:xfrm>
            <a:off x="5965969" y="1493814"/>
            <a:ext cx="1588890" cy="1320890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3F2DC07-AE1C-7214-DBB3-EFDCF9A91039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B31639B9-D10E-FCCD-6A35-EABFAC7C0E08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1D7BCC-3599-7998-D1CA-954B9D4E70A7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BBC724AF-23DF-D6E2-3200-DB1857063019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D7686069-3EDD-A799-4234-E904B81FEFD2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11C5BFFA-22A3-CCCE-4705-60DA345D063E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14039BFE-1994-4E06-1C03-0ED2F55280E2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AAE4A7AC-D6B8-7476-E24E-81C47352D3AE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AB69CECA-5666-006F-5299-73FB31C46CEA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505AFD0C-0684-EC57-3D64-4DF6ACE7C2B8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D34902A6-A3D2-094D-7028-54E08B3FC3E2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6A412C65-8187-B12A-AE9D-0D2B57773E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65CA4B98-2B70-1957-1AF7-77EC0272F8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D08C62C9-D75B-F2FB-5589-AB34FDAECB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718F023C-B5BA-2139-38A9-2F25C10C61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A65B4758-DD61-AA49-895B-858AAD91918E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3E1886E7-FC68-1901-C111-73DEDD6071CD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855CF3A2-0458-3F07-CB7A-CE17093D7B61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5B126056-CC6B-41C3-E61D-DA6371E27E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2A694D3E-3C91-A9D2-8493-05B904C4F2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AAAC8159-2103-D158-4A92-9211C6C993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7853ECB8-1D6E-9E69-E4B1-D2D4FC196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33F68CED-07D6-A96A-D80F-04C0F21EEB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26A486A5-CF45-B0E9-1112-B4EF24F18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0020D0B6-251D-08F0-C3B1-A46CB231A112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9DA075BD-4144-F8D6-E1FA-72CA4DFEA995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78E19C14-CCA8-2080-60C7-7BEC559D1927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D89713F7-0D65-6305-2EC0-DC916C79A466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E19930B1-41CA-321C-F1D3-1F4231B054B3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5F49DB18-2BC6-4251-44E8-07CE7C990D45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2C342C3B-3CA4-E28D-4845-269F972D88B1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1CEEAEB-9A1F-A67E-D2BF-5DF8A0C09F5A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14C9AE77-127F-11E2-8E5F-6A2BC24FAAD8}"/>
              </a:ext>
            </a:extLst>
          </p:cNvPr>
          <p:cNvSpPr/>
          <p:nvPr/>
        </p:nvSpPr>
        <p:spPr>
          <a:xfrm>
            <a:off x="1846403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6B3F08BF-C924-DA56-1E37-2543D930151E}"/>
              </a:ext>
            </a:extLst>
          </p:cNvPr>
          <p:cNvSpPr/>
          <p:nvPr/>
        </p:nvSpPr>
        <p:spPr>
          <a:xfrm>
            <a:off x="4365174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93C41D07-C809-4582-CB88-22970C8F95AE}"/>
              </a:ext>
            </a:extLst>
          </p:cNvPr>
          <p:cNvSpPr/>
          <p:nvPr/>
        </p:nvSpPr>
        <p:spPr>
          <a:xfrm>
            <a:off x="6831390" y="5173133"/>
            <a:ext cx="2060901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86E0E9A9-57E9-E2E5-C0FE-0AA853B151CC}"/>
              </a:ext>
            </a:extLst>
          </p:cNvPr>
          <p:cNvSpPr/>
          <p:nvPr/>
        </p:nvSpPr>
        <p:spPr>
          <a:xfrm>
            <a:off x="9340339" y="5166909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C381BC-90C6-1456-AD09-591110E50FA5}"/>
              </a:ext>
            </a:extLst>
          </p:cNvPr>
          <p:cNvGrpSpPr/>
          <p:nvPr/>
        </p:nvGrpSpPr>
        <p:grpSpPr>
          <a:xfrm>
            <a:off x="342487" y="1871869"/>
            <a:ext cx="756967" cy="756967"/>
            <a:chOff x="280988" y="1633755"/>
            <a:chExt cx="756967" cy="75696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68CBFB9-3125-D839-23D7-DBB7275871CC}"/>
                </a:ext>
              </a:extLst>
            </p:cNvPr>
            <p:cNvSpPr/>
            <p:nvPr/>
          </p:nvSpPr>
          <p:spPr bwMode="auto">
            <a:xfrm>
              <a:off x="325962" y="1742506"/>
              <a:ext cx="667020" cy="529207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pic>
          <p:nvPicPr>
            <p:cNvPr id="18" name="그래픽 17" descr="CMD 터미널 단색으로 채워진">
              <a:extLst>
                <a:ext uri="{FF2B5EF4-FFF2-40B4-BE49-F238E27FC236}">
                  <a16:creationId xmlns:a16="http://schemas.microsoft.com/office/drawing/2014/main" id="{BA4F7691-761F-022F-0EED-1C5E9E60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988" y="1633755"/>
              <a:ext cx="756967" cy="756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6833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CA13A-BF9A-8B4D-5AB2-01480BAC0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307;p20">
            <a:extLst>
              <a:ext uri="{FF2B5EF4-FFF2-40B4-BE49-F238E27FC236}">
                <a16:creationId xmlns:a16="http://schemas.microsoft.com/office/drawing/2014/main" id="{EAE03574-B6B2-44C0-4354-85063DDD6157}"/>
              </a:ext>
            </a:extLst>
          </p:cNvPr>
          <p:cNvCxnSpPr>
            <a:cxnSpLocks/>
          </p:cNvCxnSpPr>
          <p:nvPr/>
        </p:nvCxnSpPr>
        <p:spPr>
          <a:xfrm flipH="1">
            <a:off x="4084147" y="3645298"/>
            <a:ext cx="270513" cy="26039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294;p20">
            <a:extLst>
              <a:ext uri="{FF2B5EF4-FFF2-40B4-BE49-F238E27FC236}">
                <a16:creationId xmlns:a16="http://schemas.microsoft.com/office/drawing/2014/main" id="{6278FE0F-3BF5-422B-6A6F-8A9C98DEB259}"/>
              </a:ext>
            </a:extLst>
          </p:cNvPr>
          <p:cNvCxnSpPr>
            <a:cxnSpLocks/>
          </p:cNvCxnSpPr>
          <p:nvPr/>
        </p:nvCxnSpPr>
        <p:spPr>
          <a:xfrm flipH="1">
            <a:off x="4531621" y="2349070"/>
            <a:ext cx="1513796" cy="60014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295;p20">
            <a:extLst>
              <a:ext uri="{FF2B5EF4-FFF2-40B4-BE49-F238E27FC236}">
                <a16:creationId xmlns:a16="http://schemas.microsoft.com/office/drawing/2014/main" id="{B7F4BE86-7F81-4DB8-4128-861A3BFFCFCA}"/>
              </a:ext>
            </a:extLst>
          </p:cNvPr>
          <p:cNvCxnSpPr>
            <a:cxnSpLocks/>
          </p:cNvCxnSpPr>
          <p:nvPr/>
        </p:nvCxnSpPr>
        <p:spPr>
          <a:xfrm>
            <a:off x="6803968" y="2405424"/>
            <a:ext cx="1498" cy="48051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296;p20">
            <a:extLst>
              <a:ext uri="{FF2B5EF4-FFF2-40B4-BE49-F238E27FC236}">
                <a16:creationId xmlns:a16="http://schemas.microsoft.com/office/drawing/2014/main" id="{FD532D25-BAA8-FC69-AA78-0F456FA343A1}"/>
              </a:ext>
            </a:extLst>
          </p:cNvPr>
          <p:cNvCxnSpPr>
            <a:cxnSpLocks/>
          </p:cNvCxnSpPr>
          <p:nvPr/>
        </p:nvCxnSpPr>
        <p:spPr>
          <a:xfrm flipH="1">
            <a:off x="2961058" y="3411644"/>
            <a:ext cx="586302" cy="49493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297;p20">
            <a:extLst>
              <a:ext uri="{FF2B5EF4-FFF2-40B4-BE49-F238E27FC236}">
                <a16:creationId xmlns:a16="http://schemas.microsoft.com/office/drawing/2014/main" id="{83776C9A-505E-25F0-A21E-CAB650CD5769}"/>
              </a:ext>
            </a:extLst>
          </p:cNvPr>
          <p:cNvCxnSpPr>
            <a:cxnSpLocks/>
          </p:cNvCxnSpPr>
          <p:nvPr/>
        </p:nvCxnSpPr>
        <p:spPr>
          <a:xfrm>
            <a:off x="2578704" y="4349692"/>
            <a:ext cx="886763" cy="400099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300;p20">
            <a:extLst>
              <a:ext uri="{FF2B5EF4-FFF2-40B4-BE49-F238E27FC236}">
                <a16:creationId xmlns:a16="http://schemas.microsoft.com/office/drawing/2014/main" id="{779CFBC5-1DA9-22DC-6C6B-3BD6AE80E404}"/>
              </a:ext>
            </a:extLst>
          </p:cNvPr>
          <p:cNvCxnSpPr>
            <a:cxnSpLocks/>
          </p:cNvCxnSpPr>
          <p:nvPr/>
        </p:nvCxnSpPr>
        <p:spPr>
          <a:xfrm flipH="1">
            <a:off x="6802947" y="4359002"/>
            <a:ext cx="289337" cy="39078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" name="Google Shape;303;p20">
            <a:extLst>
              <a:ext uri="{FF2B5EF4-FFF2-40B4-BE49-F238E27FC236}">
                <a16:creationId xmlns:a16="http://schemas.microsoft.com/office/drawing/2014/main" id="{607244F0-0A25-C7C5-C4C0-69397517F7AF}"/>
              </a:ext>
            </a:extLst>
          </p:cNvPr>
          <p:cNvCxnSpPr>
            <a:cxnSpLocks/>
            <a:endCxn id="131" idx="0"/>
          </p:cNvCxnSpPr>
          <p:nvPr/>
        </p:nvCxnSpPr>
        <p:spPr>
          <a:xfrm>
            <a:off x="7526799" y="3657774"/>
            <a:ext cx="84320" cy="19206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" name="Google Shape;309;p20">
            <a:extLst>
              <a:ext uri="{FF2B5EF4-FFF2-40B4-BE49-F238E27FC236}">
                <a16:creationId xmlns:a16="http://schemas.microsoft.com/office/drawing/2014/main" id="{45F11672-9B45-F7AB-AEDE-33B07C68AABE}"/>
              </a:ext>
            </a:extLst>
          </p:cNvPr>
          <p:cNvCxnSpPr>
            <a:cxnSpLocks/>
            <a:endCxn id="121" idx="0"/>
          </p:cNvCxnSpPr>
          <p:nvPr/>
        </p:nvCxnSpPr>
        <p:spPr>
          <a:xfrm flipH="1">
            <a:off x="5994773" y="3657298"/>
            <a:ext cx="123609" cy="19253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576AB42-4A9A-378C-7A0C-53F03DCA735B}"/>
              </a:ext>
            </a:extLst>
          </p:cNvPr>
          <p:cNvGrpSpPr/>
          <p:nvPr/>
        </p:nvGrpSpPr>
        <p:grpSpPr>
          <a:xfrm>
            <a:off x="6003880" y="1634384"/>
            <a:ext cx="1601679" cy="735807"/>
            <a:chOff x="4622299" y="1462393"/>
            <a:chExt cx="1780882" cy="813811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BEA3A506-4AB4-5709-BA01-FA341134A392}"/>
                </a:ext>
              </a:extLst>
            </p:cNvPr>
            <p:cNvSpPr/>
            <p:nvPr/>
          </p:nvSpPr>
          <p:spPr bwMode="auto">
            <a:xfrm>
              <a:off x="4622299" y="1519238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54037D9-866E-A579-782A-9F0B025178B1}"/>
                </a:ext>
              </a:extLst>
            </p:cNvPr>
            <p:cNvGrpSpPr/>
            <p:nvPr/>
          </p:nvGrpSpPr>
          <p:grpSpPr>
            <a:xfrm>
              <a:off x="4690442" y="1848031"/>
              <a:ext cx="1644593" cy="360000"/>
              <a:chOff x="-3601596" y="1878778"/>
              <a:chExt cx="1644593" cy="360000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86F1745B-35DB-7C8C-011B-3C7A0ACACC0A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준비</a:t>
                </a: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E3C95420-B811-4C6D-B042-CBDE1C46E892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2DC9013-2FEF-2FF3-4B91-0EBAE93FF3BB}"/>
                </a:ext>
              </a:extLst>
            </p:cNvPr>
            <p:cNvSpPr txBox="1"/>
            <p:nvPr/>
          </p:nvSpPr>
          <p:spPr>
            <a:xfrm>
              <a:off x="4776116" y="1462393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Initial state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C61965E8-B23F-5394-1A0B-6BD819E222A4}"/>
              </a:ext>
            </a:extLst>
          </p:cNvPr>
          <p:cNvGrpSpPr/>
          <p:nvPr/>
        </p:nvGrpSpPr>
        <p:grpSpPr>
          <a:xfrm>
            <a:off x="3553821" y="2908695"/>
            <a:ext cx="1601679" cy="736605"/>
            <a:chOff x="3550165" y="2797805"/>
            <a:chExt cx="1780882" cy="814694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C71E26B9-71DD-A0BF-255D-F559B4FA8C77}"/>
                </a:ext>
              </a:extLst>
            </p:cNvPr>
            <p:cNvSpPr/>
            <p:nvPr/>
          </p:nvSpPr>
          <p:spPr bwMode="auto">
            <a:xfrm>
              <a:off x="3550165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6F48FF2-6383-8E74-9839-49610140A261}"/>
                </a:ext>
              </a:extLst>
            </p:cNvPr>
            <p:cNvGrpSpPr/>
            <p:nvPr/>
          </p:nvGrpSpPr>
          <p:grpSpPr>
            <a:xfrm>
              <a:off x="3618310" y="3184326"/>
              <a:ext cx="1644593" cy="360000"/>
              <a:chOff x="-3601596" y="1878778"/>
              <a:chExt cx="1644593" cy="360000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9010ABF6-0242-75DE-C8B0-D84CB44725FA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CFF8577E-86E9-8FB7-4994-990015540586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DE9773A-FDB4-DD5A-32C5-1ECCCD398E4A}"/>
                </a:ext>
              </a:extLst>
            </p:cNvPr>
            <p:cNvSpPr txBox="1"/>
            <p:nvPr/>
          </p:nvSpPr>
          <p:spPr>
            <a:xfrm>
              <a:off x="3703982" y="2797805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5388ECB6-9EF7-1146-E6F3-4F1BB9F73897}"/>
              </a:ext>
            </a:extLst>
          </p:cNvPr>
          <p:cNvGrpSpPr/>
          <p:nvPr/>
        </p:nvGrpSpPr>
        <p:grpSpPr>
          <a:xfrm>
            <a:off x="6003880" y="2885943"/>
            <a:ext cx="1601679" cy="736605"/>
            <a:chOff x="6081278" y="2797805"/>
            <a:chExt cx="1780882" cy="814694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99316CB-513F-3F1C-5E46-B7B792ED1334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1C2A802E-EF3A-05E0-5612-6765FC5746CB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F2720F25-C2D0-3A8F-3F6E-31F55619DE18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892B3CAA-2E3E-61A8-DF14-E6FE73414240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D72F393-1E71-7156-065D-524637891B99}"/>
                </a:ext>
              </a:extLst>
            </p:cNvPr>
            <p:cNvSpPr txBox="1"/>
            <p:nvPr/>
          </p:nvSpPr>
          <p:spPr>
            <a:xfrm>
              <a:off x="6235095" y="2797805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06CDC53-F18E-8319-1A48-23B8E0A7C1F6}"/>
              </a:ext>
            </a:extLst>
          </p:cNvPr>
          <p:cNvGrpSpPr/>
          <p:nvPr/>
        </p:nvGrpSpPr>
        <p:grpSpPr>
          <a:xfrm>
            <a:off x="1917701" y="3849835"/>
            <a:ext cx="1322004" cy="736605"/>
            <a:chOff x="3473298" y="4756575"/>
            <a:chExt cx="1469916" cy="814694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37FB637-796C-59DF-D1A3-40E037D5EF00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7D3CEE-3EE4-82F1-42E2-C96CBD79CE22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5C48C198-E7A6-29D6-8F83-64940EC63993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FBC5077A-2D8A-FF7D-00A1-D006184E4C79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669516EF-5484-2E1B-4221-F89610960050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E812837-3ED6-5C6C-FA08-233DBC5A9776}"/>
              </a:ext>
            </a:extLst>
          </p:cNvPr>
          <p:cNvGrpSpPr/>
          <p:nvPr/>
        </p:nvGrpSpPr>
        <p:grpSpPr>
          <a:xfrm>
            <a:off x="3691226" y="3849835"/>
            <a:ext cx="1322004" cy="736605"/>
            <a:chOff x="3473298" y="4756575"/>
            <a:chExt cx="1469916" cy="814694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B5FF2864-C95F-DBFD-51B2-C438E3ADD169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4029E3E-5456-050E-9F39-C03A4DB15342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0B1979C-2059-6474-2729-08B57B597683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64ACD2F8-7E0D-B39C-D8C3-EAAF6927B92F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AA2CA06-A9AC-1E7D-D205-E1B1A39EBAFC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</p:grp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72C0CFF7-D26D-E10B-50F8-B5C4DCAA4E93}"/>
              </a:ext>
            </a:extLst>
          </p:cNvPr>
          <p:cNvGrpSpPr/>
          <p:nvPr/>
        </p:nvGrpSpPr>
        <p:grpSpPr>
          <a:xfrm>
            <a:off x="5333770" y="3849835"/>
            <a:ext cx="1322004" cy="736605"/>
            <a:chOff x="3473298" y="4756575"/>
            <a:chExt cx="1469916" cy="814694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E16D81E5-1A6F-9040-7755-A0CDF47C1288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9BF2DEF-6B65-9F06-0390-4D8A2EAC687E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453F72AB-6DB5-1B46-E3B9-F0F63297D9D3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23" name="사각형: 둥근 모서리 122">
                <a:extLst>
                  <a:ext uri="{FF2B5EF4-FFF2-40B4-BE49-F238E27FC236}">
                    <a16:creationId xmlns:a16="http://schemas.microsoft.com/office/drawing/2014/main" id="{51D77DD2-6037-8BA0-E60F-749C416D1266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3C89A38C-B55A-278C-EADA-0D05A89C191D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</p:grp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086B493-04B9-A8A8-B6D3-7524537BB8BF}"/>
              </a:ext>
            </a:extLst>
          </p:cNvPr>
          <p:cNvGrpSpPr/>
          <p:nvPr/>
        </p:nvGrpSpPr>
        <p:grpSpPr>
          <a:xfrm>
            <a:off x="6950117" y="3849835"/>
            <a:ext cx="1322004" cy="736605"/>
            <a:chOff x="3473298" y="4756575"/>
            <a:chExt cx="1469916" cy="81469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410B5B11-0C23-0500-1E23-1CF1E5CFE8A5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10CC90CE-2692-A09C-1BF5-2FA20BB980FC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04CF2E8C-9786-5789-1F65-4D0DF0E1CFE1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EBB0C15E-3B76-D6E6-4B0D-626DF205EBA8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C1F497BE-FE6F-BBD8-64C5-D6DB3C9041BB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A1ED3DF-CB5E-5FC9-F8FD-4B24F4C7B3B7}"/>
              </a:ext>
            </a:extLst>
          </p:cNvPr>
          <p:cNvGrpSpPr/>
          <p:nvPr/>
        </p:nvGrpSpPr>
        <p:grpSpPr>
          <a:xfrm>
            <a:off x="2510651" y="4749792"/>
            <a:ext cx="1909630" cy="736605"/>
            <a:chOff x="419658" y="4683249"/>
            <a:chExt cx="2123289" cy="814694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6E3C4BC1-6F93-AF1C-2252-F4DB1CF2BEE1}"/>
                </a:ext>
              </a:extLst>
            </p:cNvPr>
            <p:cNvSpPr/>
            <p:nvPr/>
          </p:nvSpPr>
          <p:spPr bwMode="auto">
            <a:xfrm>
              <a:off x="419658" y="4740977"/>
              <a:ext cx="2123289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9E3206E-74B8-FB3D-5F8A-F3EB0E2C529D}"/>
                </a:ext>
              </a:extLst>
            </p:cNvPr>
            <p:cNvSpPr txBox="1"/>
            <p:nvPr/>
          </p:nvSpPr>
          <p:spPr>
            <a:xfrm>
              <a:off x="746344" y="4683249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</a:t>
              </a:r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01055F03-CE54-9801-2E7F-150CF4A70B0B}"/>
                </a:ext>
              </a:extLst>
            </p:cNvPr>
            <p:cNvGrpSpPr/>
            <p:nvPr/>
          </p:nvGrpSpPr>
          <p:grpSpPr>
            <a:xfrm>
              <a:off x="573636" y="5047290"/>
              <a:ext cx="1815333" cy="360000"/>
              <a:chOff x="573617" y="5047290"/>
              <a:chExt cx="1815333" cy="360000"/>
            </a:xfrm>
          </p:grpSpPr>
          <p:sp>
            <p:nvSpPr>
              <p:cNvPr id="142" name="사각형: 둥근 모서리 141">
                <a:extLst>
                  <a:ext uri="{FF2B5EF4-FFF2-40B4-BE49-F238E27FC236}">
                    <a16:creationId xmlns:a16="http://schemas.microsoft.com/office/drawing/2014/main" id="{47E11BE6-8DA5-D5AE-C08E-6DD3585A0B01}"/>
                  </a:ext>
                </a:extLst>
              </p:cNvPr>
              <p:cNvSpPr/>
              <p:nvPr/>
            </p:nvSpPr>
            <p:spPr>
              <a:xfrm>
                <a:off x="573617" y="5047290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BAD36931-F9D7-47AC-4E67-54AC70C2AC11}"/>
                  </a:ext>
                </a:extLst>
              </p:cNvPr>
              <p:cNvSpPr/>
              <p:nvPr/>
            </p:nvSpPr>
            <p:spPr>
              <a:xfrm>
                <a:off x="1229283" y="5047290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08CA6A26-F1F7-5744-4998-261349F57BD1}"/>
                  </a:ext>
                </a:extLst>
              </p:cNvPr>
              <p:cNvSpPr/>
              <p:nvPr/>
            </p:nvSpPr>
            <p:spPr>
              <a:xfrm>
                <a:off x="1884950" y="5047290"/>
                <a:ext cx="504000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체결</a:t>
                </a:r>
              </a:p>
            </p:txBody>
          </p:sp>
        </p:grpSp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DCAE5575-2663-6A24-283B-E228C59331B6}"/>
              </a:ext>
            </a:extLst>
          </p:cNvPr>
          <p:cNvSpPr/>
          <p:nvPr/>
        </p:nvSpPr>
        <p:spPr bwMode="auto">
          <a:xfrm>
            <a:off x="5848131" y="4801985"/>
            <a:ext cx="1909630" cy="684410"/>
          </a:xfrm>
          <a:prstGeom prst="roundRect">
            <a:avLst>
              <a:gd name="adj" fmla="val 10205"/>
            </a:avLst>
          </a:prstGeom>
          <a:solidFill>
            <a:srgbClr val="FFE599"/>
          </a:soli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2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6DE5688-6A57-62FB-7416-33A6E790D632}"/>
              </a:ext>
            </a:extLst>
          </p:cNvPr>
          <p:cNvSpPr txBox="1"/>
          <p:nvPr/>
        </p:nvSpPr>
        <p:spPr>
          <a:xfrm>
            <a:off x="6141944" y="4749792"/>
            <a:ext cx="1322004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7E213757-8D39-D2F2-BD3B-2F3C92A5F5AB}"/>
              </a:ext>
            </a:extLst>
          </p:cNvPr>
          <p:cNvGrpSpPr/>
          <p:nvPr/>
        </p:nvGrpSpPr>
        <p:grpSpPr>
          <a:xfrm>
            <a:off x="5986617" y="5078937"/>
            <a:ext cx="1632661" cy="325494"/>
            <a:chOff x="573617" y="5047290"/>
            <a:chExt cx="1815333" cy="360000"/>
          </a:xfrm>
        </p:grpSpPr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3B8AA2D4-312C-58A8-E2CB-9FAE6D23D741}"/>
                </a:ext>
              </a:extLst>
            </p:cNvPr>
            <p:cNvSpPr/>
            <p:nvPr/>
          </p:nvSpPr>
          <p:spPr>
            <a:xfrm>
              <a:off x="573617" y="5047290"/>
              <a:ext cx="504000" cy="360000"/>
            </a:xfrm>
            <a:prstGeom prst="roundRect">
              <a:avLst/>
            </a:prstGeom>
            <a:solidFill>
              <a:srgbClr val="5B9BD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사양</a:t>
              </a:r>
              <a:endParaRPr lang="en-US" altLang="ko-KR" sz="900" b="1" kern="0">
                <a:solidFill>
                  <a:prstClr val="white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확인</a:t>
              </a:r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5AA1EDE4-914C-7613-DCAC-14B93B308321}"/>
                </a:ext>
              </a:extLst>
            </p:cNvPr>
            <p:cNvSpPr/>
            <p:nvPr/>
          </p:nvSpPr>
          <p:spPr>
            <a:xfrm>
              <a:off x="1229283" y="5047290"/>
              <a:ext cx="504000" cy="360000"/>
            </a:xfrm>
            <a:prstGeom prst="roundRect">
              <a:avLst/>
            </a:prstGeom>
            <a:solidFill>
              <a:srgbClr val="BF9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삽입</a:t>
              </a:r>
            </a:p>
          </p:txBody>
        </p:sp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154E8749-CFE3-F238-CDC2-28514E4FFAEE}"/>
                </a:ext>
              </a:extLst>
            </p:cNvPr>
            <p:cNvSpPr/>
            <p:nvPr/>
          </p:nvSpPr>
          <p:spPr>
            <a:xfrm>
              <a:off x="1884950" y="5047290"/>
              <a:ext cx="504000" cy="360000"/>
            </a:xfrm>
            <a:prstGeom prst="roundRect">
              <a:avLst/>
            </a:prstGeom>
            <a:solidFill>
              <a:srgbClr val="70AD4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끼움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622ABBB-AFC8-758B-7F0D-156B781F6A42}"/>
              </a:ext>
            </a:extLst>
          </p:cNvPr>
          <p:cNvGrpSpPr/>
          <p:nvPr/>
        </p:nvGrpSpPr>
        <p:grpSpPr>
          <a:xfrm>
            <a:off x="8607726" y="2865530"/>
            <a:ext cx="1601679" cy="736605"/>
            <a:chOff x="6081278" y="2797805"/>
            <a:chExt cx="1780882" cy="814694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F2B2034-8BDC-06FE-2A7A-D404C116C271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B6B3489-161F-7559-B106-0891E8F98EA5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7E062921-302C-7246-8BB8-31FB823CC934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882B95AC-1AEF-9BDA-4051-66864B60B173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D56D72-AC54-DE0E-2CF2-630452143775}"/>
                </a:ext>
              </a:extLst>
            </p:cNvPr>
            <p:cNvSpPr txBox="1"/>
            <p:nvPr/>
          </p:nvSpPr>
          <p:spPr>
            <a:xfrm>
              <a:off x="6235095" y="2797805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</p:grpSp>
      <p:cxnSp>
        <p:nvCxnSpPr>
          <p:cNvPr id="34" name="Google Shape;294;p20">
            <a:extLst>
              <a:ext uri="{FF2B5EF4-FFF2-40B4-BE49-F238E27FC236}">
                <a16:creationId xmlns:a16="http://schemas.microsoft.com/office/drawing/2014/main" id="{60F185E7-A252-0653-8D8A-34280C951D7D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619278" y="2308551"/>
            <a:ext cx="1789286" cy="556979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" name="Google Shape;295;p20">
            <a:extLst>
              <a:ext uri="{FF2B5EF4-FFF2-40B4-BE49-F238E27FC236}">
                <a16:creationId xmlns:a16="http://schemas.microsoft.com/office/drawing/2014/main" id="{F557585D-9EA3-688F-CE91-F8CD0098F1C0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9407815" y="3636885"/>
            <a:ext cx="751" cy="36810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6F710F4-8B33-1BC9-4AED-6788084FF2F0}"/>
              </a:ext>
            </a:extLst>
          </p:cNvPr>
          <p:cNvGrpSpPr/>
          <p:nvPr/>
        </p:nvGrpSpPr>
        <p:grpSpPr>
          <a:xfrm>
            <a:off x="8865015" y="4004994"/>
            <a:ext cx="1087101" cy="426287"/>
            <a:chOff x="8303614" y="4440472"/>
            <a:chExt cx="1140658" cy="471479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CF586BA-ABFF-1A86-7A2D-05982D8053B7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8" name="곱하기 기호 57">
              <a:extLst>
                <a:ext uri="{FF2B5EF4-FFF2-40B4-BE49-F238E27FC236}">
                  <a16:creationId xmlns:a16="http://schemas.microsoft.com/office/drawing/2014/main" id="{0BEB4C3D-EBA1-20BB-D431-C14A760B3377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D1776E7-FB98-0D49-F3E6-68F2281DF236}"/>
              </a:ext>
            </a:extLst>
          </p:cNvPr>
          <p:cNvGrpSpPr/>
          <p:nvPr/>
        </p:nvGrpSpPr>
        <p:grpSpPr>
          <a:xfrm>
            <a:off x="5516962" y="5763349"/>
            <a:ext cx="2571969" cy="736605"/>
            <a:chOff x="5086131" y="5763347"/>
            <a:chExt cx="2571969" cy="736605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2802720-0106-6D25-DEF8-26ABB1A2C64A}"/>
                </a:ext>
              </a:extLst>
            </p:cNvPr>
            <p:cNvSpPr/>
            <p:nvPr/>
          </p:nvSpPr>
          <p:spPr bwMode="auto">
            <a:xfrm>
              <a:off x="5086131" y="5815542"/>
              <a:ext cx="2571969" cy="684410"/>
            </a:xfrm>
            <a:prstGeom prst="roundRect">
              <a:avLst>
                <a:gd name="adj" fmla="val 10205"/>
              </a:avLst>
            </a:prstGeom>
            <a:solidFill>
              <a:srgbClr val="DAE6F2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E4936A-F144-6200-B9C8-0E028E793F3C}"/>
                </a:ext>
              </a:extLst>
            </p:cNvPr>
            <p:cNvSpPr txBox="1"/>
            <p:nvPr/>
          </p:nvSpPr>
          <p:spPr>
            <a:xfrm>
              <a:off x="5711113" y="5763347"/>
              <a:ext cx="1322004" cy="337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Final Result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E8B19291-567D-97D2-1FEB-0AD731BCF620}"/>
                </a:ext>
              </a:extLst>
            </p:cNvPr>
            <p:cNvGrpSpPr/>
            <p:nvPr/>
          </p:nvGrpSpPr>
          <p:grpSpPr>
            <a:xfrm>
              <a:off x="5260939" y="6096067"/>
              <a:ext cx="2222353" cy="325494"/>
              <a:chOff x="5276279" y="6096067"/>
              <a:chExt cx="2222353" cy="325494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4795EC81-B19E-56FF-1E6D-DA4F16D36878}"/>
                  </a:ext>
                </a:extLst>
              </p:cNvPr>
              <p:cNvSpPr/>
              <p:nvPr/>
            </p:nvSpPr>
            <p:spPr>
              <a:xfrm>
                <a:off x="5276279" y="6096067"/>
                <a:ext cx="453284" cy="325494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16E55C0E-464D-56B7-5DDC-A99A0376D321}"/>
                  </a:ext>
                </a:extLst>
              </p:cNvPr>
              <p:cNvSpPr/>
              <p:nvPr/>
            </p:nvSpPr>
            <p:spPr>
              <a:xfrm>
                <a:off x="5865968" y="6096067"/>
                <a:ext cx="453284" cy="325494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E18DCCC1-FFA0-5BEB-2021-6D18FD68B7D8}"/>
                  </a:ext>
                </a:extLst>
              </p:cNvPr>
              <p:cNvSpPr/>
              <p:nvPr/>
            </p:nvSpPr>
            <p:spPr>
              <a:xfrm>
                <a:off x="6455658" y="6096067"/>
                <a:ext cx="453284" cy="325494"/>
              </a:xfrm>
              <a:prstGeom prst="roundRect">
                <a:avLst/>
              </a:prstGeom>
              <a:solidFill>
                <a:srgbClr val="70AD4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끼움</a:t>
                </a:r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044B05E2-3A8D-C07A-015E-C14E2EDC615F}"/>
                  </a:ext>
                </a:extLst>
              </p:cNvPr>
              <p:cNvSpPr/>
              <p:nvPr/>
            </p:nvSpPr>
            <p:spPr>
              <a:xfrm>
                <a:off x="7045348" y="6096067"/>
                <a:ext cx="453284" cy="325494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체결</a:t>
                </a:r>
              </a:p>
            </p:txBody>
          </p:sp>
        </p:grpSp>
      </p:grpSp>
      <p:cxnSp>
        <p:nvCxnSpPr>
          <p:cNvPr id="50" name="Google Shape;295;p20">
            <a:extLst>
              <a:ext uri="{FF2B5EF4-FFF2-40B4-BE49-F238E27FC236}">
                <a16:creationId xmlns:a16="http://schemas.microsoft.com/office/drawing/2014/main" id="{E4FB0F54-03F9-A8EA-30F2-61B49B5FC51C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484361" y="5517888"/>
            <a:ext cx="751" cy="36810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CA4E75-58C8-7B43-0BC2-7CB5435C378E}"/>
              </a:ext>
            </a:extLst>
          </p:cNvPr>
          <p:cNvGrpSpPr/>
          <p:nvPr/>
        </p:nvGrpSpPr>
        <p:grpSpPr>
          <a:xfrm>
            <a:off x="2941561" y="5885997"/>
            <a:ext cx="1087101" cy="426287"/>
            <a:chOff x="8303614" y="4440472"/>
            <a:chExt cx="1140658" cy="471479"/>
          </a:xfrm>
        </p:grpSpPr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B9F7A573-5D7F-782A-620E-B0A95D7EF1F0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4" name="곱하기 기호 53">
              <a:extLst>
                <a:ext uri="{FF2B5EF4-FFF2-40B4-BE49-F238E27FC236}">
                  <a16:creationId xmlns:a16="http://schemas.microsoft.com/office/drawing/2014/main" id="{50195BF4-C832-5F75-FBCD-705F3B9613F0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68" name="Google Shape;295;p20">
            <a:extLst>
              <a:ext uri="{FF2B5EF4-FFF2-40B4-BE49-F238E27FC236}">
                <a16:creationId xmlns:a16="http://schemas.microsoft.com/office/drawing/2014/main" id="{A450D451-C030-0509-3C2A-D14A1F285FAD}"/>
              </a:ext>
            </a:extLst>
          </p:cNvPr>
          <p:cNvCxnSpPr>
            <a:cxnSpLocks/>
            <a:stCxn id="148" idx="2"/>
          </p:cNvCxnSpPr>
          <p:nvPr/>
        </p:nvCxnSpPr>
        <p:spPr>
          <a:xfrm flipH="1">
            <a:off x="6802946" y="5486395"/>
            <a:ext cx="1" cy="27695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E3D866AF-9D16-FAFF-B96C-EA4D3A78E9B4}"/>
              </a:ext>
            </a:extLst>
          </p:cNvPr>
          <p:cNvGrpSpPr/>
          <p:nvPr/>
        </p:nvGrpSpPr>
        <p:grpSpPr>
          <a:xfrm>
            <a:off x="1539831" y="1410083"/>
            <a:ext cx="2175688" cy="950987"/>
            <a:chOff x="119679" y="1983056"/>
            <a:chExt cx="2175688" cy="950987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1ED5BFF5-9C5C-4E43-2EE5-9BFE445F0CE1}"/>
                </a:ext>
              </a:extLst>
            </p:cNvPr>
            <p:cNvSpPr/>
            <p:nvPr/>
          </p:nvSpPr>
          <p:spPr>
            <a:xfrm>
              <a:off x="415955" y="2351394"/>
              <a:ext cx="1879412" cy="5826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최종 결과</a:t>
              </a:r>
              <a:endParaRPr lang="en-US" altLang="ko-KR" sz="16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415FE15F-5A98-13C0-CC46-C198B437A0D8}"/>
                </a:ext>
              </a:extLst>
            </p:cNvPr>
            <p:cNvGrpSpPr/>
            <p:nvPr/>
          </p:nvGrpSpPr>
          <p:grpSpPr>
            <a:xfrm>
              <a:off x="119679" y="2045944"/>
              <a:ext cx="622587" cy="461054"/>
              <a:chOff x="496184" y="5500685"/>
              <a:chExt cx="428618" cy="428618"/>
            </a:xfrm>
          </p:grpSpPr>
          <p:sp>
            <p:nvSpPr>
              <p:cNvPr id="84" name="원통형 83">
                <a:extLst>
                  <a:ext uri="{FF2B5EF4-FFF2-40B4-BE49-F238E27FC236}">
                    <a16:creationId xmlns:a16="http://schemas.microsoft.com/office/drawing/2014/main" id="{880378BA-CA4E-E4FA-3986-4144B4270217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87" name="그래픽 86" descr="데이터베이스 단색으로 채워진">
                <a:extLst>
                  <a:ext uri="{FF2B5EF4-FFF2-40B4-BE49-F238E27FC236}">
                    <a16:creationId xmlns:a16="http://schemas.microsoft.com/office/drawing/2014/main" id="{80D737BE-FAE7-0B8A-890A-EEB1D7F0C1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BD2BD8C9-1B3B-ABBB-BC4D-EF3FB3C01A44}"/>
                </a:ext>
              </a:extLst>
            </p:cNvPr>
            <p:cNvGrpSpPr/>
            <p:nvPr/>
          </p:nvGrpSpPr>
          <p:grpSpPr>
            <a:xfrm>
              <a:off x="704408" y="1983056"/>
              <a:ext cx="487335" cy="551387"/>
              <a:chOff x="280988" y="1633755"/>
              <a:chExt cx="756967" cy="756967"/>
            </a:xfrm>
          </p:grpSpPr>
          <p:sp>
            <p:nvSpPr>
              <p:cNvPr id="92" name="사각형: 둥근 모서리 91">
                <a:extLst>
                  <a:ext uri="{FF2B5EF4-FFF2-40B4-BE49-F238E27FC236}">
                    <a16:creationId xmlns:a16="http://schemas.microsoft.com/office/drawing/2014/main" id="{0AC43154-602B-0DC1-23C7-516F78745D8A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93" name="그래픽 92" descr="CMD 터미널 단색으로 채워진">
                <a:extLst>
                  <a:ext uri="{FF2B5EF4-FFF2-40B4-BE49-F238E27FC236}">
                    <a16:creationId xmlns:a16="http://schemas.microsoft.com/office/drawing/2014/main" id="{607D1EBD-DE20-02DB-F57E-F67B6A0FD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4" name="Rectangle 685">
            <a:extLst>
              <a:ext uri="{FF2B5EF4-FFF2-40B4-BE49-F238E27FC236}">
                <a16:creationId xmlns:a16="http://schemas.microsoft.com/office/drawing/2014/main" id="{FBCF96F0-9A17-0962-31F2-E608165E1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9" name="AutoShape 176">
            <a:extLst>
              <a:ext uri="{FF2B5EF4-FFF2-40B4-BE49-F238E27FC236}">
                <a16:creationId xmlns:a16="http://schemas.microsoft.com/office/drawing/2014/main" id="{B3929262-D777-404C-25D7-405C3539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2333978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901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54E9-A7DA-19BF-9B6C-835FB09A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D6532048-6542-7FFD-33ED-EF4A0349E8B0}"/>
              </a:ext>
            </a:extLst>
          </p:cNvPr>
          <p:cNvCxnSpPr>
            <a:cxnSpLocks/>
          </p:cNvCxnSpPr>
          <p:nvPr/>
        </p:nvCxnSpPr>
        <p:spPr>
          <a:xfrm>
            <a:off x="7017209" y="2487166"/>
            <a:ext cx="1572" cy="53145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1BB37469-640C-38AB-6181-975A22E8331F}"/>
              </a:ext>
            </a:extLst>
          </p:cNvPr>
          <p:cNvGrpSpPr/>
          <p:nvPr/>
        </p:nvGrpSpPr>
        <p:grpSpPr>
          <a:xfrm>
            <a:off x="6177704" y="1634386"/>
            <a:ext cx="1680587" cy="813811"/>
            <a:chOff x="4622299" y="1462393"/>
            <a:chExt cx="1780882" cy="81381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42C38D06-06D7-8EE7-A68B-0EBAD1D003A8}"/>
                </a:ext>
              </a:extLst>
            </p:cNvPr>
            <p:cNvSpPr/>
            <p:nvPr/>
          </p:nvSpPr>
          <p:spPr bwMode="auto">
            <a:xfrm>
              <a:off x="4622299" y="1519238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04C4DA4-525B-1074-8C14-6A6055EB840E}"/>
                </a:ext>
              </a:extLst>
            </p:cNvPr>
            <p:cNvGrpSpPr/>
            <p:nvPr/>
          </p:nvGrpSpPr>
          <p:grpSpPr>
            <a:xfrm>
              <a:off x="4690442" y="1848031"/>
              <a:ext cx="1644593" cy="360000"/>
              <a:chOff x="-3601596" y="1878778"/>
              <a:chExt cx="1644593" cy="36000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DB8A72BC-987D-A3C7-6364-476246BBD203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 dirty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준비</a:t>
                </a:r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DF632A44-303F-53EA-7EE9-80831C79D069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E728F2-04E8-9E3C-A84C-2B21371FE6EB}"/>
                </a:ext>
              </a:extLst>
            </p:cNvPr>
            <p:cNvSpPr txBox="1"/>
            <p:nvPr/>
          </p:nvSpPr>
          <p:spPr>
            <a:xfrm>
              <a:off x="4776116" y="1462393"/>
              <a:ext cx="147324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Initial state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5A90533-1657-4E82-1A4C-789001960C3B}"/>
              </a:ext>
            </a:extLst>
          </p:cNvPr>
          <p:cNvGrpSpPr/>
          <p:nvPr/>
        </p:nvGrpSpPr>
        <p:grpSpPr>
          <a:xfrm>
            <a:off x="3606938" y="3043788"/>
            <a:ext cx="1680588" cy="814694"/>
            <a:chOff x="3550164" y="2797805"/>
            <a:chExt cx="1780883" cy="81469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84286B5-9697-B746-6C2E-C1FD92279E7D}"/>
                </a:ext>
              </a:extLst>
            </p:cNvPr>
            <p:cNvSpPr/>
            <p:nvPr/>
          </p:nvSpPr>
          <p:spPr bwMode="auto">
            <a:xfrm>
              <a:off x="3550165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A760E1D-846F-4151-94A8-E628FD5CFE8D}"/>
                </a:ext>
              </a:extLst>
            </p:cNvPr>
            <p:cNvGrpSpPr/>
            <p:nvPr/>
          </p:nvGrpSpPr>
          <p:grpSpPr>
            <a:xfrm>
              <a:off x="3618310" y="3184326"/>
              <a:ext cx="1644593" cy="360000"/>
              <a:chOff x="-3601596" y="1878778"/>
              <a:chExt cx="1644593" cy="360000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646E79B1-F6FE-CB3F-85FF-62A3EC4EA8D3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5E5FFF87-78E0-0DFC-D8D9-4428AB188560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790545B-5312-8F57-CF13-07FADDB8F4E3}"/>
                </a:ext>
              </a:extLst>
            </p:cNvPr>
            <p:cNvSpPr txBox="1"/>
            <p:nvPr/>
          </p:nvSpPr>
          <p:spPr>
            <a:xfrm>
              <a:off x="3550164" y="2797805"/>
              <a:ext cx="1780883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9EFECC1-EB8B-969D-E05E-574DA4406665}"/>
              </a:ext>
            </a:extLst>
          </p:cNvPr>
          <p:cNvGrpSpPr/>
          <p:nvPr/>
        </p:nvGrpSpPr>
        <p:grpSpPr>
          <a:xfrm>
            <a:off x="6177704" y="3018624"/>
            <a:ext cx="1680587" cy="814694"/>
            <a:chOff x="6081278" y="2797805"/>
            <a:chExt cx="1780882" cy="814694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627F88C-2EE7-DA21-E879-90B2975C9439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6B76BAD7-F197-FD0D-3A25-1D1156260748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5703169C-3A8C-973D-A530-E448733A7874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33B6CD47-9E2B-5872-3CD8-6E2DF08A68F4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E347861-9AAA-635E-78E3-F9551A8F44B1}"/>
                </a:ext>
              </a:extLst>
            </p:cNvPr>
            <p:cNvSpPr txBox="1"/>
            <p:nvPr/>
          </p:nvSpPr>
          <p:spPr>
            <a:xfrm>
              <a:off x="6084609" y="2797805"/>
              <a:ext cx="177422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655368-A3E4-F7DD-D533-2E24CB2B4513}"/>
              </a:ext>
            </a:extLst>
          </p:cNvPr>
          <p:cNvGrpSpPr/>
          <p:nvPr/>
        </p:nvGrpSpPr>
        <p:grpSpPr>
          <a:xfrm>
            <a:off x="8909828" y="2996048"/>
            <a:ext cx="1680588" cy="814694"/>
            <a:chOff x="6081277" y="2797805"/>
            <a:chExt cx="1780883" cy="814694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2CB61564-BC21-8DD7-113F-B0828B8A35C0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2B37ABDA-7171-E224-C1AC-A07F981854EE}"/>
                </a:ext>
              </a:extLst>
            </p:cNvPr>
            <p:cNvSpPr/>
            <p:nvPr/>
          </p:nvSpPr>
          <p:spPr>
            <a:xfrm>
              <a:off x="6149423" y="3190825"/>
              <a:ext cx="962748" cy="360000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/>
          </p:spPr>
          <p:txBody>
            <a:bodyPr lIns="0" rIns="0" rtlCol="0" anchor="ctr"/>
            <a:lstStyle/>
            <a:p>
              <a:pPr algn="ctr" defTabSz="457212">
                <a:defRPr/>
              </a:pPr>
              <a:r>
                <a:rPr lang="pt-BR" altLang="ko-KR" sz="14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HDL ASSY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03F3102-519E-E6C4-FE0B-1D864413B068}"/>
                </a:ext>
              </a:extLst>
            </p:cNvPr>
            <p:cNvSpPr txBox="1"/>
            <p:nvPr/>
          </p:nvSpPr>
          <p:spPr>
            <a:xfrm>
              <a:off x="6081277" y="2797805"/>
              <a:ext cx="1780883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</p:grp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9C191517-9137-340E-33DC-C271765CBF3F}"/>
              </a:ext>
            </a:extLst>
          </p:cNvPr>
          <p:cNvCxnSpPr>
            <a:cxnSpLocks/>
          </p:cNvCxnSpPr>
          <p:nvPr/>
        </p:nvCxnSpPr>
        <p:spPr>
          <a:xfrm>
            <a:off x="7858290" y="2386842"/>
            <a:ext cx="1891833" cy="60920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45756E43-19AF-3646-61F7-30DB7E2AB352}"/>
              </a:ext>
            </a:extLst>
          </p:cNvPr>
          <p:cNvCxnSpPr>
            <a:cxnSpLocks/>
          </p:cNvCxnSpPr>
          <p:nvPr/>
        </p:nvCxnSpPr>
        <p:spPr>
          <a:xfrm flipH="1">
            <a:off x="4579774" y="2380024"/>
            <a:ext cx="1588374" cy="66376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E389D8F3-D9BB-D689-78FC-56C7DF52E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8" y="1421870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lang="en-US" altLang="ko-KR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Rule-Model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동작 후보 생성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F6F1B94-0715-B811-9432-EF57ED81ECBF}"/>
              </a:ext>
            </a:extLst>
          </p:cNvPr>
          <p:cNvGrpSpPr/>
          <p:nvPr/>
        </p:nvGrpSpPr>
        <p:grpSpPr>
          <a:xfrm>
            <a:off x="1739906" y="1906084"/>
            <a:ext cx="2230582" cy="902330"/>
            <a:chOff x="496184" y="5500685"/>
            <a:chExt cx="1492031" cy="70142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CACD5C33-CFA1-81E7-DF1E-B4582654032B}"/>
                </a:ext>
              </a:extLst>
            </p:cNvPr>
            <p:cNvSpPr/>
            <p:nvPr/>
          </p:nvSpPr>
          <p:spPr>
            <a:xfrm>
              <a:off x="731081" y="5749188"/>
              <a:ext cx="1257134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en-US" altLang="ko-KR" sz="1600" b="1">
                  <a:solidFill>
                    <a:srgbClr val="0070C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Rule-Model</a:t>
              </a:r>
              <a:endParaRPr lang="en-US" altLang="ko-KR" sz="16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Step Generation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80AD66E-D580-D0EC-38F9-2A7C9AB51130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14E0C664-FDEB-DFC4-A122-6ECD372AB244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4" name="그래픽 23" descr="데이터베이스 단색으로 채워진">
                <a:extLst>
                  <a:ext uri="{FF2B5EF4-FFF2-40B4-BE49-F238E27FC236}">
                    <a16:creationId xmlns:a16="http://schemas.microsoft.com/office/drawing/2014/main" id="{4DD13F4F-1289-9D88-BAA2-4DCB2F55F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7" name="사각형: 둥근 모서리 48">
            <a:extLst>
              <a:ext uri="{FF2B5EF4-FFF2-40B4-BE49-F238E27FC236}">
                <a16:creationId xmlns:a16="http://schemas.microsoft.com/office/drawing/2014/main" id="{09F44A58-B361-BA54-C056-A58982E9FF8B}"/>
              </a:ext>
            </a:extLst>
          </p:cNvPr>
          <p:cNvSpPr/>
          <p:nvPr/>
        </p:nvSpPr>
        <p:spPr>
          <a:xfrm>
            <a:off x="9959723" y="3389068"/>
            <a:ext cx="566387" cy="360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000" b="1" kern="0">
                <a:solidFill>
                  <a:prstClr val="white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위치</a:t>
            </a:r>
            <a:endParaRPr lang="en-US" altLang="ko-KR" sz="1000" b="1" kern="0">
              <a:solidFill>
                <a:prstClr val="white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  <a:p>
            <a:pPr algn="ctr" defTabSz="457212">
              <a:defRPr/>
            </a:pPr>
            <a:r>
              <a:rPr lang="ko-KR" altLang="en-US" sz="1000" b="1" kern="0">
                <a:solidFill>
                  <a:prstClr val="white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2C1D13-DDF4-C88E-BD99-64D70AAFF226}"/>
              </a:ext>
            </a:extLst>
          </p:cNvPr>
          <p:cNvSpPr txBox="1"/>
          <p:nvPr/>
        </p:nvSpPr>
        <p:spPr>
          <a:xfrm>
            <a:off x="1143000" y="4560946"/>
            <a:ext cx="9906000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INPUT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들어온 </a:t>
            </a:r>
            <a:r>
              <a:rPr lang="en-US" altLang="ko-KR" b="1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‘HDL ASSY’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</a:t>
            </a:r>
            <a:endParaRPr lang="en-US" altLang="ko-KR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첫 번째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Step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올 수 있는 부품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동작 후보들을 </a:t>
            </a:r>
            <a:r>
              <a:rPr lang="en-US" altLang="ko-KR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Rule-Model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</a:t>
            </a:r>
          </a:p>
        </p:txBody>
      </p:sp>
      <p:sp>
        <p:nvSpPr>
          <p:cNvPr id="9" name="Rectangle 685">
            <a:extLst>
              <a:ext uri="{FF2B5EF4-FFF2-40B4-BE49-F238E27FC236}">
                <a16:creationId xmlns:a16="http://schemas.microsoft.com/office/drawing/2014/main" id="{455330D1-5FAA-5E27-272D-2B4DD927C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 dirty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 dirty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 dirty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 dirty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13" name="AutoShape 176">
            <a:extLst>
              <a:ext uri="{FF2B5EF4-FFF2-40B4-BE49-F238E27FC236}">
                <a16:creationId xmlns:a16="http://schemas.microsoft.com/office/drawing/2014/main" id="{4A7CFD8C-CBC4-AB7E-6735-D717DD602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1526474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3B22-BC9A-D09A-3F32-63454B66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010C0CD4-D689-D0B5-F770-1ED8191D12E0}"/>
              </a:ext>
            </a:extLst>
          </p:cNvPr>
          <p:cNvCxnSpPr>
            <a:cxnSpLocks/>
          </p:cNvCxnSpPr>
          <p:nvPr/>
        </p:nvCxnSpPr>
        <p:spPr>
          <a:xfrm>
            <a:off x="7017209" y="2487166"/>
            <a:ext cx="1572" cy="53145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1A4F7DD5-8B22-F4B3-1C60-A588788C433F}"/>
              </a:ext>
            </a:extLst>
          </p:cNvPr>
          <p:cNvGrpSpPr/>
          <p:nvPr/>
        </p:nvGrpSpPr>
        <p:grpSpPr>
          <a:xfrm>
            <a:off x="6177704" y="1634386"/>
            <a:ext cx="1680587" cy="813811"/>
            <a:chOff x="4622299" y="1462393"/>
            <a:chExt cx="1780882" cy="81381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413F711F-A21F-3F47-3DB6-827B76C8471C}"/>
                </a:ext>
              </a:extLst>
            </p:cNvPr>
            <p:cNvSpPr/>
            <p:nvPr/>
          </p:nvSpPr>
          <p:spPr bwMode="auto">
            <a:xfrm>
              <a:off x="4622299" y="1519238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024993B-0EE4-067F-C9DC-B187ED80642F}"/>
                </a:ext>
              </a:extLst>
            </p:cNvPr>
            <p:cNvGrpSpPr/>
            <p:nvPr/>
          </p:nvGrpSpPr>
          <p:grpSpPr>
            <a:xfrm>
              <a:off x="4690442" y="1848031"/>
              <a:ext cx="1644593" cy="360000"/>
              <a:chOff x="-3601596" y="1878778"/>
              <a:chExt cx="1644593" cy="36000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4965F91C-4AF5-0D05-6904-0FDA5DF452F3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준비</a:t>
                </a:r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14147A89-47DF-EC63-DD59-7EE1D40673D2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6B27F7-E618-4BF6-B3D7-9B49574C6500}"/>
                </a:ext>
              </a:extLst>
            </p:cNvPr>
            <p:cNvSpPr txBox="1"/>
            <p:nvPr/>
          </p:nvSpPr>
          <p:spPr>
            <a:xfrm>
              <a:off x="4776116" y="1462393"/>
              <a:ext cx="147324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Initial state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913471-B340-2B87-4EE6-10D7EA2C86A2}"/>
              </a:ext>
            </a:extLst>
          </p:cNvPr>
          <p:cNvGrpSpPr/>
          <p:nvPr/>
        </p:nvGrpSpPr>
        <p:grpSpPr>
          <a:xfrm>
            <a:off x="3606941" y="3043788"/>
            <a:ext cx="1680587" cy="814694"/>
            <a:chOff x="3550165" y="2797805"/>
            <a:chExt cx="1780882" cy="81469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8D00973-2E8A-4B3D-E431-EAEEA10EC784}"/>
                </a:ext>
              </a:extLst>
            </p:cNvPr>
            <p:cNvSpPr/>
            <p:nvPr/>
          </p:nvSpPr>
          <p:spPr bwMode="auto">
            <a:xfrm>
              <a:off x="3550165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A8124C7-A87D-9607-A24C-84530DFE2257}"/>
                </a:ext>
              </a:extLst>
            </p:cNvPr>
            <p:cNvGrpSpPr/>
            <p:nvPr/>
          </p:nvGrpSpPr>
          <p:grpSpPr>
            <a:xfrm>
              <a:off x="3618310" y="3184326"/>
              <a:ext cx="1644593" cy="360000"/>
              <a:chOff x="-3601596" y="1878778"/>
              <a:chExt cx="1644593" cy="360000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1734F8B4-C7CF-2A51-65FF-0A5FE9C349FF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00F4CD52-B4C8-0664-15F7-4DF23DAB4536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53741B-7F0D-522B-EF44-1B488A1ACBA5}"/>
                </a:ext>
              </a:extLst>
            </p:cNvPr>
            <p:cNvSpPr txBox="1"/>
            <p:nvPr/>
          </p:nvSpPr>
          <p:spPr>
            <a:xfrm>
              <a:off x="3550165" y="2797805"/>
              <a:ext cx="1780881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178DA45-CC11-AE5C-9133-98BB41A702F4}"/>
              </a:ext>
            </a:extLst>
          </p:cNvPr>
          <p:cNvGrpSpPr/>
          <p:nvPr/>
        </p:nvGrpSpPr>
        <p:grpSpPr>
          <a:xfrm>
            <a:off x="6177704" y="3018624"/>
            <a:ext cx="1680587" cy="814694"/>
            <a:chOff x="6081278" y="2797805"/>
            <a:chExt cx="1780882" cy="814694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3D1E31D2-D6A6-7D46-1D74-ADC5CB5308F5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2EFB7B74-E87F-69EC-788E-8754BEDA3FDE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3A402C76-7ADA-803D-DF16-6252F612880F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B4E2D392-8CEF-8E48-5119-30DFA1CDD6F1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559F3B-FE9F-ADC7-6DE2-87B8CEFB89E1}"/>
                </a:ext>
              </a:extLst>
            </p:cNvPr>
            <p:cNvSpPr txBox="1"/>
            <p:nvPr/>
          </p:nvSpPr>
          <p:spPr>
            <a:xfrm>
              <a:off x="6082943" y="2797805"/>
              <a:ext cx="1777552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BA9E2D2-86BC-8DC0-9A97-800FFC139528}"/>
              </a:ext>
            </a:extLst>
          </p:cNvPr>
          <p:cNvGrpSpPr/>
          <p:nvPr/>
        </p:nvGrpSpPr>
        <p:grpSpPr>
          <a:xfrm>
            <a:off x="8908260" y="2996048"/>
            <a:ext cx="1683728" cy="814694"/>
            <a:chOff x="6079613" y="2797805"/>
            <a:chExt cx="1784210" cy="814694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5C85AC1A-5036-17C5-EFEB-08FAEEFFE263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DA1B3AC-BC12-4C44-5929-0034CEB759BE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264250A6-4C0C-C424-E517-4ACCD1980DCF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5DFB83A0-EB6C-7489-0DC9-A27D2EB0E162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0A31AF-C227-E058-3E22-F06A45F671B4}"/>
                </a:ext>
              </a:extLst>
            </p:cNvPr>
            <p:cNvSpPr txBox="1"/>
            <p:nvPr/>
          </p:nvSpPr>
          <p:spPr>
            <a:xfrm>
              <a:off x="6079613" y="2797805"/>
              <a:ext cx="178421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349DD5E-C5FB-B71B-DB7B-949496B298BB}"/>
              </a:ext>
            </a:extLst>
          </p:cNvPr>
          <p:cNvGrpSpPr/>
          <p:nvPr/>
        </p:nvGrpSpPr>
        <p:grpSpPr>
          <a:xfrm>
            <a:off x="1614490" y="1760757"/>
            <a:ext cx="2474491" cy="1041937"/>
            <a:chOff x="280988" y="1633755"/>
            <a:chExt cx="2474491" cy="1041937"/>
          </a:xfrm>
        </p:grpSpPr>
        <p:sp>
          <p:nvSpPr>
            <p:cNvPr id="15" name="Google Shape;260;p11">
              <a:extLst>
                <a:ext uri="{FF2B5EF4-FFF2-40B4-BE49-F238E27FC236}">
                  <a16:creationId xmlns:a16="http://schemas.microsoft.com/office/drawing/2014/main" id="{F93C9C28-19AA-396D-219D-4A465B8DFC1E}"/>
                </a:ext>
              </a:extLst>
            </p:cNvPr>
            <p:cNvSpPr/>
            <p:nvPr/>
          </p:nvSpPr>
          <p:spPr>
            <a:xfrm>
              <a:off x="789206" y="2076637"/>
              <a:ext cx="1966273" cy="599055"/>
            </a:xfrm>
            <a:prstGeom prst="rect">
              <a:avLst/>
            </a:prstGeom>
            <a:solidFill>
              <a:srgbClr val="E3F1D9"/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914423">
                <a:defRPr/>
              </a:pPr>
              <a:r>
                <a:rPr lang="en-US" altLang="ko-KR" sz="1600" b="1">
                  <a:solidFill>
                    <a:srgbClr val="0C0C0C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  <a:cs typeface="Malgun Gothic Semilight" panose="020B0502040204020203" pitchFamily="50" charset="-127"/>
                </a:rPr>
                <a:t>Open LLM</a:t>
              </a:r>
              <a:endParaRPr lang="en-US" altLang="ko-KR" sz="700">
                <a:latin typeface="Hyundai Sans Text Pro Regular" panose="020B0504040000000000" pitchFamily="34" charset="-127"/>
                <a:ea typeface="Hyundai Sans Text Pro Regular" panose="020B0504040000000000" pitchFamily="34" charset="-127"/>
                <a:cs typeface="Malgun Gothic Semilight" panose="020B0502040204020203" pitchFamily="50" charset="-127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F6EAB72-125D-F460-0E9A-D47B5CA901CA}"/>
                </a:ext>
              </a:extLst>
            </p:cNvPr>
            <p:cNvGrpSpPr/>
            <p:nvPr/>
          </p:nvGrpSpPr>
          <p:grpSpPr>
            <a:xfrm>
              <a:off x="280988" y="1633755"/>
              <a:ext cx="756967" cy="756967"/>
              <a:chOff x="280988" y="1633755"/>
              <a:chExt cx="756967" cy="756967"/>
            </a:xfrm>
          </p:grpSpPr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D32E0597-41DB-4BF2-DF6A-F39BB22EAF6F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0" name="그래픽 19" descr="CMD 터미널 단색으로 채워진">
                <a:extLst>
                  <a:ext uri="{FF2B5EF4-FFF2-40B4-BE49-F238E27FC236}">
                    <a16:creationId xmlns:a16="http://schemas.microsoft.com/office/drawing/2014/main" id="{619EBFA0-4697-E5D7-E12C-DDEC8254C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27" name="말풍선: 모서리가 둥근 사각형 26">
            <a:extLst>
              <a:ext uri="{FF2B5EF4-FFF2-40B4-BE49-F238E27FC236}">
                <a16:creationId xmlns:a16="http://schemas.microsoft.com/office/drawing/2014/main" id="{897725E2-5645-259E-4B5C-6014BF948314}"/>
              </a:ext>
            </a:extLst>
          </p:cNvPr>
          <p:cNvSpPr/>
          <p:nvPr/>
        </p:nvSpPr>
        <p:spPr>
          <a:xfrm>
            <a:off x="3416781" y="4187275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8" name="말풍선: 모서리가 둥근 사각형 27">
            <a:extLst>
              <a:ext uri="{FF2B5EF4-FFF2-40B4-BE49-F238E27FC236}">
                <a16:creationId xmlns:a16="http://schemas.microsoft.com/office/drawing/2014/main" id="{FC9D3C5A-A785-E28E-CF81-19D81A87DB99}"/>
              </a:ext>
            </a:extLst>
          </p:cNvPr>
          <p:cNvSpPr/>
          <p:nvPr/>
        </p:nvSpPr>
        <p:spPr>
          <a:xfrm>
            <a:off x="5986758" y="4187275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9" name="말풍선: 모서리가 둥근 사각형 28">
            <a:extLst>
              <a:ext uri="{FF2B5EF4-FFF2-40B4-BE49-F238E27FC236}">
                <a16:creationId xmlns:a16="http://schemas.microsoft.com/office/drawing/2014/main" id="{8090FC15-572E-1A73-530E-86253CA1C317}"/>
              </a:ext>
            </a:extLst>
          </p:cNvPr>
          <p:cNvSpPr/>
          <p:nvPr/>
        </p:nvSpPr>
        <p:spPr>
          <a:xfrm>
            <a:off x="8775219" y="4187275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 👎 👎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cxnSp>
        <p:nvCxnSpPr>
          <p:cNvPr id="33" name="Google Shape;294;p20">
            <a:extLst>
              <a:ext uri="{FF2B5EF4-FFF2-40B4-BE49-F238E27FC236}">
                <a16:creationId xmlns:a16="http://schemas.microsoft.com/office/drawing/2014/main" id="{EEFA91C0-F0E3-D4AD-ED4E-8EC4AB2F15BB}"/>
              </a:ext>
            </a:extLst>
          </p:cNvPr>
          <p:cNvCxnSpPr>
            <a:cxnSpLocks/>
          </p:cNvCxnSpPr>
          <p:nvPr/>
        </p:nvCxnSpPr>
        <p:spPr>
          <a:xfrm>
            <a:off x="7858290" y="2386842"/>
            <a:ext cx="1891833" cy="60920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294;p20">
            <a:extLst>
              <a:ext uri="{FF2B5EF4-FFF2-40B4-BE49-F238E27FC236}">
                <a16:creationId xmlns:a16="http://schemas.microsoft.com/office/drawing/2014/main" id="{81F67E2E-F0B9-FFCC-0C60-EDF0A2599C13}"/>
              </a:ext>
            </a:extLst>
          </p:cNvPr>
          <p:cNvCxnSpPr>
            <a:cxnSpLocks/>
          </p:cNvCxnSpPr>
          <p:nvPr/>
        </p:nvCxnSpPr>
        <p:spPr>
          <a:xfrm flipH="1">
            <a:off x="4579774" y="2380024"/>
            <a:ext cx="1588374" cy="66376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AutoShape 176">
            <a:extLst>
              <a:ext uri="{FF2B5EF4-FFF2-40B4-BE49-F238E27FC236}">
                <a16:creationId xmlns:a16="http://schemas.microsoft.com/office/drawing/2014/main" id="{A779CE2E-BA16-DE95-5C16-28ABD3B9D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8" y="1421870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② </a:t>
            </a:r>
            <a:r>
              <a:rPr lang="en-US" altLang="ko-KR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LLM </a:t>
            </a:r>
            <a:r>
              <a:rPr lang="ko-KR" altLang="en-US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평가 엔진 </a:t>
            </a:r>
            <a:r>
              <a:rPr lang="en-US" altLang="ko-KR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: Step</a:t>
            </a: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후보 평가 단계</a:t>
            </a:r>
            <a:endParaRPr lang="en-US" altLang="ko-KR" sz="1600">
              <a:solidFill>
                <a:srgbClr val="0070C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34FDB3-8B39-0A77-56BA-5CBC0D3C3F99}"/>
              </a:ext>
            </a:extLst>
          </p:cNvPr>
          <p:cNvSpPr txBox="1"/>
          <p:nvPr/>
        </p:nvSpPr>
        <p:spPr>
          <a:xfrm>
            <a:off x="1143000" y="5366909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Rule-Model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후보</a:t>
            </a:r>
            <a:r>
              <a:rPr lang="en-US" altLang="ko-KR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Step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들에 대해 </a:t>
            </a:r>
            <a:r>
              <a:rPr lang="en-US" altLang="ko-KR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LLM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sp>
        <p:nvSpPr>
          <p:cNvPr id="16" name="Rectangle 685">
            <a:extLst>
              <a:ext uri="{FF2B5EF4-FFF2-40B4-BE49-F238E27FC236}">
                <a16:creationId xmlns:a16="http://schemas.microsoft.com/office/drawing/2014/main" id="{817975F0-206F-22B9-8F13-432980700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19" name="AutoShape 176">
            <a:extLst>
              <a:ext uri="{FF2B5EF4-FFF2-40B4-BE49-F238E27FC236}">
                <a16:creationId xmlns:a16="http://schemas.microsoft.com/office/drawing/2014/main" id="{C13C3709-B8AD-6BA4-CFFF-A3C184EE8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2241698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19E3-B66C-153C-032D-5CE74E5E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CFEB6C44-551D-3A1C-5C43-2FE36273BA31}"/>
              </a:ext>
            </a:extLst>
          </p:cNvPr>
          <p:cNvGrpSpPr/>
          <p:nvPr/>
        </p:nvGrpSpPr>
        <p:grpSpPr>
          <a:xfrm>
            <a:off x="1739906" y="1906084"/>
            <a:ext cx="2230582" cy="902330"/>
            <a:chOff x="496184" y="5500685"/>
            <a:chExt cx="1492031" cy="701423"/>
          </a:xfrm>
        </p:grpSpPr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131F5AA9-D493-7750-BC57-910D77D2E55D}"/>
                </a:ext>
              </a:extLst>
            </p:cNvPr>
            <p:cNvSpPr/>
            <p:nvPr/>
          </p:nvSpPr>
          <p:spPr>
            <a:xfrm>
              <a:off x="731081" y="5749188"/>
              <a:ext cx="1257134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en-US" altLang="ko-KR" sz="1600" b="1">
                  <a:solidFill>
                    <a:srgbClr val="0070C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Rule-Model</a:t>
              </a:r>
              <a:endParaRPr lang="en-US" altLang="ko-KR" sz="16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Step Generation</a:t>
              </a:r>
            </a:p>
          </p:txBody>
        </p: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7140BCAC-3C58-97DE-7ADE-B345CCC7496F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158" name="원통형 157">
                <a:extLst>
                  <a:ext uri="{FF2B5EF4-FFF2-40B4-BE49-F238E27FC236}">
                    <a16:creationId xmlns:a16="http://schemas.microsoft.com/office/drawing/2014/main" id="{DD3130F4-C85A-6976-57BB-00702232A64A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59" name="그래픽 158" descr="데이터베이스 단색으로 채워진">
                <a:extLst>
                  <a:ext uri="{FF2B5EF4-FFF2-40B4-BE49-F238E27FC236}">
                    <a16:creationId xmlns:a16="http://schemas.microsoft.com/office/drawing/2014/main" id="{155CFDA7-8440-8E3A-B790-1B32C9B61B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3EC6E6F-1897-E384-9905-F8423DD51913}"/>
              </a:ext>
            </a:extLst>
          </p:cNvPr>
          <p:cNvGrpSpPr/>
          <p:nvPr/>
        </p:nvGrpSpPr>
        <p:grpSpPr>
          <a:xfrm>
            <a:off x="1754805" y="1634385"/>
            <a:ext cx="8835613" cy="3265010"/>
            <a:chOff x="611803" y="1634385"/>
            <a:chExt cx="8835613" cy="3265010"/>
          </a:xfrm>
        </p:grpSpPr>
        <p:cxnSp>
          <p:nvCxnSpPr>
            <p:cNvPr id="53" name="Google Shape;307;p20">
              <a:extLst>
                <a:ext uri="{FF2B5EF4-FFF2-40B4-BE49-F238E27FC236}">
                  <a16:creationId xmlns:a16="http://schemas.microsoft.com/office/drawing/2014/main" id="{34FBD794-48ED-FA06-5645-43C97AB9B1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0393" y="3858482"/>
              <a:ext cx="283840" cy="288000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294;p20">
              <a:extLst>
                <a:ext uri="{FF2B5EF4-FFF2-40B4-BE49-F238E27FC236}">
                  <a16:creationId xmlns:a16="http://schemas.microsoft.com/office/drawing/2014/main" id="{0B681FC6-502B-EAE5-3860-F07B950EF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6774" y="2380023"/>
              <a:ext cx="1588374" cy="663765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Google Shape;295;p20">
              <a:extLst>
                <a:ext uri="{FF2B5EF4-FFF2-40B4-BE49-F238E27FC236}">
                  <a16:creationId xmlns:a16="http://schemas.microsoft.com/office/drawing/2014/main" id="{8089EBE8-870A-718D-D00F-4D61D7AAEDD9}"/>
                </a:ext>
              </a:extLst>
            </p:cNvPr>
            <p:cNvCxnSpPr>
              <a:cxnSpLocks/>
            </p:cNvCxnSpPr>
            <p:nvPr/>
          </p:nvCxnSpPr>
          <p:spPr>
            <a:xfrm>
              <a:off x="5874209" y="2487166"/>
              <a:ext cx="1572" cy="531458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296;p20">
              <a:extLst>
                <a:ext uri="{FF2B5EF4-FFF2-40B4-BE49-F238E27FC236}">
                  <a16:creationId xmlns:a16="http://schemas.microsoft.com/office/drawing/2014/main" id="{ED981858-FDD5-5741-054D-23CF2CCC66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1975" y="3600058"/>
              <a:ext cx="615187" cy="547407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Google Shape;303;p20">
              <a:extLst>
                <a:ext uri="{FF2B5EF4-FFF2-40B4-BE49-F238E27FC236}">
                  <a16:creationId xmlns:a16="http://schemas.microsoft.com/office/drawing/2014/main" id="{B1F592A0-5AEC-A88A-7565-1789BB120122}"/>
                </a:ext>
              </a:extLst>
            </p:cNvPr>
            <p:cNvCxnSpPr>
              <a:cxnSpLocks/>
              <a:endCxn id="131" idx="0"/>
            </p:cNvCxnSpPr>
            <p:nvPr/>
          </p:nvCxnSpPr>
          <p:spPr>
            <a:xfrm>
              <a:off x="6632651" y="3872280"/>
              <a:ext cx="88478" cy="212421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Google Shape;309;p20">
              <a:extLst>
                <a:ext uri="{FF2B5EF4-FFF2-40B4-BE49-F238E27FC236}">
                  <a16:creationId xmlns:a16="http://schemas.microsoft.com/office/drawing/2014/main" id="{0A72E3C6-A155-1334-9CD6-F56B8868CB0F}"/>
                </a:ext>
              </a:extLst>
            </p:cNvPr>
            <p:cNvCxnSpPr>
              <a:cxnSpLocks/>
              <a:endCxn id="121" idx="0"/>
            </p:cNvCxnSpPr>
            <p:nvPr/>
          </p:nvCxnSpPr>
          <p:spPr>
            <a:xfrm flipH="1">
              <a:off x="5025147" y="3871754"/>
              <a:ext cx="129701" cy="212947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3076203E-E7FB-4E13-1D79-B9DE8FD82BBE}"/>
                </a:ext>
              </a:extLst>
            </p:cNvPr>
            <p:cNvGrpSpPr/>
            <p:nvPr/>
          </p:nvGrpSpPr>
          <p:grpSpPr>
            <a:xfrm>
              <a:off x="5034702" y="1634385"/>
              <a:ext cx="1680587" cy="813811"/>
              <a:chOff x="4622299" y="1462393"/>
              <a:chExt cx="1780882" cy="813811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5D97F507-81FD-2CFA-9F2C-200003716B85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7BB2A922-E63F-5B65-6A34-5B73AF50F41C}"/>
                  </a:ext>
                </a:extLst>
              </p:cNvPr>
              <p:cNvGrpSpPr/>
              <p:nvPr/>
            </p:nvGrpSpPr>
            <p:grpSpPr>
              <a:xfrm>
                <a:off x="4690442" y="1848031"/>
                <a:ext cx="1644593" cy="360000"/>
                <a:chOff x="-3601596" y="1878778"/>
                <a:chExt cx="1644593" cy="360000"/>
              </a:xfrm>
            </p:grpSpPr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41CA5E40-F53B-0129-8F5D-35127546E217}"/>
                    </a:ext>
                  </a:extLst>
                </p:cNvPr>
                <p:cNvSpPr/>
                <p:nvPr/>
              </p:nvSpPr>
              <p:spPr>
                <a:xfrm>
                  <a:off x="-2557191" y="1878778"/>
                  <a:ext cx="600188" cy="360000"/>
                </a:xfrm>
                <a:prstGeom prst="roundRect">
                  <a:avLst/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준비</a:t>
                  </a:r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A371E447-8E18-D39A-2232-105A781F8EB6}"/>
                    </a:ext>
                  </a:extLst>
                </p:cNvPr>
                <p:cNvSpPr/>
                <p:nvPr/>
              </p:nvSpPr>
              <p:spPr>
                <a:xfrm>
                  <a:off x="-3601596" y="1878778"/>
                  <a:ext cx="962748" cy="36000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noFill/>
                </a:ln>
                <a:effectLst/>
              </p:spPr>
              <p:txBody>
                <a:bodyPr lIns="0" rIns="0" rtlCol="0" anchor="ctr"/>
                <a:lstStyle/>
                <a:p>
                  <a:pPr algn="ctr" defTabSz="457212">
                    <a:defRPr/>
                  </a:pPr>
                  <a:r>
                    <a:rPr lang="pt-BR" altLang="ko-KR" sz="14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HDL ASSY</a:t>
                  </a: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EC96DFD-68DE-158C-11DB-F31165E3883E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84781700-0330-B2C9-9B94-4F8E97D6DA13}"/>
                </a:ext>
              </a:extLst>
            </p:cNvPr>
            <p:cNvGrpSpPr/>
            <p:nvPr/>
          </p:nvGrpSpPr>
          <p:grpSpPr>
            <a:xfrm>
              <a:off x="2463939" y="3043788"/>
              <a:ext cx="1680587" cy="814694"/>
              <a:chOff x="3550165" y="2797805"/>
              <a:chExt cx="1780882" cy="814694"/>
            </a:xfrm>
          </p:grpSpPr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79082F82-905B-F169-C8DD-671EBE3B3088}"/>
                  </a:ext>
                </a:extLst>
              </p:cNvPr>
              <p:cNvSpPr/>
              <p:nvPr/>
            </p:nvSpPr>
            <p:spPr bwMode="auto">
              <a:xfrm>
                <a:off x="3550165" y="2855533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4FA88C75-3F0B-C51E-8C95-529019A47792}"/>
                  </a:ext>
                </a:extLst>
              </p:cNvPr>
              <p:cNvGrpSpPr/>
              <p:nvPr/>
            </p:nvGrpSpPr>
            <p:grpSpPr>
              <a:xfrm>
                <a:off x="3618310" y="3184326"/>
                <a:ext cx="1644593" cy="360000"/>
                <a:chOff x="-3601596" y="1878778"/>
                <a:chExt cx="1644593" cy="360000"/>
              </a:xfrm>
            </p:grpSpPr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19B526B0-E7EB-19FA-FFCD-AEC07D7AC4D2}"/>
                    </a:ext>
                  </a:extLst>
                </p:cNvPr>
                <p:cNvSpPr/>
                <p:nvPr/>
              </p:nvSpPr>
              <p:spPr>
                <a:xfrm>
                  <a:off x="-2557191" y="1878778"/>
                  <a:ext cx="600188" cy="360000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잡음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en-US" altLang="ko-KR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/</a:t>
                  </a: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쥠</a:t>
                  </a:r>
                </a:p>
              </p:txBody>
            </p:sp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B23609DB-7FA4-E2CA-8CBC-F85F0FE797A8}"/>
                    </a:ext>
                  </a:extLst>
                </p:cNvPr>
                <p:cNvSpPr/>
                <p:nvPr/>
              </p:nvSpPr>
              <p:spPr>
                <a:xfrm>
                  <a:off x="-3601596" y="1878778"/>
                  <a:ext cx="962748" cy="36000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noFill/>
                </a:ln>
                <a:effectLst/>
              </p:spPr>
              <p:txBody>
                <a:bodyPr lIns="0" rIns="0" rtlCol="0" anchor="ctr"/>
                <a:lstStyle/>
                <a:p>
                  <a:pPr algn="ctr" defTabSz="457212">
                    <a:defRPr/>
                  </a:pPr>
                  <a:r>
                    <a:rPr lang="pt-BR" altLang="ko-KR" sz="14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HDL ASSY</a:t>
                  </a:r>
                </a:p>
              </p:txBody>
            </p:sp>
          </p:grp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8B4CA94-A4C5-28E3-7BED-C689B5594FDF}"/>
                  </a:ext>
                </a:extLst>
              </p:cNvPr>
              <p:cNvSpPr txBox="1"/>
              <p:nvPr/>
            </p:nvSpPr>
            <p:spPr>
              <a:xfrm>
                <a:off x="3557346" y="2797805"/>
                <a:ext cx="176651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1</a:t>
                </a:r>
              </a:p>
            </p:txBody>
          </p:sp>
        </p:grp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35B2DAB5-89F2-C629-882F-8F704218083E}"/>
                </a:ext>
              </a:extLst>
            </p:cNvPr>
            <p:cNvGrpSpPr/>
            <p:nvPr/>
          </p:nvGrpSpPr>
          <p:grpSpPr>
            <a:xfrm>
              <a:off x="5034701" y="3018624"/>
              <a:ext cx="1680588" cy="814694"/>
              <a:chOff x="6081277" y="2797805"/>
              <a:chExt cx="1780883" cy="814694"/>
            </a:xfrm>
          </p:grpSpPr>
          <p:sp>
            <p:nvSpPr>
              <p:cNvPr id="69" name="사각형: 둥근 모서리 68">
                <a:extLst>
                  <a:ext uri="{FF2B5EF4-FFF2-40B4-BE49-F238E27FC236}">
                    <a16:creationId xmlns:a16="http://schemas.microsoft.com/office/drawing/2014/main" id="{04ECB439-7CDB-8CBF-B1C1-C2DD490A6FE2}"/>
                  </a:ext>
                </a:extLst>
              </p:cNvPr>
              <p:cNvSpPr/>
              <p:nvPr/>
            </p:nvSpPr>
            <p:spPr bwMode="auto">
              <a:xfrm>
                <a:off x="6081278" y="2855533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E7912660-F91C-4D25-0C92-C2CB176D3B98}"/>
                  </a:ext>
                </a:extLst>
              </p:cNvPr>
              <p:cNvGrpSpPr/>
              <p:nvPr/>
            </p:nvGrpSpPr>
            <p:grpSpPr>
              <a:xfrm>
                <a:off x="6149423" y="3190825"/>
                <a:ext cx="1644593" cy="360000"/>
                <a:chOff x="-3601596" y="1878778"/>
                <a:chExt cx="1644593" cy="360000"/>
              </a:xfrm>
            </p:grpSpPr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AFDC3876-62E3-3D45-53BC-E2C129546722}"/>
                    </a:ext>
                  </a:extLst>
                </p:cNvPr>
                <p:cNvSpPr/>
                <p:nvPr/>
              </p:nvSpPr>
              <p:spPr>
                <a:xfrm>
                  <a:off x="-2557191" y="1878778"/>
                  <a:ext cx="600188" cy="360000"/>
                </a:xfrm>
                <a:prstGeom prst="roundRect">
                  <a:avLst/>
                </a:prstGeom>
                <a:solidFill>
                  <a:srgbClr val="5B9BD5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사양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확인</a:t>
                  </a:r>
                </a:p>
              </p:txBody>
            </p: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55817719-8C17-09D9-C880-8872E7350F3A}"/>
                    </a:ext>
                  </a:extLst>
                </p:cNvPr>
                <p:cNvSpPr/>
                <p:nvPr/>
              </p:nvSpPr>
              <p:spPr>
                <a:xfrm>
                  <a:off x="-3601596" y="1878778"/>
                  <a:ext cx="962748" cy="36000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noFill/>
                </a:ln>
                <a:effectLst/>
              </p:spPr>
              <p:txBody>
                <a:bodyPr lIns="0" rIns="0" rtlCol="0" anchor="ctr"/>
                <a:lstStyle/>
                <a:p>
                  <a:pPr algn="ctr" defTabSz="457212">
                    <a:defRPr/>
                  </a:pPr>
                  <a:r>
                    <a:rPr lang="pt-BR" altLang="ko-KR" sz="14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HDL ASSY</a:t>
                  </a:r>
                </a:p>
              </p:txBody>
            </p:sp>
          </p:grp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5EDFAC9-4729-66DA-14DE-E9F8C9764FE9}"/>
                  </a:ext>
                </a:extLst>
              </p:cNvPr>
              <p:cNvSpPr txBox="1"/>
              <p:nvPr/>
            </p:nvSpPr>
            <p:spPr>
              <a:xfrm>
                <a:off x="6081277" y="2797805"/>
                <a:ext cx="1780883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2</a:t>
                </a: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D41F3D2-6537-AD96-759B-52FD76DC0996}"/>
                </a:ext>
              </a:extLst>
            </p:cNvPr>
            <p:cNvGrpSpPr/>
            <p:nvPr/>
          </p:nvGrpSpPr>
          <p:grpSpPr>
            <a:xfrm>
              <a:off x="611803" y="4084701"/>
              <a:ext cx="1657960" cy="814694"/>
              <a:chOff x="3329804" y="4756575"/>
              <a:chExt cx="1756905" cy="814694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877BA45C-1B8B-81BB-6580-8D361263B902}"/>
                  </a:ext>
                </a:extLst>
              </p:cNvPr>
              <p:cNvSpPr/>
              <p:nvPr/>
            </p:nvSpPr>
            <p:spPr bwMode="auto">
              <a:xfrm>
                <a:off x="3473299" y="4814303"/>
                <a:ext cx="1469914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9A02F2-F87C-603D-248B-52BEC2614DB6}"/>
                  </a:ext>
                </a:extLst>
              </p:cNvPr>
              <p:cNvSpPr txBox="1"/>
              <p:nvPr/>
            </p:nvSpPr>
            <p:spPr>
              <a:xfrm>
                <a:off x="3329804" y="4756575"/>
                <a:ext cx="1756905" cy="337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1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1-1</a:t>
                </a: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840ADD7-0817-5342-22F7-B30237A0B692}"/>
                  </a:ext>
                </a:extLst>
              </p:cNvPr>
              <p:cNvGrpSpPr/>
              <p:nvPr/>
            </p:nvGrpSpPr>
            <p:grpSpPr>
              <a:xfrm>
                <a:off x="3627257" y="5120616"/>
                <a:ext cx="1161998" cy="360000"/>
                <a:chOff x="3607123" y="5111159"/>
                <a:chExt cx="1161998" cy="360000"/>
              </a:xfrm>
            </p:grpSpPr>
            <p:sp>
              <p:nvSpPr>
                <p:cNvPr id="16" name="사각형: 둥근 모서리 15">
                  <a:extLst>
                    <a:ext uri="{FF2B5EF4-FFF2-40B4-BE49-F238E27FC236}">
                      <a16:creationId xmlns:a16="http://schemas.microsoft.com/office/drawing/2014/main" id="{77F9570D-55F8-1FDB-647F-03AA7E821F09}"/>
                    </a:ext>
                  </a:extLst>
                </p:cNvPr>
                <p:cNvSpPr/>
                <p:nvPr/>
              </p:nvSpPr>
              <p:spPr>
                <a:xfrm>
                  <a:off x="3607123" y="5111159"/>
                  <a:ext cx="504000" cy="360000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잡음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en-US" altLang="ko-KR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/</a:t>
                  </a: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쥠</a:t>
                  </a:r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17A047D5-CD08-8554-2C49-1689B7AF4888}"/>
                    </a:ext>
                  </a:extLst>
                </p:cNvPr>
                <p:cNvSpPr/>
                <p:nvPr/>
              </p:nvSpPr>
              <p:spPr>
                <a:xfrm>
                  <a:off x="4265121" y="5111159"/>
                  <a:ext cx="504000" cy="360000"/>
                </a:xfrm>
                <a:prstGeom prst="roundRect">
                  <a:avLst/>
                </a:prstGeom>
                <a:solidFill>
                  <a:srgbClr val="BF9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삽입</a:t>
                  </a:r>
                </a:p>
              </p:txBody>
            </p: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7E46BAD3-317F-79D0-399F-BAB357E89372}"/>
                </a:ext>
              </a:extLst>
            </p:cNvPr>
            <p:cNvGrpSpPr/>
            <p:nvPr/>
          </p:nvGrpSpPr>
          <p:grpSpPr>
            <a:xfrm>
              <a:off x="2523144" y="4084701"/>
              <a:ext cx="1557074" cy="814694"/>
              <a:chOff x="3383257" y="4756575"/>
              <a:chExt cx="1649998" cy="814694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4364F860-0951-6EAE-CF07-6205FBE58659}"/>
                  </a:ext>
                </a:extLst>
              </p:cNvPr>
              <p:cNvSpPr/>
              <p:nvPr/>
            </p:nvSpPr>
            <p:spPr bwMode="auto">
              <a:xfrm>
                <a:off x="3473299" y="4814303"/>
                <a:ext cx="1469914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7D0B2E-5F79-2121-B34C-61CDD93602C4}"/>
                  </a:ext>
                </a:extLst>
              </p:cNvPr>
              <p:cNvSpPr txBox="1"/>
              <p:nvPr/>
            </p:nvSpPr>
            <p:spPr>
              <a:xfrm>
                <a:off x="3383257" y="4756575"/>
                <a:ext cx="1649998" cy="337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1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1-2</a:t>
                </a:r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7FDF85FE-C6A4-5312-4C82-9EB0EE6242C3}"/>
                  </a:ext>
                </a:extLst>
              </p:cNvPr>
              <p:cNvGrpSpPr/>
              <p:nvPr/>
            </p:nvGrpSpPr>
            <p:grpSpPr>
              <a:xfrm>
                <a:off x="3627257" y="5120616"/>
                <a:ext cx="1161998" cy="360000"/>
                <a:chOff x="3607123" y="5111159"/>
                <a:chExt cx="1161998" cy="360000"/>
              </a:xfrm>
            </p:grpSpPr>
            <p:sp>
              <p:nvSpPr>
                <p:cNvPr id="31" name="사각형: 둥근 모서리 30">
                  <a:extLst>
                    <a:ext uri="{FF2B5EF4-FFF2-40B4-BE49-F238E27FC236}">
                      <a16:creationId xmlns:a16="http://schemas.microsoft.com/office/drawing/2014/main" id="{9843FC59-A0FC-4E0E-5181-A79928B0C3A7}"/>
                    </a:ext>
                  </a:extLst>
                </p:cNvPr>
                <p:cNvSpPr/>
                <p:nvPr/>
              </p:nvSpPr>
              <p:spPr>
                <a:xfrm>
                  <a:off x="3607123" y="5111159"/>
                  <a:ext cx="504000" cy="360000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잡음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en-US" altLang="ko-KR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/</a:t>
                  </a: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쥠</a:t>
                  </a:r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87645412-2A6A-EF94-FF4A-2D0A4178C731}"/>
                    </a:ext>
                  </a:extLst>
                </p:cNvPr>
                <p:cNvSpPr/>
                <p:nvPr/>
              </p:nvSpPr>
              <p:spPr>
                <a:xfrm>
                  <a:off x="4265121" y="5111159"/>
                  <a:ext cx="504000" cy="360000"/>
                </a:xfrm>
                <a:prstGeom prst="roundRect">
                  <a:avLst/>
                </a:prstGeom>
                <a:solidFill>
                  <a:srgbClr val="4472C4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위치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결정</a:t>
                  </a:r>
                </a:p>
              </p:txBody>
            </p:sp>
          </p:grp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1E7ABB9A-D027-0CA8-6D9A-33FF70F6E353}"/>
                </a:ext>
              </a:extLst>
            </p:cNvPr>
            <p:cNvGrpSpPr/>
            <p:nvPr/>
          </p:nvGrpSpPr>
          <p:grpSpPr>
            <a:xfrm>
              <a:off x="4252996" y="4084701"/>
              <a:ext cx="1544302" cy="814694"/>
              <a:chOff x="3390024" y="4756575"/>
              <a:chExt cx="1636464" cy="814694"/>
            </a:xfrm>
          </p:grpSpPr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72C4A794-0E75-32F0-E594-50FAABE8E934}"/>
                  </a:ext>
                </a:extLst>
              </p:cNvPr>
              <p:cNvSpPr/>
              <p:nvPr/>
            </p:nvSpPr>
            <p:spPr bwMode="auto">
              <a:xfrm>
                <a:off x="3473299" y="4814303"/>
                <a:ext cx="1469914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49B2EFF-76A0-8704-9EAD-604AB052A859}"/>
                  </a:ext>
                </a:extLst>
              </p:cNvPr>
              <p:cNvSpPr txBox="1"/>
              <p:nvPr/>
            </p:nvSpPr>
            <p:spPr>
              <a:xfrm>
                <a:off x="3390024" y="4756575"/>
                <a:ext cx="1636464" cy="337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1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2-1</a:t>
                </a:r>
              </a:p>
            </p:txBody>
          </p: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BE9D4232-473D-56DD-9B8D-37AE0B641DF2}"/>
                  </a:ext>
                </a:extLst>
              </p:cNvPr>
              <p:cNvGrpSpPr/>
              <p:nvPr/>
            </p:nvGrpSpPr>
            <p:grpSpPr>
              <a:xfrm>
                <a:off x="3627257" y="5120616"/>
                <a:ext cx="1161998" cy="360000"/>
                <a:chOff x="3607123" y="5111159"/>
                <a:chExt cx="1161998" cy="360000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B270984D-7556-975C-26C0-C78722EA6B5F}"/>
                    </a:ext>
                  </a:extLst>
                </p:cNvPr>
                <p:cNvSpPr/>
                <p:nvPr/>
              </p:nvSpPr>
              <p:spPr>
                <a:xfrm>
                  <a:off x="3607123" y="5111159"/>
                  <a:ext cx="504000" cy="360000"/>
                </a:xfrm>
                <a:prstGeom prst="roundRect">
                  <a:avLst/>
                </a:prstGeom>
                <a:solidFill>
                  <a:srgbClr val="5B9BD5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사양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확인</a:t>
                  </a:r>
                </a:p>
              </p:txBody>
            </p:sp>
            <p:sp>
              <p:nvSpPr>
                <p:cNvPr id="124" name="사각형: 둥근 모서리 123">
                  <a:extLst>
                    <a:ext uri="{FF2B5EF4-FFF2-40B4-BE49-F238E27FC236}">
                      <a16:creationId xmlns:a16="http://schemas.microsoft.com/office/drawing/2014/main" id="{A2BD8334-F87E-2CA6-CDB1-97AD538FE645}"/>
                    </a:ext>
                  </a:extLst>
                </p:cNvPr>
                <p:cNvSpPr/>
                <p:nvPr/>
              </p:nvSpPr>
              <p:spPr>
                <a:xfrm>
                  <a:off x="4265121" y="5111159"/>
                  <a:ext cx="504000" cy="360000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잡음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en-US" altLang="ko-KR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/</a:t>
                  </a: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쥠</a:t>
                  </a:r>
                </a:p>
              </p:txBody>
            </p:sp>
          </p:grp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898F0935-FFF7-2E19-2B9F-1B9B3F7A838F}"/>
                </a:ext>
              </a:extLst>
            </p:cNvPr>
            <p:cNvGrpSpPr/>
            <p:nvPr/>
          </p:nvGrpSpPr>
          <p:grpSpPr>
            <a:xfrm>
              <a:off x="5940993" y="4084701"/>
              <a:ext cx="1560271" cy="814694"/>
              <a:chOff x="3381564" y="4756575"/>
              <a:chExt cx="1653384" cy="814694"/>
            </a:xfrm>
          </p:grpSpPr>
          <p:sp>
            <p:nvSpPr>
              <p:cNvPr id="130" name="사각형: 둥근 모서리 129">
                <a:extLst>
                  <a:ext uri="{FF2B5EF4-FFF2-40B4-BE49-F238E27FC236}">
                    <a16:creationId xmlns:a16="http://schemas.microsoft.com/office/drawing/2014/main" id="{42208A8A-D8D9-785F-DFCB-35B6C438C978}"/>
                  </a:ext>
                </a:extLst>
              </p:cNvPr>
              <p:cNvSpPr/>
              <p:nvPr/>
            </p:nvSpPr>
            <p:spPr bwMode="auto">
              <a:xfrm>
                <a:off x="3473299" y="4814303"/>
                <a:ext cx="1469914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25F6B60-CAFF-D015-C1E4-746181D08EB6}"/>
                  </a:ext>
                </a:extLst>
              </p:cNvPr>
              <p:cNvSpPr txBox="1"/>
              <p:nvPr/>
            </p:nvSpPr>
            <p:spPr>
              <a:xfrm>
                <a:off x="3381564" y="4756575"/>
                <a:ext cx="1653384" cy="337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1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2-2</a:t>
                </a:r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7F28E8DB-A74D-D1B0-392C-7578FD1F67E4}"/>
                  </a:ext>
                </a:extLst>
              </p:cNvPr>
              <p:cNvGrpSpPr/>
              <p:nvPr/>
            </p:nvGrpSpPr>
            <p:grpSpPr>
              <a:xfrm>
                <a:off x="3627257" y="5120616"/>
                <a:ext cx="1161998" cy="360000"/>
                <a:chOff x="3607123" y="5111159"/>
                <a:chExt cx="1161998" cy="360000"/>
              </a:xfrm>
            </p:grpSpPr>
            <p:sp>
              <p:nvSpPr>
                <p:cNvPr id="133" name="사각형: 둥근 모서리 132">
                  <a:extLst>
                    <a:ext uri="{FF2B5EF4-FFF2-40B4-BE49-F238E27FC236}">
                      <a16:creationId xmlns:a16="http://schemas.microsoft.com/office/drawing/2014/main" id="{44FC10EB-29F6-7717-C2B7-F0A66B106E58}"/>
                    </a:ext>
                  </a:extLst>
                </p:cNvPr>
                <p:cNvSpPr/>
                <p:nvPr/>
              </p:nvSpPr>
              <p:spPr>
                <a:xfrm>
                  <a:off x="3607123" y="5111159"/>
                  <a:ext cx="504000" cy="360000"/>
                </a:xfrm>
                <a:prstGeom prst="roundRect">
                  <a:avLst/>
                </a:prstGeom>
                <a:solidFill>
                  <a:srgbClr val="5B9BD5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사양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확인</a:t>
                  </a:r>
                </a:p>
              </p:txBody>
            </p:sp>
            <p:sp>
              <p:nvSpPr>
                <p:cNvPr id="134" name="사각형: 둥근 모서리 133">
                  <a:extLst>
                    <a:ext uri="{FF2B5EF4-FFF2-40B4-BE49-F238E27FC236}">
                      <a16:creationId xmlns:a16="http://schemas.microsoft.com/office/drawing/2014/main" id="{57D7BCDC-1FBA-7C8E-922B-D1A038F09BDB}"/>
                    </a:ext>
                  </a:extLst>
                </p:cNvPr>
                <p:cNvSpPr/>
                <p:nvPr/>
              </p:nvSpPr>
              <p:spPr>
                <a:xfrm>
                  <a:off x="4265121" y="5111159"/>
                  <a:ext cx="504000" cy="360000"/>
                </a:xfrm>
                <a:prstGeom prst="roundRect">
                  <a:avLst/>
                </a:prstGeom>
                <a:solidFill>
                  <a:srgbClr val="BF9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삽입</a:t>
                  </a:r>
                </a:p>
              </p:txBody>
            </p:sp>
          </p:grp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AD2E180-7476-0365-ADFE-F71C04537597}"/>
                </a:ext>
              </a:extLst>
            </p:cNvPr>
            <p:cNvGrpSpPr/>
            <p:nvPr/>
          </p:nvGrpSpPr>
          <p:grpSpPr>
            <a:xfrm>
              <a:off x="7766828" y="2996048"/>
              <a:ext cx="1680588" cy="814694"/>
              <a:chOff x="6081277" y="2797805"/>
              <a:chExt cx="1780883" cy="814694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83C6C690-D489-8326-5D2D-4827EBF1604D}"/>
                  </a:ext>
                </a:extLst>
              </p:cNvPr>
              <p:cNvSpPr/>
              <p:nvPr/>
            </p:nvSpPr>
            <p:spPr bwMode="auto">
              <a:xfrm>
                <a:off x="6081278" y="2855533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49EF49FB-7DC8-2BA9-8823-14D50F9BB378}"/>
                  </a:ext>
                </a:extLst>
              </p:cNvPr>
              <p:cNvGrpSpPr/>
              <p:nvPr/>
            </p:nvGrpSpPr>
            <p:grpSpPr>
              <a:xfrm>
                <a:off x="6149423" y="3190825"/>
                <a:ext cx="1644593" cy="360000"/>
                <a:chOff x="-3601596" y="1878778"/>
                <a:chExt cx="1644593" cy="360000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2B45C2DE-4BFD-2FF7-450A-522EC769D5BA}"/>
                    </a:ext>
                  </a:extLst>
                </p:cNvPr>
                <p:cNvSpPr/>
                <p:nvPr/>
              </p:nvSpPr>
              <p:spPr>
                <a:xfrm>
                  <a:off x="-2557191" y="1878778"/>
                  <a:ext cx="600188" cy="360000"/>
                </a:xfrm>
                <a:prstGeom prst="roundRect">
                  <a:avLst/>
                </a:prstGeom>
                <a:solidFill>
                  <a:srgbClr val="4472C4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위치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결정</a:t>
                  </a:r>
                </a:p>
              </p:txBody>
            </p:sp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7B8CF0C8-7FF1-1329-3FB4-5D288458B882}"/>
                    </a:ext>
                  </a:extLst>
                </p:cNvPr>
                <p:cNvSpPr/>
                <p:nvPr/>
              </p:nvSpPr>
              <p:spPr>
                <a:xfrm>
                  <a:off x="-3601596" y="1878778"/>
                  <a:ext cx="962748" cy="36000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noFill/>
                </a:ln>
                <a:effectLst/>
              </p:spPr>
              <p:txBody>
                <a:bodyPr lIns="0" rIns="0" rtlCol="0" anchor="ctr"/>
                <a:lstStyle/>
                <a:p>
                  <a:pPr algn="ctr" defTabSz="457212">
                    <a:defRPr/>
                  </a:pPr>
                  <a:r>
                    <a:rPr lang="pt-BR" altLang="ko-KR" sz="14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HDL ASSY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579F00-3846-CCEA-4DE6-D3FA784BF76E}"/>
                  </a:ext>
                </a:extLst>
              </p:cNvPr>
              <p:cNvSpPr txBox="1"/>
              <p:nvPr/>
            </p:nvSpPr>
            <p:spPr>
              <a:xfrm>
                <a:off x="6081277" y="2797805"/>
                <a:ext cx="1780883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3</a:t>
                </a:r>
              </a:p>
            </p:txBody>
          </p:sp>
        </p:grpSp>
        <p:cxnSp>
          <p:nvCxnSpPr>
            <p:cNvPr id="34" name="Google Shape;294;p20">
              <a:extLst>
                <a:ext uri="{FF2B5EF4-FFF2-40B4-BE49-F238E27FC236}">
                  <a16:creationId xmlns:a16="http://schemas.microsoft.com/office/drawing/2014/main" id="{3F6F0D6C-7E79-CB67-CE7A-CD51A34D0A6F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6715289" y="2386842"/>
              <a:ext cx="1891833" cy="609206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Google Shape;295;p20">
              <a:extLst>
                <a:ext uri="{FF2B5EF4-FFF2-40B4-BE49-F238E27FC236}">
                  <a16:creationId xmlns:a16="http://schemas.microsoft.com/office/drawing/2014/main" id="{B07532D6-CF43-C102-5F58-5FD46FAC60D5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8606336" y="3849178"/>
              <a:ext cx="786" cy="407131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BD61087-BBCA-DCC1-877F-4E496DF7B8DE}"/>
                </a:ext>
              </a:extLst>
            </p:cNvPr>
            <p:cNvGrpSpPr/>
            <p:nvPr/>
          </p:nvGrpSpPr>
          <p:grpSpPr>
            <a:xfrm>
              <a:off x="8036793" y="4256309"/>
              <a:ext cx="1140658" cy="471479"/>
              <a:chOff x="8303614" y="4440472"/>
              <a:chExt cx="1140658" cy="471479"/>
            </a:xfrm>
          </p:grpSpPr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849A81D0-EAC7-91D2-35F7-3EB0DF341048}"/>
                  </a:ext>
                </a:extLst>
              </p:cNvPr>
              <p:cNvSpPr/>
              <p:nvPr/>
            </p:nvSpPr>
            <p:spPr>
              <a:xfrm>
                <a:off x="8303614" y="4440472"/>
                <a:ext cx="1140658" cy="471479"/>
              </a:xfrm>
              <a:prstGeom prst="roundRect">
                <a:avLst/>
              </a:prstGeom>
              <a:solidFill>
                <a:schemeClr val="accent3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defTabSz="457212">
                  <a:defRPr/>
                </a:pPr>
                <a:r>
                  <a:rPr lang="ko-KR" altLang="en-US" sz="1100" b="1" kern="0">
                    <a:solidFill>
                      <a:srgbClr val="000000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생성 중단</a:t>
                </a:r>
                <a:endParaRPr lang="pt-BR" altLang="ko-KR" sz="110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58" name="곱하기 기호 57">
                <a:extLst>
                  <a:ext uri="{FF2B5EF4-FFF2-40B4-BE49-F238E27FC236}">
                    <a16:creationId xmlns:a16="http://schemas.microsoft.com/office/drawing/2014/main" id="{0970C9A8-69C7-FAFC-030D-AB9C08B4111A}"/>
                  </a:ext>
                </a:extLst>
              </p:cNvPr>
              <p:cNvSpPr/>
              <p:nvPr/>
            </p:nvSpPr>
            <p:spPr bwMode="auto">
              <a:xfrm>
                <a:off x="8338410" y="4496143"/>
                <a:ext cx="355232" cy="360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</p:grpSp>
      </p:grpSp>
      <p:sp>
        <p:nvSpPr>
          <p:cNvPr id="6" name="AutoShape 176">
            <a:extLst>
              <a:ext uri="{FF2B5EF4-FFF2-40B4-BE49-F238E27FC236}">
                <a16:creationId xmlns:a16="http://schemas.microsoft.com/office/drawing/2014/main" id="{4C568787-1763-622F-4FED-5E3C7869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8" y="1421870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③ </a:t>
            </a:r>
            <a:r>
              <a:rPr lang="en-US" altLang="ko-KR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LLM</a:t>
            </a:r>
            <a:r>
              <a:rPr lang="ko-KR" altLang="en-US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평가 결과 반영</a:t>
            </a: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>
              <a:solidFill>
                <a:srgbClr val="0070C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40C7043-1286-8D90-E346-9409FA927B30}"/>
              </a:ext>
            </a:extLst>
          </p:cNvPr>
          <p:cNvSpPr/>
          <p:nvPr/>
        </p:nvSpPr>
        <p:spPr bwMode="auto">
          <a:xfrm>
            <a:off x="1815856" y="5242232"/>
            <a:ext cx="3322393" cy="472246"/>
          </a:xfrm>
          <a:prstGeom prst="roundRect">
            <a:avLst/>
          </a:prstGeom>
          <a:solidFill>
            <a:srgbClr val="FDFCCC"/>
          </a:solidFill>
          <a:ln>
            <a:solidFill>
              <a:srgbClr val="CCCCCC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5735" tIns="47870" rIns="95735" bIns="47870" numCol="1" rtlCol="0" anchor="ctr" anchorCtr="0" compatLnSpc="1">
            <a:prstTxWarp prst="textNoShape">
              <a:avLst/>
            </a:prstTxWarp>
          </a:bodyPr>
          <a:lstStyle/>
          <a:p>
            <a:pPr algn="ctr" defTabSz="457212">
              <a:defRPr/>
            </a:pPr>
            <a:r>
              <a:rPr lang="ko-KR" altLang="en-US" sz="1400" b="1" kern="0">
                <a:solidFill>
                  <a:schemeClr val="tx1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 결과가 좋았던 후보들의 </a:t>
            </a:r>
            <a:r>
              <a:rPr lang="ko-KR" altLang="en-US" sz="1400" b="1" kern="0">
                <a:solidFill>
                  <a:srgbClr val="0070C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다음 동작 생성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DB42BB-638B-3D1C-735E-CEAD9695D6B4}"/>
              </a:ext>
            </a:extLst>
          </p:cNvPr>
          <p:cNvSpPr/>
          <p:nvPr/>
        </p:nvSpPr>
        <p:spPr bwMode="auto">
          <a:xfrm>
            <a:off x="7245549" y="5242232"/>
            <a:ext cx="3322393" cy="472246"/>
          </a:xfrm>
          <a:prstGeom prst="roundRect">
            <a:avLst/>
          </a:prstGeom>
          <a:solidFill>
            <a:srgbClr val="FDFCCC"/>
          </a:solidFill>
          <a:ln>
            <a:solidFill>
              <a:srgbClr val="CCCCCC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5735" tIns="47870" rIns="95735" bIns="47870" numCol="1" rtlCol="0" anchor="ctr" anchorCtr="0" compatLnSpc="1">
            <a:prstTxWarp prst="textNoShape">
              <a:avLst/>
            </a:prstTxWarp>
          </a:bodyPr>
          <a:lstStyle/>
          <a:p>
            <a:pPr algn="ctr" defTabSz="457212">
              <a:defRPr/>
            </a:pPr>
            <a:r>
              <a:rPr lang="ko-KR" altLang="en-US" sz="1400" b="1" kern="0">
                <a:solidFill>
                  <a:schemeClr val="tx1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 결과 좋지 못한 후보의 </a:t>
            </a:r>
            <a:r>
              <a:rPr lang="ko-KR" altLang="en-US" sz="1400" b="1" kern="0">
                <a:solidFill>
                  <a:srgbClr val="C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동작 생성 중단</a:t>
            </a:r>
          </a:p>
        </p:txBody>
      </p:sp>
      <p:sp>
        <p:nvSpPr>
          <p:cNvPr id="9" name="Rectangle 685">
            <a:extLst>
              <a:ext uri="{FF2B5EF4-FFF2-40B4-BE49-F238E27FC236}">
                <a16:creationId xmlns:a16="http://schemas.microsoft.com/office/drawing/2014/main" id="{1DDAF1BB-9B48-4BA4-0B18-79A576876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22" name="AutoShape 176">
            <a:extLst>
              <a:ext uri="{FF2B5EF4-FFF2-40B4-BE49-F238E27FC236}">
                <a16:creationId xmlns:a16="http://schemas.microsoft.com/office/drawing/2014/main" id="{0A422F97-FB24-7C1D-D7FC-34B221A3B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2690161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EE60E-D37D-C413-93F2-5656000A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DA51B8A9-C34E-B045-CB1E-2379BFBAB684}"/>
              </a:ext>
            </a:extLst>
          </p:cNvPr>
          <p:cNvGrpSpPr/>
          <p:nvPr/>
        </p:nvGrpSpPr>
        <p:grpSpPr>
          <a:xfrm>
            <a:off x="1739906" y="1906084"/>
            <a:ext cx="2230582" cy="902330"/>
            <a:chOff x="496184" y="5500685"/>
            <a:chExt cx="1492031" cy="701423"/>
          </a:xfrm>
        </p:grpSpPr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E126A737-0F7C-FC87-0D49-E9806910E69A}"/>
                </a:ext>
              </a:extLst>
            </p:cNvPr>
            <p:cNvSpPr/>
            <p:nvPr/>
          </p:nvSpPr>
          <p:spPr>
            <a:xfrm>
              <a:off x="731081" y="5749188"/>
              <a:ext cx="1257134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en-US" altLang="ko-KR" sz="1600" b="1">
                  <a:solidFill>
                    <a:srgbClr val="0070C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Rule-Model</a:t>
              </a:r>
              <a:endParaRPr lang="en-US" altLang="ko-KR" sz="16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Step Generation</a:t>
              </a:r>
            </a:p>
          </p:txBody>
        </p: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24A05BB1-724D-8996-09B0-277C9F035CE5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158" name="원통형 157">
                <a:extLst>
                  <a:ext uri="{FF2B5EF4-FFF2-40B4-BE49-F238E27FC236}">
                    <a16:creationId xmlns:a16="http://schemas.microsoft.com/office/drawing/2014/main" id="{EAB4FA63-B969-3689-8B3B-EB9A186A1C1F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59" name="그래픽 158" descr="데이터베이스 단색으로 채워진">
                <a:extLst>
                  <a:ext uri="{FF2B5EF4-FFF2-40B4-BE49-F238E27FC236}">
                    <a16:creationId xmlns:a16="http://schemas.microsoft.com/office/drawing/2014/main" id="{EDA0E707-9211-D17A-7E8C-1E1C1EA82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cxnSp>
        <p:nvCxnSpPr>
          <p:cNvPr id="53" name="Google Shape;307;p20">
            <a:extLst>
              <a:ext uri="{FF2B5EF4-FFF2-40B4-BE49-F238E27FC236}">
                <a16:creationId xmlns:a16="http://schemas.microsoft.com/office/drawing/2014/main" id="{3CF8D182-B8C8-1FC0-DFCB-3C16AFB49F1E}"/>
              </a:ext>
            </a:extLst>
          </p:cNvPr>
          <p:cNvCxnSpPr>
            <a:cxnSpLocks/>
          </p:cNvCxnSpPr>
          <p:nvPr/>
        </p:nvCxnSpPr>
        <p:spPr>
          <a:xfrm flipH="1">
            <a:off x="4163393" y="3858482"/>
            <a:ext cx="283840" cy="28800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295;p20">
            <a:extLst>
              <a:ext uri="{FF2B5EF4-FFF2-40B4-BE49-F238E27FC236}">
                <a16:creationId xmlns:a16="http://schemas.microsoft.com/office/drawing/2014/main" id="{22E38E6A-1C94-4D34-0568-37382D9E8F0B}"/>
              </a:ext>
            </a:extLst>
          </p:cNvPr>
          <p:cNvCxnSpPr>
            <a:cxnSpLocks/>
          </p:cNvCxnSpPr>
          <p:nvPr/>
        </p:nvCxnSpPr>
        <p:spPr>
          <a:xfrm>
            <a:off x="7017209" y="2487166"/>
            <a:ext cx="1572" cy="53145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296;p20">
            <a:extLst>
              <a:ext uri="{FF2B5EF4-FFF2-40B4-BE49-F238E27FC236}">
                <a16:creationId xmlns:a16="http://schemas.microsoft.com/office/drawing/2014/main" id="{FE460695-FC55-84DB-7992-A7537EAABAE7}"/>
              </a:ext>
            </a:extLst>
          </p:cNvPr>
          <p:cNvCxnSpPr>
            <a:cxnSpLocks/>
          </p:cNvCxnSpPr>
          <p:nvPr/>
        </p:nvCxnSpPr>
        <p:spPr>
          <a:xfrm flipH="1">
            <a:off x="2984976" y="3600059"/>
            <a:ext cx="615187" cy="54740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297;p20">
            <a:extLst>
              <a:ext uri="{FF2B5EF4-FFF2-40B4-BE49-F238E27FC236}">
                <a16:creationId xmlns:a16="http://schemas.microsoft.com/office/drawing/2014/main" id="{0DFF8FBC-3B44-9278-CEC3-336C49ACBB3B}"/>
              </a:ext>
            </a:extLst>
          </p:cNvPr>
          <p:cNvCxnSpPr>
            <a:cxnSpLocks/>
            <a:endCxn id="140" idx="0"/>
          </p:cNvCxnSpPr>
          <p:nvPr/>
        </p:nvCxnSpPr>
        <p:spPr>
          <a:xfrm>
            <a:off x="2583783" y="4904431"/>
            <a:ext cx="930450" cy="442514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300;p20">
            <a:extLst>
              <a:ext uri="{FF2B5EF4-FFF2-40B4-BE49-F238E27FC236}">
                <a16:creationId xmlns:a16="http://schemas.microsoft.com/office/drawing/2014/main" id="{035D3908-7FB2-4523-1CAB-44E5CFBD417E}"/>
              </a:ext>
            </a:extLst>
          </p:cNvPr>
          <p:cNvCxnSpPr>
            <a:cxnSpLocks/>
            <a:endCxn id="149" idx="0"/>
          </p:cNvCxnSpPr>
          <p:nvPr/>
        </p:nvCxnSpPr>
        <p:spPr>
          <a:xfrm flipH="1">
            <a:off x="7016138" y="4914729"/>
            <a:ext cx="303590" cy="4322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" name="Google Shape;303;p20">
            <a:extLst>
              <a:ext uri="{FF2B5EF4-FFF2-40B4-BE49-F238E27FC236}">
                <a16:creationId xmlns:a16="http://schemas.microsoft.com/office/drawing/2014/main" id="{067E96D8-85DE-CFC9-FA07-210A9AA33297}"/>
              </a:ext>
            </a:extLst>
          </p:cNvPr>
          <p:cNvCxnSpPr>
            <a:cxnSpLocks/>
          </p:cNvCxnSpPr>
          <p:nvPr/>
        </p:nvCxnSpPr>
        <p:spPr>
          <a:xfrm>
            <a:off x="7775651" y="3872281"/>
            <a:ext cx="88474" cy="21242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" name="Google Shape;309;p20">
            <a:extLst>
              <a:ext uri="{FF2B5EF4-FFF2-40B4-BE49-F238E27FC236}">
                <a16:creationId xmlns:a16="http://schemas.microsoft.com/office/drawing/2014/main" id="{4FBB46F8-2C48-9918-E854-BA44E238374E}"/>
              </a:ext>
            </a:extLst>
          </p:cNvPr>
          <p:cNvCxnSpPr>
            <a:cxnSpLocks/>
          </p:cNvCxnSpPr>
          <p:nvPr/>
        </p:nvCxnSpPr>
        <p:spPr>
          <a:xfrm flipH="1">
            <a:off x="6168148" y="3871755"/>
            <a:ext cx="129700" cy="21294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2712A40-C97F-2315-5604-45CA1A13AF89}"/>
              </a:ext>
            </a:extLst>
          </p:cNvPr>
          <p:cNvGrpSpPr/>
          <p:nvPr/>
        </p:nvGrpSpPr>
        <p:grpSpPr>
          <a:xfrm>
            <a:off x="6177704" y="1634386"/>
            <a:ext cx="1680587" cy="813811"/>
            <a:chOff x="4622299" y="1462393"/>
            <a:chExt cx="1780882" cy="813811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0BD1FA38-FCC0-844E-554D-7BC1D86917CB}"/>
                </a:ext>
              </a:extLst>
            </p:cNvPr>
            <p:cNvSpPr/>
            <p:nvPr/>
          </p:nvSpPr>
          <p:spPr bwMode="auto">
            <a:xfrm>
              <a:off x="4622299" y="1519238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6EC8C98-20F3-0E71-E6FC-DFDA4601102A}"/>
                </a:ext>
              </a:extLst>
            </p:cNvPr>
            <p:cNvGrpSpPr/>
            <p:nvPr/>
          </p:nvGrpSpPr>
          <p:grpSpPr>
            <a:xfrm>
              <a:off x="4690442" y="1848031"/>
              <a:ext cx="1644593" cy="360000"/>
              <a:chOff x="-3601596" y="1878778"/>
              <a:chExt cx="1644593" cy="360000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7E4B33D2-9525-8C26-708B-7D5D2EBCB09A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준비</a:t>
                </a: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22CE9A24-CA59-BAAE-E4A8-2F6C99153565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252DE8D-D388-A0E5-5982-C0878379723E}"/>
                </a:ext>
              </a:extLst>
            </p:cNvPr>
            <p:cNvSpPr txBox="1"/>
            <p:nvPr/>
          </p:nvSpPr>
          <p:spPr>
            <a:xfrm>
              <a:off x="4776116" y="1462393"/>
              <a:ext cx="147324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Initial state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5951AF0-F6D4-1BBF-E321-2B7956D50700}"/>
              </a:ext>
            </a:extLst>
          </p:cNvPr>
          <p:cNvGrpSpPr/>
          <p:nvPr/>
        </p:nvGrpSpPr>
        <p:grpSpPr>
          <a:xfrm>
            <a:off x="3606941" y="3043788"/>
            <a:ext cx="1680587" cy="814694"/>
            <a:chOff x="3550165" y="2797805"/>
            <a:chExt cx="1780882" cy="814694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6C5D107D-1A99-631B-8486-74078F1BAB86}"/>
                </a:ext>
              </a:extLst>
            </p:cNvPr>
            <p:cNvSpPr/>
            <p:nvPr/>
          </p:nvSpPr>
          <p:spPr bwMode="auto">
            <a:xfrm>
              <a:off x="3550165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C57D874-135A-F56D-4112-3FDA2DA03927}"/>
                </a:ext>
              </a:extLst>
            </p:cNvPr>
            <p:cNvGrpSpPr/>
            <p:nvPr/>
          </p:nvGrpSpPr>
          <p:grpSpPr>
            <a:xfrm>
              <a:off x="3618310" y="3184326"/>
              <a:ext cx="1644593" cy="360000"/>
              <a:chOff x="-3601596" y="1878778"/>
              <a:chExt cx="1644593" cy="360000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75C3AAAE-B1A0-ED1B-8051-4746F3C94BC8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EABCBE82-4869-A58C-B887-2F560B6BC47C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1C3DD63-C3F5-2C1A-1A6C-21338B622D34}"/>
                </a:ext>
              </a:extLst>
            </p:cNvPr>
            <p:cNvSpPr txBox="1"/>
            <p:nvPr/>
          </p:nvSpPr>
          <p:spPr>
            <a:xfrm>
              <a:off x="3579736" y="2797805"/>
              <a:ext cx="172173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1E3A3D4-27D8-1FA4-EB43-CF036073FC6D}"/>
              </a:ext>
            </a:extLst>
          </p:cNvPr>
          <p:cNvGrpSpPr/>
          <p:nvPr/>
        </p:nvGrpSpPr>
        <p:grpSpPr>
          <a:xfrm>
            <a:off x="6177704" y="3018624"/>
            <a:ext cx="1680587" cy="814694"/>
            <a:chOff x="6081278" y="2797805"/>
            <a:chExt cx="1780882" cy="814694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FB410814-AF2E-9BE1-90CB-D9C79E158E4B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E43C25B7-D2C8-6D4D-1861-216223D3295E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84476185-7FE8-B877-0807-2BD852502056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CB6ECEBD-B780-A7C4-4751-CADCAFAF97AA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C7C107-E06F-7B7F-A857-BEEE4EF78950}"/>
                </a:ext>
              </a:extLst>
            </p:cNvPr>
            <p:cNvSpPr txBox="1"/>
            <p:nvPr/>
          </p:nvSpPr>
          <p:spPr>
            <a:xfrm>
              <a:off x="6152092" y="2797805"/>
              <a:ext cx="1639253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93FD030-44F4-57FE-38FE-F66A48C13403}"/>
              </a:ext>
            </a:extLst>
          </p:cNvPr>
          <p:cNvGrpSpPr/>
          <p:nvPr/>
        </p:nvGrpSpPr>
        <p:grpSpPr>
          <a:xfrm>
            <a:off x="1890218" y="4142429"/>
            <a:ext cx="1387132" cy="756966"/>
            <a:chOff x="3473299" y="4814303"/>
            <a:chExt cx="1469914" cy="756966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5320349-0508-326E-19C4-0BB74DE0B76D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561B395-F49F-5D41-E593-4C9130EE2419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284F5518-32CF-C086-2FD1-FA720C08E912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2A5BD6A7-2E35-3CFC-7DAA-B9F70EC1E436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C354736-EB40-79B1-1446-BD49C8B6ABE8}"/>
              </a:ext>
            </a:extLst>
          </p:cNvPr>
          <p:cNvGrpSpPr/>
          <p:nvPr/>
        </p:nvGrpSpPr>
        <p:grpSpPr>
          <a:xfrm>
            <a:off x="3751116" y="4142429"/>
            <a:ext cx="1387132" cy="756966"/>
            <a:chOff x="3473299" y="4814303"/>
            <a:chExt cx="1469914" cy="756966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340AB7E1-F25E-D235-E44B-7C7B4412C0C6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551C643E-898F-3CAE-65EA-150F8C853129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281CC213-DB4D-6941-00DB-8C284210C19C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39D0D942-729F-6E27-8A6A-745BB18DF74D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</p:grp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C0FA8D73-5E21-E77A-31F1-6448493749D3}"/>
              </a:ext>
            </a:extLst>
          </p:cNvPr>
          <p:cNvGrpSpPr/>
          <p:nvPr/>
        </p:nvGrpSpPr>
        <p:grpSpPr>
          <a:xfrm>
            <a:off x="5474582" y="4142429"/>
            <a:ext cx="1387132" cy="756966"/>
            <a:chOff x="3473299" y="4814303"/>
            <a:chExt cx="1469914" cy="756966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40BA72A6-2A05-C45F-655B-6BEC7EF0B5F5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80F9417B-2A99-5CB1-A0B7-0203A0ED956A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23" name="사각형: 둥근 모서리 122">
                <a:extLst>
                  <a:ext uri="{FF2B5EF4-FFF2-40B4-BE49-F238E27FC236}">
                    <a16:creationId xmlns:a16="http://schemas.microsoft.com/office/drawing/2014/main" id="{2932016C-ACEC-DCD9-C17D-E5AD3127F1EF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F8252AEC-9CE2-EE6C-E050-E5E8F012E94C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</p:grp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C242FF1A-3B5F-281D-DE45-4B0E053FBFE1}"/>
              </a:ext>
            </a:extLst>
          </p:cNvPr>
          <p:cNvGrpSpPr/>
          <p:nvPr/>
        </p:nvGrpSpPr>
        <p:grpSpPr>
          <a:xfrm>
            <a:off x="7170559" y="4142429"/>
            <a:ext cx="1387132" cy="756966"/>
            <a:chOff x="3473299" y="4814303"/>
            <a:chExt cx="1469914" cy="756966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C2902E1-FE13-8140-4F5B-0AB247FFA38E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E1981016-90F9-9B7C-78DA-1775826CD510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D147E718-AB3D-4F17-1E76-84BDB142E0D4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93FDD20E-2277-712C-7260-AB43F2A69514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877BE5E-4B47-E445-448E-2010157E06DB}"/>
              </a:ext>
            </a:extLst>
          </p:cNvPr>
          <p:cNvGrpSpPr/>
          <p:nvPr/>
        </p:nvGrpSpPr>
        <p:grpSpPr>
          <a:xfrm>
            <a:off x="2512378" y="5346945"/>
            <a:ext cx="2003710" cy="814694"/>
            <a:chOff x="419658" y="4683249"/>
            <a:chExt cx="2123289" cy="814694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30421D64-A5A6-1743-E6BE-2535DAA1FCDF}"/>
                </a:ext>
              </a:extLst>
            </p:cNvPr>
            <p:cNvSpPr/>
            <p:nvPr/>
          </p:nvSpPr>
          <p:spPr bwMode="auto">
            <a:xfrm>
              <a:off x="419658" y="4740977"/>
              <a:ext cx="2123289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5402ECD-FDB5-44A8-4380-CB3A2059D041}"/>
                </a:ext>
              </a:extLst>
            </p:cNvPr>
            <p:cNvSpPr txBox="1"/>
            <p:nvPr/>
          </p:nvSpPr>
          <p:spPr>
            <a:xfrm>
              <a:off x="746344" y="4683249"/>
              <a:ext cx="1469916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</a:t>
              </a:r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44197389-FF75-83A8-770B-0985C85C8E1F}"/>
                </a:ext>
              </a:extLst>
            </p:cNvPr>
            <p:cNvGrpSpPr/>
            <p:nvPr/>
          </p:nvGrpSpPr>
          <p:grpSpPr>
            <a:xfrm>
              <a:off x="573636" y="5047290"/>
              <a:ext cx="1815333" cy="360000"/>
              <a:chOff x="573617" y="5047290"/>
              <a:chExt cx="1815333" cy="360000"/>
            </a:xfrm>
          </p:grpSpPr>
          <p:sp>
            <p:nvSpPr>
              <p:cNvPr id="142" name="사각형: 둥근 모서리 141">
                <a:extLst>
                  <a:ext uri="{FF2B5EF4-FFF2-40B4-BE49-F238E27FC236}">
                    <a16:creationId xmlns:a16="http://schemas.microsoft.com/office/drawing/2014/main" id="{1CA51BB3-6C73-256E-7E5E-143C7E5ED839}"/>
                  </a:ext>
                </a:extLst>
              </p:cNvPr>
              <p:cNvSpPr/>
              <p:nvPr/>
            </p:nvSpPr>
            <p:spPr>
              <a:xfrm>
                <a:off x="573617" y="5047290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067E8ED1-3854-F9A5-3F33-296D32A122C8}"/>
                  </a:ext>
                </a:extLst>
              </p:cNvPr>
              <p:cNvSpPr/>
              <p:nvPr/>
            </p:nvSpPr>
            <p:spPr>
              <a:xfrm>
                <a:off x="1229283" y="5047290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2D847044-40A0-5C08-5742-7E6F3C67F4EF}"/>
                  </a:ext>
                </a:extLst>
              </p:cNvPr>
              <p:cNvSpPr/>
              <p:nvPr/>
            </p:nvSpPr>
            <p:spPr>
              <a:xfrm>
                <a:off x="1884950" y="5047290"/>
                <a:ext cx="504000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체결</a:t>
                </a:r>
              </a:p>
            </p:txBody>
          </p:sp>
        </p:grp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8DD1C915-3D0B-D76C-A03F-B33C831FBB95}"/>
              </a:ext>
            </a:extLst>
          </p:cNvPr>
          <p:cNvGrpSpPr/>
          <p:nvPr/>
        </p:nvGrpSpPr>
        <p:grpSpPr>
          <a:xfrm>
            <a:off x="6014283" y="5346945"/>
            <a:ext cx="2003710" cy="814694"/>
            <a:chOff x="419658" y="4683249"/>
            <a:chExt cx="2123289" cy="814694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631DAE9C-A844-9202-B52A-6D1B07D0CDB8}"/>
                </a:ext>
              </a:extLst>
            </p:cNvPr>
            <p:cNvSpPr/>
            <p:nvPr/>
          </p:nvSpPr>
          <p:spPr bwMode="auto">
            <a:xfrm>
              <a:off x="419658" y="4740977"/>
              <a:ext cx="2123289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BA589F6E-6814-229C-A884-7D4DDC7E704E}"/>
                </a:ext>
              </a:extLst>
            </p:cNvPr>
            <p:cNvSpPr txBox="1"/>
            <p:nvPr/>
          </p:nvSpPr>
          <p:spPr>
            <a:xfrm>
              <a:off x="746344" y="4683249"/>
              <a:ext cx="1469916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</a:t>
              </a:r>
            </a:p>
          </p:txBody>
        </p: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2AC7734-1176-643A-FFD6-3ECAC221FE7C}"/>
                </a:ext>
              </a:extLst>
            </p:cNvPr>
            <p:cNvGrpSpPr/>
            <p:nvPr/>
          </p:nvGrpSpPr>
          <p:grpSpPr>
            <a:xfrm>
              <a:off x="573636" y="5047290"/>
              <a:ext cx="1815333" cy="360000"/>
              <a:chOff x="573617" y="5047290"/>
              <a:chExt cx="1815333" cy="360000"/>
            </a:xfrm>
          </p:grpSpPr>
          <p:sp>
            <p:nvSpPr>
              <p:cNvPr id="151" name="사각형: 둥근 모서리 150">
                <a:extLst>
                  <a:ext uri="{FF2B5EF4-FFF2-40B4-BE49-F238E27FC236}">
                    <a16:creationId xmlns:a16="http://schemas.microsoft.com/office/drawing/2014/main" id="{C4168242-60A0-8C0F-CD39-31491D1FBFA9}"/>
                  </a:ext>
                </a:extLst>
              </p:cNvPr>
              <p:cNvSpPr/>
              <p:nvPr/>
            </p:nvSpPr>
            <p:spPr>
              <a:xfrm>
                <a:off x="573617" y="5047290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CC0005AF-6FC1-6C4A-8642-36851BBB2626}"/>
                  </a:ext>
                </a:extLst>
              </p:cNvPr>
              <p:cNvSpPr/>
              <p:nvPr/>
            </p:nvSpPr>
            <p:spPr>
              <a:xfrm>
                <a:off x="1229283" y="5047290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153" name="사각형: 둥근 모서리 152">
                <a:extLst>
                  <a:ext uri="{FF2B5EF4-FFF2-40B4-BE49-F238E27FC236}">
                    <a16:creationId xmlns:a16="http://schemas.microsoft.com/office/drawing/2014/main" id="{11D58D73-FEC9-ADB9-28FD-A87B18460208}"/>
                  </a:ext>
                </a:extLst>
              </p:cNvPr>
              <p:cNvSpPr/>
              <p:nvPr/>
            </p:nvSpPr>
            <p:spPr>
              <a:xfrm>
                <a:off x="1884950" y="5047290"/>
                <a:ext cx="504000" cy="360000"/>
              </a:xfrm>
              <a:prstGeom prst="roundRect">
                <a:avLst/>
              </a:prstGeom>
              <a:solidFill>
                <a:srgbClr val="70AD4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끼움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B3799F0-BBF4-F4D2-9816-B0140E8AA0ED}"/>
              </a:ext>
            </a:extLst>
          </p:cNvPr>
          <p:cNvGrpSpPr/>
          <p:nvPr/>
        </p:nvGrpSpPr>
        <p:grpSpPr>
          <a:xfrm>
            <a:off x="8909831" y="2996048"/>
            <a:ext cx="1680587" cy="814694"/>
            <a:chOff x="6081278" y="2797805"/>
            <a:chExt cx="1780882" cy="814694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42F78CE-6B4C-E563-9BB0-DE30CA88A8AB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17A0D98-33C8-A5F6-EDD9-431F907B4C3F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47EACC55-333E-B913-1F41-04D4EA320683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819807D1-8B17-2DFD-D36F-E5FBEF7309DF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EB9242-F445-BFE8-6715-C5D7B3C7A5D3}"/>
                </a:ext>
              </a:extLst>
            </p:cNvPr>
            <p:cNvSpPr txBox="1"/>
            <p:nvPr/>
          </p:nvSpPr>
          <p:spPr>
            <a:xfrm>
              <a:off x="6082110" y="2797805"/>
              <a:ext cx="1779217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</p:grpSp>
      <p:cxnSp>
        <p:nvCxnSpPr>
          <p:cNvPr id="57" name="Google Shape;295;p20">
            <a:extLst>
              <a:ext uri="{FF2B5EF4-FFF2-40B4-BE49-F238E27FC236}">
                <a16:creationId xmlns:a16="http://schemas.microsoft.com/office/drawing/2014/main" id="{060E7480-C710-28B3-F4E7-F40FF0E424DE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9749336" y="3849178"/>
            <a:ext cx="786" cy="40713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0F236B7-4E1C-A6D2-2EB6-0C395CE7542A}"/>
              </a:ext>
            </a:extLst>
          </p:cNvPr>
          <p:cNvGrpSpPr/>
          <p:nvPr/>
        </p:nvGrpSpPr>
        <p:grpSpPr>
          <a:xfrm>
            <a:off x="9179793" y="4256311"/>
            <a:ext cx="1140658" cy="471479"/>
            <a:chOff x="8303614" y="4440472"/>
            <a:chExt cx="1140658" cy="471479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186EBF9B-DC54-801B-B5DF-39BC9EFA8ADB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10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1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8" name="곱하기 기호 57">
              <a:extLst>
                <a:ext uri="{FF2B5EF4-FFF2-40B4-BE49-F238E27FC236}">
                  <a16:creationId xmlns:a16="http://schemas.microsoft.com/office/drawing/2014/main" id="{6794576B-57FF-83F6-1F57-7228CBD9F65C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" name="Google Shape;294;p20">
            <a:extLst>
              <a:ext uri="{FF2B5EF4-FFF2-40B4-BE49-F238E27FC236}">
                <a16:creationId xmlns:a16="http://schemas.microsoft.com/office/drawing/2014/main" id="{A1B74C54-58D9-BE10-7CBA-CD609099B2D6}"/>
              </a:ext>
            </a:extLst>
          </p:cNvPr>
          <p:cNvCxnSpPr>
            <a:cxnSpLocks/>
          </p:cNvCxnSpPr>
          <p:nvPr/>
        </p:nvCxnSpPr>
        <p:spPr>
          <a:xfrm>
            <a:off x="7858290" y="2386842"/>
            <a:ext cx="1891833" cy="60920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" name="Google Shape;294;p20">
            <a:extLst>
              <a:ext uri="{FF2B5EF4-FFF2-40B4-BE49-F238E27FC236}">
                <a16:creationId xmlns:a16="http://schemas.microsoft.com/office/drawing/2014/main" id="{B745CE4B-37A9-E583-92CB-C3A6D79888A8}"/>
              </a:ext>
            </a:extLst>
          </p:cNvPr>
          <p:cNvCxnSpPr>
            <a:cxnSpLocks/>
          </p:cNvCxnSpPr>
          <p:nvPr/>
        </p:nvCxnSpPr>
        <p:spPr>
          <a:xfrm flipH="1">
            <a:off x="4579774" y="2380024"/>
            <a:ext cx="1588374" cy="66376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D9FA370-A733-72F3-AD36-51EA9102FF09}"/>
              </a:ext>
            </a:extLst>
          </p:cNvPr>
          <p:cNvSpPr txBox="1"/>
          <p:nvPr/>
        </p:nvSpPr>
        <p:spPr>
          <a:xfrm>
            <a:off x="1754803" y="4084702"/>
            <a:ext cx="1657960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1-1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789D4-0D16-E6E9-BAB3-FF2D6E91EE9B}"/>
              </a:ext>
            </a:extLst>
          </p:cNvPr>
          <p:cNvSpPr txBox="1"/>
          <p:nvPr/>
        </p:nvSpPr>
        <p:spPr>
          <a:xfrm>
            <a:off x="3666145" y="4084702"/>
            <a:ext cx="1557074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1-2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885402-50A6-44B4-9580-8C5D75FFFF31}"/>
              </a:ext>
            </a:extLst>
          </p:cNvPr>
          <p:cNvSpPr txBox="1"/>
          <p:nvPr/>
        </p:nvSpPr>
        <p:spPr>
          <a:xfrm>
            <a:off x="5367513" y="4084702"/>
            <a:ext cx="1601270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2-1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01F22-1886-CCA6-9C48-D2912380ABBF}"/>
              </a:ext>
            </a:extLst>
          </p:cNvPr>
          <p:cNvSpPr txBox="1"/>
          <p:nvPr/>
        </p:nvSpPr>
        <p:spPr>
          <a:xfrm>
            <a:off x="7005459" y="4084702"/>
            <a:ext cx="1717332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2-2</a:t>
            </a:r>
          </a:p>
        </p:txBody>
      </p:sp>
      <p:sp>
        <p:nvSpPr>
          <p:cNvPr id="29" name="AutoShape 176">
            <a:extLst>
              <a:ext uri="{FF2B5EF4-FFF2-40B4-BE49-F238E27FC236}">
                <a16:creationId xmlns:a16="http://schemas.microsoft.com/office/drawing/2014/main" id="{FF5A140B-79F2-8D69-D8BF-73560AC62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8" y="1421870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④ </a:t>
            </a:r>
            <a:r>
              <a:rPr lang="ko-KR" altLang="en-US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재생성 및 확장</a:t>
            </a: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>
              <a:solidFill>
                <a:srgbClr val="0070C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3" name="Rectangle 685">
            <a:extLst>
              <a:ext uri="{FF2B5EF4-FFF2-40B4-BE49-F238E27FC236}">
                <a16:creationId xmlns:a16="http://schemas.microsoft.com/office/drawing/2014/main" id="{FF979E5C-4281-C99F-08D7-B07DA7F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26" name="AutoShape 176">
            <a:extLst>
              <a:ext uri="{FF2B5EF4-FFF2-40B4-BE49-F238E27FC236}">
                <a16:creationId xmlns:a16="http://schemas.microsoft.com/office/drawing/2014/main" id="{5B0887B9-654A-05C9-7911-2DF48301D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1361714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C2F7A-2B5A-D02D-C755-F914A6F3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307;p20">
            <a:extLst>
              <a:ext uri="{FF2B5EF4-FFF2-40B4-BE49-F238E27FC236}">
                <a16:creationId xmlns:a16="http://schemas.microsoft.com/office/drawing/2014/main" id="{C0DCF2BA-69C4-C628-155F-C4EFB45BB507}"/>
              </a:ext>
            </a:extLst>
          </p:cNvPr>
          <p:cNvCxnSpPr>
            <a:cxnSpLocks/>
          </p:cNvCxnSpPr>
          <p:nvPr/>
        </p:nvCxnSpPr>
        <p:spPr>
          <a:xfrm flipH="1">
            <a:off x="4084147" y="3645298"/>
            <a:ext cx="270513" cy="26039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294;p20">
            <a:extLst>
              <a:ext uri="{FF2B5EF4-FFF2-40B4-BE49-F238E27FC236}">
                <a16:creationId xmlns:a16="http://schemas.microsoft.com/office/drawing/2014/main" id="{83807BF0-9CFF-A089-E23B-7444C6867077}"/>
              </a:ext>
            </a:extLst>
          </p:cNvPr>
          <p:cNvCxnSpPr>
            <a:cxnSpLocks/>
          </p:cNvCxnSpPr>
          <p:nvPr/>
        </p:nvCxnSpPr>
        <p:spPr>
          <a:xfrm flipH="1">
            <a:off x="4531621" y="2349070"/>
            <a:ext cx="1513796" cy="60014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295;p20">
            <a:extLst>
              <a:ext uri="{FF2B5EF4-FFF2-40B4-BE49-F238E27FC236}">
                <a16:creationId xmlns:a16="http://schemas.microsoft.com/office/drawing/2014/main" id="{70239F48-CB6F-6321-DC9D-6C8F617B8C37}"/>
              </a:ext>
            </a:extLst>
          </p:cNvPr>
          <p:cNvCxnSpPr>
            <a:cxnSpLocks/>
          </p:cNvCxnSpPr>
          <p:nvPr/>
        </p:nvCxnSpPr>
        <p:spPr>
          <a:xfrm>
            <a:off x="6803968" y="2405424"/>
            <a:ext cx="1498" cy="48051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296;p20">
            <a:extLst>
              <a:ext uri="{FF2B5EF4-FFF2-40B4-BE49-F238E27FC236}">
                <a16:creationId xmlns:a16="http://schemas.microsoft.com/office/drawing/2014/main" id="{B6B831FE-36F7-48E7-F6AD-129F749CB568}"/>
              </a:ext>
            </a:extLst>
          </p:cNvPr>
          <p:cNvCxnSpPr>
            <a:cxnSpLocks/>
          </p:cNvCxnSpPr>
          <p:nvPr/>
        </p:nvCxnSpPr>
        <p:spPr>
          <a:xfrm flipH="1">
            <a:off x="2961058" y="3411644"/>
            <a:ext cx="586302" cy="49493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297;p20">
            <a:extLst>
              <a:ext uri="{FF2B5EF4-FFF2-40B4-BE49-F238E27FC236}">
                <a16:creationId xmlns:a16="http://schemas.microsoft.com/office/drawing/2014/main" id="{204FC373-5716-080B-AF7E-9B02FF5F3B0A}"/>
              </a:ext>
            </a:extLst>
          </p:cNvPr>
          <p:cNvCxnSpPr>
            <a:cxnSpLocks/>
          </p:cNvCxnSpPr>
          <p:nvPr/>
        </p:nvCxnSpPr>
        <p:spPr>
          <a:xfrm>
            <a:off x="2578704" y="4349692"/>
            <a:ext cx="886763" cy="400099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300;p20">
            <a:extLst>
              <a:ext uri="{FF2B5EF4-FFF2-40B4-BE49-F238E27FC236}">
                <a16:creationId xmlns:a16="http://schemas.microsoft.com/office/drawing/2014/main" id="{43CDA068-D572-2754-610F-1DE5981BCE62}"/>
              </a:ext>
            </a:extLst>
          </p:cNvPr>
          <p:cNvCxnSpPr>
            <a:cxnSpLocks/>
          </p:cNvCxnSpPr>
          <p:nvPr/>
        </p:nvCxnSpPr>
        <p:spPr>
          <a:xfrm flipH="1">
            <a:off x="6802947" y="4359002"/>
            <a:ext cx="289337" cy="39078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" name="Google Shape;303;p20">
            <a:extLst>
              <a:ext uri="{FF2B5EF4-FFF2-40B4-BE49-F238E27FC236}">
                <a16:creationId xmlns:a16="http://schemas.microsoft.com/office/drawing/2014/main" id="{2139BF77-8C30-6C28-F001-8B146EAD8060}"/>
              </a:ext>
            </a:extLst>
          </p:cNvPr>
          <p:cNvCxnSpPr>
            <a:cxnSpLocks/>
            <a:endCxn id="131" idx="0"/>
          </p:cNvCxnSpPr>
          <p:nvPr/>
        </p:nvCxnSpPr>
        <p:spPr>
          <a:xfrm>
            <a:off x="7526799" y="3657774"/>
            <a:ext cx="84320" cy="19206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" name="Google Shape;309;p20">
            <a:extLst>
              <a:ext uri="{FF2B5EF4-FFF2-40B4-BE49-F238E27FC236}">
                <a16:creationId xmlns:a16="http://schemas.microsoft.com/office/drawing/2014/main" id="{F90B08C8-D408-3764-683E-100757F5DDE4}"/>
              </a:ext>
            </a:extLst>
          </p:cNvPr>
          <p:cNvCxnSpPr>
            <a:cxnSpLocks/>
            <a:endCxn id="121" idx="0"/>
          </p:cNvCxnSpPr>
          <p:nvPr/>
        </p:nvCxnSpPr>
        <p:spPr>
          <a:xfrm flipH="1">
            <a:off x="5994773" y="3657298"/>
            <a:ext cx="123609" cy="19253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9B5B25B-663C-4421-5F39-3D91011E35CC}"/>
              </a:ext>
            </a:extLst>
          </p:cNvPr>
          <p:cNvGrpSpPr/>
          <p:nvPr/>
        </p:nvGrpSpPr>
        <p:grpSpPr>
          <a:xfrm>
            <a:off x="6003880" y="1634384"/>
            <a:ext cx="1601679" cy="735807"/>
            <a:chOff x="4622299" y="1462393"/>
            <a:chExt cx="1780882" cy="813811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1D9AD99F-F79F-70FE-757F-3196CE4D5437}"/>
                </a:ext>
              </a:extLst>
            </p:cNvPr>
            <p:cNvSpPr/>
            <p:nvPr/>
          </p:nvSpPr>
          <p:spPr bwMode="auto">
            <a:xfrm>
              <a:off x="4622299" y="1519238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A5B6E56-A634-8201-7FE8-6967863B21C3}"/>
                </a:ext>
              </a:extLst>
            </p:cNvPr>
            <p:cNvGrpSpPr/>
            <p:nvPr/>
          </p:nvGrpSpPr>
          <p:grpSpPr>
            <a:xfrm>
              <a:off x="4690442" y="1848031"/>
              <a:ext cx="1644593" cy="360000"/>
              <a:chOff x="-3601596" y="1878778"/>
              <a:chExt cx="1644593" cy="360000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A6790B41-490C-CFDD-DEB2-0846D3C89EF6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준비</a:t>
                </a: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89305138-11B5-8CE4-47FF-9AE36B39A611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71BA368-9BD7-A157-12E7-B82BDCDBA722}"/>
                </a:ext>
              </a:extLst>
            </p:cNvPr>
            <p:cNvSpPr txBox="1"/>
            <p:nvPr/>
          </p:nvSpPr>
          <p:spPr>
            <a:xfrm>
              <a:off x="4776116" y="1462393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Initial state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EF539629-1896-F00E-1464-17915E48C947}"/>
              </a:ext>
            </a:extLst>
          </p:cNvPr>
          <p:cNvGrpSpPr/>
          <p:nvPr/>
        </p:nvGrpSpPr>
        <p:grpSpPr>
          <a:xfrm>
            <a:off x="3553821" y="2908695"/>
            <a:ext cx="1601679" cy="736605"/>
            <a:chOff x="3550165" y="2797805"/>
            <a:chExt cx="1780882" cy="814694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6DC04BE5-8638-400E-5CB6-17543A060FCE}"/>
                </a:ext>
              </a:extLst>
            </p:cNvPr>
            <p:cNvSpPr/>
            <p:nvPr/>
          </p:nvSpPr>
          <p:spPr bwMode="auto">
            <a:xfrm>
              <a:off x="3550165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AFE3CE44-43AC-2D18-30F4-3D49CD38CC92}"/>
                </a:ext>
              </a:extLst>
            </p:cNvPr>
            <p:cNvGrpSpPr/>
            <p:nvPr/>
          </p:nvGrpSpPr>
          <p:grpSpPr>
            <a:xfrm>
              <a:off x="3618310" y="3184326"/>
              <a:ext cx="1644593" cy="360000"/>
              <a:chOff x="-3601596" y="1878778"/>
              <a:chExt cx="1644593" cy="360000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B975D34F-8B17-A504-FE34-6C56D33D1004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38EA3FA0-CBFA-A4C2-E279-B3CB8C90AB26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63279BF-3F40-F3B1-DE9B-92E4FA8D0F55}"/>
                </a:ext>
              </a:extLst>
            </p:cNvPr>
            <p:cNvSpPr txBox="1"/>
            <p:nvPr/>
          </p:nvSpPr>
          <p:spPr>
            <a:xfrm>
              <a:off x="3703982" y="2797805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DBBCBF8-D431-F10B-723C-C2DAB25E1CE8}"/>
              </a:ext>
            </a:extLst>
          </p:cNvPr>
          <p:cNvGrpSpPr/>
          <p:nvPr/>
        </p:nvGrpSpPr>
        <p:grpSpPr>
          <a:xfrm>
            <a:off x="6003880" y="2885943"/>
            <a:ext cx="1601679" cy="736605"/>
            <a:chOff x="6081278" y="2797805"/>
            <a:chExt cx="1780882" cy="814694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EF171B1F-F3AB-A7A9-85FF-4230FB8CE60F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504B1529-EE03-83E8-6047-97446E83B3F0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06E91400-D929-0538-C3EF-44C6D230A9D4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5B5BF2ED-C5E3-9F56-F470-52F3A3191098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C60FF1E-3B1E-22B3-EE78-F4304E48A658}"/>
                </a:ext>
              </a:extLst>
            </p:cNvPr>
            <p:cNvSpPr txBox="1"/>
            <p:nvPr/>
          </p:nvSpPr>
          <p:spPr>
            <a:xfrm>
              <a:off x="6235095" y="2797805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22C7D26-99B3-3199-CB34-5D29FF306C3B}"/>
              </a:ext>
            </a:extLst>
          </p:cNvPr>
          <p:cNvGrpSpPr/>
          <p:nvPr/>
        </p:nvGrpSpPr>
        <p:grpSpPr>
          <a:xfrm>
            <a:off x="1917701" y="3849835"/>
            <a:ext cx="1322004" cy="736605"/>
            <a:chOff x="3473298" y="4756575"/>
            <a:chExt cx="1469916" cy="814694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340F5457-442D-35C5-59C2-5562FCEEEDDC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4E60466-500B-C35D-F2D1-67B7FA7ECF15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19126E5-1131-09EF-768B-714C61880CDA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208F3ECC-33C0-1DCB-D155-56E1061536AF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5040CDED-9A20-AC53-6DE3-96BE1F8F6C83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31BB90B-073A-8B33-1DA3-CD46A9555BD2}"/>
              </a:ext>
            </a:extLst>
          </p:cNvPr>
          <p:cNvGrpSpPr/>
          <p:nvPr/>
        </p:nvGrpSpPr>
        <p:grpSpPr>
          <a:xfrm>
            <a:off x="3691226" y="3849835"/>
            <a:ext cx="1322004" cy="736605"/>
            <a:chOff x="3473298" y="4756575"/>
            <a:chExt cx="1469916" cy="814694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E69BD9EA-F6EE-D4C5-2B79-8EC9321EDF4A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AC7501-5917-B5F1-4E31-6F5F5DD91A32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44E7137-072B-2EBC-C162-6FBDD914C56E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37E36016-DE54-2C1A-E7D3-43FADE2F7460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663244D5-4A96-85D8-87D3-38824A6BD759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</p:grp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8DD187D7-6F4B-383B-B024-6F30D212ABD0}"/>
              </a:ext>
            </a:extLst>
          </p:cNvPr>
          <p:cNvGrpSpPr/>
          <p:nvPr/>
        </p:nvGrpSpPr>
        <p:grpSpPr>
          <a:xfrm>
            <a:off x="5333770" y="3849835"/>
            <a:ext cx="1322004" cy="736605"/>
            <a:chOff x="3473298" y="4756575"/>
            <a:chExt cx="1469916" cy="814694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1804CAB7-25B7-5ADF-FC2F-A6CF7B433E52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ACBD0D8-4B95-4F8D-6C88-1A75B605E5E0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A1DDD66E-3CB2-FDA7-ECEA-74EBCBFBC296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23" name="사각형: 둥근 모서리 122">
                <a:extLst>
                  <a:ext uri="{FF2B5EF4-FFF2-40B4-BE49-F238E27FC236}">
                    <a16:creationId xmlns:a16="http://schemas.microsoft.com/office/drawing/2014/main" id="{09617F92-36C9-947A-F8D9-CA7138462FBD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28948849-EB1A-90C7-AA1C-F8DF077327C5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</p:grp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AD91000-B020-DA3F-35B3-5262F579CA4D}"/>
              </a:ext>
            </a:extLst>
          </p:cNvPr>
          <p:cNvGrpSpPr/>
          <p:nvPr/>
        </p:nvGrpSpPr>
        <p:grpSpPr>
          <a:xfrm>
            <a:off x="6950117" y="3849835"/>
            <a:ext cx="1322004" cy="736605"/>
            <a:chOff x="3473298" y="4756575"/>
            <a:chExt cx="1469916" cy="81469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C415A40F-D5B9-0AF5-CE6A-233EE5BC809C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ACF287E-EBC4-F3CD-3625-24C90F87083D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DD14FF4D-1477-3340-219B-B8E032963F21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2987AAE2-20F9-4BA6-5A0A-2E2345E968C6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74EFE315-0AC9-35B0-FB94-6F24066079D8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229F562-5899-1394-E149-389FFA6F126C}"/>
              </a:ext>
            </a:extLst>
          </p:cNvPr>
          <p:cNvGrpSpPr/>
          <p:nvPr/>
        </p:nvGrpSpPr>
        <p:grpSpPr>
          <a:xfrm>
            <a:off x="2510651" y="4749792"/>
            <a:ext cx="1909630" cy="736605"/>
            <a:chOff x="419658" y="4683249"/>
            <a:chExt cx="2123289" cy="814694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73EE9BE7-0F81-95B7-CD7C-DA0FBDE9AF15}"/>
                </a:ext>
              </a:extLst>
            </p:cNvPr>
            <p:cNvSpPr/>
            <p:nvPr/>
          </p:nvSpPr>
          <p:spPr bwMode="auto">
            <a:xfrm>
              <a:off x="419658" y="4740977"/>
              <a:ext cx="2123289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46CD714-F5E6-4D5D-F6C2-892ED8A6CD33}"/>
                </a:ext>
              </a:extLst>
            </p:cNvPr>
            <p:cNvSpPr txBox="1"/>
            <p:nvPr/>
          </p:nvSpPr>
          <p:spPr>
            <a:xfrm>
              <a:off x="746344" y="4683249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</a:t>
              </a:r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3CBF8901-F78D-C623-8811-852568BA1B88}"/>
                </a:ext>
              </a:extLst>
            </p:cNvPr>
            <p:cNvGrpSpPr/>
            <p:nvPr/>
          </p:nvGrpSpPr>
          <p:grpSpPr>
            <a:xfrm>
              <a:off x="573636" y="5047290"/>
              <a:ext cx="1815333" cy="360000"/>
              <a:chOff x="573617" y="5047290"/>
              <a:chExt cx="1815333" cy="360000"/>
            </a:xfrm>
          </p:grpSpPr>
          <p:sp>
            <p:nvSpPr>
              <p:cNvPr id="142" name="사각형: 둥근 모서리 141">
                <a:extLst>
                  <a:ext uri="{FF2B5EF4-FFF2-40B4-BE49-F238E27FC236}">
                    <a16:creationId xmlns:a16="http://schemas.microsoft.com/office/drawing/2014/main" id="{635F039D-42CA-91A6-7180-E2CDA1CFA750}"/>
                  </a:ext>
                </a:extLst>
              </p:cNvPr>
              <p:cNvSpPr/>
              <p:nvPr/>
            </p:nvSpPr>
            <p:spPr>
              <a:xfrm>
                <a:off x="573617" y="5047290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C5322ACC-DF7F-748C-0546-5D341A837F01}"/>
                  </a:ext>
                </a:extLst>
              </p:cNvPr>
              <p:cNvSpPr/>
              <p:nvPr/>
            </p:nvSpPr>
            <p:spPr>
              <a:xfrm>
                <a:off x="1229283" y="5047290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F909BDF7-86F8-B58C-38A3-F045C40C8269}"/>
                  </a:ext>
                </a:extLst>
              </p:cNvPr>
              <p:cNvSpPr/>
              <p:nvPr/>
            </p:nvSpPr>
            <p:spPr>
              <a:xfrm>
                <a:off x="1884950" y="5047290"/>
                <a:ext cx="504000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체결</a:t>
                </a:r>
              </a:p>
            </p:txBody>
          </p:sp>
        </p:grpSp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33258EA9-4004-E8FA-25BF-C344B7B4A85B}"/>
              </a:ext>
            </a:extLst>
          </p:cNvPr>
          <p:cNvSpPr/>
          <p:nvPr/>
        </p:nvSpPr>
        <p:spPr bwMode="auto">
          <a:xfrm>
            <a:off x="5848131" y="4801985"/>
            <a:ext cx="1909630" cy="684410"/>
          </a:xfrm>
          <a:prstGeom prst="roundRect">
            <a:avLst>
              <a:gd name="adj" fmla="val 10205"/>
            </a:avLst>
          </a:prstGeom>
          <a:solidFill>
            <a:srgbClr val="FFE599"/>
          </a:soli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2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2D6394C-03A1-CD88-C85A-5234FB29E5FB}"/>
              </a:ext>
            </a:extLst>
          </p:cNvPr>
          <p:cNvSpPr txBox="1"/>
          <p:nvPr/>
        </p:nvSpPr>
        <p:spPr>
          <a:xfrm>
            <a:off x="6141944" y="4749792"/>
            <a:ext cx="1322004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16C2FF51-AE29-97BB-F00F-A792750A6D42}"/>
              </a:ext>
            </a:extLst>
          </p:cNvPr>
          <p:cNvGrpSpPr/>
          <p:nvPr/>
        </p:nvGrpSpPr>
        <p:grpSpPr>
          <a:xfrm>
            <a:off x="5986617" y="5078937"/>
            <a:ext cx="1632661" cy="325494"/>
            <a:chOff x="573617" y="5047290"/>
            <a:chExt cx="1815333" cy="360000"/>
          </a:xfrm>
        </p:grpSpPr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79D62FB5-D975-6D9A-21C5-1AAE10753C35}"/>
                </a:ext>
              </a:extLst>
            </p:cNvPr>
            <p:cNvSpPr/>
            <p:nvPr/>
          </p:nvSpPr>
          <p:spPr>
            <a:xfrm>
              <a:off x="573617" y="5047290"/>
              <a:ext cx="504000" cy="360000"/>
            </a:xfrm>
            <a:prstGeom prst="roundRect">
              <a:avLst/>
            </a:prstGeom>
            <a:solidFill>
              <a:srgbClr val="5B9BD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사양</a:t>
              </a:r>
              <a:endParaRPr lang="en-US" altLang="ko-KR" sz="900" b="1" kern="0">
                <a:solidFill>
                  <a:prstClr val="white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확인</a:t>
              </a:r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F017E6E6-F4F6-DC7C-A8A0-BEEBE2BC22AA}"/>
                </a:ext>
              </a:extLst>
            </p:cNvPr>
            <p:cNvSpPr/>
            <p:nvPr/>
          </p:nvSpPr>
          <p:spPr>
            <a:xfrm>
              <a:off x="1229283" y="5047290"/>
              <a:ext cx="504000" cy="360000"/>
            </a:xfrm>
            <a:prstGeom prst="roundRect">
              <a:avLst/>
            </a:prstGeom>
            <a:solidFill>
              <a:srgbClr val="BF9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삽입</a:t>
              </a:r>
            </a:p>
          </p:txBody>
        </p:sp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75816272-23FA-2BA9-FBE5-517E2C527CF8}"/>
                </a:ext>
              </a:extLst>
            </p:cNvPr>
            <p:cNvSpPr/>
            <p:nvPr/>
          </p:nvSpPr>
          <p:spPr>
            <a:xfrm>
              <a:off x="1884950" y="5047290"/>
              <a:ext cx="504000" cy="360000"/>
            </a:xfrm>
            <a:prstGeom prst="roundRect">
              <a:avLst/>
            </a:prstGeom>
            <a:solidFill>
              <a:srgbClr val="70AD4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끼움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0042B0E-9EA6-A51E-84DF-E60D8E83BB48}"/>
              </a:ext>
            </a:extLst>
          </p:cNvPr>
          <p:cNvGrpSpPr/>
          <p:nvPr/>
        </p:nvGrpSpPr>
        <p:grpSpPr>
          <a:xfrm>
            <a:off x="8607726" y="2865530"/>
            <a:ext cx="1601679" cy="736605"/>
            <a:chOff x="6081278" y="2797805"/>
            <a:chExt cx="1780882" cy="814694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5885AC4-0DF3-FE08-CD68-151CA9F6803F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83E5631-A90E-3723-0FF2-066C4EDA6CA1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ECC8061E-D6D5-8B29-C5BC-8AFF601A819B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1875C0DC-150D-8CE7-7028-554A55960069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DC7848-1022-AFC8-005B-9A6C5E1688C2}"/>
                </a:ext>
              </a:extLst>
            </p:cNvPr>
            <p:cNvSpPr txBox="1"/>
            <p:nvPr/>
          </p:nvSpPr>
          <p:spPr>
            <a:xfrm>
              <a:off x="6235095" y="2797805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</p:grpSp>
      <p:cxnSp>
        <p:nvCxnSpPr>
          <p:cNvPr id="34" name="Google Shape;294;p20">
            <a:extLst>
              <a:ext uri="{FF2B5EF4-FFF2-40B4-BE49-F238E27FC236}">
                <a16:creationId xmlns:a16="http://schemas.microsoft.com/office/drawing/2014/main" id="{67C23B69-4C39-F431-88FA-8F4DAEF632CD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619278" y="2308551"/>
            <a:ext cx="1789286" cy="556979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" name="Google Shape;295;p20">
            <a:extLst>
              <a:ext uri="{FF2B5EF4-FFF2-40B4-BE49-F238E27FC236}">
                <a16:creationId xmlns:a16="http://schemas.microsoft.com/office/drawing/2014/main" id="{354BD624-FE1C-21E6-698D-EB29C205284B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9407815" y="3636885"/>
            <a:ext cx="751" cy="36810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1702C38-5BFC-097B-6F7F-21EC8F18346B}"/>
              </a:ext>
            </a:extLst>
          </p:cNvPr>
          <p:cNvGrpSpPr/>
          <p:nvPr/>
        </p:nvGrpSpPr>
        <p:grpSpPr>
          <a:xfrm>
            <a:off x="8865015" y="4004994"/>
            <a:ext cx="1087101" cy="426287"/>
            <a:chOff x="8303614" y="4440472"/>
            <a:chExt cx="1140658" cy="471479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83781BF-9D69-A6C9-37DB-834895B5914A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8" name="곱하기 기호 57">
              <a:extLst>
                <a:ext uri="{FF2B5EF4-FFF2-40B4-BE49-F238E27FC236}">
                  <a16:creationId xmlns:a16="http://schemas.microsoft.com/office/drawing/2014/main" id="{98BAF25B-ED8B-0B1E-7933-8451286A9293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4DDDC9F-2F14-6D08-85E3-BEEC27C93597}"/>
              </a:ext>
            </a:extLst>
          </p:cNvPr>
          <p:cNvGrpSpPr/>
          <p:nvPr/>
        </p:nvGrpSpPr>
        <p:grpSpPr>
          <a:xfrm>
            <a:off x="5516962" y="5763349"/>
            <a:ext cx="2571969" cy="736605"/>
            <a:chOff x="5086131" y="5763347"/>
            <a:chExt cx="2571969" cy="736605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DD7B8180-298F-9039-B87D-0591A5CCD50B}"/>
                </a:ext>
              </a:extLst>
            </p:cNvPr>
            <p:cNvSpPr/>
            <p:nvPr/>
          </p:nvSpPr>
          <p:spPr bwMode="auto">
            <a:xfrm>
              <a:off x="5086131" y="5815542"/>
              <a:ext cx="2571969" cy="684410"/>
            </a:xfrm>
            <a:prstGeom prst="roundRect">
              <a:avLst>
                <a:gd name="adj" fmla="val 10205"/>
              </a:avLst>
            </a:prstGeom>
            <a:solidFill>
              <a:srgbClr val="DAE6F2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EA703A-81CA-8D14-55BF-E6E12C9050AD}"/>
                </a:ext>
              </a:extLst>
            </p:cNvPr>
            <p:cNvSpPr txBox="1"/>
            <p:nvPr/>
          </p:nvSpPr>
          <p:spPr>
            <a:xfrm>
              <a:off x="5711113" y="5763347"/>
              <a:ext cx="1322004" cy="337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Final Result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3AFB7CAE-E984-BBC2-A746-842200FA6875}"/>
                </a:ext>
              </a:extLst>
            </p:cNvPr>
            <p:cNvGrpSpPr/>
            <p:nvPr/>
          </p:nvGrpSpPr>
          <p:grpSpPr>
            <a:xfrm>
              <a:off x="5260939" y="6096067"/>
              <a:ext cx="2222353" cy="325494"/>
              <a:chOff x="5276279" y="6096067"/>
              <a:chExt cx="2222353" cy="325494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9E4E43AF-1052-EC7F-F467-56A8AE51F798}"/>
                  </a:ext>
                </a:extLst>
              </p:cNvPr>
              <p:cNvSpPr/>
              <p:nvPr/>
            </p:nvSpPr>
            <p:spPr>
              <a:xfrm>
                <a:off x="5276279" y="6096067"/>
                <a:ext cx="453284" cy="325494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8E3A1659-9ED1-D937-3323-20593C11DAA1}"/>
                  </a:ext>
                </a:extLst>
              </p:cNvPr>
              <p:cNvSpPr/>
              <p:nvPr/>
            </p:nvSpPr>
            <p:spPr>
              <a:xfrm>
                <a:off x="5865968" y="6096067"/>
                <a:ext cx="453284" cy="325494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EF8B93CD-6C3F-8E41-0031-FD88122C03C0}"/>
                  </a:ext>
                </a:extLst>
              </p:cNvPr>
              <p:cNvSpPr/>
              <p:nvPr/>
            </p:nvSpPr>
            <p:spPr>
              <a:xfrm>
                <a:off x="6455658" y="6096067"/>
                <a:ext cx="453284" cy="325494"/>
              </a:xfrm>
              <a:prstGeom prst="roundRect">
                <a:avLst/>
              </a:prstGeom>
              <a:solidFill>
                <a:srgbClr val="70AD4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끼움</a:t>
                </a:r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B2997CC2-E526-137A-7C19-E74AA255C4DD}"/>
                  </a:ext>
                </a:extLst>
              </p:cNvPr>
              <p:cNvSpPr/>
              <p:nvPr/>
            </p:nvSpPr>
            <p:spPr>
              <a:xfrm>
                <a:off x="7045348" y="6096067"/>
                <a:ext cx="453284" cy="325494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체결</a:t>
                </a:r>
              </a:p>
            </p:txBody>
          </p:sp>
        </p:grpSp>
      </p:grpSp>
      <p:cxnSp>
        <p:nvCxnSpPr>
          <p:cNvPr id="50" name="Google Shape;295;p20">
            <a:extLst>
              <a:ext uri="{FF2B5EF4-FFF2-40B4-BE49-F238E27FC236}">
                <a16:creationId xmlns:a16="http://schemas.microsoft.com/office/drawing/2014/main" id="{438E5800-CD95-36D3-B49F-4EAF93ADF260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484361" y="5517888"/>
            <a:ext cx="751" cy="36810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4424D79-0D70-00A6-80C0-3B1234A61F40}"/>
              </a:ext>
            </a:extLst>
          </p:cNvPr>
          <p:cNvGrpSpPr/>
          <p:nvPr/>
        </p:nvGrpSpPr>
        <p:grpSpPr>
          <a:xfrm>
            <a:off x="2941561" y="5885997"/>
            <a:ext cx="1087101" cy="426287"/>
            <a:chOff x="8303614" y="4440472"/>
            <a:chExt cx="1140658" cy="471479"/>
          </a:xfrm>
        </p:grpSpPr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7BD4CD2A-1974-55AF-41A6-BD92B76C553C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4" name="곱하기 기호 53">
              <a:extLst>
                <a:ext uri="{FF2B5EF4-FFF2-40B4-BE49-F238E27FC236}">
                  <a16:creationId xmlns:a16="http://schemas.microsoft.com/office/drawing/2014/main" id="{19478D3A-FAE9-E593-2CC1-36D0AE54AB2E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68" name="Google Shape;295;p20">
            <a:extLst>
              <a:ext uri="{FF2B5EF4-FFF2-40B4-BE49-F238E27FC236}">
                <a16:creationId xmlns:a16="http://schemas.microsoft.com/office/drawing/2014/main" id="{62ED435C-9B20-EB01-8BBD-6DC524A8EB31}"/>
              </a:ext>
            </a:extLst>
          </p:cNvPr>
          <p:cNvCxnSpPr>
            <a:cxnSpLocks/>
            <a:stCxn id="148" idx="2"/>
          </p:cNvCxnSpPr>
          <p:nvPr/>
        </p:nvCxnSpPr>
        <p:spPr>
          <a:xfrm flipH="1">
            <a:off x="6802946" y="5486395"/>
            <a:ext cx="1" cy="27695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E029AE62-1EE9-8102-3B19-17585349C0F0}"/>
              </a:ext>
            </a:extLst>
          </p:cNvPr>
          <p:cNvGrpSpPr/>
          <p:nvPr/>
        </p:nvGrpSpPr>
        <p:grpSpPr>
          <a:xfrm>
            <a:off x="1539831" y="1410083"/>
            <a:ext cx="2175688" cy="950987"/>
            <a:chOff x="119679" y="1983056"/>
            <a:chExt cx="2175688" cy="950987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9286BD2-898C-DE26-D7BE-65969124EE7D}"/>
                </a:ext>
              </a:extLst>
            </p:cNvPr>
            <p:cNvSpPr/>
            <p:nvPr/>
          </p:nvSpPr>
          <p:spPr>
            <a:xfrm>
              <a:off x="415955" y="2351394"/>
              <a:ext cx="1879412" cy="5826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최종 결과</a:t>
              </a:r>
              <a:endParaRPr lang="en-US" altLang="ko-KR" sz="16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A40A4B44-B062-E656-18C3-AF5268D2659B}"/>
                </a:ext>
              </a:extLst>
            </p:cNvPr>
            <p:cNvGrpSpPr/>
            <p:nvPr/>
          </p:nvGrpSpPr>
          <p:grpSpPr>
            <a:xfrm>
              <a:off x="119679" y="2045944"/>
              <a:ext cx="622587" cy="461054"/>
              <a:chOff x="496184" y="5500685"/>
              <a:chExt cx="428618" cy="428618"/>
            </a:xfrm>
          </p:grpSpPr>
          <p:sp>
            <p:nvSpPr>
              <p:cNvPr id="84" name="원통형 83">
                <a:extLst>
                  <a:ext uri="{FF2B5EF4-FFF2-40B4-BE49-F238E27FC236}">
                    <a16:creationId xmlns:a16="http://schemas.microsoft.com/office/drawing/2014/main" id="{ED04BCBE-96AC-404F-82DE-662DCAE62EA3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87" name="그래픽 86" descr="데이터베이스 단색으로 채워진">
                <a:extLst>
                  <a:ext uri="{FF2B5EF4-FFF2-40B4-BE49-F238E27FC236}">
                    <a16:creationId xmlns:a16="http://schemas.microsoft.com/office/drawing/2014/main" id="{360EE67D-59FF-5BB5-207B-4BCEF61341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85C0551C-23AF-ED89-BFAE-82B9FCECC020}"/>
                </a:ext>
              </a:extLst>
            </p:cNvPr>
            <p:cNvGrpSpPr/>
            <p:nvPr/>
          </p:nvGrpSpPr>
          <p:grpSpPr>
            <a:xfrm>
              <a:off x="704408" y="1983056"/>
              <a:ext cx="487335" cy="551387"/>
              <a:chOff x="280988" y="1633755"/>
              <a:chExt cx="756967" cy="756967"/>
            </a:xfrm>
          </p:grpSpPr>
          <p:sp>
            <p:nvSpPr>
              <p:cNvPr id="92" name="사각형: 둥근 모서리 91">
                <a:extLst>
                  <a:ext uri="{FF2B5EF4-FFF2-40B4-BE49-F238E27FC236}">
                    <a16:creationId xmlns:a16="http://schemas.microsoft.com/office/drawing/2014/main" id="{37E88675-4D7D-EADA-7E17-F8DA0335DC94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93" name="그래픽 92" descr="CMD 터미널 단색으로 채워진">
                <a:extLst>
                  <a:ext uri="{FF2B5EF4-FFF2-40B4-BE49-F238E27FC236}">
                    <a16:creationId xmlns:a16="http://schemas.microsoft.com/office/drawing/2014/main" id="{207BF9D2-929C-60D4-C6B7-B95D8B69CA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4" name="Rectangle 685">
            <a:extLst>
              <a:ext uri="{FF2B5EF4-FFF2-40B4-BE49-F238E27FC236}">
                <a16:creationId xmlns:a16="http://schemas.microsoft.com/office/drawing/2014/main" id="{EFC75810-4C05-371E-E23D-B35612A34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9" name="AutoShape 176">
            <a:extLst>
              <a:ext uri="{FF2B5EF4-FFF2-40B4-BE49-F238E27FC236}">
                <a16:creationId xmlns:a16="http://schemas.microsoft.com/office/drawing/2014/main" id="{6444E806-FC80-ECA8-7F31-D580AFD9A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3333451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1583</Words>
  <Application>Microsoft Office PowerPoint</Application>
  <PresentationFormat>와이드스크린</PresentationFormat>
  <Paragraphs>513</Paragraphs>
  <Slides>15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Hyundai Sans Head Pro Medium</vt:lpstr>
      <vt:lpstr>Hyundai Sans Text Pro Medium</vt:lpstr>
      <vt:lpstr>Hyundai Sans Text Pro Regular</vt:lpstr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465</cp:revision>
  <dcterms:modified xsi:type="dcterms:W3CDTF">2025-11-24T03:43:23Z</dcterms:modified>
</cp:coreProperties>
</file>