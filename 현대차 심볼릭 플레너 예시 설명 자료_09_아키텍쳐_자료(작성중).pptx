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42"/>
  </p:notesMasterIdLst>
  <p:sldIdLst>
    <p:sldId id="256" r:id="rId3"/>
    <p:sldId id="257" r:id="rId4"/>
    <p:sldId id="320" r:id="rId5"/>
    <p:sldId id="323" r:id="rId6"/>
    <p:sldId id="313" r:id="rId7"/>
    <p:sldId id="322" r:id="rId8"/>
    <p:sldId id="321" r:id="rId9"/>
    <p:sldId id="316" r:id="rId10"/>
    <p:sldId id="294" r:id="rId11"/>
    <p:sldId id="260" r:id="rId12"/>
    <p:sldId id="293" r:id="rId13"/>
    <p:sldId id="324" r:id="rId14"/>
    <p:sldId id="325" r:id="rId15"/>
    <p:sldId id="311" r:id="rId16"/>
    <p:sldId id="317" r:id="rId17"/>
    <p:sldId id="318" r:id="rId18"/>
    <p:sldId id="319" r:id="rId19"/>
    <p:sldId id="326" r:id="rId20"/>
    <p:sldId id="327" r:id="rId21"/>
    <p:sldId id="312" r:id="rId22"/>
    <p:sldId id="328" r:id="rId23"/>
    <p:sldId id="298" r:id="rId24"/>
    <p:sldId id="295" r:id="rId25"/>
    <p:sldId id="299" r:id="rId26"/>
    <p:sldId id="297" r:id="rId27"/>
    <p:sldId id="306" r:id="rId28"/>
    <p:sldId id="304" r:id="rId29"/>
    <p:sldId id="310" r:id="rId30"/>
    <p:sldId id="315" r:id="rId31"/>
    <p:sldId id="273" r:id="rId32"/>
    <p:sldId id="303" r:id="rId33"/>
    <p:sldId id="261" r:id="rId34"/>
    <p:sldId id="262" r:id="rId35"/>
    <p:sldId id="263" r:id="rId36"/>
    <p:sldId id="264" r:id="rId37"/>
    <p:sldId id="265" r:id="rId38"/>
    <p:sldId id="266" r:id="rId39"/>
    <p:sldId id="267" r:id="rId40"/>
    <p:sldId id="268" r:id="rId41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585"/>
    <a:srgbClr val="FF7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67" autoAdjust="0"/>
  </p:normalViewPr>
  <p:slideViewPr>
    <p:cSldViewPr snapToGrid="0">
      <p:cViewPr varScale="1">
        <p:scale>
          <a:sx n="91" d="100"/>
          <a:sy n="91" d="100"/>
        </p:scale>
        <p:origin x="13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4950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12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30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31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2025-11-21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2025-11-21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2025-11-21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2025-11-21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73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10.svg"/><Relationship Id="rId9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6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6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6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8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27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453981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467527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326261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857" y="748454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185982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991759"/>
              </p:ext>
            </p:extLst>
          </p:nvPr>
        </p:nvGraphicFramePr>
        <p:xfrm>
          <a:off x="5907980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463606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463606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636635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7821783" y="3598045"/>
            <a:ext cx="1900875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/>
              <a:t>Adapter</a:t>
            </a:r>
            <a:endParaRPr lang="en-US" altLang="ko-KR" sz="1200" b="1" dirty="0"/>
          </a:p>
          <a:p>
            <a:pPr algn="ctr"/>
            <a:r>
              <a:rPr lang="ko-KR" altLang="en-US" sz="1200" dirty="0"/>
              <a:t>부위 단위 조립을 </a:t>
            </a:r>
            <a:br>
              <a:rPr lang="en-US" altLang="ko-KR" sz="1200" dirty="0"/>
            </a:br>
            <a:r>
              <a:rPr lang="ko-KR" altLang="en-US" sz="1200" dirty="0"/>
              <a:t>공법 단위 조립으로 변환</a:t>
            </a:r>
            <a:endParaRPr lang="en-US" altLang="ko-KR" sz="1200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10366668" y="3343283"/>
            <a:ext cx="1694578" cy="1544946"/>
            <a:chOff x="9546077" y="3179194"/>
            <a:chExt cx="2381250" cy="2086020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256739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525546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1774653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451582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660699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389378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013564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2909280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379788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864433" y="3806277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0633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8CE7-0393-124C-EF22-DC7ED206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E657AB33-EFC2-6935-E57A-81E8BF1088A6}"/>
              </a:ext>
            </a:extLst>
          </p:cNvPr>
          <p:cNvSpPr/>
          <p:nvPr/>
        </p:nvSpPr>
        <p:spPr>
          <a:xfrm>
            <a:off x="6032830" y="804002"/>
            <a:ext cx="5904050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00BC3E-04AE-0F0D-729F-0709D61F7D4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FB0B9B9-3299-6403-3680-66F4140E1E0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ABE62716-84A7-AB18-4173-65A7B1E01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5595E6-CA47-A944-C797-8E6FE2C7FF63}"/>
              </a:ext>
            </a:extLst>
          </p:cNvPr>
          <p:cNvGrpSpPr/>
          <p:nvPr/>
        </p:nvGrpSpPr>
        <p:grpSpPr>
          <a:xfrm>
            <a:off x="6763544" y="1190328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D916AD-142B-81D2-37C8-58B99C3E2685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FFF12E1-9425-C04A-972A-04CEF954A2D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894ABB7D-06C9-2841-63CC-649F6121BF14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29B4EDD-68DE-B9AE-652C-61EA983F9EBE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B16FE79-4C01-7FBE-C625-50C2FF5B934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ED912560-A320-2ED7-836C-EDB8A6D422B3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59CD5374-27E0-4977-D755-170FB49D826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C933BA62-B7DB-B946-F4E5-8D025F199E1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61B87B48-61AF-B541-E0A1-20CDFC05CFE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A3106B4-7E21-BBE2-CF53-C16E0492747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7550AC02-B8A6-651C-EEBB-79E49448D7CB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8AF9975C-9123-B2B0-66B1-703C44508A19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96DCE695-F7AF-014F-E8A5-3FDF9E35418F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DDAAD110-66A0-24AA-CE1A-EE8413C3E49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F80848B-0928-D3A1-F133-F2D088124451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6430682B-F0EE-9E9F-D163-00DEBD2F2AF2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7A7528FA-B1D9-85BD-0012-6535B5DD35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522C8D0C-DDEC-75D7-054C-F61C6EB70A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FCB80288-F35E-CA19-5352-5738DF88C3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CA94FBE-C52E-C862-0959-EEA4E70E1557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E83483-41E7-FDA8-691F-2A213D6078D2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9279E64F-5B35-270D-017D-057CCA85CF3D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7A2EB1E2-C6F3-69A4-53C0-CA9A1BFF22B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BC1BBC18-4F4B-D1FA-2BE6-DD7B49BA4BAD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B9C3F106-3166-8AD1-3947-92F3687721F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34F5794-8FF1-359F-70D1-8F1A7096ABD3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1E8D0B29-4EFD-0192-2147-991B845B69B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801D443-CF21-E155-B15D-865E275F4FFB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72CCD53A-27C9-65BB-2B64-86AEF2353D21}"/>
              </a:ext>
            </a:extLst>
          </p:cNvPr>
          <p:cNvGrpSpPr/>
          <p:nvPr/>
        </p:nvGrpSpPr>
        <p:grpSpPr>
          <a:xfrm>
            <a:off x="8035283" y="1207345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314854AC-2E5D-FFDF-26D7-8645BD475F23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C95218EB-E03B-85B6-4038-93F19D81F5C3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E5F95BE-495F-DAB7-044A-2E38AEDC780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5D896793-3690-8C42-B6D2-2C94B8440DFF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46696375-3B14-B3FD-E145-B1B7B4B43DFF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170AE7B2-4B51-D300-6369-3CE5792A6AD1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AA6BA594-077E-7B70-3DF3-6E2B223D223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7563AAC2-8AB9-383B-FEE1-9576EB31E7AA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025DA0A4-1FF3-8B5C-A074-DFC607BCDD62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0C429967-C431-69C6-0E24-06C294FC56C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65053D5B-3A99-C0CA-1867-0CD5FDB406D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518C94C5-B62C-38D7-0E0A-666D30CF61A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F1A8D59D-B145-0BE8-AAAB-4A7362AD19A0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33E7745-AC9D-6A63-F19C-6EA43D10911E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8A71DF3-2E61-DF25-F9D5-54D13EF38639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4E23E8FE-F669-F00B-AE44-5C67D9DCED1A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157FAE72-3F43-3F15-913D-9D26F43DBB31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C91E515-0CD8-CEB1-9E76-8F35CBE6761F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76D1F74D-F3AC-3EA3-A7ED-2C83F9F376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86584"/>
              </p:ext>
            </p:extLst>
          </p:nvPr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EC038D7B-4E6C-8224-A1BB-984830E355C6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D58792D6-3894-896B-868E-5C705F618FA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787713B0-498A-7CD9-A78C-B2E3058A592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D970A06-B90A-B5E2-D9AB-F83E51257A9E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E54DDFD0-6102-0D33-65C5-22CC5C79EDC8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C3189225-FFD1-6579-B863-8ABB15B5541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A695ABF5-910B-B3A8-5872-EC049742C289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836391D3-DFEC-8F47-77F1-92CD7A9676A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88D1B021-0C7C-1834-FEF6-299BE9332C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44D5A4D9-70A8-D47E-09F5-D905A06A357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7283B15D-6F7C-C4CD-2DDF-5BEDF0A127C7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B4DD20A6-C9F3-06FF-A0AD-269DF8E5AA06}"/>
              </a:ext>
            </a:extLst>
          </p:cNvPr>
          <p:cNvSpPr txBox="1"/>
          <p:nvPr/>
        </p:nvSpPr>
        <p:spPr>
          <a:xfrm>
            <a:off x="6222540" y="6509904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AA639AA-0559-FD75-D8D7-9D43C0A1D318}"/>
              </a:ext>
            </a:extLst>
          </p:cNvPr>
          <p:cNvSpPr/>
          <p:nvPr/>
        </p:nvSpPr>
        <p:spPr>
          <a:xfrm>
            <a:off x="8471664" y="5124938"/>
            <a:ext cx="1021246" cy="98249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80656092-66A7-26E5-8B6C-BB649B40E88F}"/>
              </a:ext>
            </a:extLst>
          </p:cNvPr>
          <p:cNvGrpSpPr/>
          <p:nvPr/>
        </p:nvGrpSpPr>
        <p:grpSpPr>
          <a:xfrm>
            <a:off x="10200896" y="5056269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5C13FB6A-5128-7245-C548-D26BA82B00B6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94682B4A-1E30-FD77-CF76-27049A6E617F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3B7FB2-690C-17D3-0CF1-F62E5E580C83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2CEDBEEA-4731-9A8C-BA35-AAD8B21A34DC}"/>
              </a:ext>
            </a:extLst>
          </p:cNvPr>
          <p:cNvGrpSpPr/>
          <p:nvPr/>
        </p:nvGrpSpPr>
        <p:grpSpPr>
          <a:xfrm>
            <a:off x="9569554" y="1052791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4E770A29-5B7E-70A1-D503-9CCA826CD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84CD76C-01A7-0752-D458-52A1FCE9A17F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5B434439-2263-DE06-EBB7-051E38716099}"/>
              </a:ext>
            </a:extLst>
          </p:cNvPr>
          <p:cNvGrpSpPr/>
          <p:nvPr/>
        </p:nvGrpSpPr>
        <p:grpSpPr>
          <a:xfrm>
            <a:off x="6614761" y="2582330"/>
            <a:ext cx="4805495" cy="2257656"/>
            <a:chOff x="2959241" y="3779872"/>
            <a:chExt cx="4805495" cy="2257656"/>
          </a:xfrm>
        </p:grpSpPr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07941D41-5ED2-9B23-B818-0B14555BC41D}"/>
                </a:ext>
              </a:extLst>
            </p:cNvPr>
            <p:cNvSpPr/>
            <p:nvPr/>
          </p:nvSpPr>
          <p:spPr>
            <a:xfrm>
              <a:off x="2959241" y="3779872"/>
              <a:ext cx="4805495" cy="2257656"/>
            </a:xfrm>
            <a:prstGeom prst="roundRect">
              <a:avLst>
                <a:gd name="adj" fmla="val 5207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210" name="그룹 209">
              <a:extLst>
                <a:ext uri="{FF2B5EF4-FFF2-40B4-BE49-F238E27FC236}">
                  <a16:creationId xmlns:a16="http://schemas.microsoft.com/office/drawing/2014/main" id="{A4BB2C0F-E482-CE06-1842-BE306F508231}"/>
                </a:ext>
              </a:extLst>
            </p:cNvPr>
            <p:cNvGrpSpPr/>
            <p:nvPr/>
          </p:nvGrpSpPr>
          <p:grpSpPr>
            <a:xfrm>
              <a:off x="2972787" y="3806007"/>
              <a:ext cx="1826685" cy="339537"/>
              <a:chOff x="821719" y="2725968"/>
              <a:chExt cx="2511098" cy="454241"/>
            </a:xfrm>
          </p:grpSpPr>
          <p:pic>
            <p:nvPicPr>
              <p:cNvPr id="208" name="그래픽 207" descr="모스 코드 단색으로 채워진">
                <a:extLst>
                  <a:ext uri="{FF2B5EF4-FFF2-40B4-BE49-F238E27FC236}">
                    <a16:creationId xmlns:a16="http://schemas.microsoft.com/office/drawing/2014/main" id="{F2837114-FC86-7ED5-9D6F-342AEB8907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821719" y="2725968"/>
                <a:ext cx="536423" cy="454241"/>
              </a:xfrm>
              <a:prstGeom prst="rect">
                <a:avLst/>
              </a:prstGeom>
            </p:spPr>
          </p:pic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2FED3D01-DD6D-6E4D-9BFA-04328C6A992C}"/>
                  </a:ext>
                </a:extLst>
              </p:cNvPr>
              <p:cNvSpPr txBox="1"/>
              <p:nvPr/>
            </p:nvSpPr>
            <p:spPr>
              <a:xfrm>
                <a:off x="1327874" y="2799200"/>
                <a:ext cx="200494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100" b="1" dirty="0"/>
                  <a:t>Planning </a:t>
                </a:r>
                <a:r>
                  <a:rPr lang="ko-KR" altLang="en-US" sz="1100" b="1" dirty="0"/>
                  <a:t>알고리즘</a:t>
                </a:r>
              </a:p>
            </p:txBody>
          </p:sp>
        </p:grpSp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631E788E-786B-13C3-407B-0DD55D1724E9}"/>
                </a:ext>
              </a:extLst>
            </p:cNvPr>
            <p:cNvSpPr/>
            <p:nvPr/>
          </p:nvSpPr>
          <p:spPr>
            <a:xfrm>
              <a:off x="3030806" y="4419162"/>
              <a:ext cx="1108392" cy="1232932"/>
            </a:xfrm>
            <a:prstGeom prst="roundRect">
              <a:avLst>
                <a:gd name="adj" fmla="val 1204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조립 가능 후보 확인 시스템</a:t>
              </a:r>
            </a:p>
          </p:txBody>
        </p:sp>
        <p:sp>
          <p:nvSpPr>
            <p:cNvPr id="141" name="사각형: 둥근 모서리 140">
              <a:extLst>
                <a:ext uri="{FF2B5EF4-FFF2-40B4-BE49-F238E27FC236}">
                  <a16:creationId xmlns:a16="http://schemas.microsoft.com/office/drawing/2014/main" id="{F16093CA-B026-0B32-3C99-6176E6C61AAF}"/>
                </a:ext>
              </a:extLst>
            </p:cNvPr>
            <p:cNvSpPr/>
            <p:nvPr/>
          </p:nvSpPr>
          <p:spPr>
            <a:xfrm>
              <a:off x="4279913" y="4418124"/>
              <a:ext cx="1536214" cy="1242061"/>
            </a:xfrm>
            <a:prstGeom prst="roundRect">
              <a:avLst>
                <a:gd name="adj" fmla="val 1204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조립 후보 평가 및 </a:t>
              </a:r>
              <a:br>
                <a:rPr lang="en-US" altLang="ko-KR" sz="1000" dirty="0"/>
              </a:br>
              <a:r>
                <a:rPr lang="ko-KR" altLang="en-US" sz="1000" dirty="0"/>
                <a:t>조립 상태 예측 시스템</a:t>
              </a:r>
            </a:p>
          </p:txBody>
        </p:sp>
        <p:sp>
          <p:nvSpPr>
            <p:cNvPr id="142" name="사각형: 둥근 모서리 141">
              <a:extLst>
                <a:ext uri="{FF2B5EF4-FFF2-40B4-BE49-F238E27FC236}">
                  <a16:creationId xmlns:a16="http://schemas.microsoft.com/office/drawing/2014/main" id="{B12FD905-5595-A0A2-0081-BA299BA23B75}"/>
                </a:ext>
              </a:extLst>
            </p:cNvPr>
            <p:cNvSpPr/>
            <p:nvPr/>
          </p:nvSpPr>
          <p:spPr>
            <a:xfrm>
              <a:off x="5956842" y="4413266"/>
              <a:ext cx="1536214" cy="1242061"/>
            </a:xfrm>
            <a:prstGeom prst="roundRect">
              <a:avLst>
                <a:gd name="adj" fmla="val 1204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가능 </a:t>
              </a:r>
              <a:r>
                <a:rPr lang="en-US" altLang="ko-KR" sz="1000" dirty="0"/>
                <a:t>Plan </a:t>
              </a:r>
              <a:r>
                <a:rPr lang="ko-KR" altLang="en-US" sz="1000" dirty="0"/>
                <a:t>탐색 시스템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(Search Algorithm)</a:t>
              </a:r>
              <a:endParaRPr lang="ko-KR" altLang="en-US" sz="1000" dirty="0"/>
            </a:p>
          </p:txBody>
        </p:sp>
      </p:grp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88535D4E-61B4-42E8-335A-9D128B9E4207}"/>
              </a:ext>
            </a:extLst>
          </p:cNvPr>
          <p:cNvSpPr/>
          <p:nvPr/>
        </p:nvSpPr>
        <p:spPr>
          <a:xfrm>
            <a:off x="5515883" y="2582161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6ABE3DE0-6DB8-EC37-3B26-594E13A909AA}"/>
              </a:ext>
            </a:extLst>
          </p:cNvPr>
          <p:cNvSpPr/>
          <p:nvPr/>
        </p:nvSpPr>
        <p:spPr>
          <a:xfrm>
            <a:off x="7150822" y="2339003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6D819FB2-9F8A-2F39-41AA-A463185A49BD}"/>
              </a:ext>
            </a:extLst>
          </p:cNvPr>
          <p:cNvSpPr/>
          <p:nvPr/>
        </p:nvSpPr>
        <p:spPr>
          <a:xfrm>
            <a:off x="8536600" y="2339003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A9C5C96A-CC6C-DC12-3C8D-2729278D2342}"/>
              </a:ext>
            </a:extLst>
          </p:cNvPr>
          <p:cNvSpPr/>
          <p:nvPr/>
        </p:nvSpPr>
        <p:spPr>
          <a:xfrm>
            <a:off x="7965693" y="5359657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EA1E7008-4BB9-8F7F-FA10-61623EDE9C9B}"/>
              </a:ext>
            </a:extLst>
          </p:cNvPr>
          <p:cNvSpPr/>
          <p:nvPr/>
        </p:nvSpPr>
        <p:spPr>
          <a:xfrm>
            <a:off x="9748273" y="5396759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063189C-1CBE-F272-C61E-3A864DBD2B10}"/>
              </a:ext>
            </a:extLst>
          </p:cNvPr>
          <p:cNvSpPr/>
          <p:nvPr/>
        </p:nvSpPr>
        <p:spPr>
          <a:xfrm>
            <a:off x="9926241" y="2438216"/>
            <a:ext cx="816326" cy="501512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58D8942-741A-EBA4-D0DB-1AD6B98EE822}"/>
              </a:ext>
            </a:extLst>
          </p:cNvPr>
          <p:cNvGrpSpPr/>
          <p:nvPr/>
        </p:nvGrpSpPr>
        <p:grpSpPr>
          <a:xfrm>
            <a:off x="3639535" y="3710555"/>
            <a:ext cx="1529700" cy="1219719"/>
            <a:chOff x="7670009" y="1193508"/>
            <a:chExt cx="1558708" cy="1156227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54F93AF9-323B-16A3-BF11-8A54958617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BEE52A2-D609-B7CC-D310-757C16D7CB56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FEBB273-DA16-33ED-54D9-E5F9A64C49F4}"/>
              </a:ext>
            </a:extLst>
          </p:cNvPr>
          <p:cNvGrpSpPr/>
          <p:nvPr/>
        </p:nvGrpSpPr>
        <p:grpSpPr>
          <a:xfrm>
            <a:off x="3667248" y="1733672"/>
            <a:ext cx="1308643" cy="955300"/>
            <a:chOff x="567997" y="1152609"/>
            <a:chExt cx="1734024" cy="1326750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0C781D8-FEEB-803F-EF1B-E2A5DF50AF55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82CF84C7-C965-2825-8B79-15580EA793C0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2FA2A155-4CCD-6841-51E4-47C796C58579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19EC1507-80E4-2022-C7B4-B15DBD2953EE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2E7201FF-F3EE-DE1B-25B5-AEB04E009519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9BEEB04F-2CC3-024F-42A0-3375265888B7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8EE35E28-F2A0-327B-9600-ACE15EB4544F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5409540E-F264-7300-4021-C44090E95D15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2423D4A1-E499-6F0C-C47C-D1476537D7AB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20F27F81-C7ED-0661-B140-4DC6D9AE1FE1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9D004EBB-695F-A914-63FA-0D335CFEC7C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7B3D54A1-5822-404E-86E3-D435BDE0911E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951D7A55-2EA0-A7A6-29F0-22F3D238A5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4B729D29-0E36-4C2F-0746-7F84C4EC85BE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464B34CB-7FC9-B022-16E3-69DAE932BEA7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2C2BCD84-8820-8F1D-4580-9F6C0D9DDE09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9C85DF9A-236C-D311-1207-12087FBE01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AACA575F-0C50-45C1-0840-DBDC92C502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B3E2210D-68C7-7664-FF94-1DD4B659A2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1AE215EF-89BE-545A-9065-66252C5AA7B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8CE6CF86-558D-9C70-530A-E3F9DD3CD445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E99D5897-F55E-403C-F9F9-59B59C08BB7D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DD3A1ACF-B2A0-CE9E-25B6-8C736A493DD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AEB12794-A9B3-7F44-9285-245272A9BCA6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F3F5E267-3504-5EF0-FE03-27BBF475FCFB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5DA7A0CD-4D4F-2ABF-D8F0-CC35ABC61792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0FC376F1-4250-E871-81AC-5A873D5B2930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D62644A-A698-83D9-C77F-6E007F19D978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397AE57-CD56-0E9B-E87F-3B38ED600086}"/>
              </a:ext>
            </a:extLst>
          </p:cNvPr>
          <p:cNvGrpSpPr/>
          <p:nvPr/>
        </p:nvGrpSpPr>
        <p:grpSpPr>
          <a:xfrm>
            <a:off x="3644060" y="5629400"/>
            <a:ext cx="1525175" cy="999873"/>
            <a:chOff x="2438097" y="1177547"/>
            <a:chExt cx="1525175" cy="999873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D2FD4B75-A14F-6EF6-A051-030C1B8BABAE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6D4AF6E3-9C73-1D6A-221C-2069B6FC4733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87FBC80C-66CB-7DF9-4866-8BD933BE71D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D12ECF0B-8A0F-EFE8-1DEA-D4E57E334FDB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6EFA3D08-A2DB-71C6-B2CF-5A800B164F3D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806EDD90-115C-B8F5-82DA-245F6B03E352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43595514-97A1-8EB5-6521-E9AA38F6011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93E80087-6DFC-0F0F-810B-DA1F6DE3FE46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C0870A70-EF54-6FC9-BB1D-5BB876990E7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18830101-4E43-F76B-8633-D2C5958225CC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E92F7DDF-B4F1-E764-DD4A-33EF33E7451F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93188DB3-18CD-9B71-CBE1-82E99C7A32E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1BD75EDC-6187-18F4-D0D4-64F1C01FF8A7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DB53B50-0BCE-55CC-6213-0A3E8E444E9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120C025F-9B76-5118-B0B4-379D3A201179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D561BB28-B34A-F815-6482-1D2D6F86AF1D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A4AAA2CD-36B2-91DD-524D-6B66E7B1FB9C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54FE6E5-6A0B-81EE-B383-D7822F3AA994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EF9B1D64-A835-49AB-DB28-05F784170AB3}"/>
              </a:ext>
            </a:extLst>
          </p:cNvPr>
          <p:cNvSpPr/>
          <p:nvPr/>
        </p:nvSpPr>
        <p:spPr>
          <a:xfrm>
            <a:off x="109428" y="876081"/>
            <a:ext cx="5205705" cy="5921346"/>
          </a:xfrm>
          <a:prstGeom prst="roundRect">
            <a:avLst>
              <a:gd name="adj" fmla="val 5207"/>
            </a:avLst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186" name="그룹 185">
            <a:extLst>
              <a:ext uri="{FF2B5EF4-FFF2-40B4-BE49-F238E27FC236}">
                <a16:creationId xmlns:a16="http://schemas.microsoft.com/office/drawing/2014/main" id="{8829944F-F70B-52DE-B255-A57FAEFD664A}"/>
              </a:ext>
            </a:extLst>
          </p:cNvPr>
          <p:cNvGrpSpPr/>
          <p:nvPr/>
        </p:nvGrpSpPr>
        <p:grpSpPr>
          <a:xfrm>
            <a:off x="371094" y="1126407"/>
            <a:ext cx="2939443" cy="2038441"/>
            <a:chOff x="425247" y="2051446"/>
            <a:chExt cx="5526178" cy="4211367"/>
          </a:xfrm>
        </p:grpSpPr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E9168635-27ED-B05C-0EAF-46BEFBE867D0}"/>
                </a:ext>
              </a:extLst>
            </p:cNvPr>
            <p:cNvGrpSpPr/>
            <p:nvPr/>
          </p:nvGrpSpPr>
          <p:grpSpPr>
            <a:xfrm>
              <a:off x="441569" y="2051446"/>
              <a:ext cx="5261294" cy="2755108"/>
              <a:chOff x="629374" y="2349981"/>
              <a:chExt cx="5261294" cy="2755108"/>
            </a:xfrm>
          </p:grpSpPr>
          <p:pic>
            <p:nvPicPr>
              <p:cNvPr id="157" name="그림 156" descr="공구, 레버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FE2E6DDE-C3A7-5590-2454-0AAC196FF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7021" y="2457175"/>
                <a:ext cx="3033410" cy="2647914"/>
              </a:xfrm>
              <a:prstGeom prst="rect">
                <a:avLst/>
              </a:prstGeom>
            </p:spPr>
          </p:pic>
          <p:sp>
            <p:nvSpPr>
              <p:cNvPr id="158" name="타원 157">
                <a:extLst>
                  <a:ext uri="{FF2B5EF4-FFF2-40B4-BE49-F238E27FC236}">
                    <a16:creationId xmlns:a16="http://schemas.microsoft.com/office/drawing/2014/main" id="{559ED4FE-40D9-96D3-88AB-B3D8497B367F}"/>
                  </a:ext>
                </a:extLst>
              </p:cNvPr>
              <p:cNvSpPr/>
              <p:nvPr/>
            </p:nvSpPr>
            <p:spPr>
              <a:xfrm>
                <a:off x="646543" y="2349981"/>
                <a:ext cx="1619288" cy="53539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59" name="타원 158">
                <a:extLst>
                  <a:ext uri="{FF2B5EF4-FFF2-40B4-BE49-F238E27FC236}">
                    <a16:creationId xmlns:a16="http://schemas.microsoft.com/office/drawing/2014/main" id="{F7911A7A-1A75-2525-9405-98E1EE8E9734}"/>
                  </a:ext>
                </a:extLst>
              </p:cNvPr>
              <p:cNvSpPr/>
              <p:nvPr/>
            </p:nvSpPr>
            <p:spPr>
              <a:xfrm>
                <a:off x="4427689" y="2679831"/>
                <a:ext cx="1462979" cy="563695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700">
                    <a:latin typeface="+mj-ea"/>
                    <a:ea typeface="+mj-ea"/>
                  </a:rPr>
                  <a:t>나사구멍</a:t>
                </a:r>
                <a:r>
                  <a:rPr lang="en-US" altLang="ko-KR" sz="700">
                    <a:latin typeface="+mj-ea"/>
                    <a:ea typeface="+mj-ea"/>
                  </a:rPr>
                  <a:t>:</a:t>
                </a:r>
                <a:r>
                  <a:rPr lang="ko-KR" altLang="en-US" sz="700">
                    <a:latin typeface="+mj-ea"/>
                    <a:ea typeface="+mj-ea"/>
                  </a:rPr>
                  <a:t> </a:t>
                </a:r>
                <a:r>
                  <a:rPr lang="en-US" altLang="ko-KR" sz="700">
                    <a:latin typeface="+mj-ea"/>
                    <a:ea typeface="+mj-ea"/>
                  </a:rPr>
                  <a:t>Ø8mm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60" name="타원 159">
                <a:extLst>
                  <a:ext uri="{FF2B5EF4-FFF2-40B4-BE49-F238E27FC236}">
                    <a16:creationId xmlns:a16="http://schemas.microsoft.com/office/drawing/2014/main" id="{C166059E-0853-99EC-3724-44299CC2728A}"/>
                  </a:ext>
                </a:extLst>
              </p:cNvPr>
              <p:cNvSpPr/>
              <p:nvPr/>
            </p:nvSpPr>
            <p:spPr>
              <a:xfrm>
                <a:off x="3042933" y="3429855"/>
                <a:ext cx="261792" cy="242592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61" name="타원 160">
                <a:extLst>
                  <a:ext uri="{FF2B5EF4-FFF2-40B4-BE49-F238E27FC236}">
                    <a16:creationId xmlns:a16="http://schemas.microsoft.com/office/drawing/2014/main" id="{85E1C688-F490-F8D0-DDA4-A1710C283BAC}"/>
                  </a:ext>
                </a:extLst>
              </p:cNvPr>
              <p:cNvSpPr/>
              <p:nvPr/>
            </p:nvSpPr>
            <p:spPr>
              <a:xfrm>
                <a:off x="2879010" y="4028005"/>
                <a:ext cx="261792" cy="242592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62" name="타원 161">
                <a:extLst>
                  <a:ext uri="{FF2B5EF4-FFF2-40B4-BE49-F238E27FC236}">
                    <a16:creationId xmlns:a16="http://schemas.microsoft.com/office/drawing/2014/main" id="{B29B2F5E-8A8A-43CC-C63F-29F082ECC067}"/>
                  </a:ext>
                </a:extLst>
              </p:cNvPr>
              <p:cNvSpPr/>
              <p:nvPr/>
            </p:nvSpPr>
            <p:spPr>
              <a:xfrm>
                <a:off x="629374" y="3045926"/>
                <a:ext cx="1619288" cy="53539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700" dirty="0">
                    <a:latin typeface="+mj-ea"/>
                    <a:ea typeface="+mj-ea"/>
                  </a:rPr>
                  <a:t>M8 </a:t>
                </a:r>
                <a:r>
                  <a:rPr lang="ko-KR" altLang="en-US" sz="700" dirty="0">
                    <a:latin typeface="+mj-ea"/>
                    <a:ea typeface="+mj-ea"/>
                  </a:rPr>
                  <a:t>나사</a:t>
                </a:r>
              </a:p>
            </p:txBody>
          </p:sp>
          <p:cxnSp>
            <p:nvCxnSpPr>
              <p:cNvPr id="163" name="직선 화살표 연결선 162">
                <a:extLst>
                  <a:ext uri="{FF2B5EF4-FFF2-40B4-BE49-F238E27FC236}">
                    <a16:creationId xmlns:a16="http://schemas.microsoft.com/office/drawing/2014/main" id="{60A0AB28-3A39-A51F-34D7-706CEE39D3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61568" y="3243526"/>
                <a:ext cx="97611" cy="45620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" name="직선 화살표 연결선 163">
                <a:extLst>
                  <a:ext uri="{FF2B5EF4-FFF2-40B4-BE49-F238E27FC236}">
                    <a16:creationId xmlns:a16="http://schemas.microsoft.com/office/drawing/2014/main" id="{A1BA4EC1-0856-B611-6A44-80EA85A77C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28692" y="2806973"/>
                <a:ext cx="1052580" cy="658409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" name="직선 화살표 연결선 164">
                <a:extLst>
                  <a:ext uri="{FF2B5EF4-FFF2-40B4-BE49-F238E27FC236}">
                    <a16:creationId xmlns:a16="http://schemas.microsoft.com/office/drawing/2014/main" id="{D11BF761-2361-8E87-40F2-35DC75FC4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11523" y="3502918"/>
                <a:ext cx="905826" cy="5606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92D2E529-6E28-B448-8FC5-9120EAA0A74D}"/>
                </a:ext>
              </a:extLst>
            </p:cNvPr>
            <p:cNvGrpSpPr/>
            <p:nvPr/>
          </p:nvGrpSpPr>
          <p:grpSpPr>
            <a:xfrm>
              <a:off x="425247" y="4131711"/>
              <a:ext cx="5526178" cy="2131102"/>
              <a:chOff x="217046" y="4520735"/>
              <a:chExt cx="6079400" cy="2529994"/>
            </a:xfrm>
          </p:grpSpPr>
          <p:pic>
            <p:nvPicPr>
              <p:cNvPr id="169" name="Picture 2">
                <a:extLst>
                  <a:ext uri="{FF2B5EF4-FFF2-40B4-BE49-F238E27FC236}">
                    <a16:creationId xmlns:a16="http://schemas.microsoft.com/office/drawing/2014/main" id="{3FB797BE-8FA0-5D73-3F83-E6D78FEDD4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10000" b="90000" l="10000" r="90000">
                            <a14:foregroundMark x1="17667" y1="33250" x2="13333" y2="45625"/>
                            <a14:foregroundMark x1="13333" y1="45625" x2="12417" y2="53375"/>
                            <a14:foregroundMark x1="12417" y1="53375" x2="13333" y2="61000"/>
                            <a14:foregroundMark x1="13333" y1="61000" x2="16417" y2="69375"/>
                            <a14:foregroundMark x1="16417" y1="69375" x2="25750" y2="75500"/>
                            <a14:foregroundMark x1="18833" y1="64625" x2="27000" y2="65250"/>
                            <a14:foregroundMark x1="27000" y1="65250" x2="24083" y2="61875"/>
                            <a14:foregroundMark x1="30917" y1="63750" x2="30917" y2="63750"/>
                            <a14:foregroundMark x1="30417" y1="61250" x2="23167" y2="60750"/>
                            <a14:foregroundMark x1="23167" y1="60750" x2="17750" y2="54250"/>
                            <a14:foregroundMark x1="17750" y1="54250" x2="17750" y2="51500"/>
                            <a14:foregroundMark x1="31583" y1="63250" x2="17917" y2="65625"/>
                            <a14:foregroundMark x1="26917" y1="74250" x2="27917" y2="75375"/>
                            <a14:foregroundMark x1="28750" y1="74500" x2="27667" y2="76750"/>
                            <a14:foregroundMark x1="28250" y1="76250" x2="27833" y2="76875"/>
                            <a14:foregroundMark x1="84500" y1="38625" x2="87833" y2="38125"/>
                            <a14:foregroundMark x1="77083" y1="34250" x2="79417" y2="33125"/>
                            <a14:foregroundMark x1="28083" y1="60250" x2="24000" y2="56000"/>
                            <a14:foregroundMark x1="24000" y1="56000" x2="20500" y2="44125"/>
                            <a14:foregroundMark x1="20500" y1="44125" x2="23917" y2="39250"/>
                            <a14:foregroundMark x1="23917" y1="39250" x2="29500" y2="37625"/>
                            <a14:foregroundMark x1="29500" y1="37625" x2="42667" y2="38125"/>
                            <a14:foregroundMark x1="26167" y1="66375" x2="32417" y2="64875"/>
                            <a14:foregroundMark x1="24000" y1="72250" x2="23250" y2="73375"/>
                            <a14:foregroundMark x1="23750" y1="72250" x2="23750" y2="72250"/>
                            <a14:foregroundMark x1="23167" y1="72250" x2="24250" y2="71500"/>
                            <a14:foregroundMark x1="28417" y1="74125" x2="27083" y2="77000"/>
                            <a14:foregroundMark x1="11000" y1="50375" x2="13000" y2="36500"/>
                            <a14:foregroundMark x1="13000" y1="36500" x2="13250" y2="35500"/>
                            <a14:backgroundMark x1="58167" y1="44875" x2="57667" y2="44875"/>
                            <a14:backgroundMark x1="18500" y1="68000" x2="29083" y2="690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17559" y="4520735"/>
                <a:ext cx="3794991" cy="25299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C92287FC-AA7C-65AF-CBA9-2F91180F7656}"/>
                  </a:ext>
                </a:extLst>
              </p:cNvPr>
              <p:cNvGrpSpPr/>
              <p:nvPr/>
            </p:nvGrpSpPr>
            <p:grpSpPr>
              <a:xfrm>
                <a:off x="217046" y="4564005"/>
                <a:ext cx="6079400" cy="2039392"/>
                <a:chOff x="217046" y="4564005"/>
                <a:chExt cx="6079400" cy="2039392"/>
              </a:xfrm>
            </p:grpSpPr>
            <p:sp>
              <p:nvSpPr>
                <p:cNvPr id="171" name="타원 170">
                  <a:extLst>
                    <a:ext uri="{FF2B5EF4-FFF2-40B4-BE49-F238E27FC236}">
                      <a16:creationId xmlns:a16="http://schemas.microsoft.com/office/drawing/2014/main" id="{7E533129-65D8-6ABC-D446-3B73E8BB5BB5}"/>
                    </a:ext>
                  </a:extLst>
                </p:cNvPr>
                <p:cNvSpPr/>
                <p:nvPr/>
              </p:nvSpPr>
              <p:spPr>
                <a:xfrm>
                  <a:off x="2591376" y="5771708"/>
                  <a:ext cx="288000" cy="287999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2" name="타원 171">
                  <a:extLst>
                    <a:ext uri="{FF2B5EF4-FFF2-40B4-BE49-F238E27FC236}">
                      <a16:creationId xmlns:a16="http://schemas.microsoft.com/office/drawing/2014/main" id="{C5CA28B6-DB70-E219-515E-178767445002}"/>
                    </a:ext>
                  </a:extLst>
                </p:cNvPr>
                <p:cNvSpPr/>
                <p:nvPr/>
              </p:nvSpPr>
              <p:spPr>
                <a:xfrm>
                  <a:off x="2151456" y="5248150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3" name="타원 172">
                  <a:extLst>
                    <a:ext uri="{FF2B5EF4-FFF2-40B4-BE49-F238E27FC236}">
                      <a16:creationId xmlns:a16="http://schemas.microsoft.com/office/drawing/2014/main" id="{645DA92B-17BF-B130-42DE-2ADBF6882D21}"/>
                    </a:ext>
                  </a:extLst>
                </p:cNvPr>
                <p:cNvSpPr/>
                <p:nvPr/>
              </p:nvSpPr>
              <p:spPr>
                <a:xfrm>
                  <a:off x="1975923" y="5692556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4" name="타원 173">
                  <a:extLst>
                    <a:ext uri="{FF2B5EF4-FFF2-40B4-BE49-F238E27FC236}">
                      <a16:creationId xmlns:a16="http://schemas.microsoft.com/office/drawing/2014/main" id="{1AB5A1A8-C180-A8C4-C163-65390FD9904A}"/>
                    </a:ext>
                  </a:extLst>
                </p:cNvPr>
                <p:cNvSpPr/>
                <p:nvPr/>
              </p:nvSpPr>
              <p:spPr>
                <a:xfrm>
                  <a:off x="2022702" y="5877784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5" name="타원 174">
                  <a:extLst>
                    <a:ext uri="{FF2B5EF4-FFF2-40B4-BE49-F238E27FC236}">
                      <a16:creationId xmlns:a16="http://schemas.microsoft.com/office/drawing/2014/main" id="{4CF089D7-26FA-65AA-2B9B-535D576DEA18}"/>
                    </a:ext>
                  </a:extLst>
                </p:cNvPr>
                <p:cNvSpPr/>
                <p:nvPr/>
              </p:nvSpPr>
              <p:spPr>
                <a:xfrm>
                  <a:off x="4790387" y="5111225"/>
                  <a:ext cx="400737" cy="422799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6" name="타원 175">
                  <a:extLst>
                    <a:ext uri="{FF2B5EF4-FFF2-40B4-BE49-F238E27FC236}">
                      <a16:creationId xmlns:a16="http://schemas.microsoft.com/office/drawing/2014/main" id="{54895084-815B-5EC6-0C25-021BA3B1BEB0}"/>
                    </a:ext>
                  </a:extLst>
                </p:cNvPr>
                <p:cNvSpPr/>
                <p:nvPr/>
              </p:nvSpPr>
              <p:spPr>
                <a:xfrm>
                  <a:off x="217046" y="4564005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700">
                      <a:latin typeface="+mj-ea"/>
                      <a:ea typeface="+mj-ea"/>
                    </a:rPr>
                    <a:t>M6</a:t>
                  </a:r>
                  <a:endParaRPr lang="ko-KR" altLang="en-US" sz="700">
                    <a:latin typeface="+mj-ea"/>
                    <a:ea typeface="+mj-ea"/>
                  </a:endParaRPr>
                </a:p>
                <a:p>
                  <a:pPr algn="ctr"/>
                  <a:r>
                    <a:rPr lang="ko-KR" altLang="en-US" sz="700" err="1">
                      <a:latin typeface="+mj-ea"/>
                      <a:ea typeface="+mj-ea"/>
                    </a:rPr>
                    <a:t>나사탭</a:t>
                  </a:r>
                  <a:endParaRPr lang="ko-KR" altLang="en-US" sz="700">
                    <a:latin typeface="+mj-ea"/>
                    <a:ea typeface="+mj-ea"/>
                  </a:endParaRPr>
                </a:p>
              </p:txBody>
            </p:sp>
            <p:sp>
              <p:nvSpPr>
                <p:cNvPr id="177" name="타원 176">
                  <a:extLst>
                    <a:ext uri="{FF2B5EF4-FFF2-40B4-BE49-F238E27FC236}">
                      <a16:creationId xmlns:a16="http://schemas.microsoft.com/office/drawing/2014/main" id="{E73DE527-EF3B-4300-31F5-F4084204DAFB}"/>
                    </a:ext>
                  </a:extLst>
                </p:cNvPr>
                <p:cNvSpPr/>
                <p:nvPr/>
              </p:nvSpPr>
              <p:spPr>
                <a:xfrm>
                  <a:off x="217046" y="5265895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700" dirty="0">
                      <a:latin typeface="+mj-ea"/>
                      <a:ea typeface="+mj-ea"/>
                    </a:rPr>
                    <a:t>M4</a:t>
                  </a:r>
                  <a:endParaRPr lang="ko-KR" altLang="en-US" sz="700" dirty="0">
                    <a:latin typeface="+mj-ea"/>
                    <a:ea typeface="+mj-ea"/>
                  </a:endParaRPr>
                </a:p>
                <a:p>
                  <a:pPr algn="ctr"/>
                  <a:r>
                    <a:rPr lang="ko-KR" altLang="en-US" sz="7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7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78" name="타원 177">
                  <a:extLst>
                    <a:ext uri="{FF2B5EF4-FFF2-40B4-BE49-F238E27FC236}">
                      <a16:creationId xmlns:a16="http://schemas.microsoft.com/office/drawing/2014/main" id="{7C5F72C6-C5A5-73C2-45FA-CEAF791DE59F}"/>
                    </a:ext>
                  </a:extLst>
                </p:cNvPr>
                <p:cNvSpPr/>
                <p:nvPr/>
              </p:nvSpPr>
              <p:spPr>
                <a:xfrm>
                  <a:off x="217046" y="5967784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700" dirty="0">
                      <a:latin typeface="+mj-ea"/>
                      <a:ea typeface="+mj-ea"/>
                    </a:rPr>
                    <a:t>M4</a:t>
                  </a:r>
                  <a:endParaRPr lang="ko-KR" altLang="en-US" sz="700" dirty="0">
                    <a:latin typeface="+mj-ea"/>
                    <a:ea typeface="+mj-ea"/>
                  </a:endParaRPr>
                </a:p>
                <a:p>
                  <a:pPr algn="ctr"/>
                  <a:r>
                    <a:rPr lang="ko-KR" altLang="en-US" sz="7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7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79" name="타원 178">
                  <a:extLst>
                    <a:ext uri="{FF2B5EF4-FFF2-40B4-BE49-F238E27FC236}">
                      <a16:creationId xmlns:a16="http://schemas.microsoft.com/office/drawing/2014/main" id="{D20824D3-B4CA-9E4B-65DC-8E7B0FAD744A}"/>
                    </a:ext>
                  </a:extLst>
                </p:cNvPr>
                <p:cNvSpPr/>
                <p:nvPr/>
              </p:nvSpPr>
              <p:spPr>
                <a:xfrm>
                  <a:off x="3266366" y="5926677"/>
                  <a:ext cx="1682801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700" dirty="0">
                      <a:latin typeface="+mj-ea"/>
                      <a:ea typeface="+mj-ea"/>
                    </a:rPr>
                    <a:t>도어 래치 커넥터</a:t>
                  </a:r>
                </a:p>
              </p:txBody>
            </p:sp>
            <p:sp>
              <p:nvSpPr>
                <p:cNvPr id="180" name="타원 179">
                  <a:extLst>
                    <a:ext uri="{FF2B5EF4-FFF2-40B4-BE49-F238E27FC236}">
                      <a16:creationId xmlns:a16="http://schemas.microsoft.com/office/drawing/2014/main" id="{5C608AC6-1783-1A3A-956D-EF7AECA25216}"/>
                    </a:ext>
                  </a:extLst>
                </p:cNvPr>
                <p:cNvSpPr/>
                <p:nvPr/>
              </p:nvSpPr>
              <p:spPr>
                <a:xfrm>
                  <a:off x="4964108" y="5782556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700" dirty="0">
                      <a:latin typeface="+mj-ea"/>
                      <a:ea typeface="+mj-ea"/>
                    </a:rPr>
                    <a:t>래치 케이블</a:t>
                  </a:r>
                </a:p>
              </p:txBody>
            </p:sp>
            <p:cxnSp>
              <p:nvCxnSpPr>
                <p:cNvPr id="181" name="직선 화살표 연결선 180">
                  <a:extLst>
                    <a:ext uri="{FF2B5EF4-FFF2-40B4-BE49-F238E27FC236}">
                      <a16:creationId xmlns:a16="http://schemas.microsoft.com/office/drawing/2014/main" id="{A9B8F35F-A488-AC9E-250A-D1EF30A88656}"/>
                    </a:ext>
                  </a:extLst>
                </p:cNvPr>
                <p:cNvCxnSpPr>
                  <a:cxnSpLocks/>
                  <a:stCxn id="176" idx="6"/>
                  <a:endCxn id="172" idx="1"/>
                </p:cNvCxnSpPr>
                <p:nvPr/>
              </p:nvCxnSpPr>
              <p:spPr>
                <a:xfrm>
                  <a:off x="1549384" y="4881812"/>
                  <a:ext cx="628432" cy="392698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직선 화살표 연결선 181">
                  <a:extLst>
                    <a:ext uri="{FF2B5EF4-FFF2-40B4-BE49-F238E27FC236}">
                      <a16:creationId xmlns:a16="http://schemas.microsoft.com/office/drawing/2014/main" id="{AA69C70F-DB33-0A2D-0A5A-F93FAD93B067}"/>
                    </a:ext>
                  </a:extLst>
                </p:cNvPr>
                <p:cNvCxnSpPr>
                  <a:cxnSpLocks/>
                  <a:stCxn id="177" idx="6"/>
                  <a:endCxn id="173" idx="1"/>
                </p:cNvCxnSpPr>
                <p:nvPr/>
              </p:nvCxnSpPr>
              <p:spPr>
                <a:xfrm>
                  <a:off x="1549384" y="5583702"/>
                  <a:ext cx="452899" cy="135214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직선 화살표 연결선 182">
                  <a:extLst>
                    <a:ext uri="{FF2B5EF4-FFF2-40B4-BE49-F238E27FC236}">
                      <a16:creationId xmlns:a16="http://schemas.microsoft.com/office/drawing/2014/main" id="{301CFDA3-93B8-55B4-010F-D05F594CDAA8}"/>
                    </a:ext>
                  </a:extLst>
                </p:cNvPr>
                <p:cNvCxnSpPr>
                  <a:cxnSpLocks/>
                  <a:stCxn id="178" idx="6"/>
                  <a:endCxn id="174" idx="3"/>
                </p:cNvCxnSpPr>
                <p:nvPr/>
              </p:nvCxnSpPr>
              <p:spPr>
                <a:xfrm flipV="1">
                  <a:off x="1549384" y="6031424"/>
                  <a:ext cx="499678" cy="254167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직선 화살표 연결선 183">
                  <a:extLst>
                    <a:ext uri="{FF2B5EF4-FFF2-40B4-BE49-F238E27FC236}">
                      <a16:creationId xmlns:a16="http://schemas.microsoft.com/office/drawing/2014/main" id="{4AC1D51C-1566-4B63-B345-4C9098B390B5}"/>
                    </a:ext>
                  </a:extLst>
                </p:cNvPr>
                <p:cNvCxnSpPr>
                  <a:cxnSpLocks/>
                  <a:stCxn id="179" idx="1"/>
                  <a:endCxn id="171" idx="6"/>
                </p:cNvCxnSpPr>
                <p:nvPr/>
              </p:nvCxnSpPr>
              <p:spPr>
                <a:xfrm flipH="1" flipV="1">
                  <a:off x="2879376" y="5915706"/>
                  <a:ext cx="633430" cy="104055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직선 화살표 연결선 184">
                  <a:extLst>
                    <a:ext uri="{FF2B5EF4-FFF2-40B4-BE49-F238E27FC236}">
                      <a16:creationId xmlns:a16="http://schemas.microsoft.com/office/drawing/2014/main" id="{64D0AFC1-7C82-98D5-4764-042858C6B9BB}"/>
                    </a:ext>
                  </a:extLst>
                </p:cNvPr>
                <p:cNvCxnSpPr>
                  <a:cxnSpLocks/>
                  <a:stCxn id="169" idx="3"/>
                  <a:endCxn id="175" idx="5"/>
                </p:cNvCxnSpPr>
                <p:nvPr/>
              </p:nvCxnSpPr>
              <p:spPr>
                <a:xfrm flipH="1" flipV="1">
                  <a:off x="5132437" y="5472107"/>
                  <a:ext cx="280113" cy="313625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218616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513808"/>
              </p:ext>
            </p:extLst>
          </p:nvPr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9076"/>
              </p:ext>
            </p:extLst>
          </p:nvPr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59220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D79C0-FD71-574F-D932-4084A102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D051B-5FCB-A920-78E0-51C8E394A1BA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2126809-E8E4-AE0D-F05F-8B6F0AAF7019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0B2B4BD3-1584-E6C5-4665-680B0D934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54CE45E-F960-1659-392B-88F590617349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AA875BB-C4CF-EFE3-5B94-8B9277F011FC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BD6BF40-6D1D-8A46-E470-14F9A21D7417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4D291A4-00DE-95D3-2019-60DC67BC9F9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AC2FF2B-184D-A9AE-264B-665EC305279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6C49834D-8C3E-063A-9BEA-2081BE3D5BF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AFBF06E-0647-F9EA-D6CE-0D9FC108E5F8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BAD341AA-2302-19B7-465D-A8AE2AE6E9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0CCB7C0-0ECC-4BCD-1520-068BED56E8B7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B7E6B33-FB82-B849-D7C5-2228B361AAB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94A0BDF4-C86C-ED74-1F1A-A3B8BDD6DA5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7E1A46C-E1CD-FCC3-9C1D-CAC169579A02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1D7BA0C7-70F4-88B4-D2C4-A4D59F55FCC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9092F3FD-6188-0BA4-B81D-FC1A0FEEAE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B9BF14AD-8F40-2F81-49FB-0CE520B2FE9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D3DB624D-CE0E-F8A3-339C-383990141D0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09FCC8DE-7B5A-A780-F288-A2F4BD3AF66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32041089-047B-B6A5-D748-75109555B0A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0DC797DF-0CF8-8913-5B72-2DB5AAEA454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A9EDC97-8CB9-4060-86A1-65DF554A4945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00133D-B6D3-711D-3FAE-820BF38F6DC9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0DFE0DB-6539-6868-0A44-BAB2C013984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45DC7B-2931-A4ED-D4A7-AE9F9CA12434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3A838C4-DDF6-2C65-FE2A-0CEA66FFB43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2DFBF81-BB3D-AD92-105A-242F23B2317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BBB9D6E7-DA1F-C73E-D38B-B1037065A75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C2AC406E-F332-1A96-5906-2943088117A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43BF04B-FEEA-29EE-CDA4-2683F13555ED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F84AFDC-D90A-E33C-76A5-CC06E7528903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F54818-79B4-A019-315A-95A647B33BB9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02511475-2ECC-944E-96FB-89E8F0DB3DE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F2A9F62B-19DD-D284-938A-31435FA92C77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C1C90F51-61ED-8360-1212-98AE4727C09C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FBFE0A52-0633-698C-9635-DD99C12A802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01FE8BC-F884-B82C-4D93-B810F03AB256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7FEBE76-17EC-637B-CB9D-D9C4F65FB188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0F299E7F-BBC1-FE7E-4F7D-900B7576320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077A263C-97CE-90E2-DCBD-16B89F7DFC8A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D8226FC1-CC41-952B-FB13-FDB164B8DD9C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55C290F-5028-D0EE-3B4B-A975D3F11441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80FCC272-62DE-868A-EE71-8A185C5C354E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25B684C0-7E3C-1C52-D7C6-3E9A660B8DD9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95E88703-8079-2594-C505-18C9F18DAC9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C3FFD9F-4151-32D7-0230-490246BBE11F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A3E187F5-E46F-9709-87AA-1B126AC0EFC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BF999D8A-F217-B978-1152-C3B0E3559EB5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80F7D0F2-DA42-EF12-DA05-1296D213D489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C65392C-1DB4-BC8A-B51C-105B1F52B31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C821C9-52DC-A496-A746-53314381576F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A34527B-8055-6D5C-57AF-3E72B6741005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59FFFB0-37F2-1805-5EF9-7F1DE5DB60E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62208C0-0599-A6EC-B128-CD8B06FAF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3E322CE-BA37-1BB4-18ED-2E5CA08776D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EAB271A-C5BE-BB7A-018C-10C1BC70D286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2911E15-C895-52FD-C371-2E66E3A8E87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D6AFED44-7BB9-72E5-E4DB-40E0BC4666D3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0412EE1-31F3-E0C9-14F5-F171144767E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AED8F7-1A40-8154-B0CD-2580513DAEC0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51A362-4A94-BE6D-4BFC-E8B6CEDD958E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5A6B06EF-A8CC-D5B5-612B-E5D40C593623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7D8E3E1-6F2B-D24C-C374-62BDBFB9EFCD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6B9F6600-DE91-8DAA-F79B-5E51C34DBE02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44C508B1-BC54-106F-2377-096438C1A209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228C740B-15C5-E01C-657B-0D4CE6C71B9F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6B90D62C-A539-368C-099E-355DD1FF93E8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028D5C1C-C6D0-2A1B-7B57-EA0BD3C5763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D1C881D1-2544-D5F2-8E52-522BC23840F4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8F053EB-9C62-8EE9-EF03-30E80734515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310E35A3-D92F-0D20-9A34-C589C51F55E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E1158138-7B2E-E441-1C59-95733B1DAAD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462C046C-F90A-91A6-037C-8C5878A3CADF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11D66D21-B2C1-C2EC-8992-E4E8BDF421E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FEE67BF-6A6B-791E-0D2B-617AF0F464F6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42C53F50-91B5-D08D-D9A7-8B043E5D4E94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9CE804B-1F02-350E-4F86-14354EA4BFE4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546E0925-6D7F-ABE2-2C30-58A4063AC6A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8AD5F05-250A-D26E-F317-F1B4387AFE8F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A8DBC6B-F428-A667-0E7D-6A63EA676641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E1D74680-55FB-1D5F-6F35-0F86A2FADF2A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58841AE5-118A-ACCB-5EF8-D9C4B4CC2E7A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45F674F8-B706-A05A-328C-D825BCC0D5E5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5C2607-7407-0A07-2435-69F40F443F9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3A63088C-D146-B4BD-35F8-2C872B33B69A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B189A56-7835-052F-0FD7-2C6AF47B9DB5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63BD5D11-1833-E985-5150-354AD65DD63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BBF1E8C0-1087-A4EF-901E-29F9D37D7C95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C19D0B27-8981-984E-8566-AEDC387DEF4F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4EFB7C0-F17B-1645-499C-C086EAFBC717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6726D8E0-70F0-0785-C096-AEA1447E1F82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4418338A-95D0-2585-5FBB-3B79F40C59D0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50AE84D6-6F73-F6FA-9F54-C9AA07664D7F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C8A93056-D334-DD2E-CA06-0627B0968F76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E6809B6-B2AC-2A60-154F-E5ADE730353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D39C0BD9-EEF4-7C8C-B6C5-551E8E78188D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E0BE368-55E1-FACE-F049-5DF9B6E31554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D8812394-4B58-D5EC-34F6-0088F7F82E9B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38A5D63-594B-C515-A2D7-96670B5F3C03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17B8A54-33F3-7D26-C765-6079AA9A86D2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93F4102E-4D19-34E7-0A5A-6C01033F8297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BAD550CA-788F-179A-63A4-208CD04B17F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AFC8C33E-75F6-76F4-BBC4-BCDCFBDA7F7D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43DBA519-23EB-4150-2F2A-FE0F3F33B796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71275980-D4A2-FBB9-1646-1C455CF2E23B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CDA64B31-38C6-21B9-9EF1-5F481A67E75E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C9EB5D23-F266-C7B3-9067-48BE6CF230EC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C5705807-10A3-871B-8396-35ECEFF4425A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C1DF029E-4379-BA1B-9311-A282FE0E5708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03B1B11-365B-34B1-D3EB-385B1204288C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C655EDEB-B0C7-8EA2-5B60-E3695EE9448A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AEB4C718-92FE-BD5E-A49D-0CB59743BAEA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5CDA273-A793-F51B-CBDA-0B563C88398F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3228CAF0-BADF-5EC8-648A-5301492BF20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254AB62-5B8F-D1C6-9027-A89FD5D623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6C09A67C-F0E1-F497-1ABF-E452DBF7C26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AA0AECB7-C907-26FF-DCCE-870360E0918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9C46230C-18B5-D669-4DCA-FD66B51FCB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A34839FD-95FE-16FF-7A02-BE3E6223ED2C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295340B-609F-E54D-267F-2D8E6FC96F5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EC255B6-1A65-6333-08F7-6E5111AFBBA7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F14D494-693C-F537-9273-D1AA8E14012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D3C8DC58-D60B-2777-449A-1B82D8BCC4C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5114DBBD-CD8A-281E-CCDD-85D5A9E16810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E471C64-71CE-077F-48EE-449BF780E9DA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E537F7F-C711-A60A-56D0-64C3CC4C5C7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B03732C7-A2E9-DE78-97D8-08E39EFCCD0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92B23000-1D4E-9FEF-535B-3A634868CE9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1E1A0D6-B726-4EC2-3049-FF45236A848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5ED9A3F8-602A-3D71-132F-21AE1DCD5A3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BEE7765-E92B-8492-BFE1-73CEBC7F3B57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5D24B854-38AD-0E15-BBAD-C7F575E97023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56A09FBC-6DF9-CB29-E9F0-86739D8488B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A11C792C-351A-7420-40B2-780E295136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C0D9716-5B63-E93F-2873-CC7293B8EE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14A7E4D-C21E-80C1-20BD-DF0B52CAAD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C2FB5E3-F362-2908-440B-C0AAD425EC2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4C4A30E-268C-95DA-90E4-3A5D4F063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67700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E060D-3BDF-958C-937D-3879B822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40C913C-B727-AC06-C792-1CD4BB3C4385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AEDEEE-7839-89AB-9E03-3F2D8BFA1B1B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4D1ADD5E-23B1-84FC-DA53-D4EC19378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47E2DD-44B7-C1C6-65B6-2E6E2792270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1D29453-1812-613C-4C38-FF1A8329DBEE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7B3A7C4D-DF14-8DDD-1C32-B8D0FAF8B90C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0324D1F5-2511-EABF-B65D-DB34F5006C7E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210F1E1C-3996-503E-F116-2DDA987E68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4AE0A652-820A-CF2E-300F-B8C342D75ED4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EA5A202-F83B-FDE7-053C-A006E8F8C1F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237694C4-FA13-3F08-2598-FC328D512BBB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1053A458-4F30-611D-6240-AACAD1459EBE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F55B9E5-8AF8-8DCE-8DB8-5F684150934D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0436E374-96DE-D71E-651B-ACCB46DDDA9D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EFBDB2AE-2091-FD73-4E2E-F13AAA8351C0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B8608ADC-A497-3C5B-B2DF-C6111E6CF66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BEDEE843-16B5-B097-675F-5D242A864BE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3437D453-8790-B8B8-F674-55EAEE653CA4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E2EB2043-EE67-FA36-CD10-03A7A36CB282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CE8667E4-6F15-CFA2-DB1F-4D6BA616AA1E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F8309532-B654-272E-F862-23B226CF62D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18E75310-BFDB-FEE9-F37D-EC2718BFFC5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AFA07C95-FE80-DB4B-9185-B35D85E5F37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95517-8261-B322-6113-45996B7CFD4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46DBB2-22C7-9D4B-581F-F8ABADB08DBD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E69D0CC-82E9-70C4-C04D-22E4D851C7C5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7541E99-0E66-74A4-A96A-E93A072E481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1C4DA42-C06E-BBC7-CBFD-EECA7A6630C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9CF62A0-CA1B-E564-8DEC-82C079B78ED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CC92EC8-BE96-E5BF-9E4D-11AA0C9CD1F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047D027-EBB6-2C3D-B84E-3BED17A3ECA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4EE5D14-6BC3-0F22-DC86-C0D7E31224BA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8F4D479-82A9-08A5-E751-1895168994F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5D352D03-F803-A8B8-6EBE-6C058572AB1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D1763DDD-E6CB-AA80-F123-D1BC2485CAEB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AF7FA65-AE3D-E295-CEC8-F79F38589CA5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4C8B2B09-6817-C7DA-01C5-3BEF6D76818C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E15BD3B-6B6F-EE28-9044-66C8D6CC990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A175FC2-6E63-2241-93E7-B58863223700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AE174C-390A-F9AD-6DAB-6ACB4807B85B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10879332-7B4A-3980-758A-38D22D206453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7BE924A4-4D35-9994-E572-C86DB1DE4103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F20B014-BD34-00B0-C82E-37B8A112EB2B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62522614-EF23-CF36-CB96-9B4D42FD9A2A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A1C99F07-1BE7-5E16-0548-9694C0D1001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75838092-269E-11A7-68A8-18ACFFE38C0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B95C4D7-3241-4F62-EAB7-6CBBA541256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1A9FE8B3-0920-1987-A5F5-FA374A88E6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F5E94977-0A53-4B15-49E1-41A346EA488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7B588995-20B9-9806-F4EF-89F4AB53E85C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D43A3AC-B02A-BF5E-AB94-95B1BCD956FA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6CE55-F106-FD72-9400-7D8FBBA61260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B63C27D-2E25-8BB7-9D8F-69A26C17240D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3978AA-6B74-790E-B84A-1E0E2D3CAF1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A5D8B42-CA4C-E1CD-342D-219FEEDDC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A966B2-F716-5CE9-975D-FAE9B5A810A1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348636C-0F8B-66E0-8C11-093233B71A52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774947D-260F-351F-30FA-9D3C08D67E53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1FB0B463-F9B4-8177-1302-510D4654081E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50C288A-F044-9AFB-7D94-7B3CCA4175F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B8203E4-DDD2-4B87-A3FA-6C5BB390C723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04E870C-D439-F1EC-EEA6-DCD4AA743BA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B10B2DB-8A6B-DECD-4246-C6948172E2B0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4F97666-B19C-084A-CC9C-BEFE1E3A61A5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78D6D36D-B7ED-7D76-CA0B-B28CCD92E42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A69DD43-EE6F-4630-A66D-57620E585B84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BC766314-B238-D82A-9C18-BA61DEA2B12B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C2A0E27-AADC-EA64-1280-1E81C451604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592764AF-90B8-4732-BFF2-0420B7001851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2D60BDA2-B579-32CB-F50E-16A1DB591FDA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36B2630B-3F2F-79DF-D781-A0FFDDAC3389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FFDDD7AC-F04B-918B-86E6-CE794F71A190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CD069BE-0AB5-E8D2-120C-7B10C0A417D5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CA35F025-06F0-C8FF-831B-95BE1300E223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367D7ACC-6364-5E83-9E1D-A642BD05191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D421E4F9-4F9F-67B9-1773-1CC975D2BAE3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620D0DFF-C3F3-4F39-D59B-3F1B6F0F5428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58DD47-5262-415B-C24C-AF5999BF79C7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A417FADE-AC68-E0DB-98C7-A4524421FC0C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787CD84-9AF1-DC71-FD8D-BC0959D2D9E4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DC9EF5D-A958-7DA6-4699-EF6E62A8AA6A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1E776ED-A0DB-2A5B-0B5A-93EEB3BC3B6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9E10C90-45F2-92E1-9438-E04642E08F28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EE1F78D6-A084-65F6-55CF-A546CD058EA9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295FFD0-B7E5-132D-FE12-9BFD00E9AC9C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C7A64F6C-806D-2026-B077-47D0567D555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EB17C6E4-7032-ED51-B0C8-2442A62A1EB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449B7A50-2BB9-9C51-A00E-CA238C739F21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23753E70-E41B-506D-223E-02096C5CB84B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9284E376-B7AD-9EA2-4840-73930297EB4D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3F5AED85-7AEE-CB03-0343-7D88A81446C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D68A343F-234A-4E6D-98F8-A89E3C8FF165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2E2C2F1-A5E7-38A7-A8C1-01C662A3832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9408F207-3A93-B11D-7967-F9204A39B25A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2FBDE5AF-F7E8-886C-2282-0E15F0A61510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B0F0C261-D7AC-7DD6-269C-546973BD230F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494E0C18-2344-56B8-0809-371361876FDE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767EC16-0987-BC50-B884-59E277F131B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E9E4FD66-0C38-5852-3BE5-02E1DE7E6F16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F01CB59B-525B-5CA2-2F69-C7BD941A8A01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55EE77C-95FB-7214-00F6-D17B98DCC208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5F867A69-EF8F-964B-3938-411A838AC942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CCFA05A-AFE8-A084-427C-52C39A2B986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58BF315-8905-7816-1AB9-4FB0AE145ACF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A5DACB74-87FD-246F-9AB8-869BE45B05E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106E7930-F92A-60E6-BB9E-3A8F10A4AD21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9528E69-193B-5901-790E-A5A818CCD25B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7A07529D-B127-D0AC-4539-134274920FF9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6DDCB933-7A52-96B6-BFDC-CFA3188BE422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2D7B1E4A-85FE-D0BA-04E6-CD943B9B45F3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F41E69D-510F-0051-9713-09A0D62214D7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6BC0F2A2-9600-2CA8-736A-53D931F00FBB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27D04F96-5557-5BA1-EC79-976A99F08F0D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CEFD40F0-4BC0-6111-61F4-CFFB3678004C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F67D10D-5BB5-606F-E26D-E8A8A5655A7F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B260F510-C91E-7529-DAF4-3A9981F9EC0C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E434308E-8178-013B-4CAB-A2E4FC035AB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8E5A8898-A7A7-E63F-DD0D-32E920EB5FF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67C63929-92C2-331D-6835-5B96708062B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6CA9F40-D342-B78C-E4CD-3E707A4A1410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140E3BDB-3E77-F581-2F2C-38A2D4B81A52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485AFF0-9067-B2AF-D97A-CA3C4344BBF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930E493-601A-A1E7-957F-A660B532EA6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5349F2AD-C226-2195-A61F-66BEB66EC9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6C705AA0-837E-2EA6-4ED0-C8573DE6DD7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5EB2AE5-A472-FB04-7012-79F8D33A6B3D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C77A2D93-AD7E-F054-A5D3-7D3B46F7EF2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15E1937F-5AA1-30ED-E133-935ECEF89CA7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F5531E8D-5DB4-B154-17B6-3A577BE7193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7233A159-13F0-87A9-F6D1-9B33A2A7BAC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8C800A75-7505-17E1-E5E9-E5E915B938A3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9858D022-1426-2CF7-F584-DE6FC77B5051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A308822B-C092-75AF-C064-F3B5C3BE68E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71BE5878-6EA2-72D6-A4B0-AF2269EE22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C2932B0-96BA-B3E7-CCDE-28BD8AEFD9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08997C05-99C6-EE5A-B254-ED0A2CC35B9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D37584D-2C67-5115-AF92-415DACF49A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705E0B39-BF0F-2D25-4B37-72F7BA967F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E6D04066-DFA1-111A-88EE-C19893C20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D0E73A3-08FB-7D6D-FB69-67DAB4B92B8B}"/>
              </a:ext>
            </a:extLst>
          </p:cNvPr>
          <p:cNvSpPr/>
          <p:nvPr/>
        </p:nvSpPr>
        <p:spPr>
          <a:xfrm>
            <a:off x="3315477" y="1751266"/>
            <a:ext cx="3229687" cy="3082051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404005E-3EDC-2DC1-6E5B-5D804064F1D6}"/>
              </a:ext>
            </a:extLst>
          </p:cNvPr>
          <p:cNvSpPr/>
          <p:nvPr/>
        </p:nvSpPr>
        <p:spPr>
          <a:xfrm>
            <a:off x="284138" y="2300030"/>
            <a:ext cx="2869595" cy="3087701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0DCE2389-294B-D24D-EEFD-71D5EC98E079}"/>
              </a:ext>
            </a:extLst>
          </p:cNvPr>
          <p:cNvSpPr/>
          <p:nvPr/>
        </p:nvSpPr>
        <p:spPr>
          <a:xfrm>
            <a:off x="6747175" y="1913265"/>
            <a:ext cx="3918637" cy="3436460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28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72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E60169-29D2-C9F8-A91A-5E4ABA9CF1DB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3E16DAFE-4768-257D-1996-4127695B5E67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BC0526C5-5E47-A43C-DE20-FEC838E92CE9}"/>
                  </a:ext>
                </a:extLst>
              </p:cNvPr>
              <p:cNvCxnSpPr>
                <a:cxnSpLocks/>
                <a:stCxn id="66" idx="2"/>
                <a:endCxn id="75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D6174B8-345E-577A-4E7F-74E04B9EE405}"/>
                  </a:ext>
                </a:extLst>
              </p:cNvPr>
              <p:cNvCxnSpPr>
                <a:cxnSpLocks/>
                <a:stCxn id="66" idx="3"/>
                <a:endCxn id="58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087A532C-86E1-11EE-AC8C-E5751012EC71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58" name="타원 57">
                  <a:extLst>
                    <a:ext uri="{FF2B5EF4-FFF2-40B4-BE49-F238E27FC236}">
                      <a16:creationId xmlns:a16="http://schemas.microsoft.com/office/drawing/2014/main" id="{988CEF88-B7F3-9447-E397-3134F3C3F840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59" name="타원 58">
                  <a:extLst>
                    <a:ext uri="{FF2B5EF4-FFF2-40B4-BE49-F238E27FC236}">
                      <a16:creationId xmlns:a16="http://schemas.microsoft.com/office/drawing/2014/main" id="{30CAF25C-7947-8AD5-0A18-779F348FF8C3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60" name="타원 59">
                  <a:extLst>
                    <a:ext uri="{FF2B5EF4-FFF2-40B4-BE49-F238E27FC236}">
                      <a16:creationId xmlns:a16="http://schemas.microsoft.com/office/drawing/2014/main" id="{07ED8CAC-F20B-51E0-B229-27C395C2567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61" name="타원 60">
                  <a:extLst>
                    <a:ext uri="{FF2B5EF4-FFF2-40B4-BE49-F238E27FC236}">
                      <a16:creationId xmlns:a16="http://schemas.microsoft.com/office/drawing/2014/main" id="{DA639322-CD1F-682C-3427-B09B75D8BFBD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63" name="직선 연결선 62">
                  <a:extLst>
                    <a:ext uri="{FF2B5EF4-FFF2-40B4-BE49-F238E27FC236}">
                      <a16:creationId xmlns:a16="http://schemas.microsoft.com/office/drawing/2014/main" id="{88E4349E-A6B7-20F1-3FDD-F306D41659F1}"/>
                    </a:ext>
                  </a:extLst>
                </p:cNvPr>
                <p:cNvCxnSpPr>
                  <a:cxnSpLocks/>
                  <a:stCxn id="58" idx="0"/>
                  <a:endCxn id="59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9095914C-490C-A1E6-026E-C7FA5304E251}"/>
                    </a:ext>
                  </a:extLst>
                </p:cNvPr>
                <p:cNvCxnSpPr>
                  <a:cxnSpLocks/>
                  <a:stCxn id="60" idx="2"/>
                  <a:endCxn id="58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975073D-63D0-66B8-E4BA-593D35248A49}"/>
                    </a:ext>
                  </a:extLst>
                </p:cNvPr>
                <p:cNvCxnSpPr>
                  <a:cxnSpLocks/>
                  <a:stCxn id="61" idx="0"/>
                  <a:endCxn id="58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9ED199E9-8A2A-3F50-1B92-1E3DC683045E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1752F7D-A04B-1A38-4F7B-E423F5A1AE2C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71" name="사각형: 둥근 모서리 70">
                  <a:extLst>
                    <a:ext uri="{FF2B5EF4-FFF2-40B4-BE49-F238E27FC236}">
                      <a16:creationId xmlns:a16="http://schemas.microsoft.com/office/drawing/2014/main" id="{CB272862-69A1-668D-CA36-B2950B50D4A0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96977C79-2F49-D1F2-25A7-02372DEF03DC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913B4E1B-F4BB-01AD-6C17-2E6446AD4BE2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CCA6011-61A3-C669-1779-9815406874C0}"/>
                    </a:ext>
                  </a:extLst>
                </p:cNvPr>
                <p:cNvCxnSpPr>
                  <a:cxnSpLocks/>
                  <a:stCxn id="75" idx="4"/>
                  <a:endCxn id="74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4133022-35B4-8CE8-1AB2-454EC1C66B87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E81A7E90-BEE1-92E1-2939-DB11739BE786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E344C77-2751-9126-A8EC-D54D772D51F5}"/>
                    </a:ext>
                  </a:extLst>
                </p:cNvPr>
                <p:cNvCxnSpPr>
                  <a:cxnSpLocks/>
                  <a:stCxn id="70" idx="2"/>
                  <a:endCxn id="6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EF5394F3-5E72-AAE3-04CC-798369562E1C}"/>
                    </a:ext>
                  </a:extLst>
                </p:cNvPr>
                <p:cNvCxnSpPr>
                  <a:cxnSpLocks/>
                  <a:stCxn id="71" idx="0"/>
                  <a:endCxn id="6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0" name="타원 69">
                  <a:extLst>
                    <a:ext uri="{FF2B5EF4-FFF2-40B4-BE49-F238E27FC236}">
                      <a16:creationId xmlns:a16="http://schemas.microsoft.com/office/drawing/2014/main" id="{3A3CBFF0-AFB2-0BEB-8185-CDA0B312A439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9968A815-C33E-0BF4-99AD-59A8C1F6FDA6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00CF94D6-4E83-547C-9D91-8C1F833FC50E}"/>
                    </a:ext>
                  </a:extLst>
                </p:cNvPr>
                <p:cNvCxnSpPr>
                  <a:cxnSpLocks/>
                  <a:stCxn id="72" idx="1"/>
                  <a:endCxn id="6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F2C2B991-DB39-341A-9DCE-71C4E9410041}"/>
                    </a:ext>
                  </a:extLst>
                </p:cNvPr>
                <p:cNvCxnSpPr>
                  <a:cxnSpLocks/>
                  <a:stCxn id="59" idx="2"/>
                  <a:endCxn id="70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51F71EE-2362-0526-FD14-4CBAA74AA258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483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맑은 고딕"/>
                <a:ea typeface="맑은 고딕"/>
              </a:rPr>
              <a:t>부품 조립 예시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/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3BCB1-F0CD-2C42-0D45-2B4F4AD59EBC}"/>
              </a:ext>
            </a:extLst>
          </p:cNvPr>
          <p:cNvSpPr/>
          <p:nvPr/>
        </p:nvSpPr>
        <p:spPr>
          <a:xfrm>
            <a:off x="821719" y="2707071"/>
            <a:ext cx="11028536" cy="313954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11FEA2-EB10-4419-24BB-706A5E10DAD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F0B715-6238-DD4B-A68E-CBD1552D09B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37EDEC1A-FC64-4476-4C97-0B0BC26E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6BC00E-9D38-ED0D-E6F1-66D0A73AC6A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8B57EDA-1D8C-12D9-762A-2E65C0D0CA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CB4B4A5-D939-3B26-31CC-E74AD18F653D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E87DC4A6-029D-82DF-28A5-6CB3316147D7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94F63E83-0B97-3484-9F12-F34C98658B2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D53DBA8B-B971-23B2-7538-21FA52F7CD52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C2F14AE-D9B1-9CA2-6B62-55365D381397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95C43B1-6483-95F6-ED50-F78B52C98FA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EA002A-FA38-9F97-4133-E50863FF56F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0C64B426-2DA2-D825-B4DB-C74ACE26B07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B8E8DF89-75EC-7DD2-4C34-8825BAA8F84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A7225E7-CFFD-B624-1987-CF45BCFCDEA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4AD78721-4E81-22E1-F729-AA4FC2E0C28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CB333E45-0F1C-F279-63D8-0FCA3A78805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5DD3766-3FA0-A35B-1184-EAC04981316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0E834A92-7AF3-480C-2F24-068F51FFDED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A9F8FFF7-D4DF-93B8-6677-804F16098CA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D9B64556-461B-36C3-0ECB-A9E82B9CA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7D105AF-D1D8-FE55-37B2-4B7C189AD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813D256B-582E-A9D0-8A4C-3730E314B2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E75A3DA1-1D6B-3A22-D9D9-CE1BADD514A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232DC790-7C28-095D-841A-C5126D9B1319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2E000C4E-03EB-E5A4-B73E-E5E905E2356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AAEC59A5-E1B7-A180-FBFD-6E59615D97E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CA0DF101-02AC-C4EE-F945-1F7F0B86C1B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6A6025E-CE5B-D812-58FB-52DB78848883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604D5A59-5EFB-75B2-38F8-6B33F377B404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A456CEA-8FE3-1A7C-18D4-EF74AAC677A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D326C9C-A1CD-A59E-29E3-3A9A3876ED63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2320882D-4342-EF0C-9C19-4246928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0F0785B-DA82-9730-5E13-0E94CC85DB45}"/>
              </a:ext>
            </a:extLst>
          </p:cNvPr>
          <p:cNvGrpSpPr/>
          <p:nvPr/>
        </p:nvGrpSpPr>
        <p:grpSpPr>
          <a:xfrm>
            <a:off x="3908439" y="1107438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D918CBE2-8CF7-C431-5F6F-756DA3F9B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C5F1B70-1D48-6D54-5FDA-2CA3FE158040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D955B742-3CFF-D7EC-DB02-8EED1DFE9D0E}"/>
              </a:ext>
            </a:extLst>
          </p:cNvPr>
          <p:cNvGrpSpPr/>
          <p:nvPr/>
        </p:nvGrpSpPr>
        <p:grpSpPr>
          <a:xfrm>
            <a:off x="4520617" y="2953088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2CC0D0A-B785-B316-D371-91A1FB0E1A15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60840A14-B9A5-2A46-323D-BD96282C0F6F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9D3F3331-74A1-1210-9AFA-B6E57C316EA0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EEF0D99C-9C59-10BF-D6B6-17372C1A3E27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D291DABB-5A2E-8699-678B-38C1E881773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364EB44C-32A6-69A0-DB1D-4FC5728609D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23CC56A-CC7F-4802-2F3C-69DAA6795E8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51DBE0-4810-EB2B-02AE-C1371E2A64F5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48E0728E-9A40-1E73-4915-90A9AA947770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B0798100-2351-7B9F-396A-8141E4BFF555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65748CDB-8288-B7D1-9432-FE67E7F0387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8CFD3B3C-4476-5412-F65D-58C26791710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04EEE15-1C02-B11C-99CD-9386DAFEC72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58DD0EA4-F911-AE05-B1C0-A77ED5BE3C4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F0FC362E-B3ED-2E90-CB96-8012B81DAAA8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5511DF3E-EB70-65A5-22AE-F17BE088CD6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C9B82E63-5FDF-2F3C-166A-BAEF543B72F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3C71CADA-D55F-8CE0-CA53-FB39C1ED5AD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8DA7D58-2D4C-A897-4EA5-B5C6823C3650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E29A297-D003-AB7D-7418-C254DCE9C025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73C3566-5B47-7C99-5149-6AFEC718D008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33CBB08-BA2A-58D6-AF3A-751367E3A5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7719641-1CEE-625D-183A-2BA8AF5DBE9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3C8494B3-3D40-709F-566D-51DD1209402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78C2D5AD-4643-C54F-6072-0D9F4539F196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77D4517-FE05-6534-CD0E-CD0C269EDE5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E87252-DCB0-8AC8-CAC9-961FA0DEB96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210DFE7-72E5-CF43-B67E-01428063D290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2E3AC5AD-8050-9389-4E51-913DD6BF429C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1DA77E3F-ABFC-4E20-8593-FD0615DA403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1D0EC0C-4273-1642-4E6D-DCBF716037B0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07A17A7-E072-777A-FC12-E990D4FAE4F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8087B47A-055B-D6C6-23B3-BAFB892AE9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2563FC7-DE1B-F38D-B1B0-7F5B0F5B62C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2D7B108-0A44-D4D2-2EE1-0602B40128B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7944A658-207D-0610-A6E7-2447E6DFE67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7F40524D-8E10-866B-9FEC-67B86CC8B5C1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51E5ED9-4589-AD14-E95E-92EF17CDBFF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FA59218-130F-21C9-3BEB-131800C372CC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F2FE5-A80B-C4D0-B4BC-35ED53EBE309}"/>
              </a:ext>
            </a:extLst>
          </p:cNvPr>
          <p:cNvGrpSpPr/>
          <p:nvPr/>
        </p:nvGrpSpPr>
        <p:grpSpPr>
          <a:xfrm>
            <a:off x="6679944" y="4078336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B1B4CAD-0DE4-5EAB-0ED2-4478FBD308A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F0A2EA53-6011-B230-3B9C-B07CA340036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B9698ECA-4D31-EE28-48F5-F52BA7A5AB5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8E93EB21-D1BC-12F3-FB44-9505D0775A9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C698A8F2-AB39-B2ED-E04D-28BA5116E87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7F4B1B43-AC4E-EA19-A824-8AE9ED768E36}"/>
              </a:ext>
            </a:extLst>
          </p:cNvPr>
          <p:cNvGrpSpPr/>
          <p:nvPr/>
        </p:nvGrpSpPr>
        <p:grpSpPr>
          <a:xfrm>
            <a:off x="1132328" y="3310518"/>
            <a:ext cx="1812481" cy="1142487"/>
            <a:chOff x="8410242" y="1013492"/>
            <a:chExt cx="1812481" cy="1349188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C490FA0B-6639-919D-22C4-58DC8FD8353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165BD056-7AF4-A3B3-7170-E56978DCB26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BA3D5C56-5915-FF89-DA57-911C3BA2B430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F8334B47-E2C4-720F-0092-8D22E0FAC46F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C43D96CB-624F-1554-268E-19BC33150EFA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02B5DDDE-B24B-6CF4-1041-4AD357D3A665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E0A384AF-8653-9D1A-21BD-D8BC41465799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C0FD0AE-C905-4AF4-5131-635D7E77049E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986868FB-C71D-18F4-D799-E69AC9958BC0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5C9F2988-578E-BCEE-6767-27AB31BABA13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F75EA17-2DD1-7E95-9C58-4D81A7AA36A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21787D-0734-3DEE-6B0A-A51D2446ED0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D5F313F7-9D3F-A84F-9F7F-225B129CAE1C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0D579988-EC03-E812-384E-A308648BE1A8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3F4149C3-F17F-5B43-E89D-271D539CC762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397FEAA5-15CB-7A68-5A92-C0D685A0A2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5EF8E4CE-D9EE-C9BB-20CB-9753EA48F7D6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85290026-1E15-ABD9-87A6-3785BF903A07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5B5C433F-9C7D-EAB3-DDC4-1459798C4D3C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D95D120-6753-0E45-4298-28A50751EA6A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A755408E-1190-D423-D9B3-F24D81636A9F}"/>
              </a:ext>
            </a:extLst>
          </p:cNvPr>
          <p:cNvGraphicFramePr>
            <a:graphicFrameLocks noGrp="1"/>
          </p:cNvGraphicFramePr>
          <p:nvPr/>
        </p:nvGraphicFramePr>
        <p:xfrm>
          <a:off x="10112576" y="919665"/>
          <a:ext cx="1269793" cy="186320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6377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87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52306DE-6EE5-F45F-4695-500FB5494AC7}"/>
              </a:ext>
            </a:extLst>
          </p:cNvPr>
          <p:cNvGrpSpPr/>
          <p:nvPr/>
        </p:nvGrpSpPr>
        <p:grpSpPr>
          <a:xfrm>
            <a:off x="10606340" y="1236770"/>
            <a:ext cx="700666" cy="520671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61A9DF8-5444-4252-9F85-9ECABF55D83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055E0F8D-44CE-C049-0687-42ECD90D9B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2407200-6750-D5D7-F59A-2881950CC6A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7A859B36-5CA9-9439-DC67-50E05C6A84E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D081F34A-86B7-DC1E-A1B2-48D29F8B6EC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B9A3C74-B051-BA4D-BD56-81860080BD4E}"/>
              </a:ext>
            </a:extLst>
          </p:cNvPr>
          <p:cNvGrpSpPr/>
          <p:nvPr/>
        </p:nvGrpSpPr>
        <p:grpSpPr>
          <a:xfrm>
            <a:off x="10606340" y="1898504"/>
            <a:ext cx="700666" cy="454513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54135CCA-1B43-032D-FD4B-8DDE3D8FC17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BBB75B43-1D8E-88AC-99F9-46DDF826E5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815FE469-3078-3EC8-F753-E9FCE91FF4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1CB36C8B-C74A-8DB9-5C25-63F20F61C5A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7F0FDEEC-D9DD-EC05-054E-CAF36E6E81DD}"/>
              </a:ext>
            </a:extLst>
          </p:cNvPr>
          <p:cNvSpPr/>
          <p:nvPr/>
        </p:nvSpPr>
        <p:spPr>
          <a:xfrm>
            <a:off x="3271005" y="3379609"/>
            <a:ext cx="1059974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10D1B9BC-6499-80D9-5E69-726C36F12F2E}"/>
              </a:ext>
            </a:extLst>
          </p:cNvPr>
          <p:cNvGrpSpPr/>
          <p:nvPr/>
        </p:nvGrpSpPr>
        <p:grpSpPr>
          <a:xfrm>
            <a:off x="7159948" y="141440"/>
            <a:ext cx="2112516" cy="2742477"/>
            <a:chOff x="7691832" y="2982395"/>
            <a:chExt cx="2112516" cy="2742477"/>
          </a:xfrm>
        </p:grpSpPr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4C61008-FD0C-D632-D12C-82FDBE2FA49B}"/>
                </a:ext>
              </a:extLst>
            </p:cNvPr>
            <p:cNvGrpSpPr/>
            <p:nvPr/>
          </p:nvGrpSpPr>
          <p:grpSpPr>
            <a:xfrm>
              <a:off x="7691832" y="2982395"/>
              <a:ext cx="2112516" cy="958137"/>
              <a:chOff x="7994089" y="945795"/>
              <a:chExt cx="2112516" cy="1131485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9268B0-FEDA-DC81-CD10-691E84CF272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131" name="타원 130">
                  <a:extLst>
                    <a:ext uri="{FF2B5EF4-FFF2-40B4-BE49-F238E27FC236}">
                      <a16:creationId xmlns:a16="http://schemas.microsoft.com/office/drawing/2014/main" id="{3D25ABBF-5493-9E8D-FC0B-C580F249C696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32" name="직선 연결선 131">
                  <a:extLst>
                    <a:ext uri="{FF2B5EF4-FFF2-40B4-BE49-F238E27FC236}">
                      <a16:creationId xmlns:a16="http://schemas.microsoft.com/office/drawing/2014/main" id="{2438370D-B74C-8C50-5290-6B6CE10E3300}"/>
                    </a:ext>
                  </a:extLst>
                </p:cNvPr>
                <p:cNvCxnSpPr>
                  <a:cxnSpLocks/>
                  <a:stCxn id="140" idx="2"/>
                  <a:endCxn id="131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타원 132">
                  <a:extLst>
                    <a:ext uri="{FF2B5EF4-FFF2-40B4-BE49-F238E27FC236}">
                      <a16:creationId xmlns:a16="http://schemas.microsoft.com/office/drawing/2014/main" id="{C932A6DD-F0BA-3E4E-3BF7-505E966CAC1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4" name="직선 연결선 133">
                  <a:extLst>
                    <a:ext uri="{FF2B5EF4-FFF2-40B4-BE49-F238E27FC236}">
                      <a16:creationId xmlns:a16="http://schemas.microsoft.com/office/drawing/2014/main" id="{E221EEDB-41F2-7ADB-C18B-AAE2BE5643A6}"/>
                    </a:ext>
                  </a:extLst>
                </p:cNvPr>
                <p:cNvCxnSpPr>
                  <a:cxnSpLocks/>
                  <a:stCxn id="137" idx="1"/>
                  <a:endCxn id="133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타원 134">
                  <a:extLst>
                    <a:ext uri="{FF2B5EF4-FFF2-40B4-BE49-F238E27FC236}">
                      <a16:creationId xmlns:a16="http://schemas.microsoft.com/office/drawing/2014/main" id="{0BC488A4-6AF2-C9F4-9E3E-E8BF30AE757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6" name="직선 연결선 135">
                  <a:extLst>
                    <a:ext uri="{FF2B5EF4-FFF2-40B4-BE49-F238E27FC236}">
                      <a16:creationId xmlns:a16="http://schemas.microsoft.com/office/drawing/2014/main" id="{AD6A1084-21C3-C8C4-2983-DDE93505F9BF}"/>
                    </a:ext>
                  </a:extLst>
                </p:cNvPr>
                <p:cNvCxnSpPr>
                  <a:cxnSpLocks/>
                  <a:stCxn id="141" idx="6"/>
                  <a:endCxn id="13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사각형: 둥근 모서리 136">
                  <a:extLst>
                    <a:ext uri="{FF2B5EF4-FFF2-40B4-BE49-F238E27FC236}">
                      <a16:creationId xmlns:a16="http://schemas.microsoft.com/office/drawing/2014/main" id="{B3794922-9446-DDCE-4C1B-9B9C0258E15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FB8BA78E-D143-F3C2-B702-BA4B2CF02F2B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50FC0866-6AD8-9DCB-B1B5-4D64858F2B9E}"/>
                    </a:ext>
                  </a:extLst>
                </p:cNvPr>
                <p:cNvCxnSpPr>
                  <a:cxnSpLocks/>
                  <a:stCxn id="138" idx="3"/>
                  <a:endCxn id="131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40F65A50-2F56-4C34-BEEE-FA96A7419990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E89D5F6-CD0B-E26E-4D6A-6DF7E6A6050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42F18A76-DCD0-3CF7-BA16-A0F432300ABB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3" name="타원 142">
                  <a:extLst>
                    <a:ext uri="{FF2B5EF4-FFF2-40B4-BE49-F238E27FC236}">
                      <a16:creationId xmlns:a16="http://schemas.microsoft.com/office/drawing/2014/main" id="{7548C5F9-0956-0787-CF98-5A429F7E55F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44" name="직선 연결선 143">
                  <a:extLst>
                    <a:ext uri="{FF2B5EF4-FFF2-40B4-BE49-F238E27FC236}">
                      <a16:creationId xmlns:a16="http://schemas.microsoft.com/office/drawing/2014/main" id="{9F26DF5C-ED45-C7CD-5286-797FE8EC453C}"/>
                    </a:ext>
                  </a:extLst>
                </p:cNvPr>
                <p:cNvCxnSpPr>
                  <a:cxnSpLocks/>
                  <a:stCxn id="143" idx="4"/>
                  <a:endCxn id="142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직선 연결선 144">
                  <a:extLst>
                    <a:ext uri="{FF2B5EF4-FFF2-40B4-BE49-F238E27FC236}">
                      <a16:creationId xmlns:a16="http://schemas.microsoft.com/office/drawing/2014/main" id="{ADC85AAE-82B7-4FB8-83B8-430887740925}"/>
                    </a:ext>
                  </a:extLst>
                </p:cNvPr>
                <p:cNvCxnSpPr>
                  <a:cxnSpLocks/>
                  <a:stCxn id="137" idx="2"/>
                  <a:endCxn id="138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F51ADD7-42E0-BDCF-B023-EAAFE35A1A81}"/>
                  </a:ext>
                </a:extLst>
              </p:cNvPr>
              <p:cNvSpPr txBox="1"/>
              <p:nvPr/>
            </p:nvSpPr>
            <p:spPr>
              <a:xfrm>
                <a:off x="8144107" y="1825280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업데이트 부품 상태</a:t>
                </a:r>
              </a:p>
            </p:txBody>
          </p:sp>
        </p:grpSp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6777E838-D3B5-7FCA-2E87-9145FFD9377C}"/>
                </a:ext>
              </a:extLst>
            </p:cNvPr>
            <p:cNvSpPr/>
            <p:nvPr/>
          </p:nvSpPr>
          <p:spPr>
            <a:xfrm>
              <a:off x="8227171" y="4042257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B5F3070A-0CE8-7457-135A-4B3C70E5BA73}"/>
                </a:ext>
              </a:extLst>
            </p:cNvPr>
            <p:cNvGrpSpPr/>
            <p:nvPr/>
          </p:nvGrpSpPr>
          <p:grpSpPr>
            <a:xfrm>
              <a:off x="7853365" y="4601384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58761ACE-C3CA-32C6-E59E-C1966E9ED44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DBC40935-B9AA-38C2-C9EA-2004DA3B3009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506EB7CA-F48E-EB9D-D8C9-2212B2EDD91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213218A3-1592-BA5A-7A8D-97E93CBF20FB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7C977B75-76BA-22B2-396E-A7170B593C37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66B9DA7F-7BD3-C94C-D6E5-C0EBF1F7DEF4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FE98E85-9C07-BB05-1E4A-3011C38E45D9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96C31E59-3107-5B27-D455-0D29EB32A98E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34918DD6-2C5C-D16A-38B6-DA3B9522D78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3EFC7DF8-DD39-02CE-BEDA-536296238F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E61100E4-15A5-BC70-7FBB-E6F1526C1DCB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C8959E76-964D-9896-9227-702F24DD22D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75A3F046-82CB-521D-3D17-8E9717ADF1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36FF3C-9D44-5A7C-8231-0EFAE794F28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39CF900A-8A69-59C1-5F4B-3813B4E2EB8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85D252AD-906E-0152-487D-5217B5653E7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3DCFFEDF-5D6C-354D-C1B0-4B1AC2185EB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3FC4640B-7DA4-025F-B3C7-0E61CF72EC44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4939567D-7C37-2199-2B06-13C460E6990A}"/>
              </a:ext>
            </a:extLst>
          </p:cNvPr>
          <p:cNvGrpSpPr/>
          <p:nvPr/>
        </p:nvGrpSpPr>
        <p:grpSpPr>
          <a:xfrm>
            <a:off x="821719" y="2725968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69D32AD3-3CAC-BCC6-B36C-2B6AC5363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CECA326-6758-4EF1-8CA4-FD06BDE6863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14181456-000B-4D1B-88EE-8E034B3B4430}"/>
              </a:ext>
            </a:extLst>
          </p:cNvPr>
          <p:cNvSpPr/>
          <p:nvPr/>
        </p:nvSpPr>
        <p:spPr>
          <a:xfrm>
            <a:off x="2892493" y="361290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0E00D513-26F1-9CD6-C61F-0CE3DC4933E0}"/>
              </a:ext>
            </a:extLst>
          </p:cNvPr>
          <p:cNvSpPr/>
          <p:nvPr/>
        </p:nvSpPr>
        <p:spPr>
          <a:xfrm>
            <a:off x="4577712" y="360582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48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E07C-B077-1013-DE05-F23E49D1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7FC471E-48F9-C174-F285-A4BD7EECC92C}"/>
              </a:ext>
            </a:extLst>
          </p:cNvPr>
          <p:cNvSpPr/>
          <p:nvPr/>
        </p:nvSpPr>
        <p:spPr>
          <a:xfrm>
            <a:off x="413018" y="2564877"/>
            <a:ext cx="11550381" cy="2543602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6C7FA-32B8-1A3C-6B68-F7CF62C62C6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79C9DF-D8E5-7D23-B455-91AB1CD2502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84B143C8-5738-90D1-CA5E-C30837121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F78DB0F-8F51-0F36-2CAB-B12DC203FC98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AE9D8E7-EB46-6797-D039-A275E0F0323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3E62EC18-28FC-3E1E-747F-376DE41FF34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630D6CC-8E67-9414-A3AB-ADFEE2A7C411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E1EBBD7-1246-3912-B0D1-99DBFA24E18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8344D2C-2008-5E2F-E7CC-E64292994B9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6BAE57-4E57-A629-40CB-750B14FF646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7B21AF-0E6F-DD26-7F01-1C481E41CE8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C01B7E7-4783-E0B5-6F7C-2D7C025F50D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1CBBAFD5-8415-2392-DA6E-72EFBAC3E43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25139DC-B563-A118-D85A-94313A7D99F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A8CB784F-F68D-FF58-7C88-BA8819F1B5C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BF25CA6F-CC0B-9D31-4891-805E11CD7F9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5BD8544-575D-66D5-CAE5-62007847B08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D0D1E62-EB9B-05BA-E1CE-0162285A3722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C6E91467-8AEB-3030-3239-7F1F244868A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EB8FE661-85C0-AFF0-DB0F-3373900DCB8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9BBCECD-92E4-3669-18B1-3F476B0FA2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553F659-1759-2DB9-DB7C-4F32A1539C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D22A8FB-C605-AC86-5ED9-2BA3480425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0742C1A-65E3-14DD-C014-370785ADD07B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099FD3D-F3F9-ABB2-7DD4-5F44B67AB11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ABB8485-8CE6-1571-F98F-5AE9B320A2D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7307400-7753-E4C9-B8C8-89D132B8A82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253EFAE-15C7-DCB0-BFCF-84E8D78F757B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22B05A1-2524-C840-31CE-A6D4559E558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4EF06BE-96E1-3FA2-7CF3-DF9ACA1D482F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5496D83-D38D-CF53-0AAE-AF678A32E14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B2CA04E-6D8E-BF00-33B9-DEC91FDB39F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3737DB4B-4E47-D669-25AA-0C77E3E13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EA51F6E5-181A-3BD1-CABD-A74663AFFA60}"/>
              </a:ext>
            </a:extLst>
          </p:cNvPr>
          <p:cNvGrpSpPr/>
          <p:nvPr/>
        </p:nvGrpSpPr>
        <p:grpSpPr>
          <a:xfrm>
            <a:off x="4662408" y="1099577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04595AC0-04C0-53A1-538B-A4671F7B0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7CC61A-376A-0A36-685C-7BA4A1B2C01A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741E446-12CD-4848-7EED-B85EDB1D058F}"/>
              </a:ext>
            </a:extLst>
          </p:cNvPr>
          <p:cNvGrpSpPr/>
          <p:nvPr/>
        </p:nvGrpSpPr>
        <p:grpSpPr>
          <a:xfrm>
            <a:off x="3096765" y="2766621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F967DCAA-1C3E-20D0-ED03-714E17D73A5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80898F-90FC-81F1-0B26-6CFC7E30E4E0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0A28FA7A-BF9F-4905-336F-A73714C30884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1E3653D9-466C-03BA-2659-9A3D30145ABC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9A654DC6-2881-C5F1-5422-72A3E3982967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7728FE8C-8BBD-24D3-F3FB-62077D31D4CE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C6E8CABD-5EF4-5CCF-CC87-24DC8AC7BD5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BC1598A8-7ADD-4981-2619-B184E33219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C836A0E2-0CD7-FC07-8739-E3033D113CC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50DA9F4-AE71-1BCE-C5CF-F2205E44D14C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2A57057-6F11-222C-8D60-A49640EF3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7114EB58-48B5-20AA-1EB3-B9AAF805EC4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20985DD3-1CDD-4D35-9235-11467BB97C4E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2553FA3E-ECF1-E976-1B53-0FA7E8BC1BDB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495BE74-2012-C300-7C3D-68EA81ECF98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010F0FBC-ABD4-C7D7-CF46-B90C065212CE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61B74738-3A96-E183-C8B7-A03F51C2030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9C5767DC-62F2-46C6-B518-CD3CCA9B3F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F0DC8FE-F59E-DFE6-43F4-482C5A8B50A3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13BD65A-8ABF-2CBA-7D04-2DC775DF5366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FF89565E-D526-AD1D-B149-1E3A22DD01E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4D7F1DA-63FB-B6EE-CDBD-13A094719F31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B6AD3E2-D1AA-E3B3-71F6-124E54E2E75D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DC9730A-EE62-F2E1-8659-E0F98642197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C4D51F54-49AA-746E-B22B-E12FCA829BB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465F86E-C490-5315-34CD-BE63413918A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BAC7E0-2F25-08F3-436A-F4083620B1D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8D13B8E-5810-A199-EB7F-03BFBBD3043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8A64EC2E-654D-8FE1-7F0D-06922896A3E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81CF6FF-C350-A485-9BFD-D028212DB58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1E212D1-DE0E-11B4-AB17-BE8401D977B8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0936EBC2-5F96-7BEB-160D-393D17A5E114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D982F6D-BE0C-A46D-C812-A6B5F64CAB33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C81E8B-0CBC-0469-8985-C40A87987D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63432E9-100A-D534-004F-32E747B19C5F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435E4F0-4620-CBCE-350E-488F479EAAC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297A0A6-6CD5-6D96-334B-257831672AC7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785D36F5-A0F4-D4AE-ECB1-CCD8C4D6F57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4F4FD67-4F53-31B2-A528-6AF78FB32D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C9D9101-2DEC-4585-E7BC-FFB96C6B1E5F}"/>
              </a:ext>
            </a:extLst>
          </p:cNvPr>
          <p:cNvGrpSpPr/>
          <p:nvPr/>
        </p:nvGrpSpPr>
        <p:grpSpPr>
          <a:xfrm>
            <a:off x="6473954" y="3312812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23E42399-A649-7C9B-7BBA-9B793023B46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B108A39E-E6EA-443D-F00C-D77F965182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DDFC7EFE-6A37-B9E6-0D4C-65495179C54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A04B0FED-A36A-F380-A210-7AF4F1B6AF7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A54055F-873B-05A4-73C6-406318E8E4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09A6FE42-3D90-E66C-9766-4E7CC65D7EA2}"/>
              </a:ext>
            </a:extLst>
          </p:cNvPr>
          <p:cNvGrpSpPr/>
          <p:nvPr/>
        </p:nvGrpSpPr>
        <p:grpSpPr>
          <a:xfrm>
            <a:off x="418828" y="3168323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32C57166-0514-2F60-389C-FC1FB617F0BF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5128700-5EBB-36D1-02EE-79E493F0FB22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FBF525AD-86ED-131B-3460-4FEBF76E7A5D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5778A537-B20E-CFFF-1ECF-0BBC0AD0DE6B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A314BBF4-42A4-EB24-AA15-8004D0A207E2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2C1E436A-5F26-C7A5-93EA-1991D696A7A7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78E05833-1DE5-E621-27F5-2454F0EB749B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4AD6808-59DA-23E8-AA81-7BBB6A7F46FA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517924C6-7D69-151C-ACA8-B29917C5E86F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2A46A320-E551-890D-A4E9-949B4F2027B6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E4AD645-A0A6-82C0-575F-75CADF01B9D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5A592C-7A12-3505-ABFA-0DC560FB942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1B142151-2805-C809-9EDC-A08BDF69652A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92DB99DB-7123-7528-0B40-6B18DF5D4D8F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23EEA45E-EEB7-B48D-5B22-DADE4F6A9FB5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7D1F9BB8-BB2E-64FF-DE74-557CFF9D44C2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9565CCA0-1A6D-AC34-92C5-0F1826B38948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F5B59618-36AA-6710-E01C-866ACE9ACD43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C2F272F7-395B-C5FF-A37D-83724A791069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625EDC2-22C7-18B4-B8F9-A55F1E139849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C20F854B-06A8-5471-4647-8B64CBD54F77}"/>
              </a:ext>
            </a:extLst>
          </p:cNvPr>
          <p:cNvGraphicFramePr>
            <a:graphicFrameLocks noGrp="1"/>
          </p:cNvGraphicFramePr>
          <p:nvPr/>
        </p:nvGraphicFramePr>
        <p:xfrm>
          <a:off x="10228650" y="72866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DFC2A4F-6B29-CE0A-16FB-7225B1FE1C0C}"/>
              </a:ext>
            </a:extLst>
          </p:cNvPr>
          <p:cNvGrpSpPr/>
          <p:nvPr/>
        </p:nvGrpSpPr>
        <p:grpSpPr>
          <a:xfrm>
            <a:off x="10779564" y="1045768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23CB3EB3-6A43-A803-7AE0-45FD57F9F73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79A3651-090C-FE48-3EDE-9E4D5364E89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487C4607-A56C-B093-4F6A-AF7F72662C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2282A84E-6D96-83B9-5AC2-45C8C48CFBD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037928D2-B023-932E-CE3B-4D7244E852F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FB97A6F-4134-BDD8-7911-554DFEA5EEAD}"/>
              </a:ext>
            </a:extLst>
          </p:cNvPr>
          <p:cNvGrpSpPr/>
          <p:nvPr/>
        </p:nvGrpSpPr>
        <p:grpSpPr>
          <a:xfrm>
            <a:off x="10779564" y="1545846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1B70E497-E46D-0C5A-2FC2-0871CAC7A13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A838F7A4-CAB1-60C2-3BDB-5384AB1FFD06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E5132E23-B968-FA1A-02AA-F16FF031F3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BE6BB63F-B0F7-2CCA-0904-86FBB4BC34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2EB0C1D-2C78-D6AC-55C3-3BC4C2AFDA46}"/>
              </a:ext>
            </a:extLst>
          </p:cNvPr>
          <p:cNvSpPr/>
          <p:nvPr/>
        </p:nvSpPr>
        <p:spPr>
          <a:xfrm>
            <a:off x="2327832" y="3227104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9383CC1D-D34E-17DF-735B-44F920855631}"/>
              </a:ext>
            </a:extLst>
          </p:cNvPr>
          <p:cNvGrpSpPr/>
          <p:nvPr/>
        </p:nvGrpSpPr>
        <p:grpSpPr>
          <a:xfrm>
            <a:off x="7159948" y="141440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9AB5F803-588E-5A8B-7AE6-27F387A0682B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EEEC5050-8486-6302-865E-E3AA74FF0030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15053BB4-0027-2805-4237-F1981817D402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B0600178-5621-64B3-1342-68A4D7899229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E17D3647-3D92-EB80-1B33-DDE61AFF327B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82CB25B2-DE2C-5A9F-B352-9A72BBED7A7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45841F9D-2627-AF14-6046-0F17756B30C1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8B12C5A-381F-6871-A86D-3D414B02CD51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BF057EB3-9AC5-27DF-EC76-B3957A925F6E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83C4855B-4C6A-AE8E-9907-0DDB20670388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E98F376C-4819-3B0C-3664-462A805FF97A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49DBE746-EF79-F3A6-1743-0C8F8393769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B5952F01-3FBB-68E6-2272-73230FE48BC8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BC29C5D0-3DA8-E610-B337-BC7B489EFE68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5CD609D6-3DF8-0401-204D-39B20649A48E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7BF2D1C-ED2C-639E-93EC-33C3A6C7C7DF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A57DD57-631E-39F9-1BAA-41109FCF1D46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148" name="화살표: 위쪽/아래쪽 147">
            <a:extLst>
              <a:ext uri="{FF2B5EF4-FFF2-40B4-BE49-F238E27FC236}">
                <a16:creationId xmlns:a16="http://schemas.microsoft.com/office/drawing/2014/main" id="{F5861515-EE79-0570-30BB-0D1346F6EEC0}"/>
              </a:ext>
            </a:extLst>
          </p:cNvPr>
          <p:cNvSpPr/>
          <p:nvPr/>
        </p:nvSpPr>
        <p:spPr>
          <a:xfrm>
            <a:off x="8247662" y="1289299"/>
            <a:ext cx="1137021" cy="493967"/>
          </a:xfrm>
          <a:prstGeom prst="upDownArrow">
            <a:avLst>
              <a:gd name="adj1" fmla="val 63892"/>
              <a:gd name="adj2" fmla="val 2033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상태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비교</a:t>
            </a:r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FB9112E-7E70-2BAF-0E4C-5A5D471EFFEE}"/>
              </a:ext>
            </a:extLst>
          </p:cNvPr>
          <p:cNvGrpSpPr/>
          <p:nvPr/>
        </p:nvGrpSpPr>
        <p:grpSpPr>
          <a:xfrm>
            <a:off x="6121211" y="1229871"/>
            <a:ext cx="1877163" cy="1123488"/>
            <a:chOff x="2509044" y="1152607"/>
            <a:chExt cx="1877163" cy="1326752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AE166FAC-CEFB-FE13-FC87-220B191F8D23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92" name="직선 연결선 191">
                <a:extLst>
                  <a:ext uri="{FF2B5EF4-FFF2-40B4-BE49-F238E27FC236}">
                    <a16:creationId xmlns:a16="http://schemas.microsoft.com/office/drawing/2014/main" id="{6AB889DA-BCA8-1891-C337-E0BFAEF0D7F4}"/>
                  </a:ext>
                </a:extLst>
              </p:cNvPr>
              <p:cNvCxnSpPr>
                <a:cxnSpLocks/>
                <a:stCxn id="203" idx="4"/>
                <a:endCxn id="205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타원 192">
                <a:extLst>
                  <a:ext uri="{FF2B5EF4-FFF2-40B4-BE49-F238E27FC236}">
                    <a16:creationId xmlns:a16="http://schemas.microsoft.com/office/drawing/2014/main" id="{B2923A56-D471-0961-3A70-B2F3C4D7955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94" name="직선 연결선 193">
                <a:extLst>
                  <a:ext uri="{FF2B5EF4-FFF2-40B4-BE49-F238E27FC236}">
                    <a16:creationId xmlns:a16="http://schemas.microsoft.com/office/drawing/2014/main" id="{314BFD05-2EF8-43D5-B7B0-B6E5ACAFF188}"/>
                  </a:ext>
                </a:extLst>
              </p:cNvPr>
              <p:cNvCxnSpPr>
                <a:cxnSpLocks/>
                <a:stCxn id="202" idx="2"/>
                <a:endCxn id="193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타원 194">
                <a:extLst>
                  <a:ext uri="{FF2B5EF4-FFF2-40B4-BE49-F238E27FC236}">
                    <a16:creationId xmlns:a16="http://schemas.microsoft.com/office/drawing/2014/main" id="{63849742-A151-2F7E-AB7F-E2CD9CBFA4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6" name="직선 연결선 195">
                <a:extLst>
                  <a:ext uri="{FF2B5EF4-FFF2-40B4-BE49-F238E27FC236}">
                    <a16:creationId xmlns:a16="http://schemas.microsoft.com/office/drawing/2014/main" id="{177FED2C-50D4-3C3F-EA9F-9ED81DF720BB}"/>
                  </a:ext>
                </a:extLst>
              </p:cNvPr>
              <p:cNvCxnSpPr>
                <a:cxnSpLocks/>
                <a:stCxn id="199" idx="1"/>
                <a:endCxn id="195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7" name="타원 196">
                <a:extLst>
                  <a:ext uri="{FF2B5EF4-FFF2-40B4-BE49-F238E27FC236}">
                    <a16:creationId xmlns:a16="http://schemas.microsoft.com/office/drawing/2014/main" id="{EA30EC95-551A-99D0-B6A9-E09882DDAFB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8" name="직선 연결선 197">
                <a:extLst>
                  <a:ext uri="{FF2B5EF4-FFF2-40B4-BE49-F238E27FC236}">
                    <a16:creationId xmlns:a16="http://schemas.microsoft.com/office/drawing/2014/main" id="{73189458-4248-56D3-76EB-A6C030521993}"/>
                  </a:ext>
                </a:extLst>
              </p:cNvPr>
              <p:cNvCxnSpPr>
                <a:cxnSpLocks/>
                <a:stCxn id="203" idx="6"/>
                <a:endCxn id="19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D9C068C-DB61-F4D9-FD23-57E5585040D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EA08A2C5-BF0C-9881-A3A6-E0BBF9A8F8F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1" name="직선 연결선 200">
                <a:extLst>
                  <a:ext uri="{FF2B5EF4-FFF2-40B4-BE49-F238E27FC236}">
                    <a16:creationId xmlns:a16="http://schemas.microsoft.com/office/drawing/2014/main" id="{62CEE73F-7754-06C0-17D0-F76CE2AF38C1}"/>
                  </a:ext>
                </a:extLst>
              </p:cNvPr>
              <p:cNvCxnSpPr>
                <a:cxnSpLocks/>
                <a:stCxn id="200" idx="3"/>
                <a:endCxn id="193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2" name="타원 201">
                <a:extLst>
                  <a:ext uri="{FF2B5EF4-FFF2-40B4-BE49-F238E27FC236}">
                    <a16:creationId xmlns:a16="http://schemas.microsoft.com/office/drawing/2014/main" id="{23923799-7A76-E4C9-5475-C8D67DD829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AC2F2E76-816F-446B-E4DA-9DE59B47EDF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61C3B5E1-B28A-A018-9F84-1B52EA2EF5C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5" name="타원 204">
                <a:extLst>
                  <a:ext uri="{FF2B5EF4-FFF2-40B4-BE49-F238E27FC236}">
                    <a16:creationId xmlns:a16="http://schemas.microsoft.com/office/drawing/2014/main" id="{C2AFA84B-5297-0189-36E1-732F74DF8DE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6" name="직선 연결선 205">
                <a:extLst>
                  <a:ext uri="{FF2B5EF4-FFF2-40B4-BE49-F238E27FC236}">
                    <a16:creationId xmlns:a16="http://schemas.microsoft.com/office/drawing/2014/main" id="{00E3BBFF-613C-A0BC-978F-B57C59E5725A}"/>
                  </a:ext>
                </a:extLst>
              </p:cNvPr>
              <p:cNvCxnSpPr>
                <a:cxnSpLocks/>
                <a:stCxn id="205" idx="4"/>
                <a:endCxn id="204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>
                <a:extLst>
                  <a:ext uri="{FF2B5EF4-FFF2-40B4-BE49-F238E27FC236}">
                    <a16:creationId xmlns:a16="http://schemas.microsoft.com/office/drawing/2014/main" id="{B2528805-E197-D8DE-196B-E60B757B6935}"/>
                  </a:ext>
                </a:extLst>
              </p:cNvPr>
              <p:cNvCxnSpPr>
                <a:cxnSpLocks/>
                <a:stCxn id="199" idx="2"/>
                <a:endCxn id="200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BA146CE-10CA-319D-805D-A7F6A73094FE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B44BC9FE-DDBB-9B17-6A9A-1AA621893656}"/>
              </a:ext>
            </a:extLst>
          </p:cNvPr>
          <p:cNvGrpSpPr/>
          <p:nvPr/>
        </p:nvGrpSpPr>
        <p:grpSpPr>
          <a:xfrm>
            <a:off x="413019" y="2583773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7645094-119F-413F-D74C-1AC94161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C370116-DF43-ED3D-6EE7-2AD3B4FF7ED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5FA8D150-958D-EBFF-9D8C-19F4C3F44F2E}"/>
              </a:ext>
            </a:extLst>
          </p:cNvPr>
          <p:cNvSpPr/>
          <p:nvPr/>
        </p:nvSpPr>
        <p:spPr>
          <a:xfrm>
            <a:off x="2026593" y="347071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F04BEECF-2634-B2D7-DC0F-0889A1095C42}"/>
              </a:ext>
            </a:extLst>
          </p:cNvPr>
          <p:cNvSpPr/>
          <p:nvPr/>
        </p:nvSpPr>
        <p:spPr>
          <a:xfrm>
            <a:off x="3281057" y="3429000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D47CB9C-9573-7C03-B542-DA56A83C2EE8}"/>
              </a:ext>
            </a:extLst>
          </p:cNvPr>
          <p:cNvSpPr/>
          <p:nvPr/>
        </p:nvSpPr>
        <p:spPr>
          <a:xfrm>
            <a:off x="4851419" y="3182363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65BEAA5-B67D-B009-1312-E6D6C0244170}"/>
              </a:ext>
            </a:extLst>
          </p:cNvPr>
          <p:cNvGrpSpPr/>
          <p:nvPr/>
        </p:nvGrpSpPr>
        <p:grpSpPr>
          <a:xfrm>
            <a:off x="8260062" y="3038060"/>
            <a:ext cx="2112516" cy="958137"/>
            <a:chOff x="7994089" y="945795"/>
            <a:chExt cx="2112516" cy="1131485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8C9DB02-0E56-E26D-3835-8C7CD75B9C8C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41884F4-0DEE-63C8-FECA-AA14B7763A5D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B04BCC5-EE32-175A-78CF-2EEC6733E546}"/>
                  </a:ext>
                </a:extLst>
              </p:cNvPr>
              <p:cNvCxnSpPr>
                <a:cxnSpLocks/>
                <a:stCxn id="62" idx="2"/>
                <a:endCxn id="49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D39F79D7-FD7A-4733-23EB-CD869908F77B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C15A9CEE-ADEA-3903-EA05-673BB89EE643}"/>
                  </a:ext>
                </a:extLst>
              </p:cNvPr>
              <p:cNvCxnSpPr>
                <a:cxnSpLocks/>
                <a:stCxn id="57" idx="1"/>
                <a:endCxn id="51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1959FC52-7B62-388E-C967-5E046E5CBDD7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DAC9F70B-7F37-7011-79B4-7AB9DBFFE200}"/>
                  </a:ext>
                </a:extLst>
              </p:cNvPr>
              <p:cNvCxnSpPr>
                <a:cxnSpLocks/>
                <a:stCxn id="63" idx="6"/>
                <a:endCxn id="5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F50EA02E-CCD6-FC00-E394-67D2E24579FB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3BDBA84-ED66-E138-6A98-DD0B996AB492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906CCAFD-6D55-4F20-AE8B-E28C2CF20247}"/>
                  </a:ext>
                </a:extLst>
              </p:cNvPr>
              <p:cNvCxnSpPr>
                <a:cxnSpLocks/>
                <a:stCxn id="59" idx="3"/>
                <a:endCxn id="49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ABC991C6-45E7-90A0-6D30-60F017F7A975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03FE0957-F128-FFD3-A7BD-6A62BC6F53C4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5" name="타원 64">
                <a:extLst>
                  <a:ext uri="{FF2B5EF4-FFF2-40B4-BE49-F238E27FC236}">
                    <a16:creationId xmlns:a16="http://schemas.microsoft.com/office/drawing/2014/main" id="{C4E4C5B7-F9A2-B6DC-9D79-7491D92A4647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9" name="타원 68">
                <a:extLst>
                  <a:ext uri="{FF2B5EF4-FFF2-40B4-BE49-F238E27FC236}">
                    <a16:creationId xmlns:a16="http://schemas.microsoft.com/office/drawing/2014/main" id="{D50708F9-EDF1-E8EA-A4C4-061B4A657185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690498A2-D410-F36D-588C-85E56FF90455}"/>
                  </a:ext>
                </a:extLst>
              </p:cNvPr>
              <p:cNvCxnSpPr>
                <a:cxnSpLocks/>
                <a:stCxn id="69" idx="4"/>
                <a:endCxn id="65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5CBFBDB1-D3E0-DEEF-9A19-77D4729FFA65}"/>
                  </a:ext>
                </a:extLst>
              </p:cNvPr>
              <p:cNvCxnSpPr>
                <a:cxnSpLocks/>
                <a:stCxn id="57" idx="2"/>
                <a:endCxn id="59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525963-910D-2241-5AC1-148BB8B68F87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34DBA3AB-816F-017C-83AB-F2C6644ED46D}"/>
              </a:ext>
            </a:extLst>
          </p:cNvPr>
          <p:cNvSpPr/>
          <p:nvPr/>
        </p:nvSpPr>
        <p:spPr>
          <a:xfrm>
            <a:off x="4552327" y="341424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6DCE3F55-3175-1588-85A7-CE088AAFA940}"/>
              </a:ext>
            </a:extLst>
          </p:cNvPr>
          <p:cNvSpPr/>
          <p:nvPr/>
        </p:nvSpPr>
        <p:spPr>
          <a:xfrm>
            <a:off x="6200141" y="3424007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3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F67-8493-5930-305F-F16DC2B8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3E420C2-02FC-C72C-A01B-DEFA48A8E616}"/>
              </a:ext>
            </a:extLst>
          </p:cNvPr>
          <p:cNvSpPr/>
          <p:nvPr/>
        </p:nvSpPr>
        <p:spPr>
          <a:xfrm>
            <a:off x="124721" y="2723831"/>
            <a:ext cx="14543779" cy="476100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6ABE50-E10F-8BB7-15C1-24593150C6C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D2796D6-45CB-992B-4BBC-DAB1A582914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7320C36F-BE94-A9C6-DDDE-D6007886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25D17C-6160-90DD-C671-56A69BE34915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558AF3-7E5A-8550-024B-7888FD2702B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C89E2608-C538-8B27-AA4C-4F4C620C34E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2B02E381-64EB-81BC-DE53-8CA0C638741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C56C02F-776A-DF88-5220-4EBA2E38318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138303F4-E26C-9A4F-1041-7955E61B6DF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2D3F0F-18D0-F30E-6422-0E5C9F7E121B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CCB6ACA4-BAF8-70F6-E1B0-87AB2FDD03D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1A6EE61-2655-885D-FE42-9608CADF944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5AB0FE2-7023-FBEC-B73D-E8B3A6FC4B6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9DC5E10-C494-CECA-5375-5C45ECE5D3ED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FDF80322-2608-F3E0-56FA-5A4FB91DE1F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1AF5897F-6ED0-D0D8-DCC2-C3905953477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2ED50AF-DA5B-92AC-9CAE-85949262B4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6FDC3107-8CE3-4CB3-EACB-EDEE869AC287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72C13647-F22A-81D8-200F-C13E1195D35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2E5479B7-0409-6A96-D4A5-E87C91260B8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28BDB1B4-7144-0E3A-A6D0-9A278DA4C1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F445C3F-610F-CBD4-32B5-AFF57055EA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73D30AEC-75D9-E2A8-DD99-79D69FAEB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9D8EAF47-6F04-1A21-BB7F-EB52C9E75C7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7795F28F-9C08-D642-84A4-79412A451EB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665CE42-F39F-9365-C95C-36B8C68D506A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8A72660D-F697-0816-9D86-85BD733FC80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332A9E5-A9BD-5DD9-64A9-46E3E47858A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A69B3CFB-4332-D7F0-D21F-C1A2CFA3533A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D6F5218-4F15-5896-C49B-33988A6029F8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2DD92892-AD63-97A7-6054-03881D845A7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6D462F-3834-2B73-51B8-5E306995D2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8C1B9B9-0731-3CC1-E047-1411B7570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F6385D6-6A05-F548-A5A0-B095DCEE63A9}"/>
              </a:ext>
            </a:extLst>
          </p:cNvPr>
          <p:cNvGrpSpPr/>
          <p:nvPr/>
        </p:nvGrpSpPr>
        <p:grpSpPr>
          <a:xfrm>
            <a:off x="1700744" y="3172542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26C4731E-91FC-DBE2-9AC1-529DC00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C2981E-4004-A6AB-545E-B1464B413FDD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25D94CA4-03FE-BFC2-CD96-EBA6B29667D7}"/>
              </a:ext>
            </a:extLst>
          </p:cNvPr>
          <p:cNvGrpSpPr/>
          <p:nvPr/>
        </p:nvGrpSpPr>
        <p:grpSpPr>
          <a:xfrm>
            <a:off x="2807518" y="4471400"/>
            <a:ext cx="1812481" cy="2034991"/>
            <a:chOff x="4074510" y="2332845"/>
            <a:chExt cx="1812481" cy="2403165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8ACF9F6-2E47-5427-9DC8-7FB66719C11A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5365C358-180E-EBA7-BD8E-BBD7DC4DE04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C7DB2157-FD86-6BDE-DC42-F3C1D07CAD4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79AA5FA7-07DE-9B1C-CD6A-7C986982808D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0BF10EC8-C7A0-13A7-DD75-3D7D80C7765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BBC1EB49-5C86-E0F4-1F1E-12FB0F9A3F92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467D6E5C-588D-F092-0186-E2110EFD751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770F3F-381B-5850-9A80-D3B06B9A5C8E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03F3CAEC-BCC6-5FC7-A276-B0936A6A4216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835A698E-BE04-840B-6DAB-F0F71876C8E8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D4125A72-28D8-5A00-D43C-69143623815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4A61389-821E-68A9-5B79-4880B15E85F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D6335F25-E6F7-54DA-D3A3-ED0669F75F2C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4F950C29-F569-7B05-11D6-6BE5E72DD46C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3DDBD5A2-0D2F-AF1A-E134-913C5E946ABB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F7F0C720-29C7-3384-3A67-5353615771AC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3699A812-82CD-27D4-3295-82F244194CE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5EB13633-9242-770C-290C-3ABAF52346C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4F04849-9245-3B52-47B6-29FCBA8B0409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11A75D9-DE5E-7754-180D-F468DE39053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조립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1511E736-2A0B-95DD-C978-C70F6BE344F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46EFFC-CD1A-9106-0648-397E47693410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633456C1-13DE-D3FD-89D4-2327A07133CC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ADA862A9-CDFE-3B02-AD8E-1D10BC487B3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89AE689B-3023-A825-5DE5-578323884EB2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096DC0E-8251-644B-15C1-19DA9996BC90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875DD6-C5A3-6CCE-E1DF-61DAA4AC10BA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5690501-70DB-7046-B6FD-D7FC810F60D6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1703A501-9EC8-1D65-F6B7-42705E692EE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FF2AC3E5-72F3-1F7C-33B4-A06C3383B670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B0BEF053-7B74-C4EE-D583-D61DDA83EE5A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7E7B286-E396-9EAD-F999-9994EF6B799D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3A23B39B-E8F0-AC0A-0790-C53E20BFA99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BEB20236-CAC2-BE24-50F5-69A225704EBB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3EDEB60-5650-2D85-CA5A-EBA4FC4D95E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0EF8E8CF-3C3A-5CB6-BC06-DFB5D047A138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9ED511A0-B56B-E824-ADD0-E8255723879C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3AC1AFF-16A6-611A-52FD-7C700D73442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E7A580C-9DFB-7489-436A-772EED79AF7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FA492CD-5161-2117-9A61-7081811CA4BF}"/>
              </a:ext>
            </a:extLst>
          </p:cNvPr>
          <p:cNvGrpSpPr/>
          <p:nvPr/>
        </p:nvGrpSpPr>
        <p:grpSpPr>
          <a:xfrm>
            <a:off x="6184707" y="5017591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EDFB6548-2DAB-5165-D48B-16A3A5FE337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3E2B0DA8-D668-B610-3F1D-84E689A7AE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5F82466-C86D-BFEB-973D-6B65552295B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601F208C-F429-3251-0E1E-DED2101B35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3CA41501-E4E1-4E9B-DCAB-2546D3B782EA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9C275A06-1CB1-8BE0-C5D0-448437FC7A7D}"/>
              </a:ext>
            </a:extLst>
          </p:cNvPr>
          <p:cNvGrpSpPr/>
          <p:nvPr/>
        </p:nvGrpSpPr>
        <p:grpSpPr>
          <a:xfrm>
            <a:off x="129581" y="4873102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ECF2D5FC-27E9-5061-2122-4C09605DC812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9CACF6BE-1A21-6003-215D-6EB82602B8D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095C77F4-76F7-6CDB-C2F0-53A6417ED245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DD466A2C-E07C-14E2-2C29-AF5C62E82326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8C4A36B7-940D-FC7A-A76B-C2FDCD88CBF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F8D233CC-4899-602A-C64C-CE6ECFE17C33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E98750D-02A6-AC46-FF24-4F39EF7741B6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FA35C0A-A24C-B6EF-5CCB-5A168F46C69C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2492C03C-291F-E89D-6CE0-A9A3FBC1A04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9E31A7D7-AA89-EDB8-D076-DEB607B476AF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F07E50D3-5EE7-84DC-7EFD-9C9A47A9639D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0397FEDB-D6E1-1869-D91C-9C20EB4BEE8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7354C211-291F-BCA5-A51F-BB03B59565E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E6684E93-FD5C-AFC2-7C3E-AD00C799A8B1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EDE7A3F3-05B9-4E2A-240C-3ACCFCED5009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18F5D61D-2873-CA2D-FD7A-91F89001875A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F86557BC-137F-F1DE-8BED-517708E196C3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E0C022B-5ACC-6E79-5FA3-370A1743D7F2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C5808A-CD0B-42F8-1DAC-D7BFC9BFA477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1B8E781-9902-EACF-3A5F-69BCAB42D5DB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35596C22-D512-7DE0-E89E-4CCEAD5F812D}"/>
              </a:ext>
            </a:extLst>
          </p:cNvPr>
          <p:cNvGraphicFramePr>
            <a:graphicFrameLocks noGrp="1"/>
          </p:cNvGraphicFramePr>
          <p:nvPr/>
        </p:nvGraphicFramePr>
        <p:xfrm>
          <a:off x="5891356" y="287666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905576D3-CF6A-7C18-616F-16737B4FE6D8}"/>
              </a:ext>
            </a:extLst>
          </p:cNvPr>
          <p:cNvGrpSpPr/>
          <p:nvPr/>
        </p:nvGrpSpPr>
        <p:grpSpPr>
          <a:xfrm>
            <a:off x="6446982" y="3205194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652ABFB-C24E-35AB-089C-FA660652733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D30FF14-17E5-7E08-A933-DD1FEC8ACF2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EE352358-EE18-7E30-511C-AE97408BCBF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6B23BBD7-4F9B-8103-3C44-3314B827251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6F5E7058-0269-31D8-F89C-161ABF3FE7A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BF2EA021-A45C-3F97-DF14-3A5F6C495674}"/>
              </a:ext>
            </a:extLst>
          </p:cNvPr>
          <p:cNvGrpSpPr/>
          <p:nvPr/>
        </p:nvGrpSpPr>
        <p:grpSpPr>
          <a:xfrm>
            <a:off x="6446982" y="3705272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FC05464-0BF6-A575-E1FF-239B624A688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21FCB8BE-984E-7154-2F61-E0A14A7CF0B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6C37F166-8141-7B41-22F1-89C7D3E0AD7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7072C044-D6DF-3590-8C43-7CFC496C6F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8A7B9D8-2736-F634-54F4-194CA41301DA}"/>
              </a:ext>
            </a:extLst>
          </p:cNvPr>
          <p:cNvSpPr/>
          <p:nvPr/>
        </p:nvSpPr>
        <p:spPr>
          <a:xfrm>
            <a:off x="2038585" y="4931883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751E9725-5438-A540-4878-05F5360CC6A2}"/>
              </a:ext>
            </a:extLst>
          </p:cNvPr>
          <p:cNvGrpSpPr/>
          <p:nvPr/>
        </p:nvGrpSpPr>
        <p:grpSpPr>
          <a:xfrm>
            <a:off x="8591998" y="309479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4FFD401-09E6-567E-DEB9-96E293EA5BFE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91F6422A-2A92-28CF-6B77-ED1341B4EC38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9521F6EA-29B7-71EF-68A6-6A03C0869B0E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45E42EA1-47E7-C483-72BE-8B3D36732DEC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CFA47421-500E-08BD-E05A-B3F7B055E3DA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BD4A43A2-71B9-D5E5-1973-9BC632D1623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6A7EFCEB-4364-50E8-54AF-06DFFB8B29B5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FE2AA3B4-5F06-707A-D8A6-4AA8DEE47F2D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0032F818-849D-117F-BB64-7FB99F42DE10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A4B8335F-2A62-36B5-1C29-8FC3EEB07C0B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8EB51ECF-2D67-32D8-5AB4-98C9DB044C2F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1156A96E-E738-6C88-7734-79A431B4097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11A35BD1-33AF-EFF1-F965-432D0975C2C1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D4CD3A17-7952-BFBB-DEB5-C904B5A5437D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90B38C28-FE9C-8748-A35A-0539E19B2086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CF2B922-9920-186C-B448-7D3867965556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E3F4D61-373D-E8DC-EAE1-D28AF93730B9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0469285-1A52-1287-D4DB-F9C72DB4EC1E}"/>
              </a:ext>
            </a:extLst>
          </p:cNvPr>
          <p:cNvGrpSpPr/>
          <p:nvPr/>
        </p:nvGrpSpPr>
        <p:grpSpPr>
          <a:xfrm>
            <a:off x="179460" y="2835100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CCB92EB-82EE-76FE-E425-E749F7A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9E50B7A0-0F39-33CF-4181-628F18044F6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00E5899F-D6D7-FA82-4179-AE4D42E7584C}"/>
              </a:ext>
            </a:extLst>
          </p:cNvPr>
          <p:cNvSpPr/>
          <p:nvPr/>
        </p:nvSpPr>
        <p:spPr>
          <a:xfrm>
            <a:off x="1737346" y="517549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9CD5795D-433C-7085-3FC7-03A5E0DF23D2}"/>
              </a:ext>
            </a:extLst>
          </p:cNvPr>
          <p:cNvSpPr/>
          <p:nvPr/>
        </p:nvSpPr>
        <p:spPr>
          <a:xfrm>
            <a:off x="2991810" y="513377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748078-F646-6F6B-3550-18ED8A4E4814}"/>
              </a:ext>
            </a:extLst>
          </p:cNvPr>
          <p:cNvSpPr/>
          <p:nvPr/>
        </p:nvSpPr>
        <p:spPr>
          <a:xfrm>
            <a:off x="4562172" y="4887142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7D419C-F272-6685-284A-2A9AF843E80D}"/>
              </a:ext>
            </a:extLst>
          </p:cNvPr>
          <p:cNvGrpSpPr/>
          <p:nvPr/>
        </p:nvGrpSpPr>
        <p:grpSpPr>
          <a:xfrm>
            <a:off x="9387728" y="3172542"/>
            <a:ext cx="1877163" cy="2742491"/>
            <a:chOff x="9206023" y="2632635"/>
            <a:chExt cx="1877163" cy="2742491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1D0069B5-A1CC-7F8B-040E-ADD25FCDB472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C3889175-3471-8B89-87B7-4A20FB8E2ACD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28245056-2B93-4B91-F70E-9DA4276CBF3F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6EA4DA51-CA36-CC42-3051-380C475F7BD0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3D194307-1B25-C9CB-6102-0A4C7A71F96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093796F-2102-3542-1AE2-F2B0610DA339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139B15E4-594B-AB4B-1514-0C6B87AE7C3E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E90AC188-6064-7168-9270-86BA0AAA0D0C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4845CF4-2EA2-F594-D2CF-EF63A722D37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1222A8F7-3F4E-D7CE-CCAF-1ADA6A26E155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4174C5E2-CD28-41EC-40AB-9375C43F062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4091FF2B-73B7-9FA1-A8E1-29958DD3D3C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966D42B0-7735-0353-F35F-A9A792ED8D5E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1B11B949-BAAB-1FE7-533A-4EA1F81851D2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B84165DE-8955-4119-D080-82C89AAFF90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0721A6-D2B1-64DA-5CC2-FCF54C577C3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D40144C4-AC58-575E-E695-2A92D64793A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7D18DF54-E053-DA63-5221-72D23AAB300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CC9716F9-8ADA-6184-B4C4-3615ED1591D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5802793D-1B8C-9322-2FD6-91A748E084C2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DB657E1B-66EC-98FB-9F46-935EDD33DAF0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90967"/>
              <a:chOff x="7890699" y="945795"/>
              <a:chExt cx="2319300" cy="1170254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EF14DAF1-F9C4-082D-22A5-DB081CFA0996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1F3F989F-936E-4CFF-C754-13993297D73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4B74D2A9-5D19-1C4E-5F5E-F7E0D9621F35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2F41CC8C-E490-8619-1CA1-1FD0CCED6C6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6C77977B-61BF-A9E1-A089-FDA4EFC1CDE5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7803A1DA-1C15-B30C-658D-F74813F2200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AE8259EE-5A3F-5D7B-D04F-C3425462EB5B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58C78A9E-9921-00B3-7E61-F30C8093FA80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099B1020-F736-DED9-6036-0227E9E4D7F6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91E8EE7-1777-1411-F3AD-3BBC8D574EA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877B8EAD-76C9-A52C-7FCE-0D8A27E2D854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B75A8DD9-4DF5-4422-1EEF-CBE29C9A1E2A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9904AA02-C0AC-289A-8150-309AE3AC4647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F72586E6-2A1C-8AEE-6124-B3B9BEF1F13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62409F6B-B9C7-54D6-C32D-6897ECCD77A2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1E9A506-C56E-BF30-6957-0B246B97333B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6694863-AC38-24D6-D6A4-111B8909DFB7}"/>
                  </a:ext>
                </a:extLst>
              </p:cNvPr>
              <p:cNvSpPr txBox="1"/>
              <p:nvPr/>
            </p:nvSpPr>
            <p:spPr>
              <a:xfrm>
                <a:off x="7890699" y="1825281"/>
                <a:ext cx="2319300" cy="290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DEEBDAD-E732-0A38-CB72-65E8B55DBC62}"/>
              </a:ext>
            </a:extLst>
          </p:cNvPr>
          <p:cNvSpPr/>
          <p:nvPr/>
        </p:nvSpPr>
        <p:spPr>
          <a:xfrm>
            <a:off x="42630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C475E81E-00EE-5951-96C7-C030C7BE8DBB}"/>
              </a:ext>
            </a:extLst>
          </p:cNvPr>
          <p:cNvSpPr/>
          <p:nvPr/>
        </p:nvSpPr>
        <p:spPr>
          <a:xfrm>
            <a:off x="5910894" y="5128786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06C235-AA13-A8BA-8F71-B0A9B37F02A0}"/>
              </a:ext>
            </a:extLst>
          </p:cNvPr>
          <p:cNvSpPr txBox="1"/>
          <p:nvPr/>
        </p:nvSpPr>
        <p:spPr>
          <a:xfrm>
            <a:off x="5786792" y="5619699"/>
            <a:ext cx="14437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DCB1D00D-C4C8-E0D9-B0E4-9913292CD604}"/>
              </a:ext>
            </a:extLst>
          </p:cNvPr>
          <p:cNvSpPr/>
          <p:nvPr/>
        </p:nvSpPr>
        <p:spPr>
          <a:xfrm>
            <a:off x="70003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0E573F4-2E46-89B1-2C18-EB2AD9014178}"/>
              </a:ext>
            </a:extLst>
          </p:cNvPr>
          <p:cNvSpPr/>
          <p:nvPr/>
        </p:nvSpPr>
        <p:spPr>
          <a:xfrm>
            <a:off x="7284233" y="4879530"/>
            <a:ext cx="1589808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</a:t>
            </a:r>
            <a:r>
              <a:rPr lang="ko-KR" altLang="en-US" sz="1200" dirty="0" err="1"/>
              <a:t>조립</a:t>
            </a:r>
            <a:r>
              <a:rPr lang="ko-KR" altLang="en-US" sz="1200" dirty="0"/>
              <a:t> 적용 </a:t>
            </a:r>
            <a:endParaRPr lang="en-US" altLang="ko-KR" sz="1200" dirty="0"/>
          </a:p>
          <a:p>
            <a:pPr algn="ctr"/>
            <a:r>
              <a:rPr lang="ko-KR" altLang="en-US" sz="1200" dirty="0"/>
              <a:t>및 </a:t>
            </a:r>
            <a:endParaRPr lang="en-US" altLang="ko-KR" sz="1200" dirty="0"/>
          </a:p>
          <a:p>
            <a:pPr algn="ctr"/>
            <a:r>
              <a:rPr lang="ko-KR" altLang="en-US" sz="12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A5AA8492-FC13-D6E1-D87A-964FE274B62E}"/>
              </a:ext>
            </a:extLst>
          </p:cNvPr>
          <p:cNvSpPr/>
          <p:nvPr/>
        </p:nvSpPr>
        <p:spPr>
          <a:xfrm>
            <a:off x="8996686" y="510574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2A71AC5D-8471-865F-832B-0860022DAD67}"/>
              </a:ext>
            </a:extLst>
          </p:cNvPr>
          <p:cNvSpPr/>
          <p:nvPr/>
        </p:nvSpPr>
        <p:spPr>
          <a:xfrm>
            <a:off x="6384243" y="4632546"/>
            <a:ext cx="284018" cy="283575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939E4FC8-266B-CA8A-E354-8F615A9D4206}"/>
              </a:ext>
            </a:extLst>
          </p:cNvPr>
          <p:cNvSpPr/>
          <p:nvPr/>
        </p:nvSpPr>
        <p:spPr>
          <a:xfrm>
            <a:off x="11342011" y="4830299"/>
            <a:ext cx="1963743" cy="103562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현재 상태가 목표 상태에 도달했는가</a:t>
            </a:r>
            <a:r>
              <a:rPr lang="en-US" altLang="ko-KR" sz="1100" dirty="0"/>
              <a:t>?</a:t>
            </a:r>
            <a:endParaRPr lang="ko-KR" altLang="en-US" sz="11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98B0EDF0-1787-CAAD-12F1-7BA9AF97FA2B}"/>
              </a:ext>
            </a:extLst>
          </p:cNvPr>
          <p:cNvSpPr/>
          <p:nvPr/>
        </p:nvSpPr>
        <p:spPr>
          <a:xfrm>
            <a:off x="13510426" y="5059261"/>
            <a:ext cx="957943" cy="6038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Yes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016F8E94-F7C1-DB85-44B5-4478F39310B0}"/>
              </a:ext>
            </a:extLst>
          </p:cNvPr>
          <p:cNvSpPr/>
          <p:nvPr/>
        </p:nvSpPr>
        <p:spPr>
          <a:xfrm>
            <a:off x="11823139" y="6172553"/>
            <a:ext cx="1001486" cy="46332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7F692A-7004-C2E7-7E80-9E5B35839A06}"/>
              </a:ext>
            </a:extLst>
          </p:cNvPr>
          <p:cNvSpPr/>
          <p:nvPr/>
        </p:nvSpPr>
        <p:spPr>
          <a:xfrm>
            <a:off x="11274556" y="6796565"/>
            <a:ext cx="2098651" cy="577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9ADDED7-9567-1A8B-4668-085CD8411387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1035822" y="6048419"/>
            <a:ext cx="10238734" cy="1036855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ACC34E5-5B22-76CB-A637-3C60FAB1274E}"/>
              </a:ext>
            </a:extLst>
          </p:cNvPr>
          <p:cNvGraphicFramePr>
            <a:graphicFrameLocks noGrp="1"/>
          </p:cNvGraphicFramePr>
          <p:nvPr/>
        </p:nvGraphicFramePr>
        <p:xfrm>
          <a:off x="14759738" y="4632546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A7D9BA7-B30C-EDA3-4392-D84A1FDC754B}"/>
              </a:ext>
            </a:extLst>
          </p:cNvPr>
          <p:cNvGrpSpPr/>
          <p:nvPr/>
        </p:nvGrpSpPr>
        <p:grpSpPr>
          <a:xfrm>
            <a:off x="15315364" y="4961072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79691091-ECC3-B176-BAAB-7A0512EED4F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40C30CDE-1CB6-02FF-79C5-E2BD2D353BA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DD80B85-62B2-CFF1-530F-C0D0A6BCE94C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460A57A-811C-215B-F32E-225EB600AA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C0CA46D-85EE-A258-C22E-5B267F1106D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03846617-D9A1-7D14-0A9B-DBB8E78CA227}"/>
              </a:ext>
            </a:extLst>
          </p:cNvPr>
          <p:cNvGrpSpPr/>
          <p:nvPr/>
        </p:nvGrpSpPr>
        <p:grpSpPr>
          <a:xfrm>
            <a:off x="15315364" y="5461150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BD6C0FA-48E5-0E3D-8129-E1FFF03F431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116BC1D-C730-6243-ABB6-3CC91D904C4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DE0E27A0-BEE6-FC1C-A4DD-168D7B8BE4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984D16DF-B875-89B0-D0EE-783DF523763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1B7E9E68-D800-FA51-4751-9DE84A995A88}"/>
              </a:ext>
            </a:extLst>
          </p:cNvPr>
          <p:cNvSpPr txBox="1"/>
          <p:nvPr/>
        </p:nvSpPr>
        <p:spPr>
          <a:xfrm>
            <a:off x="14488393" y="6154476"/>
            <a:ext cx="18124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기록된 조립 순서 반환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43BADDB-724D-B660-D6AF-17775C7084D3}"/>
              </a:ext>
            </a:extLst>
          </p:cNvPr>
          <p:cNvSpPr txBox="1"/>
          <p:nvPr/>
        </p:nvSpPr>
        <p:spPr>
          <a:xfrm>
            <a:off x="5637869" y="4359122"/>
            <a:ext cx="1741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19F109B8-3E85-3BF1-C515-0312F0864520}"/>
              </a:ext>
            </a:extLst>
          </p:cNvPr>
          <p:cNvSpPr/>
          <p:nvPr/>
        </p:nvSpPr>
        <p:spPr>
          <a:xfrm>
            <a:off x="2018545" y="4375520"/>
            <a:ext cx="883027" cy="45477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</p:spTree>
    <p:extLst>
      <p:ext uri="{BB962C8B-B14F-4D97-AF65-F5344CB8AC3E}">
        <p14:creationId xmlns:p14="http://schemas.microsoft.com/office/powerpoint/2010/main" val="1815110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7DC2F-6735-D620-18B8-F17B9547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0751181-2AB2-FEBB-D8A9-02AF9FB67D58}"/>
              </a:ext>
            </a:extLst>
          </p:cNvPr>
          <p:cNvSpPr/>
          <p:nvPr/>
        </p:nvSpPr>
        <p:spPr>
          <a:xfrm>
            <a:off x="124721" y="2723832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F04A6C4-9B9E-789B-896F-2D83170DD8C2}"/>
              </a:ext>
            </a:extLst>
          </p:cNvPr>
          <p:cNvGrpSpPr/>
          <p:nvPr/>
        </p:nvGrpSpPr>
        <p:grpSpPr>
          <a:xfrm>
            <a:off x="1271190" y="3059235"/>
            <a:ext cx="1133874" cy="741791"/>
            <a:chOff x="7670009" y="1193508"/>
            <a:chExt cx="1558708" cy="992387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CDC185D8-D3E3-2A26-2DF9-31ECD9AD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CA47153-4552-7587-2E1A-60244648D7A2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EFAD535-98D9-5A9B-3E1A-5DE64697159A}"/>
              </a:ext>
            </a:extLst>
          </p:cNvPr>
          <p:cNvGrpSpPr/>
          <p:nvPr/>
        </p:nvGrpSpPr>
        <p:grpSpPr>
          <a:xfrm>
            <a:off x="2076307" y="4030108"/>
            <a:ext cx="1318479" cy="1498113"/>
            <a:chOff x="4074510" y="2332845"/>
            <a:chExt cx="1812481" cy="2366820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1CD4B72-B736-6414-1E44-623002C7A338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15518237-F857-C17D-A331-8551B2C81F86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6B97C36C-733B-9871-DB88-49E7D66032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B6878D23-479E-F9A6-10D7-96375AE3608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B9EDB5E6-0F87-1A99-F202-2628F97096B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4503CF16-6378-B52E-EBC8-5B3BD19952CC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A83A5CE8-AE72-C409-A8F5-30F02379C4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ACBDF0C-394B-D7BD-AAD1-924C0E04CCC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60BEB8A3-0405-38F4-A835-CDE4AAFE3A75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11351132-CECB-AF47-D6BC-CE3B759AD0DA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B8F5B2A-F39F-0C8A-8D24-5DA008A4BA5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1AF1F90-0821-6A02-3FBD-E5EB16D4ED8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98B206D-9E6F-3F32-C951-C05C49C43F0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34287A2C-F02B-CB40-8D6E-4547E1AF9569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59B34B5B-74B8-626B-2A7D-F921D3D234F7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4A5CFD36-10DA-E077-9D32-3D2A28A6C25B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4CC338DF-2ABC-A53A-D108-0734C528FDC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DBFE29A9-5338-E55D-9C4A-A4476B23CE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AA16A6A-C879-BC35-815E-D509992DC9C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C98CC1-4BDF-986A-DCA4-6DD994C6A051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BE37A48F-58CA-16EC-F11B-A1A0FB8EA84D}"/>
              </a:ext>
            </a:extLst>
          </p:cNvPr>
          <p:cNvGrpSpPr/>
          <p:nvPr/>
        </p:nvGrpSpPr>
        <p:grpSpPr>
          <a:xfrm>
            <a:off x="4533025" y="4438376"/>
            <a:ext cx="496912" cy="378634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7C090C9C-BF17-1703-9E2D-491436DE7D4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0C9C2982-09BD-D3A8-0F96-B466377AF2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93A6B3DA-6038-8B7B-063B-2C1122633B7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45A6ECF3-954A-689F-5069-B85616DBD2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0D3B89B-6454-504B-4321-65C623240F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53CC9DA-5216-80ED-E3E0-FE1D9588723E}"/>
              </a:ext>
            </a:extLst>
          </p:cNvPr>
          <p:cNvGrpSpPr/>
          <p:nvPr/>
        </p:nvGrpSpPr>
        <p:grpSpPr>
          <a:xfrm>
            <a:off x="128256" y="4330373"/>
            <a:ext cx="1318479" cy="855521"/>
            <a:chOff x="8410242" y="1013492"/>
            <a:chExt cx="1812481" cy="1351610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78C258FA-8338-88BF-E67F-4C643DAEE343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9FA1B53-F16B-9C92-09C9-D5E0E24E734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3CFE29E8-69C7-F097-5FF9-5EC14AB77FDF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B3CE10C0-BFBF-5B8E-AD8E-5FB903DB51C9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DAA9032A-9E1F-9EBE-1282-73442C19D0A1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D3A8887A-2A65-E5EA-36F8-659310445BCE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B3DF9EA-842F-1E63-FA4C-5A254A7F7804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240F65FC-4D11-C747-9844-473EDE4D335F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E4065347-7977-52E5-E0B3-314ED89BBE5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E8B322E7-F416-772B-2CD8-EA14CFAE3A5D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A77CAACE-E9F0-68B9-5561-358DCE4469EA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9B57818E-4982-C917-2A79-AF8E7C00E69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8AE47145-1507-7B3D-F066-C3AD1F76EA75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F98D2D9-9379-31F8-3546-6B823BA97CF2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95FA5A2A-ABC7-52A1-B3EB-701866D395E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CEBC7D79-0B9F-D8A9-49B0-A244B8F6BBB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0D71DCEF-4871-D7D3-35B5-9F5BB265D550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7EAC16D-2146-6E40-9F5B-EDCB01B1EB14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B7A947-57A0-E22F-9218-11D735B071E8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BF1DD05-772D-4125-93E1-2F5E697017F3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AA0049F-73D1-72D2-190D-D3FC3BC116DA}"/>
              </a:ext>
            </a:extLst>
          </p:cNvPr>
          <p:cNvSpPr/>
          <p:nvPr/>
        </p:nvSpPr>
        <p:spPr>
          <a:xfrm>
            <a:off x="1516951" y="4374311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15DDE180-D617-C792-9C34-64E3DCE294A4}"/>
              </a:ext>
            </a:extLst>
          </p:cNvPr>
          <p:cNvGrpSpPr/>
          <p:nvPr/>
        </p:nvGrpSpPr>
        <p:grpSpPr>
          <a:xfrm>
            <a:off x="164541" y="2807004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A328D6-46B1-7AF7-6801-51B0EE87A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E9020313-A615-67BD-38E2-726E7B68907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3931EBB1-2ED3-EAAA-2B93-8339CD801597}"/>
              </a:ext>
            </a:extLst>
          </p:cNvPr>
          <p:cNvSpPr/>
          <p:nvPr/>
        </p:nvSpPr>
        <p:spPr>
          <a:xfrm>
            <a:off x="1297816" y="455640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1B6932BA-40BC-F256-11DE-D5115A013C83}"/>
              </a:ext>
            </a:extLst>
          </p:cNvPr>
          <p:cNvSpPr/>
          <p:nvPr/>
        </p:nvSpPr>
        <p:spPr>
          <a:xfrm>
            <a:off x="2210369" y="452522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EE6C1C0-3DC5-25C3-AFA4-BAA4EC5C0CB6}"/>
              </a:ext>
            </a:extLst>
          </p:cNvPr>
          <p:cNvSpPr/>
          <p:nvPr/>
        </p:nvSpPr>
        <p:spPr>
          <a:xfrm>
            <a:off x="3352721" y="4340868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E4102D0C-FD42-B0DA-3482-4CB0518550A0}"/>
              </a:ext>
            </a:extLst>
          </p:cNvPr>
          <p:cNvGrpSpPr/>
          <p:nvPr/>
        </p:nvGrpSpPr>
        <p:grpSpPr>
          <a:xfrm>
            <a:off x="6733796" y="3059235"/>
            <a:ext cx="1625057" cy="2064519"/>
            <a:chOff x="9028349" y="2632635"/>
            <a:chExt cx="2233926" cy="2761965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5182921D-B939-BC95-6AC5-1C5123ABD15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EBDF3252-0D03-0849-3075-5F1B068B062A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12B7A31C-A9DF-A858-933C-887063B1856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2359C8FB-0B77-2CD0-C82D-B60F0E32C857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13701B0C-9AC9-B12A-AD55-A413BF618AF3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D14F115-7EE1-3411-7DD1-890C43C5E268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302EC9D4-A9DF-4B60-3B02-A688C1B413E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96C0A6C8-392E-105B-3C91-7DF3F1EFE66D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24ABA87B-A816-8518-43FF-B0126B61CE0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ABF1AB7-E0C5-5B06-DB2A-2062A8A16426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69870FCF-7500-A0CE-D8FB-1D7BF7B079DD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1438856F-1867-A07F-FB17-D8B551E7529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3BB0FFA8-F06B-F4F3-43F8-1591307D0CF4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DF6664D7-15AF-3870-B384-433C7FCA5DBB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24DB450B-8606-FC61-DBC8-23F4B5D0E2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5775A552-44BD-94BD-B369-19F6FB8D230D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E9FEAE6D-F1A2-539C-A868-AB0D562F32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D252B3B4-B434-9370-D8BF-B98FDAAC76FE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FC080FF2-4D48-E33D-D26B-D5E11C470201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86DCF2C-B27E-FE7E-D004-0974D9EF08D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E6132F5-6B20-0E1D-BD1F-BB6F6D111F4A}"/>
                </a:ext>
              </a:extLst>
            </p:cNvPr>
            <p:cNvGrpSpPr/>
            <p:nvPr/>
          </p:nvGrpSpPr>
          <p:grpSpPr>
            <a:xfrm>
              <a:off x="9028349" y="4384159"/>
              <a:ext cx="2233926" cy="1010441"/>
              <a:chOff x="7648155" y="945795"/>
              <a:chExt cx="2804390" cy="1193252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A5DFE7C5-AA8D-7FD7-D713-25B34B8F2B2F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DFC7026D-E6EA-B4F3-E643-E3368CE23C1D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C7776518-9112-1D51-FD5A-F67FC25AC287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A1DE4C7E-4C9F-EB63-2669-D64725F2B6D1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FDD7A136-B334-7B00-B07E-9A8CFD8B733D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2C9FE4A1-E4E4-BB4C-CAB7-368353870B08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96EED35F-B2EE-0E37-034F-000BE34D71A2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C3714E67-87F0-4226-0D2C-E6F47CDC8449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7968D600-AA54-F002-7160-3E94A88ADE6A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ACA463E5-6C7C-F15C-90D3-41E2F3FA232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97492E62-E81B-5426-0B43-7D25BF932798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270DD6F5-E7CC-7C79-CABE-CB63AE0E3F9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6BB6D3B2-1ABA-194A-9061-D6AB34BA1305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3C6654F-E767-F00A-2A82-FCCD5A37D0AA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767CBD7A-EB36-951D-924B-5AC3BE6A34F4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78B01AF-AD2E-E9DD-6F95-519D51C499D9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2FAF11A-19B5-C77A-AEC1-A6296894BCBB}"/>
                  </a:ext>
                </a:extLst>
              </p:cNvPr>
              <p:cNvSpPr txBox="1"/>
              <p:nvPr/>
            </p:nvSpPr>
            <p:spPr>
              <a:xfrm>
                <a:off x="7648155" y="1798674"/>
                <a:ext cx="2804390" cy="340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7371592-ED15-20F5-066F-1E9ADAAEDE42}"/>
              </a:ext>
            </a:extLst>
          </p:cNvPr>
          <p:cNvSpPr/>
          <p:nvPr/>
        </p:nvSpPr>
        <p:spPr>
          <a:xfrm>
            <a:off x="3135148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B8F1329-5CD4-FE19-9882-7F772F194083}"/>
              </a:ext>
            </a:extLst>
          </p:cNvPr>
          <p:cNvSpPr/>
          <p:nvPr/>
        </p:nvSpPr>
        <p:spPr>
          <a:xfrm>
            <a:off x="4333841" y="452149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14EDDA-3EF3-91A6-89C6-62536BF32F9F}"/>
              </a:ext>
            </a:extLst>
          </p:cNvPr>
          <p:cNvSpPr txBox="1"/>
          <p:nvPr/>
        </p:nvSpPr>
        <p:spPr>
          <a:xfrm>
            <a:off x="4243564" y="4888441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6CA0BE36-9C15-CF8E-9F82-B2DFCA5C8561}"/>
              </a:ext>
            </a:extLst>
          </p:cNvPr>
          <p:cNvSpPr/>
          <p:nvPr/>
        </p:nvSpPr>
        <p:spPr>
          <a:xfrm>
            <a:off x="5126382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945DB37-BC21-1802-665D-E72B5435D403}"/>
              </a:ext>
            </a:extLst>
          </p:cNvPr>
          <p:cNvSpPr/>
          <p:nvPr/>
        </p:nvSpPr>
        <p:spPr>
          <a:xfrm>
            <a:off x="5332869" y="4335178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04502B96-A6C2-BE9A-3E58-61B21922F344}"/>
              </a:ext>
            </a:extLst>
          </p:cNvPr>
          <p:cNvSpPr/>
          <p:nvPr/>
        </p:nvSpPr>
        <p:spPr>
          <a:xfrm>
            <a:off x="6578584" y="450427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6A767382-F10C-421A-D195-E3A3454A8056}"/>
              </a:ext>
            </a:extLst>
          </p:cNvPr>
          <p:cNvSpPr/>
          <p:nvPr/>
        </p:nvSpPr>
        <p:spPr>
          <a:xfrm>
            <a:off x="4671826" y="4150562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DF17A07E-7178-6ADC-655E-202932C438F0}"/>
              </a:ext>
            </a:extLst>
          </p:cNvPr>
          <p:cNvSpPr/>
          <p:nvPr/>
        </p:nvSpPr>
        <p:spPr>
          <a:xfrm>
            <a:off x="8284678" y="4298378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D86C364A-A108-4219-30F8-FE62941EAFC0}"/>
              </a:ext>
            </a:extLst>
          </p:cNvPr>
          <p:cNvSpPr/>
          <p:nvPr/>
        </p:nvSpPr>
        <p:spPr>
          <a:xfrm>
            <a:off x="9862079" y="4469523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E84B421E-45EF-4956-0E65-C2D08C1AF113}"/>
              </a:ext>
            </a:extLst>
          </p:cNvPr>
          <p:cNvSpPr/>
          <p:nvPr/>
        </p:nvSpPr>
        <p:spPr>
          <a:xfrm>
            <a:off x="8634672" y="5301689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CFDA937-59A5-EBF0-0FE7-50D37CE80C3A}"/>
              </a:ext>
            </a:extLst>
          </p:cNvPr>
          <p:cNvSpPr/>
          <p:nvPr/>
        </p:nvSpPr>
        <p:spPr>
          <a:xfrm>
            <a:off x="8235608" y="5768126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1FEF2709-9625-BB09-C61E-E492B8C2A674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787496" y="5185895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F9352B4-45FA-A5EF-178F-E62220425ED0}"/>
              </a:ext>
            </a:extLst>
          </p:cNvPr>
          <p:cNvSpPr txBox="1"/>
          <p:nvPr/>
        </p:nvSpPr>
        <p:spPr>
          <a:xfrm>
            <a:off x="4080851" y="3946182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EED746C9-014E-F55B-B05F-F10EDB143794}"/>
              </a:ext>
            </a:extLst>
          </p:cNvPr>
          <p:cNvSpPr/>
          <p:nvPr/>
        </p:nvSpPr>
        <p:spPr>
          <a:xfrm>
            <a:off x="1502373" y="3958439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4E57E-0109-2BA1-AF56-AA8D0791E49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F85050-D0D2-620F-458F-EC6EAEDE67D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30BA8A6-0774-92F3-7C8D-5BF552F5D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2398014-2312-E050-0723-A5660DC9968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C16C520-0ACD-28D7-A466-6F68A0BCC37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02AE20F6-4F4E-7C9A-A08F-3468B896AA7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FD961D1-EC85-DF83-F60F-EBC6F221ED9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0D946618-B715-13ED-E134-B4464DDCBCC3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567FB3F-EBA1-C333-11A7-8BA4AC045310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90AF7202-16C0-B8E6-6811-9B20D1CEBE80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0B402A-FAA9-6C8A-F8E0-B1BD08EF5E67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2B6835B7-6E83-6C3D-ACC1-B5AD026D1A2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C16985A8-EB69-13E0-B568-F56042BE9DB8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66506A8-12EB-5E6E-78AD-E353E0CBF4A4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99D972F-F9B3-5A79-4301-DCEDED4252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961474B-955F-5670-84F3-4E7BECCCD3F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A375FD5-9333-A44A-42D3-4DB43BCE466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E1F8C6B-9EF6-E11F-3F64-E4B122FF55C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3FFD674-8BAA-2BC2-2E85-0B7A0F39084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045E5EF-125F-BA7B-5044-524607E419B0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544665F-7BF5-4690-B912-6CB73F75D3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26186EE-BBDC-C398-19F4-DEEC225E75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CDB03-3BD5-6B51-8905-B5B5B13FA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5ABF6FFA-B184-1CC4-7B1B-006A638CCD8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B9DDE4-4A0D-60DE-FC78-B5A600DC6AE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C242343-4DC1-7695-8B8F-FE721C30263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301DFC76-D0A8-8237-35F8-5734C8E514D2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8CA25D46-06F2-1BFA-36E4-068B3A443259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701B0AC2-1C57-647F-7BCC-85EDB72F984E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9C7BB99-BF37-F070-20A9-9C9AAAF7EBC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1C4D335-823A-9953-87CB-98CB40C0DBA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47F1682-93B3-F225-D167-657AC93E00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B97039AD-1275-4D7E-E8CB-A3122CA3E6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B762C9C2-3677-958C-EE00-6BF52A06231A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4A24EF31-BD9B-0F74-BE3D-19A218CCF3E7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FA68568-E005-67C6-EB4F-8E9E2C0F8218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10F9103-FBF0-17DD-3AEB-35934E0F3DE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F75A673-B005-F69A-A61A-FAF771EAD154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215D67D7-C288-B2F0-12EE-4939072420D8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483E9AE-469A-3356-9CFC-254D898CE017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9956AECC-A0D3-D2D2-2EA2-504A716445DA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C0307EBD-863F-F69C-341E-B4807B811AC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51D43906-A785-65F1-F98C-C26B3D6142A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B8F1E4-7A64-8175-28EE-76295C2CDF0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A0AE979D-CA90-1CD3-43B7-9C1D7BD5B4C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15C02461-4568-FB64-271C-D8966C8A29F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1536CA-81D7-2E9B-A318-23B4C234589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83B7243-7E29-2274-0BBD-ABA5B11940F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A41CE5D-60EA-7A8F-F717-4B4051A5E29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10E8859-F5C9-3CF1-86C9-5D4A0D90B402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E949D77-E97A-1DDA-14C3-8524CFC66436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F6D601-4A47-521C-E7F7-8D9EBB7C03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96DF3854-2C1E-1244-03B0-5E3257AC312A}"/>
              </a:ext>
            </a:extLst>
          </p:cNvPr>
          <p:cNvGraphicFramePr>
            <a:graphicFrameLocks noGrp="1"/>
          </p:cNvGraphicFramePr>
          <p:nvPr/>
        </p:nvGraphicFramePr>
        <p:xfrm>
          <a:off x="4176691" y="2778839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BAEF3805-9827-C8C8-C0E3-0B4924E3F1E2}"/>
              </a:ext>
            </a:extLst>
          </p:cNvPr>
          <p:cNvGraphicFramePr>
            <a:graphicFrameLocks noGrp="1"/>
          </p:cNvGraphicFramePr>
          <p:nvPr/>
        </p:nvGraphicFramePr>
        <p:xfrm>
          <a:off x="10825842" y="402613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39E975AC-ECF1-0BE5-5177-8E0642ECBDD7}"/>
              </a:ext>
            </a:extLst>
          </p:cNvPr>
          <p:cNvGrpSpPr/>
          <p:nvPr/>
        </p:nvGrpSpPr>
        <p:grpSpPr>
          <a:xfrm>
            <a:off x="11381468" y="4354664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B3C31A60-BC73-2188-21AA-B2017AECDEB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228530-912A-27F8-7EB0-555DCF1442A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2CB90E7-DDA4-5BF9-6DE3-76A9425CFC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08903FB-4AFD-E375-38D4-E8712C17A1F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BF7E3827-DCC0-517E-2E6B-37F9B54CC13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CDBAF44B-EEEB-5787-15B3-4F0DF1F8E600}"/>
              </a:ext>
            </a:extLst>
          </p:cNvPr>
          <p:cNvGrpSpPr/>
          <p:nvPr/>
        </p:nvGrpSpPr>
        <p:grpSpPr>
          <a:xfrm>
            <a:off x="11381468" y="4854742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2363FF1D-B36A-E51C-D664-4022D787EA1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7C94700-DE47-7B59-E284-F7F6CBC6A1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46867EC-B0BD-32BD-E370-25AFB808EFB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1857EE9-5FB4-1ACB-7351-EAE7DFB1FA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367FA55-0610-CABF-EC28-C88A23261646}"/>
              </a:ext>
            </a:extLst>
          </p:cNvPr>
          <p:cNvSpPr txBox="1"/>
          <p:nvPr/>
        </p:nvSpPr>
        <p:spPr>
          <a:xfrm>
            <a:off x="10554497" y="5548068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1A9D5DB1-1425-C173-9BFC-1D7DCEE18BAA}"/>
              </a:ext>
            </a:extLst>
          </p:cNvPr>
          <p:cNvGrpSpPr/>
          <p:nvPr/>
        </p:nvGrpSpPr>
        <p:grpSpPr>
          <a:xfrm>
            <a:off x="4764501" y="3040120"/>
            <a:ext cx="441736" cy="295305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151F728-4650-5502-1D51-1BDBBFAFDA5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7DAEFD58-7F42-FF34-24AE-4D20A0D215C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6F552C9C-8D3C-5FB1-539C-1292554E879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951B9D16-FC9A-4856-77E3-D25952FBCC7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7A1C9907-487E-0CEC-24F7-8485C4BCBC4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5C8B27F-6AC0-66BF-744F-CA444600B1E6}"/>
              </a:ext>
            </a:extLst>
          </p:cNvPr>
          <p:cNvGrpSpPr/>
          <p:nvPr/>
        </p:nvGrpSpPr>
        <p:grpSpPr>
          <a:xfrm>
            <a:off x="4764501" y="3432969"/>
            <a:ext cx="441736" cy="177467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C882473E-DBC8-A9EA-1FFC-A730EB2C8ED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43F4A2B9-1147-03C6-2186-B96DD9F1ED2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42162398-DD52-00F2-F71A-78D18396075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623719F0-CB02-7B37-1022-365EE61A5D3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7810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758775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772321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/>
        </p:nvGraphicFramePr>
        <p:xfrm>
          <a:off x="6212774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768400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768400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941429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8190467" y="3627671"/>
            <a:ext cx="1119662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9969398" y="3304299"/>
            <a:ext cx="1694578" cy="1828684"/>
            <a:chOff x="9546077" y="3179194"/>
            <a:chExt cx="2381250" cy="246912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1962432" cy="20882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endParaRPr lang="en-US" altLang="ko-KR" sz="1050" dirty="0"/>
            </a:p>
            <a:p>
              <a:endParaRPr lang="ko-KR" altLang="en-US" sz="1050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561533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830340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2079447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756376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965493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694172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265807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3161523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68458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46716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558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0460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00A033E-105F-C5C0-B4DC-32F662FC6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AD56B-C24E-94DF-AB63-2AB8D4329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406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90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/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CF3F-8C6F-D10D-C068-646D67E6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0D2B7D8-099C-8444-9D18-EBD804D0C248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C6B26F-E948-FBCA-FEB3-ED9FE801D07B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E90ABF-57BF-E578-3C7E-BE1AE4E93341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E00F6F42-45BB-6B92-5E34-B7C92B704BBC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FF556D1-6089-FDA8-FB4D-3D1B5959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FE356E-03EB-29B2-FACE-4F069BF2C7B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584E0F-EA13-F57D-9F2B-4B73D11AC3F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318F199E-BC3B-355F-65A6-EACC22923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5540F-CCF0-0BDE-4534-ADDB892D3B65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54262C-8A86-F290-25FA-E55811052DF0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BC501-F4F4-76A1-EDEA-2B29FD11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2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2794</Words>
  <Application>Microsoft Office PowerPoint</Application>
  <PresentationFormat>와이드스크린</PresentationFormat>
  <Paragraphs>796</Paragraphs>
  <Slides>39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39</vt:i4>
      </vt:variant>
    </vt:vector>
  </HeadingPairs>
  <TitlesOfParts>
    <vt:vector size="46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269</cp:revision>
  <dcterms:modified xsi:type="dcterms:W3CDTF">2025-11-21T08:32:01Z</dcterms:modified>
</cp:coreProperties>
</file>