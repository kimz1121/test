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13"/>
  </p:notesMasterIdLst>
  <p:sldIdLst>
    <p:sldId id="256" r:id="rId3"/>
    <p:sldId id="257" r:id="rId4"/>
    <p:sldId id="343" r:id="rId5"/>
    <p:sldId id="2419" r:id="rId6"/>
    <p:sldId id="2420" r:id="rId7"/>
    <p:sldId id="2411" r:id="rId8"/>
    <p:sldId id="2423" r:id="rId9"/>
    <p:sldId id="2422" r:id="rId10"/>
    <p:sldId id="2426" r:id="rId11"/>
    <p:sldId id="336" r:id="rId12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9A9"/>
    <a:srgbClr val="FFB7D1"/>
    <a:srgbClr val="FF8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9527" autoAdjust="0"/>
    <p:restoredTop sz="96242" autoAdjust="0"/>
  </p:normalViewPr>
  <p:slideViewPr>
    <p:cSldViewPr snapToGrid="0">
      <p:cViewPr varScale="1">
        <p:scale>
          <a:sx n="80" d="100"/>
          <a:sy n="80" d="100"/>
        </p:scale>
        <p:origin x="4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E6CCC-38E3-27D9-4410-C86FAD8C6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E428DD-FEF9-78DB-14FC-593792764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6CA154-C9C5-07B6-BE48-A6A39EB522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B757FA-B9BB-317D-B7F6-64771525A3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03231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DF0D1-1EB4-5E7B-72DD-1C2261D73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D1F651-F07C-A7B6-36B8-BACD68C7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56958A-0B74-BBF0-D45E-E38DF747B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1A66E8-266C-26D5-6A70-EFB46BDE8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6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5590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A0FEF-F757-893C-D810-AA6D753B6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7C533E-50A5-7B54-E6F2-87D622D8F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969EBA-E085-BC0A-A315-C697621D6F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F064DB-777F-EF50-1C5F-BC0CBB9324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7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88944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52EFF-38C7-910F-C647-633B98311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24740D-AC62-B1C2-46A7-330613F19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5AE463-D223-2999-2882-3779213CE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0F4E0D-D872-938A-B50E-715FD12378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8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32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03516-30BA-D5F1-0A85-F263A250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05EB3C-F97B-E7FE-EF91-1245743DA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84574E-5BB7-6D11-B43A-8BBF9DB50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6A971D-C36F-C98B-F5C7-D8989352DC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9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7839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EB23F-031C-BB1C-070E-0573F98E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BBB28F-08BF-2E99-6D32-D68ADFCE8B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F225C6C-33B5-0A82-50E4-AAF33A56581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25771B99-FA2D-2C8B-0BBE-0001598738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7B15A07C-3C17-D214-5B63-7CDF2B2994E7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762683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D7689BF4-DAA1-DA1F-D276-D2ADEFAAFD94}"/>
              </a:ext>
            </a:extLst>
          </p:cNvPr>
          <p:cNvGrpSpPr/>
          <p:nvPr/>
        </p:nvGrpSpPr>
        <p:grpSpPr>
          <a:xfrm>
            <a:off x="6983978" y="5043252"/>
            <a:ext cx="783798" cy="517711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F9C5DA5B-1C5F-2FCC-06FC-3FB0341B334D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9AE8F636-85A6-A61E-21BA-824E16827A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EC56CFC9-4494-6A05-528F-5A628F13559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60E5AC-54B0-B2F7-A379-3E0562E9A45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8225C8E0-E6EE-71D8-9855-7D65474FCC9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B4AD9699-444C-4F88-4A74-EBC1D49F22FC}"/>
              </a:ext>
            </a:extLst>
          </p:cNvPr>
          <p:cNvGrpSpPr/>
          <p:nvPr/>
        </p:nvGrpSpPr>
        <p:grpSpPr>
          <a:xfrm>
            <a:off x="7026062" y="5633478"/>
            <a:ext cx="715093" cy="485167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D185BAAA-F605-B6DD-3855-A78FD47FDFE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B7B58C63-3CA0-3521-AF1C-747926D4A56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A5155BA4-E65B-D14E-479B-68BCEB237FC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68B94B6C-1562-3313-9C11-1A04EB1E5A9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A2B4B0E2-6E43-A047-B54C-4B8400AA935D}"/>
              </a:ext>
            </a:extLst>
          </p:cNvPr>
          <p:cNvSpPr txBox="1"/>
          <p:nvPr/>
        </p:nvSpPr>
        <p:spPr>
          <a:xfrm>
            <a:off x="6266025" y="6477609"/>
            <a:ext cx="18124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부품</a:t>
            </a:r>
            <a:r>
              <a:rPr lang="ko-KR" altLang="en-US" sz="11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49A94FB-4B5C-9850-582E-F275D39A261E}"/>
              </a:ext>
            </a:extLst>
          </p:cNvPr>
          <p:cNvSpPr/>
          <p:nvPr/>
        </p:nvSpPr>
        <p:spPr>
          <a:xfrm>
            <a:off x="8442799" y="5758027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BEFA1DFE-37F1-6CC1-EB2C-0F90BF529959}"/>
              </a:ext>
            </a:extLst>
          </p:cNvPr>
          <p:cNvGrpSpPr/>
          <p:nvPr/>
        </p:nvGrpSpPr>
        <p:grpSpPr>
          <a:xfrm>
            <a:off x="10139938" y="5006304"/>
            <a:ext cx="1606585" cy="1485109"/>
            <a:chOff x="9452164" y="3184556"/>
            <a:chExt cx="2475163" cy="2131186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A49AE89C-907B-31D9-EFF2-FF4A76B13682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221FEC13-0AC5-997E-F80C-37F8D3C4A769}"/>
                </a:ext>
              </a:extLst>
            </p:cNvPr>
            <p:cNvSpPr/>
            <p:nvPr/>
          </p:nvSpPr>
          <p:spPr>
            <a:xfrm>
              <a:off x="9452164" y="3184556"/>
              <a:ext cx="161425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출력</a:t>
              </a:r>
              <a:endParaRPr lang="ko-KR" altLang="en-US" sz="1200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2274DD75-6C72-265C-85E6-06B046ED8550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7556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</a:t>
              </a:r>
              <a:r>
                <a:rPr lang="ko-KR" altLang="en-US" sz="1050" dirty="0"/>
                <a:t> </a:t>
              </a:r>
              <a:r>
                <a:rPr lang="ko-KR" altLang="en-US" sz="1050" b="1" dirty="0" err="1"/>
                <a:t>가조립</a:t>
              </a:r>
              <a:r>
                <a:rPr lang="ko-KR" altLang="en-US" sz="1050" b="1" dirty="0"/>
                <a:t>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}, 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-D,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0EDD64A6-776E-1E08-0F7B-937B2C8CEBAE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DB56A981-25D5-D084-5D77-1A7885666929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77E3E67B-ECAB-993F-F53E-C8BA95AC88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31A9C87-83B8-0088-8289-C24DC14A7C0E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83E029F4-E12F-86E0-F363-10F97D98CCE0}"/>
              </a:ext>
            </a:extLst>
          </p:cNvPr>
          <p:cNvSpPr/>
          <p:nvPr/>
        </p:nvSpPr>
        <p:spPr>
          <a:xfrm>
            <a:off x="6772559" y="3101853"/>
            <a:ext cx="1340986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826D37E2-D6EC-0298-B634-280288E7EB17}"/>
              </a:ext>
            </a:extLst>
          </p:cNvPr>
          <p:cNvSpPr/>
          <p:nvPr/>
        </p:nvSpPr>
        <p:spPr>
          <a:xfrm>
            <a:off x="8265219" y="3081093"/>
            <a:ext cx="140159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조립 후보 평가 시스템</a:t>
            </a:r>
            <a:endParaRPr lang="en-US" altLang="ko-KR" sz="1050" dirty="0"/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5A94DC0-0B03-B81A-79F5-17E7829A669A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가능 </a:t>
            </a:r>
            <a:r>
              <a:rPr lang="en-US" altLang="ko-KR" sz="1050" dirty="0"/>
              <a:t>Plan </a:t>
            </a:r>
            <a:r>
              <a:rPr lang="ko-KR" altLang="en-US" sz="1050" dirty="0"/>
              <a:t>탐색 시스템</a:t>
            </a:r>
            <a:endParaRPr lang="en-US" altLang="ko-KR" sz="1050" dirty="0"/>
          </a:p>
          <a:p>
            <a:pPr algn="ctr"/>
            <a:r>
              <a:rPr lang="en-US" altLang="ko-KR" sz="1050" dirty="0"/>
              <a:t>(Search Algorithm)</a:t>
            </a:r>
            <a:endParaRPr lang="ko-KR" altLang="en-US" sz="105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5AD408CC-7E5F-561B-1AD7-38DCC80A5826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A2DFD61-E82A-882B-E16C-A3E4CCD1921B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BF5FF673-E3A9-D67A-519B-AB43BE9116A7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44FF6C79-0407-694E-9093-644378BD210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B5C3A193-3723-2636-5980-04A882BE704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846119C-1102-FF9F-6E04-700CF545FC0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55A9F666-3F6B-459A-A544-BF3B78308643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B4B1A0B3-A4FE-2130-95AD-BC05CBA6E933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AE4D99C4-D9F4-9BDA-6BC8-651F8CAC7E6B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773F15F1-C422-DBDD-AE63-EA60F8872957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7C88EBC-2B7C-63E4-6DB8-4C53A555A6D6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A55182B-4F66-8249-F4F8-3E0291E927E8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6A710B49-0A53-981D-C4A6-B0FF0A0FA82E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F80B14CA-E710-74F8-9306-13573B632A2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B4BFE94-9835-DB67-72AA-83117DC4B0AA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1C4B5E2E-1EEC-CDC0-1004-4A0B541A41B1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E316EDDD-E704-FFA1-06D6-3E58C3AC0BC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CDF4FB99-1CE1-7FD5-CAC5-9574E1139FD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01C6AAF-E223-AE89-C162-578CD6CD08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B9547FFA-CD54-7956-07CE-C2B9C5F8D7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F2E61AB7-4D2F-440D-2E52-4DD339F3BC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FCE8E24F-7ED7-37CE-C419-58B85909E9B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B8E674FE-99E9-B88C-B683-A8D8E019458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636DB42F-B338-006F-D078-281C917486F4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D90E14DB-3AF2-A1B9-54F1-8253104C1921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0775AD21-B7E3-292B-D14F-F88BBAC64F9C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666831A7-8A34-BCC5-944A-C61B7CD9D49C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DD9E799B-FDF5-70E3-A28A-8519ABD43C13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189E5D82-79A5-88B1-2070-B44C0ED49F97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8094A82-55D3-3DBC-C6FA-176AE524D1FE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FA36AD0-5F06-BB1A-0EAB-29C9FB26141E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D55E5CBA-D1C1-F7DD-3FD2-DDB49BB77F45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73704671-9775-4468-C329-D2FA0C960C50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00836A29-D738-00DC-E0BD-CBFB4BD952F7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68BB3E26-F247-9FBC-BA2E-D2546BF1602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437780D1-1E6B-D753-4B8D-120799764134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AD2FF627-F3BC-57EB-79B3-276374C891A8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0F8AADDD-7BFB-2C92-AF44-E0710868CEC5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771E60E2-E01B-E854-DCD2-3BCCCFF9A6D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663F5D7-AB4A-775C-A907-C14F3AA47B6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54D9DA19-4E76-75F5-B11F-BCC195710231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44EC00D-7DA0-22F4-4B2E-600D21AF61DC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098DEE70-FB6F-3BB9-D6AB-06F31080771B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8E85678F-4570-6C93-F29F-7AFB62A43BB3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D8D20DDD-733B-CB4C-76CB-AD12EEC1468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F1B5B7C-0567-1977-E43E-EC65DB2EDB75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67C0265C-4E06-97DC-356D-4190194698E3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FA71F3-C5D9-4896-6E82-181FB556054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E8CFFEF-43C8-6B5C-F729-9504918807BE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3B8C339C-1995-23C6-91FB-3E2B47B317AA}"/>
              </a:ext>
            </a:extLst>
          </p:cNvPr>
          <p:cNvSpPr/>
          <p:nvPr/>
        </p:nvSpPr>
        <p:spPr>
          <a:xfrm>
            <a:off x="7989543" y="5724615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8B61D2E5-4592-AD73-C096-F4F074C8964E}"/>
              </a:ext>
            </a:extLst>
          </p:cNvPr>
          <p:cNvSpPr/>
          <p:nvPr/>
        </p:nvSpPr>
        <p:spPr>
          <a:xfrm>
            <a:off x="9772123" y="5761717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BCA8E2FA-10E5-7524-5584-904C110D0546}"/>
              </a:ext>
            </a:extLst>
          </p:cNvPr>
          <p:cNvGrpSpPr/>
          <p:nvPr/>
        </p:nvGrpSpPr>
        <p:grpSpPr>
          <a:xfrm>
            <a:off x="923343" y="5598359"/>
            <a:ext cx="2630072" cy="1201612"/>
            <a:chOff x="1211346" y="5744659"/>
            <a:chExt cx="1916951" cy="1201612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10DF583E-DAD4-DD87-BFD3-C8D5D70F5DDE}"/>
                </a:ext>
              </a:extLst>
            </p:cNvPr>
            <p:cNvGrpSpPr/>
            <p:nvPr/>
          </p:nvGrpSpPr>
          <p:grpSpPr>
            <a:xfrm>
              <a:off x="1652753" y="5744659"/>
              <a:ext cx="1115416" cy="689120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BDEEB529-66A9-4C6A-33DC-1465E839E70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5204C805-AE50-3F9D-C67C-15C16060A445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1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18B34817-D281-AFCC-5C06-6351403A5AD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1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D3973ECB-ED2B-3D93-C4E0-387BDD564273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6CE2A386-66FE-B560-1755-679A74C4814B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7FAC5876-EE0B-8FDA-AF8B-B27C90BB2EE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6239ACD3-EB06-349F-14CF-206E5374F1E3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13C37F3F-33FE-417F-DCB1-599A5034958A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33CB3F0A-BE52-7B25-E721-D0A57588231F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5D3E9B72-C401-6737-E0AB-4E0B9E5EE81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EB4E7AF8-2298-5A97-4941-55CCDCC725A4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8FADD8F4-CDA5-E3B2-CF68-4BC81D11ED1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1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8018E97B-66A5-D5F9-03A2-ABB783D5D956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8B90B604-C71C-776F-3A5E-B50900CC2E2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E292B3EE-8DA5-C40A-D5B6-12E687F31474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DC0CC893-E9D4-0EEF-A6A5-3512315FD0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7F87B82A-5DAE-28A0-5376-35CC812F44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776A8B45-5C9E-ACF0-1119-EED3EDF726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1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B8B5E895-45EA-3BDD-CBE0-4921C0AEC33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1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CA7ABA1C-4FCA-6A61-4176-2DB14E296BE7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1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842FB5E7-A29D-A14B-10DF-0E689CC4A641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1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2B6EBE38-EA76-907B-AECD-60BCB4FAB956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1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6444955A-6419-BAF7-4C56-2057FE6A1490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93CE63BD-4D5F-B607-F294-B86D9C0F04DD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D320B83D-54A0-6B90-147D-36E15B5D0D4B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5FCC92C8-08D9-992E-4333-508D7B8A3A82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809A77E-B459-87D2-D1B8-14E67DC66B3C}"/>
                </a:ext>
              </a:extLst>
            </p:cNvPr>
            <p:cNvSpPr txBox="1"/>
            <p:nvPr/>
          </p:nvSpPr>
          <p:spPr>
            <a:xfrm>
              <a:off x="1211346" y="6515384"/>
              <a:ext cx="1916951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초기 부품 상태 입력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(</a:t>
              </a:r>
              <a:r>
                <a:rPr lang="ko-KR" altLang="en-US" sz="1100" dirty="0"/>
                <a:t>엔드 아이템 리스트</a:t>
              </a:r>
              <a:r>
                <a:rPr lang="en-US" altLang="ko-KR" sz="1100" dirty="0"/>
                <a:t>, </a:t>
              </a:r>
              <a:r>
                <a:rPr lang="ko-KR" altLang="en-US" sz="1100" dirty="0"/>
                <a:t>이미 조립됨 여부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042F2813-73C8-5E1C-B491-FFD62AC86F8E}"/>
              </a:ext>
            </a:extLst>
          </p:cNvPr>
          <p:cNvGrpSpPr/>
          <p:nvPr/>
        </p:nvGrpSpPr>
        <p:grpSpPr>
          <a:xfrm>
            <a:off x="3582683" y="5656196"/>
            <a:ext cx="1798084" cy="1143775"/>
            <a:chOff x="3344987" y="5802496"/>
            <a:chExt cx="1310548" cy="1143775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49DB1571-30D5-A1B1-ABCE-F6B7C5EA32A7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5FA7601A-AE1C-E132-28EB-43AB3251695F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02E4499B-92C5-897C-03ED-6B29257B79B9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1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27390D7C-1E68-544D-43DA-A5F93EA4B30C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933A1B25-BEC1-842B-58CA-3974CF031A0B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EECBE6A5-972B-CBAC-8CE4-F845750C5993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E19BF645-92D8-F958-113D-51BCA33952B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ADB4C9A8-73D8-3A41-E8AB-07040F8D4810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31944D6C-55D3-D35D-C700-27915D0622F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2C33D43-C1E7-3912-4599-B23BD5A87FC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9BBB5865-EB01-BDA5-D09B-F4FB6B9C1719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C097AC0F-D5FF-0E2C-CB59-86BC2D9ED6E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833E47A3-1DDB-A67E-70DF-89E548C9A03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77EF08F6-CC56-C7DA-81AF-C885A84EDED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0252C6E9-5808-64F7-25D6-CF9E995CB213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1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C7B737CB-4351-D28D-A88E-B62EB518609E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6568852F-6102-71F0-0BBF-B99CCCBF4CD6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C8018E3-1B65-D42B-0570-99A307B868DC}"/>
                </a:ext>
              </a:extLst>
            </p:cNvPr>
            <p:cNvSpPr txBox="1"/>
            <p:nvPr/>
          </p:nvSpPr>
          <p:spPr>
            <a:xfrm>
              <a:off x="3344987" y="6515384"/>
              <a:ext cx="131054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조립 목표 상태 입력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(</a:t>
              </a:r>
              <a:r>
                <a:rPr lang="ko-KR" altLang="en-US" sz="1100" dirty="0"/>
                <a:t>차량의 최종 목표 상태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E455347E-B1E1-CF75-BA62-2C1CADEAA406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F4F59BF7-170A-00EF-C56B-47AA21BA4D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C6234533-58EF-E8E0-AD79-3EAF7B2A0E62}"/>
              </a:ext>
            </a:extLst>
          </p:cNvPr>
          <p:cNvSpPr txBox="1"/>
          <p:nvPr/>
        </p:nvSpPr>
        <p:spPr>
          <a:xfrm>
            <a:off x="6288088" y="2058912"/>
            <a:ext cx="143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부품 특성 정보 데이터</a:t>
            </a:r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D1AAE338-8565-618B-5548-B48C1F97D1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15C3F830-3342-AB67-2E21-8B16C22F6349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조립 관계 정보 데이터</a:t>
            </a: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F7F7A9EF-505B-CABA-1631-05486C33996D}"/>
              </a:ext>
            </a:extLst>
          </p:cNvPr>
          <p:cNvCxnSpPr>
            <a:cxnSpLocks/>
          </p:cNvCxnSpPr>
          <p:nvPr/>
        </p:nvCxnSpPr>
        <p:spPr>
          <a:xfrm>
            <a:off x="4122832" y="2305133"/>
            <a:ext cx="350000" cy="15525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직선 화살표 연결선 268">
            <a:extLst>
              <a:ext uri="{FF2B5EF4-FFF2-40B4-BE49-F238E27FC236}">
                <a16:creationId xmlns:a16="http://schemas.microsoft.com/office/drawing/2014/main" id="{2591751C-F12F-77DC-4E50-BE4C97BE1622}"/>
              </a:ext>
            </a:extLst>
          </p:cNvPr>
          <p:cNvCxnSpPr>
            <a:cxnSpLocks/>
          </p:cNvCxnSpPr>
          <p:nvPr/>
        </p:nvCxnSpPr>
        <p:spPr>
          <a:xfrm flipV="1">
            <a:off x="4259579" y="3101853"/>
            <a:ext cx="261012" cy="327147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303A9F44-B303-2007-4BF8-D11777711933}"/>
              </a:ext>
            </a:extLst>
          </p:cNvPr>
          <p:cNvCxnSpPr>
            <a:cxnSpLocks/>
          </p:cNvCxnSpPr>
          <p:nvPr/>
        </p:nvCxnSpPr>
        <p:spPr>
          <a:xfrm>
            <a:off x="2659503" y="2547692"/>
            <a:ext cx="1769840" cy="241366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사각형: 둥근 모서리 230">
            <a:extLst>
              <a:ext uri="{FF2B5EF4-FFF2-40B4-BE49-F238E27FC236}">
                <a16:creationId xmlns:a16="http://schemas.microsoft.com/office/drawing/2014/main" id="{E40BE2B2-30B0-CB7D-1019-579AC7BA3900}"/>
              </a:ext>
            </a:extLst>
          </p:cNvPr>
          <p:cNvSpPr/>
          <p:nvPr/>
        </p:nvSpPr>
        <p:spPr>
          <a:xfrm>
            <a:off x="556780" y="3526279"/>
            <a:ext cx="3702799" cy="1639749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9" name="사각형: 둥근 모서리 228">
            <a:extLst>
              <a:ext uri="{FF2B5EF4-FFF2-40B4-BE49-F238E27FC236}">
                <a16:creationId xmlns:a16="http://schemas.microsoft.com/office/drawing/2014/main" id="{C4FC9954-D861-092C-045B-FEB1AB8A556B}"/>
              </a:ext>
            </a:extLst>
          </p:cNvPr>
          <p:cNvSpPr/>
          <p:nvPr/>
        </p:nvSpPr>
        <p:spPr>
          <a:xfrm>
            <a:off x="3025719" y="1403626"/>
            <a:ext cx="1043027" cy="1941745"/>
          </a:xfrm>
          <a:prstGeom prst="roundRect">
            <a:avLst>
              <a:gd name="adj" fmla="val 14874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4D735727-5163-2524-0F4E-0BD53373AEA1}"/>
              </a:ext>
            </a:extLst>
          </p:cNvPr>
          <p:cNvSpPr/>
          <p:nvPr/>
        </p:nvSpPr>
        <p:spPr>
          <a:xfrm>
            <a:off x="558538" y="1397673"/>
            <a:ext cx="2055792" cy="1941745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5D5DFCC0-83D1-60C4-313D-F56271CA7315}"/>
              </a:ext>
            </a:extLst>
          </p:cNvPr>
          <p:cNvGrpSpPr/>
          <p:nvPr/>
        </p:nvGrpSpPr>
        <p:grpSpPr>
          <a:xfrm>
            <a:off x="4371266" y="3372327"/>
            <a:ext cx="1047786" cy="1264552"/>
            <a:chOff x="7917849" y="1193508"/>
            <a:chExt cx="1067656" cy="1198726"/>
          </a:xfrm>
        </p:grpSpPr>
        <p:pic>
          <p:nvPicPr>
            <p:cNvPr id="36" name="그래픽 35" descr="데이터베이스 단색으로 채워진">
              <a:extLst>
                <a:ext uri="{FF2B5EF4-FFF2-40B4-BE49-F238E27FC236}">
                  <a16:creationId xmlns:a16="http://schemas.microsoft.com/office/drawing/2014/main" id="{5F81B6AE-601C-8860-55A6-2CE015654A2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F79F624-E526-F638-AF2D-8E79D1E279BB}"/>
                </a:ext>
              </a:extLst>
            </p:cNvPr>
            <p:cNvSpPr txBox="1"/>
            <p:nvPr/>
          </p:nvSpPr>
          <p:spPr>
            <a:xfrm>
              <a:off x="7917849" y="2012952"/>
              <a:ext cx="1067656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관계 정보 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데이터</a:t>
              </a:r>
            </a:p>
          </p:txBody>
        </p: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6F226478-9B27-CBA0-4603-7506B386BD4B}"/>
              </a:ext>
            </a:extLst>
          </p:cNvPr>
          <p:cNvGrpSpPr/>
          <p:nvPr/>
        </p:nvGrpSpPr>
        <p:grpSpPr>
          <a:xfrm>
            <a:off x="4345819" y="1964040"/>
            <a:ext cx="1070854" cy="1270661"/>
            <a:chOff x="7903782" y="1193508"/>
            <a:chExt cx="1091161" cy="1204517"/>
          </a:xfrm>
        </p:grpSpPr>
        <p:pic>
          <p:nvPicPr>
            <p:cNvPr id="120" name="그래픽 119" descr="데이터베이스 단색으로 채워진">
              <a:extLst>
                <a:ext uri="{FF2B5EF4-FFF2-40B4-BE49-F238E27FC236}">
                  <a16:creationId xmlns:a16="http://schemas.microsoft.com/office/drawing/2014/main" id="{E6CA1161-6C74-AB50-32D6-899B21F7D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8444BBAD-AC80-2FBE-599F-1EEA2CC7971A}"/>
                </a:ext>
              </a:extLst>
            </p:cNvPr>
            <p:cNvSpPr txBox="1"/>
            <p:nvPr/>
          </p:nvSpPr>
          <p:spPr>
            <a:xfrm>
              <a:off x="7903782" y="2018743"/>
              <a:ext cx="1091161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부품 특성 정보 데이터</a:t>
              </a:r>
            </a:p>
          </p:txBody>
        </p:sp>
      </p:grpSp>
      <p:pic>
        <p:nvPicPr>
          <p:cNvPr id="174" name="그림 173" descr="공구, 레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4DA915-7549-74EB-2FCB-5E97C22B11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05" b="89857" l="6771" r="93750">
                        <a14:foregroundMark x1="80208" y1="46301" x2="88229" y2="52029"/>
                        <a14:foregroundMark x1="93854" y1="48687" x2="92083" y2="52148"/>
                        <a14:foregroundMark x1="9063" y1="64320" x2="6771" y2="43675"/>
                        <a14:foregroundMark x1="27708" y1="62888" x2="28438" y2="63246"/>
                        <a14:foregroundMark x1="32500" y1="40334" x2="33438" y2="40931"/>
                        <a14:foregroundMark x1="24167" y1="31981" x2="24896" y2="32697"/>
                        <a14:foregroundMark x1="24792" y1="31623" x2="26042" y2="34010"/>
                        <a14:foregroundMark x1="26458" y1="34368" x2="27917" y2="4510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856" y="3991236"/>
            <a:ext cx="1881704" cy="1354593"/>
          </a:xfrm>
          <a:prstGeom prst="rect">
            <a:avLst/>
          </a:prstGeom>
        </p:spPr>
      </p:pic>
      <p:sp>
        <p:nvSpPr>
          <p:cNvPr id="176" name="타원 175">
            <a:extLst>
              <a:ext uri="{FF2B5EF4-FFF2-40B4-BE49-F238E27FC236}">
                <a16:creationId xmlns:a16="http://schemas.microsoft.com/office/drawing/2014/main" id="{2B340DD1-4A94-2EE1-2498-55BE23BFBED5}"/>
              </a:ext>
            </a:extLst>
          </p:cNvPr>
          <p:cNvSpPr/>
          <p:nvPr/>
        </p:nvSpPr>
        <p:spPr>
          <a:xfrm>
            <a:off x="3176564" y="4235267"/>
            <a:ext cx="907524" cy="28836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latin typeface="+mj-ea"/>
                <a:ea typeface="+mj-ea"/>
              </a:rPr>
              <a:t>나사구멍</a:t>
            </a:r>
            <a:r>
              <a:rPr lang="en-US" altLang="ko-KR" sz="800" dirty="0">
                <a:latin typeface="+mj-ea"/>
                <a:ea typeface="+mj-ea"/>
              </a:rPr>
              <a:t>:</a:t>
            </a:r>
            <a:r>
              <a:rPr lang="ko-KR" altLang="en-US" sz="800" dirty="0">
                <a:latin typeface="+mj-ea"/>
                <a:ea typeface="+mj-ea"/>
              </a:rPr>
              <a:t> </a:t>
            </a:r>
            <a:r>
              <a:rPr lang="en-US" altLang="ko-KR" sz="800" dirty="0">
                <a:latin typeface="+mj-ea"/>
                <a:ea typeface="+mj-ea"/>
              </a:rPr>
              <a:t>Ø8mm</a:t>
            </a:r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77" name="타원 176">
            <a:extLst>
              <a:ext uri="{FF2B5EF4-FFF2-40B4-BE49-F238E27FC236}">
                <a16:creationId xmlns:a16="http://schemas.microsoft.com/office/drawing/2014/main" id="{212958BD-511D-7E84-26B3-66E4DB2973F8}"/>
              </a:ext>
            </a:extLst>
          </p:cNvPr>
          <p:cNvSpPr/>
          <p:nvPr/>
        </p:nvSpPr>
        <p:spPr>
          <a:xfrm>
            <a:off x="1527174" y="4488830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C2CD70DF-B2A2-D440-88F5-BA611FB49429}"/>
              </a:ext>
            </a:extLst>
          </p:cNvPr>
          <p:cNvSpPr/>
          <p:nvPr/>
        </p:nvSpPr>
        <p:spPr>
          <a:xfrm>
            <a:off x="1425489" y="4794825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cxnSp>
        <p:nvCxnSpPr>
          <p:cNvPr id="180" name="직선 화살표 연결선 179">
            <a:extLst>
              <a:ext uri="{FF2B5EF4-FFF2-40B4-BE49-F238E27FC236}">
                <a16:creationId xmlns:a16="http://schemas.microsoft.com/office/drawing/2014/main" id="{CAFE83D2-7702-78FE-F361-25DC93BD418B}"/>
              </a:ext>
            </a:extLst>
          </p:cNvPr>
          <p:cNvCxnSpPr>
            <a:cxnSpLocks/>
            <a:stCxn id="176" idx="4"/>
            <a:endCxn id="174" idx="3"/>
          </p:cNvCxnSpPr>
          <p:nvPr/>
        </p:nvCxnSpPr>
        <p:spPr>
          <a:xfrm flipH="1">
            <a:off x="2927560" y="4523636"/>
            <a:ext cx="702766" cy="144897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3" name="그림 182" descr="가방, 액세서리, 수하물 및 가방, 핸드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BBEF0F-6C96-E607-1B5A-DAD64A3B21E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5862" b="95172" l="9735" r="89381">
                        <a14:foregroundMark x1="16372" y1="89310" x2="59735" y2="88621"/>
                        <a14:foregroundMark x1="16814" y1="87586" x2="17699" y2="95517"/>
                        <a14:foregroundMark x1="37611" y1="46897" x2="36726" y2="43793"/>
                        <a14:foregroundMark x1="43363" y1="43793" x2="37168" y2="48276"/>
                        <a14:foregroundMark x1="39823" y1="43793" x2="35398" y2="47586"/>
                        <a14:foregroundMark x1="30973" y1="9655" x2="37168" y2="5862"/>
                        <a14:foregroundMark x1="42035" y1="5862" x2="68584" y2="7586"/>
                        <a14:foregroundMark x1="89381" y1="23793" x2="87611" y2="28966"/>
                        <a14:foregroundMark x1="43363" y1="11379" x2="76106" y2="22414"/>
                        <a14:foregroundMark x1="74336" y1="18276" x2="35841" y2="27241"/>
                        <a14:foregroundMark x1="36283" y1="13448" x2="67699" y2="23103"/>
                        <a14:foregroundMark x1="80088" y1="25172" x2="31416" y2="28276"/>
                        <a14:foregroundMark x1="31416" y1="28276" x2="78761" y2="25172"/>
                        <a14:foregroundMark x1="78761" y1="25172" x2="31858" y2="21724"/>
                        <a14:foregroundMark x1="31858" y1="21724" x2="72566" y2="13103"/>
                        <a14:foregroundMark x1="67699" y1="12069" x2="67257" y2="12414"/>
                        <a14:foregroundMark x1="65929" y1="13448" x2="46460" y2="14138"/>
                        <a14:foregroundMark x1="44690" y1="16207" x2="43805" y2="14483"/>
                        <a14:foregroundMark x1="41150" y1="16897" x2="37611" y2="1793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4073" y="1466397"/>
            <a:ext cx="862751" cy="1107070"/>
          </a:xfrm>
          <a:prstGeom prst="rect">
            <a:avLst/>
          </a:prstGeom>
        </p:spPr>
      </p:pic>
      <p:pic>
        <p:nvPicPr>
          <p:cNvPr id="185" name="그림 184">
            <a:extLst>
              <a:ext uri="{FF2B5EF4-FFF2-40B4-BE49-F238E27FC236}">
                <a16:creationId xmlns:a16="http://schemas.microsoft.com/office/drawing/2014/main" id="{9DB6F65A-3BD8-B8FE-7E2E-045C8B3E5BC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5761" b="99114" l="2134" r="96692">
                        <a14:foregroundMark x1="3949" y1="23338" x2="10352" y2="26145"/>
                        <a14:foregroundMark x1="10352" y1="26145" x2="10139" y2="26588"/>
                        <a14:foregroundMark x1="29456" y1="9453" x2="41622" y2="5318"/>
                        <a14:foregroundMark x1="41622" y1="5318" x2="35432" y2="10487"/>
                        <a14:foregroundMark x1="35432" y1="10487" x2="30950" y2="9453"/>
                        <a14:foregroundMark x1="40448" y1="4284" x2="47385" y2="3545"/>
                        <a14:foregroundMark x1="47385" y1="3545" x2="57204" y2="5908"/>
                        <a14:foregroundMark x1="57204" y1="5908" x2="61259" y2="10931"/>
                        <a14:foregroundMark x1="88367" y1="33235" x2="92529" y2="40030"/>
                        <a14:foregroundMark x1="92529" y1="40030" x2="94450" y2="52142"/>
                        <a14:foregroundMark x1="94450" y1="52142" x2="91249" y2="64106"/>
                        <a14:foregroundMark x1="91249" y1="64106" x2="86766" y2="71344"/>
                        <a14:foregroundMark x1="86766" y1="71344" x2="86980" y2="71787"/>
                        <a14:foregroundMark x1="94664" y1="41359" x2="93810" y2="53176"/>
                        <a14:foregroundMark x1="59232" y1="88626" x2="71291" y2="93501"/>
                        <a14:foregroundMark x1="71291" y1="93501" x2="72892" y2="92024"/>
                        <a14:foregroundMark x1="71825" y1="94535" x2="66702" y2="99261"/>
                        <a14:foregroundMark x1="38847" y1="76366" x2="39488" y2="79173"/>
                        <a14:foregroundMark x1="3735" y1="24077" x2="2668" y2="27326"/>
                        <a14:foregroundMark x1="2241" y1="27326" x2="3308" y2="25849"/>
                        <a14:foregroundMark x1="5550" y1="22304" x2="7257" y2="19498"/>
                        <a14:foregroundMark x1="73319" y1="16544" x2="77695" y2="22304"/>
                        <a14:foregroundMark x1="77695" y1="22304" x2="78869" y2="23043"/>
                        <a14:foregroundMark x1="96265" y1="44609" x2="96692" y2="54948"/>
                        <a14:foregroundMark x1="96692" y1="54948" x2="92850" y2="66765"/>
                      </a14:backgroundRemoval>
                    </a14:imgEffect>
                  </a14:imgLayer>
                </a14:imgProps>
              </a:ext>
            </a:extLst>
          </a:blip>
          <a:srcRect t="11721" r="75466" b="40201"/>
          <a:stretch>
            <a:fillRect/>
          </a:stretch>
        </p:blipFill>
        <p:spPr>
          <a:xfrm>
            <a:off x="3100908" y="1697317"/>
            <a:ext cx="889864" cy="1259949"/>
          </a:xfrm>
          <a:prstGeom prst="rect">
            <a:avLst/>
          </a:prstGeom>
        </p:spPr>
      </p:pic>
      <p:sp>
        <p:nvSpPr>
          <p:cNvPr id="187" name="타원 186">
            <a:extLst>
              <a:ext uri="{FF2B5EF4-FFF2-40B4-BE49-F238E27FC236}">
                <a16:creationId xmlns:a16="http://schemas.microsoft.com/office/drawing/2014/main" id="{B3BF982B-AC78-0514-8A9E-ADD37B113885}"/>
              </a:ext>
            </a:extLst>
          </p:cNvPr>
          <p:cNvSpPr/>
          <p:nvPr/>
        </p:nvSpPr>
        <p:spPr>
          <a:xfrm>
            <a:off x="3194164" y="2824259"/>
            <a:ext cx="718501" cy="422305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defPPr lvl="0">
              <a:defRPr lang="en-US"/>
            </a:defPPr>
            <a:lvl1pPr marL="0" lv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dirty="0" err="1">
                <a:latin typeface="+mj-ea"/>
              </a:rPr>
              <a:t>나사탭</a:t>
            </a:r>
            <a:r>
              <a:rPr lang="en-US" altLang="ko-KR" sz="800" dirty="0">
                <a:latin typeface="+mj-ea"/>
              </a:rPr>
              <a:t>:</a:t>
            </a:r>
            <a:r>
              <a:rPr lang="ko-KR" altLang="en-US" sz="800" dirty="0">
                <a:latin typeface="+mj-ea"/>
              </a:rPr>
              <a:t> </a:t>
            </a:r>
            <a:r>
              <a:rPr lang="en-US" altLang="ko-KR" sz="800" dirty="0">
                <a:latin typeface="+mj-ea"/>
                <a:ea typeface="+mj-ea"/>
              </a:rPr>
              <a:t>M8</a:t>
            </a:r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51176964-EBA9-7B75-A619-5CA0B1528DF4}"/>
              </a:ext>
            </a:extLst>
          </p:cNvPr>
          <p:cNvSpPr/>
          <p:nvPr/>
        </p:nvSpPr>
        <p:spPr>
          <a:xfrm>
            <a:off x="3558901" y="2234407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BC06254F-A3F8-4197-CAAB-16BE826E7E08}"/>
              </a:ext>
            </a:extLst>
          </p:cNvPr>
          <p:cNvCxnSpPr>
            <a:cxnSpLocks/>
            <a:stCxn id="187" idx="0"/>
            <a:endCxn id="195" idx="3"/>
          </p:cNvCxnSpPr>
          <p:nvPr/>
        </p:nvCxnSpPr>
        <p:spPr>
          <a:xfrm flipV="1">
            <a:off x="3553415" y="2340336"/>
            <a:ext cx="29268" cy="48392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6" name="타원 215">
            <a:extLst>
              <a:ext uri="{FF2B5EF4-FFF2-40B4-BE49-F238E27FC236}">
                <a16:creationId xmlns:a16="http://schemas.microsoft.com/office/drawing/2014/main" id="{EEE701DA-B891-1B67-418C-5A924F9CFCD0}"/>
              </a:ext>
            </a:extLst>
          </p:cNvPr>
          <p:cNvSpPr/>
          <p:nvPr/>
        </p:nvSpPr>
        <p:spPr>
          <a:xfrm>
            <a:off x="1225438" y="2110304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217" name="타원 216">
            <a:extLst>
              <a:ext uri="{FF2B5EF4-FFF2-40B4-BE49-F238E27FC236}">
                <a16:creationId xmlns:a16="http://schemas.microsoft.com/office/drawing/2014/main" id="{6B788017-67F0-3566-9073-06AB05A844C7}"/>
              </a:ext>
            </a:extLst>
          </p:cNvPr>
          <p:cNvSpPr/>
          <p:nvPr/>
        </p:nvSpPr>
        <p:spPr>
          <a:xfrm>
            <a:off x="1233349" y="1986905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60C98B59-27DB-C419-B6EC-E817D10ECAB1}"/>
              </a:ext>
            </a:extLst>
          </p:cNvPr>
          <p:cNvCxnSpPr>
            <a:cxnSpLocks/>
            <a:stCxn id="187" idx="4"/>
            <a:endCxn id="176" idx="0"/>
          </p:cNvCxnSpPr>
          <p:nvPr/>
        </p:nvCxnSpPr>
        <p:spPr>
          <a:xfrm>
            <a:off x="3553415" y="3246564"/>
            <a:ext cx="76911" cy="988703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4543B8AA-9BFB-A355-148C-9ED1846D4ACC}"/>
              </a:ext>
            </a:extLst>
          </p:cNvPr>
          <p:cNvCxnSpPr>
            <a:cxnSpLocks/>
          </p:cNvCxnSpPr>
          <p:nvPr/>
        </p:nvCxnSpPr>
        <p:spPr>
          <a:xfrm>
            <a:off x="3591870" y="3532248"/>
            <a:ext cx="952587" cy="210613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직선 화살표 연결선 240">
            <a:extLst>
              <a:ext uri="{FF2B5EF4-FFF2-40B4-BE49-F238E27FC236}">
                <a16:creationId xmlns:a16="http://schemas.microsoft.com/office/drawing/2014/main" id="{28C816A5-DFD8-B15E-8F7F-9C76D87D3FB2}"/>
              </a:ext>
            </a:extLst>
          </p:cNvPr>
          <p:cNvCxnSpPr>
            <a:cxnSpLocks/>
          </p:cNvCxnSpPr>
          <p:nvPr/>
        </p:nvCxnSpPr>
        <p:spPr>
          <a:xfrm>
            <a:off x="1597407" y="3471450"/>
            <a:ext cx="2923184" cy="384072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타원 253">
            <a:extLst>
              <a:ext uri="{FF2B5EF4-FFF2-40B4-BE49-F238E27FC236}">
                <a16:creationId xmlns:a16="http://schemas.microsoft.com/office/drawing/2014/main" id="{0ABD4A73-178F-180A-29C5-221FBE1B5A90}"/>
              </a:ext>
            </a:extLst>
          </p:cNvPr>
          <p:cNvSpPr/>
          <p:nvPr/>
        </p:nvSpPr>
        <p:spPr>
          <a:xfrm>
            <a:off x="2642063" y="4577598"/>
            <a:ext cx="254757" cy="2478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621BE05F-202E-2E02-12F9-E70E8D838CA3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9FD9664-0851-E127-9745-12552EB18C36}"/>
              </a:ext>
            </a:extLst>
          </p:cNvPr>
          <p:cNvSpPr/>
          <p:nvPr/>
        </p:nvSpPr>
        <p:spPr>
          <a:xfrm>
            <a:off x="6791174" y="4514656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E20EBCAC-C1F0-94A8-B91B-AF5FC62B81D9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DAE6A0D8-79D1-7FE8-ADE4-467540275A61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DCA29CBF-4D3C-6A37-1ED4-4A3C2ABBE17D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506A1500-22F1-5F93-1774-79F088F3A6D8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D98CB396-6E81-941B-EDA2-2C9A64043342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40041B31-9DBB-ED0A-B111-A89076D9B0D0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2304F4AA-FC0C-9958-3E56-73578D219436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F7C146F1-8581-68FD-29A1-EA276E5E40E9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E999E92C-4457-EF90-6B24-9FF64F04A868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33381F69-A3FF-1C2C-48C3-D94F4CF1AF0D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D32EC6B-61B5-117D-5BAD-948A612AF56F}"/>
              </a:ext>
            </a:extLst>
          </p:cNvPr>
          <p:cNvSpPr txBox="1"/>
          <p:nvPr/>
        </p:nvSpPr>
        <p:spPr>
          <a:xfrm>
            <a:off x="10011093" y="6482777"/>
            <a:ext cx="18124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b="1" dirty="0"/>
              <a:t>동작</a:t>
            </a:r>
            <a:r>
              <a:rPr lang="ko-KR" altLang="en-US" sz="11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1B5502A3-BEFA-928A-3D46-C80E39506D1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696697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F0D408D8-22AC-D0E2-F18F-03821091B1E0}"/>
              </a:ext>
            </a:extLst>
          </p:cNvPr>
          <p:cNvSpPr txBox="1"/>
          <p:nvPr/>
        </p:nvSpPr>
        <p:spPr>
          <a:xfrm>
            <a:off x="8007495" y="5080682"/>
            <a:ext cx="20035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‘부품’</a:t>
            </a:r>
            <a:r>
              <a:rPr lang="en-US" altLang="ko-KR" sz="1000" b="1" dirty="0"/>
              <a:t>-’</a:t>
            </a:r>
            <a:r>
              <a:rPr lang="ko-KR" altLang="en-US" sz="1000" b="1" dirty="0"/>
              <a:t>동작’</a:t>
            </a:r>
            <a:r>
              <a:rPr lang="ko-KR" altLang="en-US" sz="1000" dirty="0"/>
              <a:t> 조립 기준 변환</a:t>
            </a:r>
          </a:p>
          <a:p>
            <a:pPr algn="ctr"/>
            <a:r>
              <a:rPr lang="ko-KR" altLang="en-US" sz="1000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9ADEDEF-7F26-C798-CD55-18576BD83932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DC209D5-1144-A732-95D4-FF457918F257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931F13BF-8A35-A5EB-E283-CCAAF0074982}"/>
              </a:ext>
            </a:extLst>
          </p:cNvPr>
          <p:cNvSpPr txBox="1"/>
          <p:nvPr/>
        </p:nvSpPr>
        <p:spPr>
          <a:xfrm>
            <a:off x="3083506" y="144544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E861BD9D-5C41-4A00-A313-D9C1544BFB9A}"/>
              </a:ext>
            </a:extLst>
          </p:cNvPr>
          <p:cNvSpPr/>
          <p:nvPr/>
        </p:nvSpPr>
        <p:spPr>
          <a:xfrm>
            <a:off x="8659212" y="5467053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221" name="직선 화살표 연결선 220">
            <a:extLst>
              <a:ext uri="{FF2B5EF4-FFF2-40B4-BE49-F238E27FC236}">
                <a16:creationId xmlns:a16="http://schemas.microsoft.com/office/drawing/2014/main" id="{A2119C19-8CD4-E03A-77BF-535137C1A315}"/>
              </a:ext>
            </a:extLst>
          </p:cNvPr>
          <p:cNvCxnSpPr>
            <a:cxnSpLocks/>
            <a:stCxn id="200" idx="0"/>
            <a:endCxn id="216" idx="3"/>
          </p:cNvCxnSpPr>
          <p:nvPr/>
        </p:nvCxnSpPr>
        <p:spPr>
          <a:xfrm flipV="1">
            <a:off x="1112428" y="2216233"/>
            <a:ext cx="136792" cy="43993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19">
            <a:extLst>
              <a:ext uri="{FF2B5EF4-FFF2-40B4-BE49-F238E27FC236}">
                <a16:creationId xmlns:a16="http://schemas.microsoft.com/office/drawing/2014/main" id="{E79E21BA-0D74-B1AC-85EB-A376F1F9F3B7}"/>
              </a:ext>
            </a:extLst>
          </p:cNvPr>
          <p:cNvCxnSpPr>
            <a:cxnSpLocks/>
            <a:stCxn id="219" idx="0"/>
            <a:endCxn id="217" idx="5"/>
          </p:cNvCxnSpPr>
          <p:nvPr/>
        </p:nvCxnSpPr>
        <p:spPr>
          <a:xfrm flipH="1" flipV="1">
            <a:off x="1371963" y="2092834"/>
            <a:ext cx="703652" cy="563331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F01AA422-DD1B-41B1-CE41-A9C40BE60D98}"/>
              </a:ext>
            </a:extLst>
          </p:cNvPr>
          <p:cNvGrpSpPr/>
          <p:nvPr/>
        </p:nvGrpSpPr>
        <p:grpSpPr>
          <a:xfrm>
            <a:off x="634073" y="2607007"/>
            <a:ext cx="1919896" cy="675591"/>
            <a:chOff x="634073" y="2607007"/>
            <a:chExt cx="1919896" cy="675591"/>
          </a:xfrm>
        </p:grpSpPr>
        <p:sp>
          <p:nvSpPr>
            <p:cNvPr id="155" name="사각형: 둥근 모서리 154">
              <a:extLst>
                <a:ext uri="{FF2B5EF4-FFF2-40B4-BE49-F238E27FC236}">
                  <a16:creationId xmlns:a16="http://schemas.microsoft.com/office/drawing/2014/main" id="{C7430F0A-09B7-F5AD-31C5-456DFFC89C89}"/>
                </a:ext>
              </a:extLst>
            </p:cNvPr>
            <p:cNvSpPr/>
            <p:nvPr/>
          </p:nvSpPr>
          <p:spPr>
            <a:xfrm>
              <a:off x="634073" y="2607007"/>
              <a:ext cx="1919896" cy="56333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23CD2E04-6CBA-9709-A454-C201EA3F37F9}"/>
                </a:ext>
              </a:extLst>
            </p:cNvPr>
            <p:cNvGrpSpPr/>
            <p:nvPr/>
          </p:nvGrpSpPr>
          <p:grpSpPr>
            <a:xfrm>
              <a:off x="691425" y="2656165"/>
              <a:ext cx="1805192" cy="406559"/>
              <a:chOff x="689827" y="2656165"/>
              <a:chExt cx="1805192" cy="406559"/>
            </a:xfrm>
          </p:grpSpPr>
          <p:sp>
            <p:nvSpPr>
              <p:cNvPr id="200" name="타원 199">
                <a:extLst>
                  <a:ext uri="{FF2B5EF4-FFF2-40B4-BE49-F238E27FC236}">
                    <a16:creationId xmlns:a16="http://schemas.microsoft.com/office/drawing/2014/main" id="{84337832-D1B6-2DC2-28FD-34617F85E2AA}"/>
                  </a:ext>
                </a:extLst>
              </p:cNvPr>
              <p:cNvSpPr/>
              <p:nvPr/>
            </p:nvSpPr>
            <p:spPr>
              <a:xfrm>
                <a:off x="689827" y="2656165"/>
                <a:ext cx="842005" cy="40655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800" dirty="0">
                    <a:latin typeface="+mj-ea"/>
                  </a:rPr>
                  <a:t>나사구멍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</a:rPr>
                  <a:t>Ø6mm</a:t>
                </a:r>
                <a:endParaRPr lang="ko-KR" altLang="en-US" sz="800" dirty="0">
                  <a:latin typeface="+mj-ea"/>
                </a:endParaRPr>
              </a:p>
            </p:txBody>
          </p:sp>
          <p:sp>
            <p:nvSpPr>
              <p:cNvPr id="219" name="타원 218">
                <a:extLst>
                  <a:ext uri="{FF2B5EF4-FFF2-40B4-BE49-F238E27FC236}">
                    <a16:creationId xmlns:a16="http://schemas.microsoft.com/office/drawing/2014/main" id="{59DB97D5-5A6A-E0C5-C2FF-FD4FDB7B3842}"/>
                  </a:ext>
                </a:extLst>
              </p:cNvPr>
              <p:cNvSpPr/>
              <p:nvPr/>
            </p:nvSpPr>
            <p:spPr>
              <a:xfrm>
                <a:off x="1653014" y="2656165"/>
                <a:ext cx="842005" cy="40655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800" dirty="0">
                    <a:latin typeface="+mj-ea"/>
                  </a:rPr>
                  <a:t>나사구멍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</a:rPr>
                  <a:t>Ø6mm</a:t>
                </a:r>
                <a:endParaRPr lang="ko-KR" altLang="en-US" sz="800" dirty="0">
                  <a:latin typeface="+mj-ea"/>
                </a:endParaRPr>
              </a:p>
            </p:txBody>
          </p:sp>
        </p:grpSp>
        <p:sp>
          <p:nvSpPr>
            <p:cNvPr id="162" name="사각형: 둥근 모서리 161">
              <a:extLst>
                <a:ext uri="{FF2B5EF4-FFF2-40B4-BE49-F238E27FC236}">
                  <a16:creationId xmlns:a16="http://schemas.microsoft.com/office/drawing/2014/main" id="{776ABD82-1AC6-1D7E-5E7F-F9A2BEFFC123}"/>
                </a:ext>
              </a:extLst>
            </p:cNvPr>
            <p:cNvSpPr/>
            <p:nvPr/>
          </p:nvSpPr>
          <p:spPr>
            <a:xfrm>
              <a:off x="991738" y="3087640"/>
              <a:ext cx="1204567" cy="19495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 err="1"/>
                <a:t>조립부</a:t>
              </a:r>
              <a:r>
                <a:rPr lang="ko-KR" altLang="en-US" sz="1000" dirty="0"/>
                <a:t> </a:t>
              </a:r>
              <a:r>
                <a:rPr lang="en-US" altLang="ko-KR" sz="1000" dirty="0"/>
                <a:t>Type A-1</a:t>
              </a:r>
              <a:endParaRPr lang="ko-KR" altLang="en-US" sz="1000" dirty="0"/>
            </a:p>
          </p:txBody>
        </p:sp>
      </p:grp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A72BB67F-A7AB-2376-DDD5-C0F52BCC5EE6}"/>
              </a:ext>
            </a:extLst>
          </p:cNvPr>
          <p:cNvCxnSpPr>
            <a:cxnSpLocks/>
            <a:stCxn id="175" idx="4"/>
            <a:endCxn id="177" idx="7"/>
          </p:cNvCxnSpPr>
          <p:nvPr/>
        </p:nvCxnSpPr>
        <p:spPr>
          <a:xfrm flipH="1">
            <a:off x="1665788" y="4239594"/>
            <a:ext cx="322366" cy="26741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83BA7A31-ED99-A7A2-E9A2-1FD9510D259B}"/>
              </a:ext>
            </a:extLst>
          </p:cNvPr>
          <p:cNvCxnSpPr>
            <a:cxnSpLocks/>
            <a:stCxn id="179" idx="4"/>
            <a:endCxn id="178" idx="1"/>
          </p:cNvCxnSpPr>
          <p:nvPr/>
        </p:nvCxnSpPr>
        <p:spPr>
          <a:xfrm>
            <a:off x="1199889" y="4239594"/>
            <a:ext cx="249382" cy="57340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C4EF39B7-53C0-0549-20E8-E5C2688CF9CF}"/>
              </a:ext>
            </a:extLst>
          </p:cNvPr>
          <p:cNvGrpSpPr/>
          <p:nvPr/>
        </p:nvGrpSpPr>
        <p:grpSpPr>
          <a:xfrm>
            <a:off x="763670" y="3714882"/>
            <a:ext cx="1660702" cy="573444"/>
            <a:chOff x="718867" y="3724459"/>
            <a:chExt cx="1660702" cy="573444"/>
          </a:xfrm>
        </p:grpSpPr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45BC8188-FD4D-0834-C389-3BA902DC2BC1}"/>
                </a:ext>
              </a:extLst>
            </p:cNvPr>
            <p:cNvSpPr/>
            <p:nvPr/>
          </p:nvSpPr>
          <p:spPr>
            <a:xfrm>
              <a:off x="718867" y="3828252"/>
              <a:ext cx="1660702" cy="46965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4E46DC4A-8CA8-9663-8AD7-6F298A050159}"/>
                </a:ext>
              </a:extLst>
            </p:cNvPr>
            <p:cNvGrpSpPr/>
            <p:nvPr/>
          </p:nvGrpSpPr>
          <p:grpSpPr>
            <a:xfrm>
              <a:off x="800305" y="3975277"/>
              <a:ext cx="1497827" cy="273894"/>
              <a:chOff x="796605" y="3975277"/>
              <a:chExt cx="1497827" cy="273894"/>
            </a:xfrm>
          </p:grpSpPr>
          <p:sp>
            <p:nvSpPr>
              <p:cNvPr id="175" name="타원 174">
                <a:extLst>
                  <a:ext uri="{FF2B5EF4-FFF2-40B4-BE49-F238E27FC236}">
                    <a16:creationId xmlns:a16="http://schemas.microsoft.com/office/drawing/2014/main" id="{52DFABCE-3A37-E9BA-B6B4-6C73F137853B}"/>
                  </a:ext>
                </a:extLst>
              </p:cNvPr>
              <p:cNvSpPr/>
              <p:nvPr/>
            </p:nvSpPr>
            <p:spPr>
              <a:xfrm>
                <a:off x="1584870" y="3975277"/>
                <a:ext cx="709562" cy="27389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>
                    <a:latin typeface="+mj-ea"/>
                  </a:rPr>
                  <a:t>나사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  <a:ea typeface="+mj-ea"/>
                  </a:rPr>
                  <a:t>M6</a:t>
                </a:r>
                <a:endParaRPr lang="ko-KR" altLang="en-US" sz="800" dirty="0">
                  <a:latin typeface="+mj-ea"/>
                  <a:ea typeface="+mj-ea"/>
                </a:endParaRPr>
              </a:p>
            </p:txBody>
          </p:sp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85610B7-A13E-46F9-5261-5DEA2F32C362}"/>
                  </a:ext>
                </a:extLst>
              </p:cNvPr>
              <p:cNvSpPr/>
              <p:nvPr/>
            </p:nvSpPr>
            <p:spPr>
              <a:xfrm>
                <a:off x="796605" y="3975277"/>
                <a:ext cx="709562" cy="27389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>
                    <a:latin typeface="+mj-ea"/>
                  </a:rPr>
                  <a:t>나사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  <a:ea typeface="+mj-ea"/>
                  </a:rPr>
                  <a:t>M6</a:t>
                </a:r>
                <a:endParaRPr lang="ko-KR" altLang="en-US" sz="8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9135B71-335B-1875-31D5-1B9142E62C9B}"/>
                </a:ext>
              </a:extLst>
            </p:cNvPr>
            <p:cNvSpPr/>
            <p:nvPr/>
          </p:nvSpPr>
          <p:spPr>
            <a:xfrm>
              <a:off x="946935" y="3724459"/>
              <a:ext cx="1204567" cy="19495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 err="1"/>
                <a:t>조립부</a:t>
              </a:r>
              <a:r>
                <a:rPr lang="ko-KR" altLang="en-US" sz="1000" dirty="0"/>
                <a:t> </a:t>
              </a:r>
              <a:r>
                <a:rPr lang="en-US" altLang="ko-KR" sz="1000" dirty="0"/>
                <a:t>Type A-2</a:t>
              </a:r>
              <a:endParaRPr lang="ko-KR" altLang="en-US" sz="1000" dirty="0"/>
            </a:p>
          </p:txBody>
        </p:sp>
      </p:grpSp>
      <p:cxnSp>
        <p:nvCxnSpPr>
          <p:cNvPr id="192" name="직선 연결선 191">
            <a:extLst>
              <a:ext uri="{FF2B5EF4-FFF2-40B4-BE49-F238E27FC236}">
                <a16:creationId xmlns:a16="http://schemas.microsoft.com/office/drawing/2014/main" id="{50B94D23-341A-01A8-9076-51FFD5598530}"/>
              </a:ext>
            </a:extLst>
          </p:cNvPr>
          <p:cNvCxnSpPr>
            <a:cxnSpLocks/>
            <a:stCxn id="162" idx="2"/>
            <a:endCxn id="163" idx="0"/>
          </p:cNvCxnSpPr>
          <p:nvPr/>
        </p:nvCxnSpPr>
        <p:spPr>
          <a:xfrm>
            <a:off x="1594022" y="3282598"/>
            <a:ext cx="0" cy="432284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C77C6D8-8EF2-84DF-6679-103630CC1902}"/>
              </a:ext>
            </a:extLst>
          </p:cNvPr>
          <p:cNvSpPr txBox="1"/>
          <p:nvPr/>
        </p:nvSpPr>
        <p:spPr>
          <a:xfrm>
            <a:off x="2218618" y="3838230"/>
            <a:ext cx="1437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schemeClr val="accent5">
                    <a:lumMod val="50000"/>
                  </a:schemeClr>
                </a:solidFill>
              </a:rPr>
              <a:t>※</a:t>
            </a:r>
            <a:r>
              <a:rPr lang="ko-KR" altLang="en-US" sz="1000" b="1" dirty="0">
                <a:solidFill>
                  <a:schemeClr val="accent5">
                    <a:lumMod val="50000"/>
                  </a:schemeClr>
                </a:solidFill>
              </a:rPr>
              <a:t>복잡한 관계는 묶어서 단순화</a:t>
            </a:r>
          </a:p>
        </p:txBody>
      </p:sp>
    </p:spTree>
    <p:extLst>
      <p:ext uri="{BB962C8B-B14F-4D97-AF65-F5344CB8AC3E}">
        <p14:creationId xmlns:p14="http://schemas.microsoft.com/office/powerpoint/2010/main" val="3642646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B6DC-8913-1638-D15F-9121BC2B5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D004BF97-3B6B-C06A-EA0A-19AA3AD62CFD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가능 후보 확인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1F6268C6-27DA-FFB8-B3F2-FF8C6055747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D6E343E2-7917-961D-4994-C2DBC4B912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066C4537-AD07-B7C8-1586-E10B326A569B}"/>
              </a:ext>
            </a:extLst>
          </p:cNvPr>
          <p:cNvSpPr/>
          <p:nvPr/>
        </p:nvSpPr>
        <p:spPr>
          <a:xfrm>
            <a:off x="1107883" y="6317044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부품 리스트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740DF2-4893-B2C1-6516-AA0EAED433D7}"/>
              </a:ext>
            </a:extLst>
          </p:cNvPr>
          <p:cNvSpPr/>
          <p:nvPr/>
        </p:nvSpPr>
        <p:spPr>
          <a:xfrm>
            <a:off x="790822" y="1025236"/>
            <a:ext cx="2331140" cy="5190836"/>
          </a:xfrm>
          <a:prstGeom prst="roundRect">
            <a:avLst>
              <a:gd name="adj" fmla="val 3566"/>
            </a:avLst>
          </a:prstGeom>
          <a:noFill/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32F3871-E2C5-EFB0-65C6-142B115C9BCE}"/>
              </a:ext>
            </a:extLst>
          </p:cNvPr>
          <p:cNvSpPr/>
          <p:nvPr/>
        </p:nvSpPr>
        <p:spPr>
          <a:xfrm>
            <a:off x="9126013" y="6317044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0AD00301-180B-D9D5-2D55-6EF70B30DCC0}"/>
              </a:ext>
            </a:extLst>
          </p:cNvPr>
          <p:cNvGrpSpPr/>
          <p:nvPr/>
        </p:nvGrpSpPr>
        <p:grpSpPr>
          <a:xfrm>
            <a:off x="4993137" y="1652323"/>
            <a:ext cx="2205725" cy="3193038"/>
            <a:chOff x="4437764" y="1926653"/>
            <a:chExt cx="2205725" cy="3193038"/>
          </a:xfrm>
        </p:grpSpPr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C469EE83-B0A4-1CFF-3684-206E5AA44CC1}"/>
                </a:ext>
              </a:extLst>
            </p:cNvPr>
            <p:cNvSpPr/>
            <p:nvPr/>
          </p:nvSpPr>
          <p:spPr>
            <a:xfrm>
              <a:off x="4437764" y="3849594"/>
              <a:ext cx="2205725" cy="1270097"/>
            </a:xfrm>
            <a:prstGeom prst="roundRect">
              <a:avLst>
                <a:gd name="adj" fmla="val 12042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조립 가능 후보 확인 시스템</a:t>
              </a:r>
            </a:p>
          </p:txBody>
        </p:sp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F8F07980-159E-986D-65B8-CA1081CFAD57}"/>
                </a:ext>
              </a:extLst>
            </p:cNvPr>
            <p:cNvGrpSpPr/>
            <p:nvPr/>
          </p:nvGrpSpPr>
          <p:grpSpPr>
            <a:xfrm>
              <a:off x="4449562" y="1926653"/>
              <a:ext cx="2182129" cy="1835164"/>
              <a:chOff x="4437764" y="1926653"/>
              <a:chExt cx="2182129" cy="1835164"/>
            </a:xfrm>
          </p:grpSpPr>
          <p:grpSp>
            <p:nvGrpSpPr>
              <p:cNvPr id="196" name="그룹 195">
                <a:extLst>
                  <a:ext uri="{FF2B5EF4-FFF2-40B4-BE49-F238E27FC236}">
                    <a16:creationId xmlns:a16="http://schemas.microsoft.com/office/drawing/2014/main" id="{492BD65A-EDCB-571F-FB99-338DDA9D57B9}"/>
                  </a:ext>
                </a:extLst>
              </p:cNvPr>
              <p:cNvGrpSpPr/>
              <p:nvPr/>
            </p:nvGrpSpPr>
            <p:grpSpPr>
              <a:xfrm>
                <a:off x="4437764" y="1926653"/>
                <a:ext cx="1070854" cy="1270661"/>
                <a:chOff x="7903782" y="1193508"/>
                <a:chExt cx="1091161" cy="1204517"/>
              </a:xfrm>
            </p:grpSpPr>
            <p:pic>
              <p:nvPicPr>
                <p:cNvPr id="197" name="그래픽 196" descr="데이터베이스 단색으로 채워진">
                  <a:extLst>
                    <a:ext uri="{FF2B5EF4-FFF2-40B4-BE49-F238E27FC236}">
                      <a16:creationId xmlns:a16="http://schemas.microsoft.com/office/drawing/2014/main" id="{924516C2-D56E-509F-2046-2149C66DBE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0A51FCC8-6938-35AF-C2BE-2EB4DEA93931}"/>
                    </a:ext>
                  </a:extLst>
                </p:cNvPr>
                <p:cNvSpPr txBox="1"/>
                <p:nvPr/>
              </p:nvSpPr>
              <p:spPr>
                <a:xfrm>
                  <a:off x="7903782" y="2018743"/>
                  <a:ext cx="1091161" cy="379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000" dirty="0"/>
                    <a:t>부품 특성 정보 데이터</a:t>
                  </a:r>
                </a:p>
              </p:txBody>
            </p:sp>
          </p:grpSp>
          <p:sp>
            <p:nvSpPr>
              <p:cNvPr id="201" name="화살표: 아래쪽 200">
                <a:extLst>
                  <a:ext uri="{FF2B5EF4-FFF2-40B4-BE49-F238E27FC236}">
                    <a16:creationId xmlns:a16="http://schemas.microsoft.com/office/drawing/2014/main" id="{FCF066AA-5C43-5CE3-CCC1-4981A7B5D6E3}"/>
                  </a:ext>
                </a:extLst>
              </p:cNvPr>
              <p:cNvSpPr/>
              <p:nvPr/>
            </p:nvSpPr>
            <p:spPr>
              <a:xfrm>
                <a:off x="4523191" y="3324043"/>
                <a:ext cx="900000" cy="437774"/>
              </a:xfrm>
              <a:prstGeom prst="downArrow">
                <a:avLst>
                  <a:gd name="adj1" fmla="val 78046"/>
                  <a:gd name="adj2" fmla="val 26961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ysClr val="windowText" lastClr="000000"/>
                    </a:solidFill>
                  </a:rPr>
                  <a:t>데이터 참조</a:t>
                </a:r>
              </a:p>
            </p:txBody>
          </p:sp>
          <p:grpSp>
            <p:nvGrpSpPr>
              <p:cNvPr id="193" name="그룹 192">
                <a:extLst>
                  <a:ext uri="{FF2B5EF4-FFF2-40B4-BE49-F238E27FC236}">
                    <a16:creationId xmlns:a16="http://schemas.microsoft.com/office/drawing/2014/main" id="{7C12795D-7B2E-D346-AA58-1B207C618373}"/>
                  </a:ext>
                </a:extLst>
              </p:cNvPr>
              <p:cNvGrpSpPr/>
              <p:nvPr/>
            </p:nvGrpSpPr>
            <p:grpSpPr>
              <a:xfrm>
                <a:off x="5572107" y="1929707"/>
                <a:ext cx="1047786" cy="1264552"/>
                <a:chOff x="7917849" y="1193508"/>
                <a:chExt cx="1067656" cy="1198726"/>
              </a:xfrm>
            </p:grpSpPr>
            <p:pic>
              <p:nvPicPr>
                <p:cNvPr id="194" name="그래픽 193" descr="데이터베이스 단색으로 채워진">
                  <a:extLst>
                    <a:ext uri="{FF2B5EF4-FFF2-40B4-BE49-F238E27FC236}">
                      <a16:creationId xmlns:a16="http://schemas.microsoft.com/office/drawing/2014/main" id="{A250BC87-D2C8-65AC-9607-46F53E7FD0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9658341C-8B79-0A8B-2BC1-10E26B18BA5D}"/>
                    </a:ext>
                  </a:extLst>
                </p:cNvPr>
                <p:cNvSpPr txBox="1"/>
                <p:nvPr/>
              </p:nvSpPr>
              <p:spPr>
                <a:xfrm>
                  <a:off x="7917849" y="2012952"/>
                  <a:ext cx="1067656" cy="379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000" dirty="0"/>
                    <a:t>조립 관계 정보 </a:t>
                  </a:r>
                  <a:endParaRPr lang="en-US" altLang="ko-KR" sz="1000" dirty="0"/>
                </a:p>
                <a:p>
                  <a:pPr algn="ctr"/>
                  <a:r>
                    <a:rPr lang="ko-KR" altLang="en-US" sz="1000" dirty="0"/>
                    <a:t>데이터</a:t>
                  </a:r>
                </a:p>
              </p:txBody>
            </p:sp>
          </p:grpSp>
          <p:sp>
            <p:nvSpPr>
              <p:cNvPr id="202" name="화살표: 아래쪽 201">
                <a:extLst>
                  <a:ext uri="{FF2B5EF4-FFF2-40B4-BE49-F238E27FC236}">
                    <a16:creationId xmlns:a16="http://schemas.microsoft.com/office/drawing/2014/main" id="{401150B2-B7DC-8B57-BBB0-76D76411D655}"/>
                  </a:ext>
                </a:extLst>
              </p:cNvPr>
              <p:cNvSpPr/>
              <p:nvPr/>
            </p:nvSpPr>
            <p:spPr>
              <a:xfrm>
                <a:off x="5646000" y="3324043"/>
                <a:ext cx="900000" cy="437774"/>
              </a:xfrm>
              <a:prstGeom prst="downArrow">
                <a:avLst>
                  <a:gd name="adj1" fmla="val 78046"/>
                  <a:gd name="adj2" fmla="val 26961"/>
                </a:avLst>
              </a:prstGeom>
              <a:solidFill>
                <a:srgbClr val="FFB7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ysClr val="windowText" lastClr="000000"/>
                    </a:solidFill>
                  </a:rPr>
                  <a:t>데이터 참조</a:t>
                </a:r>
              </a:p>
            </p:txBody>
          </p:sp>
        </p:grpSp>
      </p:grpSp>
      <p:sp>
        <p:nvSpPr>
          <p:cNvPr id="207" name="화살표: 오른쪽 206">
            <a:extLst>
              <a:ext uri="{FF2B5EF4-FFF2-40B4-BE49-F238E27FC236}">
                <a16:creationId xmlns:a16="http://schemas.microsoft.com/office/drawing/2014/main" id="{A444A25B-C4B4-9EEC-29B1-C50A9EA25206}"/>
              </a:ext>
            </a:extLst>
          </p:cNvPr>
          <p:cNvSpPr/>
          <p:nvPr/>
        </p:nvSpPr>
        <p:spPr>
          <a:xfrm>
            <a:off x="36973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화살표: 오른쪽 207">
            <a:extLst>
              <a:ext uri="{FF2B5EF4-FFF2-40B4-BE49-F238E27FC236}">
                <a16:creationId xmlns:a16="http://schemas.microsoft.com/office/drawing/2014/main" id="{E4A20EB7-CACD-72EC-AFDE-BC85D7A5DE93}"/>
              </a:ext>
            </a:extLst>
          </p:cNvPr>
          <p:cNvSpPr/>
          <p:nvPr/>
        </p:nvSpPr>
        <p:spPr>
          <a:xfrm>
            <a:off x="77742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3FEF0434-63ED-6AC0-0FF9-A22ADE4ADC82}"/>
              </a:ext>
            </a:extLst>
          </p:cNvPr>
          <p:cNvSpPr txBox="1"/>
          <p:nvPr/>
        </p:nvSpPr>
        <p:spPr>
          <a:xfrm>
            <a:off x="3591747" y="4959391"/>
            <a:ext cx="41350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부품의 특성 정보</a:t>
            </a:r>
            <a:r>
              <a:rPr lang="en-US" altLang="ko-KR" dirty="0"/>
              <a:t>, </a:t>
            </a:r>
            <a:r>
              <a:rPr lang="ko-KR" altLang="en-US" dirty="0"/>
              <a:t>조립 관계 정보로 </a:t>
            </a:r>
            <a:br>
              <a:rPr lang="en-US" altLang="ko-KR" dirty="0"/>
            </a:br>
            <a:r>
              <a:rPr lang="ko-KR" altLang="en-US" dirty="0"/>
              <a:t>주어진 부품 리스트에서 가능한 </a:t>
            </a:r>
            <a:br>
              <a:rPr lang="en-US" altLang="ko-KR" dirty="0"/>
            </a:br>
            <a:r>
              <a:rPr lang="ko-KR" altLang="en-US" dirty="0"/>
              <a:t>조립의 경우의 수를 파악하는 시스템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C6D6C85-607B-107E-634F-F3B2D5859A5D}"/>
              </a:ext>
            </a:extLst>
          </p:cNvPr>
          <p:cNvGrpSpPr/>
          <p:nvPr/>
        </p:nvGrpSpPr>
        <p:grpSpPr>
          <a:xfrm>
            <a:off x="1188029" y="1642338"/>
            <a:ext cx="1536726" cy="3972618"/>
            <a:chOff x="1219118" y="1569200"/>
            <a:chExt cx="684000" cy="259406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5FCDCAC7-715C-25F4-3938-5D4DCA1D9656}"/>
                </a:ext>
              </a:extLst>
            </p:cNvPr>
            <p:cNvSpPr/>
            <p:nvPr/>
          </p:nvSpPr>
          <p:spPr>
            <a:xfrm>
              <a:off x="1219118" y="1569200"/>
              <a:ext cx="684000" cy="304304"/>
            </a:xfrm>
            <a:prstGeom prst="roundRect">
              <a:avLst/>
            </a:prstGeom>
            <a:solidFill>
              <a:srgbClr val="E971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프론트 도어</a:t>
              </a: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49787B8-0E85-B5C4-E256-581162CA6267}"/>
                </a:ext>
              </a:extLst>
            </p:cNvPr>
            <p:cNvSpPr/>
            <p:nvPr/>
          </p:nvSpPr>
          <p:spPr>
            <a:xfrm>
              <a:off x="1219118" y="2027153"/>
              <a:ext cx="684000" cy="304304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 래치</a:t>
              </a: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989DED2-DF02-14E6-CB6B-49826F5724B0}"/>
                </a:ext>
              </a:extLst>
            </p:cNvPr>
            <p:cNvSpPr/>
            <p:nvPr/>
          </p:nvSpPr>
          <p:spPr>
            <a:xfrm>
              <a:off x="1219118" y="2485106"/>
              <a:ext cx="684000" cy="304304"/>
            </a:xfrm>
            <a:prstGeom prst="roundRect">
              <a:avLst/>
            </a:prstGeom>
            <a:solidFill>
              <a:srgbClr val="0F9E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</a:t>
              </a:r>
              <a:endParaRPr lang="en-US" altLang="ko-KR" sz="1000" dirty="0"/>
            </a:p>
            <a:p>
              <a:pPr algn="ctr"/>
              <a:r>
                <a:rPr lang="ko-KR" altLang="en-US" sz="1000" dirty="0" err="1"/>
                <a:t>체커</a:t>
              </a:r>
              <a:endParaRPr lang="ko-KR" altLang="en-US" sz="10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56212EF0-A240-9AA6-DC82-F5A79199B88C}"/>
                </a:ext>
              </a:extLst>
            </p:cNvPr>
            <p:cNvSpPr/>
            <p:nvPr/>
          </p:nvSpPr>
          <p:spPr>
            <a:xfrm>
              <a:off x="1219118" y="3401012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2</a:t>
              </a:r>
              <a:endParaRPr lang="ko-KR" altLang="en-US" sz="1000" dirty="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C41FEAE6-6DA8-E3F7-789D-B93856D42955}"/>
                </a:ext>
              </a:extLst>
            </p:cNvPr>
            <p:cNvSpPr/>
            <p:nvPr/>
          </p:nvSpPr>
          <p:spPr>
            <a:xfrm>
              <a:off x="1219118" y="2943059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1</a:t>
              </a:r>
              <a:endParaRPr lang="ko-KR" altLang="en-US" sz="10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8AD6B29F-5F6C-E3AB-9114-02E646C7EEA0}"/>
                </a:ext>
              </a:extLst>
            </p:cNvPr>
            <p:cNvSpPr/>
            <p:nvPr/>
          </p:nvSpPr>
          <p:spPr>
            <a:xfrm>
              <a:off x="1219118" y="3858963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바디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30D20CC-D087-244C-AB82-16A50C99AEA4}"/>
              </a:ext>
            </a:extLst>
          </p:cNvPr>
          <p:cNvGrpSpPr/>
          <p:nvPr/>
        </p:nvGrpSpPr>
        <p:grpSpPr>
          <a:xfrm>
            <a:off x="9070038" y="1019633"/>
            <a:ext cx="2331140" cy="5190836"/>
            <a:chOff x="9070038" y="1019633"/>
            <a:chExt cx="2331140" cy="5190836"/>
          </a:xfrm>
        </p:grpSpPr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925FD709-ECCD-BA70-4F5C-CE44494D1341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416BE64-02EA-78A3-B971-B4065FA9D201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671BC6AE-8C04-E637-BA86-47940658D6C9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AE7BEF8C-C4A1-004F-9735-C925B58CAFDB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71" name="그룹 170">
                  <a:extLst>
                    <a:ext uri="{FF2B5EF4-FFF2-40B4-BE49-F238E27FC236}">
                      <a16:creationId xmlns:a16="http://schemas.microsoft.com/office/drawing/2014/main" id="{826CBD42-9313-133A-7B20-E56BA45AA3ED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851A09BB-B457-E6B0-7D8D-715C49B7B1DB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114" name="사각형: 둥근 모서리 113">
                    <a:extLst>
                      <a:ext uri="{FF2B5EF4-FFF2-40B4-BE49-F238E27FC236}">
                        <a16:creationId xmlns:a16="http://schemas.microsoft.com/office/drawing/2014/main" id="{CC9B2640-79F3-4A70-137C-A5D2970585E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70" name="그룹 169">
                  <a:extLst>
                    <a:ext uri="{FF2B5EF4-FFF2-40B4-BE49-F238E27FC236}">
                      <a16:creationId xmlns:a16="http://schemas.microsoft.com/office/drawing/2014/main" id="{50EE3B09-EE88-3F61-563E-4BBD63E66F41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AF08073F-89BA-C15D-1041-BF80D57A5001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116" name="사각형: 둥근 모서리 115">
                    <a:extLst>
                      <a:ext uri="{FF2B5EF4-FFF2-40B4-BE49-F238E27FC236}">
                        <a16:creationId xmlns:a16="http://schemas.microsoft.com/office/drawing/2014/main" id="{23A8BDF6-71CB-5163-05CB-8DF55BA60CA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12" name="직선 연결선 11">
                  <a:extLst>
                    <a:ext uri="{FF2B5EF4-FFF2-40B4-BE49-F238E27FC236}">
                      <a16:creationId xmlns:a16="http://schemas.microsoft.com/office/drawing/2014/main" id="{4A0970B1-7DB1-61E0-7D22-35EB191A98AE}"/>
                    </a:ext>
                  </a:extLst>
                </p:cNvPr>
                <p:cNvCxnSpPr>
                  <a:stCxn id="113" idx="2"/>
                  <a:endCxn id="115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49985E59-3506-870E-CE44-CD3851C7A9E0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126" name="사각형: 둥근 모서리 125">
                <a:extLst>
                  <a:ext uri="{FF2B5EF4-FFF2-40B4-BE49-F238E27FC236}">
                    <a16:creationId xmlns:a16="http://schemas.microsoft.com/office/drawing/2014/main" id="{D5C1752E-F944-9EB4-EE55-8E3DC3DFAE04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5F3EC10E-D699-C53E-5F7A-DC5BB89D21A6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60" name="그룹 159">
                  <a:extLst>
                    <a:ext uri="{FF2B5EF4-FFF2-40B4-BE49-F238E27FC236}">
                      <a16:creationId xmlns:a16="http://schemas.microsoft.com/office/drawing/2014/main" id="{F70499BC-9F93-388E-CB1A-DAA26773C937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61" name="사각형: 둥근 모서리 160">
                    <a:extLst>
                      <a:ext uri="{FF2B5EF4-FFF2-40B4-BE49-F238E27FC236}">
                        <a16:creationId xmlns:a16="http://schemas.microsoft.com/office/drawing/2014/main" id="{53B9FC24-C58A-E301-F597-4FD1E6F19FAC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62" name="타원 161">
                    <a:extLst>
                      <a:ext uri="{FF2B5EF4-FFF2-40B4-BE49-F238E27FC236}">
                        <a16:creationId xmlns:a16="http://schemas.microsoft.com/office/drawing/2014/main" id="{9A2AD718-1B95-16ED-8CC3-DEB487E5F881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63" name="그룹 162">
                  <a:extLst>
                    <a:ext uri="{FF2B5EF4-FFF2-40B4-BE49-F238E27FC236}">
                      <a16:creationId xmlns:a16="http://schemas.microsoft.com/office/drawing/2014/main" id="{25BDFA1C-CF7E-97BD-DB8D-859F0F39DEFD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64" name="사각형: 둥근 모서리 163">
                    <a:extLst>
                      <a:ext uri="{FF2B5EF4-FFF2-40B4-BE49-F238E27FC236}">
                        <a16:creationId xmlns:a16="http://schemas.microsoft.com/office/drawing/2014/main" id="{F7A09756-A8D2-1C45-9638-E26177F0DB12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165" name="타원 164">
                    <a:extLst>
                      <a:ext uri="{FF2B5EF4-FFF2-40B4-BE49-F238E27FC236}">
                        <a16:creationId xmlns:a16="http://schemas.microsoft.com/office/drawing/2014/main" id="{B0DE5F9C-CCCB-3F47-FDF3-B98724CC67CB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7DA208F4-CC18-CC69-3DCC-58612ED2F65D}"/>
                    </a:ext>
                  </a:extLst>
                </p:cNvPr>
                <p:cNvCxnSpPr>
                  <a:cxnSpLocks/>
                  <a:stCxn id="162" idx="0"/>
                  <a:endCxn id="165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F112EF51-F1E2-FF03-F091-C2BBE1E89517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117" name="사각형: 둥근 모서리 116">
                <a:extLst>
                  <a:ext uri="{FF2B5EF4-FFF2-40B4-BE49-F238E27FC236}">
                    <a16:creationId xmlns:a16="http://schemas.microsoft.com/office/drawing/2014/main" id="{F30427D5-BE78-3CBB-3DD2-DF3438C4CCEB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A3555EF7-2C64-EF15-BEF1-1B62A904DDD8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3" name="직선 연결선 12">
                  <a:extLst>
                    <a:ext uri="{FF2B5EF4-FFF2-40B4-BE49-F238E27FC236}">
                      <a16:creationId xmlns:a16="http://schemas.microsoft.com/office/drawing/2014/main" id="{3BD06A6B-43A5-16A1-4310-3117512238D1}"/>
                    </a:ext>
                  </a:extLst>
                </p:cNvPr>
                <p:cNvCxnSpPr>
                  <a:cxnSpLocks/>
                  <a:stCxn id="11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69" name="그룹 168">
                  <a:extLst>
                    <a:ext uri="{FF2B5EF4-FFF2-40B4-BE49-F238E27FC236}">
                      <a16:creationId xmlns:a16="http://schemas.microsoft.com/office/drawing/2014/main" id="{E1EE4DB7-D602-51B4-73FB-C5DED42FC409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18" name="사각형: 둥근 모서리 117">
                    <a:extLst>
                      <a:ext uri="{FF2B5EF4-FFF2-40B4-BE49-F238E27FC236}">
                        <a16:creationId xmlns:a16="http://schemas.microsoft.com/office/drawing/2014/main" id="{11FD6A84-0A5F-46A7-6C80-5105D54C4ECC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119" name="사각형: 둥근 모서리 118">
                    <a:extLst>
                      <a:ext uri="{FF2B5EF4-FFF2-40B4-BE49-F238E27FC236}">
                        <a16:creationId xmlns:a16="http://schemas.microsoft.com/office/drawing/2014/main" id="{DBF73087-35CA-3C98-4C69-D8F28090D2F9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68" name="그룹 167">
                  <a:extLst>
                    <a:ext uri="{FF2B5EF4-FFF2-40B4-BE49-F238E27FC236}">
                      <a16:creationId xmlns:a16="http://schemas.microsoft.com/office/drawing/2014/main" id="{28E15987-E5E4-A412-56E0-A8ED47C9792F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2" name="사각형: 둥근 모서리 121">
                    <a:extLst>
                      <a:ext uri="{FF2B5EF4-FFF2-40B4-BE49-F238E27FC236}">
                        <a16:creationId xmlns:a16="http://schemas.microsoft.com/office/drawing/2014/main" id="{904CA58B-6425-519A-22D3-8D2AF29F75E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23" name="사각형: 둥근 모서리 122">
                    <a:extLst>
                      <a:ext uri="{FF2B5EF4-FFF2-40B4-BE49-F238E27FC236}">
                        <a16:creationId xmlns:a16="http://schemas.microsoft.com/office/drawing/2014/main" id="{4EA6F637-4526-75D1-D802-6B6EE5873A1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167" name="그룹 166">
                  <a:extLst>
                    <a:ext uri="{FF2B5EF4-FFF2-40B4-BE49-F238E27FC236}">
                      <a16:creationId xmlns:a16="http://schemas.microsoft.com/office/drawing/2014/main" id="{4897EC63-5B60-F14C-EB28-90C2A55E0A60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5BC1573F-43D6-6D33-607A-092B3438EC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20F7E668-3BE0-65B1-2CED-8FD26B94D296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3A425DA-02A9-A7A0-5F4C-ADA31E00D2B6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135" name="사각형: 둥근 모서리 134">
                <a:extLst>
                  <a:ext uri="{FF2B5EF4-FFF2-40B4-BE49-F238E27FC236}">
                    <a16:creationId xmlns:a16="http://schemas.microsoft.com/office/drawing/2014/main" id="{69913C0E-A16F-7837-6234-AEC5B1DE2D83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BC7279A2-104F-A119-CA72-084A203725EB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962F0A08-7235-EDDF-14F0-CEE2314A98D6}"/>
                    </a:ext>
                  </a:extLst>
                </p:cNvPr>
                <p:cNvCxnSpPr>
                  <a:cxnSpLocks/>
                  <a:endCxn id="142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4" name="그룹 143">
                  <a:extLst>
                    <a:ext uri="{FF2B5EF4-FFF2-40B4-BE49-F238E27FC236}">
                      <a16:creationId xmlns:a16="http://schemas.microsoft.com/office/drawing/2014/main" id="{3D004A95-E413-6595-5E7F-F1B5154CF232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38" name="타원 137">
                    <a:extLst>
                      <a:ext uri="{FF2B5EF4-FFF2-40B4-BE49-F238E27FC236}">
                        <a16:creationId xmlns:a16="http://schemas.microsoft.com/office/drawing/2014/main" id="{D6C9E988-E050-3A71-7600-C2C294F1F335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39" name="사각형: 둥근 모서리 138">
                    <a:extLst>
                      <a:ext uri="{FF2B5EF4-FFF2-40B4-BE49-F238E27FC236}">
                        <a16:creationId xmlns:a16="http://schemas.microsoft.com/office/drawing/2014/main" id="{9DDB1BB0-010C-3387-19D2-139A6F6151E1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145" name="그룹 144">
                  <a:extLst>
                    <a:ext uri="{FF2B5EF4-FFF2-40B4-BE49-F238E27FC236}">
                      <a16:creationId xmlns:a16="http://schemas.microsoft.com/office/drawing/2014/main" id="{D79A55CA-D01B-BF77-D176-1EB13DABE16C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40" name="타원 139">
                    <a:extLst>
                      <a:ext uri="{FF2B5EF4-FFF2-40B4-BE49-F238E27FC236}">
                        <a16:creationId xmlns:a16="http://schemas.microsoft.com/office/drawing/2014/main" id="{F2A91E52-673B-13C5-F1F8-BAEB434EC6BD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41" name="사각형: 둥근 모서리 140">
                    <a:extLst>
                      <a:ext uri="{FF2B5EF4-FFF2-40B4-BE49-F238E27FC236}">
                        <a16:creationId xmlns:a16="http://schemas.microsoft.com/office/drawing/2014/main" id="{C4880EF3-9326-71D5-B1D1-BE70B11B4599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146" name="그룹 145">
                  <a:extLst>
                    <a:ext uri="{FF2B5EF4-FFF2-40B4-BE49-F238E27FC236}">
                      <a16:creationId xmlns:a16="http://schemas.microsoft.com/office/drawing/2014/main" id="{E7B4D66D-297A-B061-742F-DBE43B4D59F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42" name="타원 141">
                    <a:extLst>
                      <a:ext uri="{FF2B5EF4-FFF2-40B4-BE49-F238E27FC236}">
                        <a16:creationId xmlns:a16="http://schemas.microsoft.com/office/drawing/2014/main" id="{5F21F427-9DBF-03E3-A040-F7893C2FD25F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143" name="사각형: 둥근 모서리 142">
                    <a:extLst>
                      <a:ext uri="{FF2B5EF4-FFF2-40B4-BE49-F238E27FC236}">
                        <a16:creationId xmlns:a16="http://schemas.microsoft.com/office/drawing/2014/main" id="{69F30893-D471-6731-DE3A-0EFE2729A905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E0D5586-DF4E-9468-35C0-AD5F68E4BBE3}"/>
              </a:ext>
            </a:extLst>
          </p:cNvPr>
          <p:cNvSpPr txBox="1"/>
          <p:nvPr/>
        </p:nvSpPr>
        <p:spPr>
          <a:xfrm>
            <a:off x="3591747" y="5887303"/>
            <a:ext cx="5207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Planning </a:t>
            </a:r>
            <a:r>
              <a:rPr lang="ko-KR" altLang="en-US" dirty="0"/>
              <a:t>에서의 조립 과정을 컴퓨터 모델링하는 </a:t>
            </a:r>
            <a:br>
              <a:rPr lang="en-US" altLang="ko-KR" dirty="0"/>
            </a:br>
            <a:r>
              <a:rPr lang="ko-KR" altLang="en-US" b="1" dirty="0"/>
              <a:t>상태 전이 모델 </a:t>
            </a:r>
            <a:r>
              <a:rPr lang="ko-KR" altLang="en-US" dirty="0"/>
              <a:t>역할</a:t>
            </a:r>
          </a:p>
        </p:txBody>
      </p:sp>
    </p:spTree>
    <p:extLst>
      <p:ext uri="{BB962C8B-B14F-4D97-AF65-F5344CB8AC3E}">
        <p14:creationId xmlns:p14="http://schemas.microsoft.com/office/powerpoint/2010/main" val="4154590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E72B4-F7B8-8A37-9708-8DD661901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8A12BCAF-5395-A1B9-063F-A28F026E6F27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후보 평가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8C007ACC-3F39-AD83-97C9-CCD2DF4D2CE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EA44B779-72F7-94F1-96F5-10AA84961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" name="말풍선: 모서리가 둥근 사각형 3">
            <a:extLst>
              <a:ext uri="{FF2B5EF4-FFF2-40B4-BE49-F238E27FC236}">
                <a16:creationId xmlns:a16="http://schemas.microsoft.com/office/drawing/2014/main" id="{AA00E86A-2066-2297-4FF8-B2AFB3B6AD58}"/>
              </a:ext>
            </a:extLst>
          </p:cNvPr>
          <p:cNvSpPr/>
          <p:nvPr/>
        </p:nvSpPr>
        <p:spPr>
          <a:xfrm>
            <a:off x="8011099" y="2000875"/>
            <a:ext cx="4032854" cy="472246"/>
          </a:xfrm>
          <a:prstGeom prst="wedgeRoundRectCallout">
            <a:avLst>
              <a:gd name="adj1" fmla="val -28625"/>
              <a:gd name="adj2" fmla="val 31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1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조립가능 조립 목표와 합치</a:t>
            </a: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1DDAF2AC-8CAA-6B11-D00E-7E5049262A5D}"/>
              </a:ext>
            </a:extLst>
          </p:cNvPr>
          <p:cNvSpPr/>
          <p:nvPr/>
        </p:nvSpPr>
        <p:spPr>
          <a:xfrm>
            <a:off x="8011099" y="2990531"/>
            <a:ext cx="3484211" cy="472246"/>
          </a:xfrm>
          <a:prstGeom prst="wedgeRoundRectCallout">
            <a:avLst>
              <a:gd name="adj1" fmla="val -33110"/>
              <a:gd name="adj2" fmla="val 13722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2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👎👎👎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 중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간섭 우려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AE16725C-492B-E377-36D0-EB5F0CCF2E94}"/>
              </a:ext>
            </a:extLst>
          </p:cNvPr>
          <p:cNvSpPr/>
          <p:nvPr/>
        </p:nvSpPr>
        <p:spPr>
          <a:xfrm>
            <a:off x="8011099" y="3980187"/>
            <a:ext cx="3765795" cy="472246"/>
          </a:xfrm>
          <a:prstGeom prst="wedgeRoundRectCallout">
            <a:avLst>
              <a:gd name="adj1" fmla="val -36134"/>
              <a:gd name="adj2" fmla="val -7793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3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가능하나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 목표와 불합치</a:t>
            </a: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6FA2391B-6762-FCB2-3703-91F53D59DA47}"/>
              </a:ext>
            </a:extLst>
          </p:cNvPr>
          <p:cNvSpPr/>
          <p:nvPr/>
        </p:nvSpPr>
        <p:spPr>
          <a:xfrm>
            <a:off x="8011099" y="4969843"/>
            <a:ext cx="2689100" cy="472246"/>
          </a:xfrm>
          <a:prstGeom prst="wedgeRoundRectCallout">
            <a:avLst>
              <a:gd name="adj1" fmla="val -16871"/>
              <a:gd name="adj2" fmla="val 13722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4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 가능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A3AC3C2-A5FE-C578-CB35-2478F85E48F3}"/>
              </a:ext>
            </a:extLst>
          </p:cNvPr>
          <p:cNvSpPr/>
          <p:nvPr/>
        </p:nvSpPr>
        <p:spPr>
          <a:xfrm>
            <a:off x="4894957" y="397536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조립 후보 평가 시스템</a:t>
            </a:r>
            <a:endParaRPr lang="en-US" altLang="ko-KR" sz="16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5C18889B-81D3-B83E-4515-1452913566E7}"/>
              </a:ext>
            </a:extLst>
          </p:cNvPr>
          <p:cNvSpPr/>
          <p:nvPr/>
        </p:nvSpPr>
        <p:spPr>
          <a:xfrm>
            <a:off x="748693" y="6346748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A79AA73-4329-7649-39A5-AE1419766A14}"/>
              </a:ext>
            </a:extLst>
          </p:cNvPr>
          <p:cNvGrpSpPr/>
          <p:nvPr/>
        </p:nvGrpSpPr>
        <p:grpSpPr>
          <a:xfrm>
            <a:off x="692718" y="1049337"/>
            <a:ext cx="2331140" cy="5190836"/>
            <a:chOff x="9070038" y="1019633"/>
            <a:chExt cx="2331140" cy="51908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B6C6D31-09F4-CC3E-2968-80EB52414EED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83615283-6D9E-9E03-CE4E-4AE501FE349A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D766545A-21C7-66EA-8D73-C6F5F63AE1AD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BE6AAB29-05CF-00E6-365E-DC0B2965D417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73" name="그룹 72">
                  <a:extLst>
                    <a:ext uri="{FF2B5EF4-FFF2-40B4-BE49-F238E27FC236}">
                      <a16:creationId xmlns:a16="http://schemas.microsoft.com/office/drawing/2014/main" id="{8885C0BC-24B9-A738-B14B-F3118E3400C8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EEC486C-860B-BC56-8BE8-2FC907E46C86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79" name="사각형: 둥근 모서리 78">
                    <a:extLst>
                      <a:ext uri="{FF2B5EF4-FFF2-40B4-BE49-F238E27FC236}">
                        <a16:creationId xmlns:a16="http://schemas.microsoft.com/office/drawing/2014/main" id="{FC13B789-AB75-4BAF-16AC-3E0F92E09C04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74" name="그룹 73">
                  <a:extLst>
                    <a:ext uri="{FF2B5EF4-FFF2-40B4-BE49-F238E27FC236}">
                      <a16:creationId xmlns:a16="http://schemas.microsoft.com/office/drawing/2014/main" id="{2FD61E82-DA9B-3692-91E8-A847D061B0D8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76" name="사각형: 둥근 모서리 75">
                    <a:extLst>
                      <a:ext uri="{FF2B5EF4-FFF2-40B4-BE49-F238E27FC236}">
                        <a16:creationId xmlns:a16="http://schemas.microsoft.com/office/drawing/2014/main" id="{8CF8CD31-D5CD-4813-1AF1-D3F8E29EAF96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9F4B8188-3B5B-2F40-FC2F-E0E65129819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1765E3CA-C871-C658-EBF4-14FEA12E1CED}"/>
                    </a:ext>
                  </a:extLst>
                </p:cNvPr>
                <p:cNvCxnSpPr>
                  <a:stCxn id="78" idx="2"/>
                  <a:endCxn id="76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FDA7FF84-81EB-3A5C-D678-F7F251417DC4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9D8B8A1D-7555-64AF-848D-6FEFE7C8A5CE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5DD2D59B-26E1-3C3D-B225-3D251BD8ADE4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64" name="그룹 63">
                  <a:extLst>
                    <a:ext uri="{FF2B5EF4-FFF2-40B4-BE49-F238E27FC236}">
                      <a16:creationId xmlns:a16="http://schemas.microsoft.com/office/drawing/2014/main" id="{43F8E40F-AD95-D045-71BB-B6C815DDB4DD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69" name="사각형: 둥근 모서리 68">
                    <a:extLst>
                      <a:ext uri="{FF2B5EF4-FFF2-40B4-BE49-F238E27FC236}">
                        <a16:creationId xmlns:a16="http://schemas.microsoft.com/office/drawing/2014/main" id="{63B9A0DB-9BDC-9E7E-B3A2-D341A540E688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56D0751A-4961-61DD-619B-AAFFF8741010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7B03A309-9C2F-0451-CE8E-C5190AA233E6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9E21F612-2885-9761-D4D6-FB717B3AF7ED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8E4AE110-18D3-0B4C-A737-2F2C4D03AAF6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66" name="직선 연결선 65">
                  <a:extLst>
                    <a:ext uri="{FF2B5EF4-FFF2-40B4-BE49-F238E27FC236}">
                      <a16:creationId xmlns:a16="http://schemas.microsoft.com/office/drawing/2014/main" id="{21E4F99A-3FB2-175D-B0C2-AE79389172FB}"/>
                    </a:ext>
                  </a:extLst>
                </p:cNvPr>
                <p:cNvCxnSpPr>
                  <a:cxnSpLocks/>
                  <a:stCxn id="70" idx="0"/>
                  <a:endCxn id="68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3483AA89-35AF-CA5D-D4B2-F631335DE98B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9CC3319F-B675-49B1-5F64-21E4ECDA23FC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9936677B-EBCD-D242-617F-201BA282CEAA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3A227E43-17D8-F35B-47DA-BA7D03BF5820}"/>
                    </a:ext>
                  </a:extLst>
                </p:cNvPr>
                <p:cNvCxnSpPr>
                  <a:cxnSpLocks/>
                  <a:stCxn id="60" idx="2"/>
                  <a:endCxn id="55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7A1F5021-EFFC-E965-CF8E-0101B03BEACB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60" name="사각형: 둥근 모서리 59">
                    <a:extLst>
                      <a:ext uri="{FF2B5EF4-FFF2-40B4-BE49-F238E27FC236}">
                        <a16:creationId xmlns:a16="http://schemas.microsoft.com/office/drawing/2014/main" id="{CFC9A058-DABD-AB4C-0191-C7B422F3D0A6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61" name="사각형: 둥근 모서리 60">
                    <a:extLst>
                      <a:ext uri="{FF2B5EF4-FFF2-40B4-BE49-F238E27FC236}">
                        <a16:creationId xmlns:a16="http://schemas.microsoft.com/office/drawing/2014/main" id="{236D3564-61D4-FA98-0C53-5BB71C78AD5B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53" name="그룹 52">
                  <a:extLst>
                    <a:ext uri="{FF2B5EF4-FFF2-40B4-BE49-F238E27FC236}">
                      <a16:creationId xmlns:a16="http://schemas.microsoft.com/office/drawing/2014/main" id="{D07A465E-AE06-F5F2-CD48-F90EFBFD3B2A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58" name="사각형: 둥근 모서리 57">
                    <a:extLst>
                      <a:ext uri="{FF2B5EF4-FFF2-40B4-BE49-F238E27FC236}">
                        <a16:creationId xmlns:a16="http://schemas.microsoft.com/office/drawing/2014/main" id="{0AC3FD05-BF91-052A-4F66-25AC41ADCB01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59" name="사각형: 둥근 모서리 58">
                    <a:extLst>
                      <a:ext uri="{FF2B5EF4-FFF2-40B4-BE49-F238E27FC236}">
                        <a16:creationId xmlns:a16="http://schemas.microsoft.com/office/drawing/2014/main" id="{9DBA49BF-65E1-F0B4-2EC4-8E27B1489B62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54" name="그룹 53">
                  <a:extLst>
                    <a:ext uri="{FF2B5EF4-FFF2-40B4-BE49-F238E27FC236}">
                      <a16:creationId xmlns:a16="http://schemas.microsoft.com/office/drawing/2014/main" id="{46DEF12C-E1B2-0087-1540-3101B6FD9A57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55" name="타원 54">
                    <a:extLst>
                      <a:ext uri="{FF2B5EF4-FFF2-40B4-BE49-F238E27FC236}">
                        <a16:creationId xmlns:a16="http://schemas.microsoft.com/office/drawing/2014/main" id="{7D6876DD-E525-8BEA-D0D6-BB4AC30C91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57" name="사각형: 둥근 모서리 56">
                    <a:extLst>
                      <a:ext uri="{FF2B5EF4-FFF2-40B4-BE49-F238E27FC236}">
                        <a16:creationId xmlns:a16="http://schemas.microsoft.com/office/drawing/2014/main" id="{6C911DBA-F1BD-EBAC-0422-95CB19CA865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0C2F87-0877-CE14-A565-222466574C5B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35" name="사각형: 둥근 모서리 34">
                <a:extLst>
                  <a:ext uri="{FF2B5EF4-FFF2-40B4-BE49-F238E27FC236}">
                    <a16:creationId xmlns:a16="http://schemas.microsoft.com/office/drawing/2014/main" id="{629C2E9E-92A2-44BD-EBAF-4C31CE33977B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4A3BF30-7895-ABF3-4971-C0A75EF5276A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37" name="직선 연결선 36">
                  <a:extLst>
                    <a:ext uri="{FF2B5EF4-FFF2-40B4-BE49-F238E27FC236}">
                      <a16:creationId xmlns:a16="http://schemas.microsoft.com/office/drawing/2014/main" id="{AB2D2B6C-6885-8498-D0F5-380D4F34441D}"/>
                    </a:ext>
                  </a:extLst>
                </p:cNvPr>
                <p:cNvCxnSpPr>
                  <a:cxnSpLocks/>
                  <a:endCxn id="41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8" name="그룹 37">
                  <a:extLst>
                    <a:ext uri="{FF2B5EF4-FFF2-40B4-BE49-F238E27FC236}">
                      <a16:creationId xmlns:a16="http://schemas.microsoft.com/office/drawing/2014/main" id="{5D0439E4-8610-A5A1-19D7-8FC50E49B737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47" name="타원 46">
                    <a:extLst>
                      <a:ext uri="{FF2B5EF4-FFF2-40B4-BE49-F238E27FC236}">
                        <a16:creationId xmlns:a16="http://schemas.microsoft.com/office/drawing/2014/main" id="{73408C24-68C0-05B4-0373-F82CBAEFB058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48" name="사각형: 둥근 모서리 47">
                    <a:extLst>
                      <a:ext uri="{FF2B5EF4-FFF2-40B4-BE49-F238E27FC236}">
                        <a16:creationId xmlns:a16="http://schemas.microsoft.com/office/drawing/2014/main" id="{0D4DCDEE-73E6-5899-2264-0779EDDF7C57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39" name="그룹 38">
                  <a:extLst>
                    <a:ext uri="{FF2B5EF4-FFF2-40B4-BE49-F238E27FC236}">
                      <a16:creationId xmlns:a16="http://schemas.microsoft.com/office/drawing/2014/main" id="{16D96074-E57C-AF3B-989A-FF032F23AD50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43" name="타원 42">
                    <a:extLst>
                      <a:ext uri="{FF2B5EF4-FFF2-40B4-BE49-F238E27FC236}">
                        <a16:creationId xmlns:a16="http://schemas.microsoft.com/office/drawing/2014/main" id="{B711267E-A468-FC81-7FC3-989A90A59F85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44" name="사각형: 둥근 모서리 43">
                    <a:extLst>
                      <a:ext uri="{FF2B5EF4-FFF2-40B4-BE49-F238E27FC236}">
                        <a16:creationId xmlns:a16="http://schemas.microsoft.com/office/drawing/2014/main" id="{8F6E412D-0D82-EC0D-E580-BE604F0BD5D2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40" name="그룹 39">
                  <a:extLst>
                    <a:ext uri="{FF2B5EF4-FFF2-40B4-BE49-F238E27FC236}">
                      <a16:creationId xmlns:a16="http://schemas.microsoft.com/office/drawing/2014/main" id="{006D19E0-DE5E-18D1-6FB7-CDF8D031F3D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41" name="타원 40">
                    <a:extLst>
                      <a:ext uri="{FF2B5EF4-FFF2-40B4-BE49-F238E27FC236}">
                        <a16:creationId xmlns:a16="http://schemas.microsoft.com/office/drawing/2014/main" id="{0C36115C-C0AB-7104-A4F7-C3789901A5BA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42" name="사각형: 둥근 모서리 41">
                    <a:extLst>
                      <a:ext uri="{FF2B5EF4-FFF2-40B4-BE49-F238E27FC236}">
                        <a16:creationId xmlns:a16="http://schemas.microsoft.com/office/drawing/2014/main" id="{F7E26163-7D9D-9097-0215-85293E7EA794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A6F6FEED-A235-E749-464A-FFD015555AD6}"/>
              </a:ext>
            </a:extLst>
          </p:cNvPr>
          <p:cNvSpPr txBox="1"/>
          <p:nvPr/>
        </p:nvSpPr>
        <p:spPr>
          <a:xfrm>
            <a:off x="3140121" y="5994522"/>
            <a:ext cx="54552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현재 상태</a:t>
            </a:r>
            <a:r>
              <a:rPr lang="en-US" altLang="ko-KR" dirty="0"/>
              <a:t>, </a:t>
            </a:r>
            <a:r>
              <a:rPr lang="ko-KR" altLang="en-US" dirty="0"/>
              <a:t>조립 </a:t>
            </a:r>
            <a:r>
              <a:rPr lang="ko-KR" altLang="en-US" dirty="0" err="1"/>
              <a:t>목표등의</a:t>
            </a:r>
            <a:r>
              <a:rPr lang="ko-KR" altLang="en-US" dirty="0"/>
              <a:t> 사용자 입력을 바탕으로 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en-US" dirty="0"/>
              <a:t>조립 후보가 사용자의 목적에 부합하는지 평가</a:t>
            </a:r>
          </a:p>
        </p:txBody>
      </p: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056B4056-BC18-2301-A515-FEDEA778A86A}"/>
              </a:ext>
            </a:extLst>
          </p:cNvPr>
          <p:cNvGrpSpPr/>
          <p:nvPr/>
        </p:nvGrpSpPr>
        <p:grpSpPr>
          <a:xfrm>
            <a:off x="5608126" y="1614217"/>
            <a:ext cx="2211028" cy="1340779"/>
            <a:chOff x="2438097" y="1177547"/>
            <a:chExt cx="1525175" cy="999873"/>
          </a:xfrm>
        </p:grpSpPr>
        <p:grpSp>
          <p:nvGrpSpPr>
            <p:cNvPr id="112" name="그룹 111">
              <a:extLst>
                <a:ext uri="{FF2B5EF4-FFF2-40B4-BE49-F238E27FC236}">
                  <a16:creationId xmlns:a16="http://schemas.microsoft.com/office/drawing/2014/main" id="{69639126-D02C-A595-1599-588E9CDB41A3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21" name="직선 연결선 120">
                <a:extLst>
                  <a:ext uri="{FF2B5EF4-FFF2-40B4-BE49-F238E27FC236}">
                    <a16:creationId xmlns:a16="http://schemas.microsoft.com/office/drawing/2014/main" id="{589CFCDB-5FBB-4CF8-86E8-249E7ABA2587}"/>
                  </a:ext>
                </a:extLst>
              </p:cNvPr>
              <p:cNvCxnSpPr>
                <a:cxnSpLocks/>
                <a:stCxn id="147" idx="4"/>
                <a:endCxn id="149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타원 126">
                <a:extLst>
                  <a:ext uri="{FF2B5EF4-FFF2-40B4-BE49-F238E27FC236}">
                    <a16:creationId xmlns:a16="http://schemas.microsoft.com/office/drawing/2014/main" id="{981F120D-2C56-E965-D7DB-30D294760DC2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C1C2D976-1A34-2A93-FEF6-0581E8E26221}"/>
                  </a:ext>
                </a:extLst>
              </p:cNvPr>
              <p:cNvCxnSpPr>
                <a:cxnSpLocks/>
                <a:stCxn id="137" idx="2"/>
                <a:endCxn id="127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9" name="타원 128">
                <a:extLst>
                  <a:ext uri="{FF2B5EF4-FFF2-40B4-BE49-F238E27FC236}">
                    <a16:creationId xmlns:a16="http://schemas.microsoft.com/office/drawing/2014/main" id="{3C5E1760-42AE-1167-E6AE-6860F7D9BB4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97DD36D3-DBF9-3354-29A4-13FF0B129591}"/>
                  </a:ext>
                </a:extLst>
              </p:cNvPr>
              <p:cNvCxnSpPr>
                <a:cxnSpLocks/>
                <a:stCxn id="133" idx="1"/>
                <a:endCxn id="129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F410E4F-E4E3-B473-C6C3-8E531F777BD4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C8699574-C883-603B-9371-12B8C242CBC4}"/>
                  </a:ext>
                </a:extLst>
              </p:cNvPr>
              <p:cNvCxnSpPr>
                <a:cxnSpLocks/>
                <a:stCxn id="147" idx="6"/>
                <a:endCxn id="131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EBB4E19B-083E-1811-F6E5-601BB439CB03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93AC7508-3646-6476-2D51-4C9A5E8D9DE7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C439E6FD-9663-0453-4885-08EF1C8B34D4}"/>
                  </a:ext>
                </a:extLst>
              </p:cNvPr>
              <p:cNvCxnSpPr>
                <a:cxnSpLocks/>
                <a:stCxn id="134" idx="3"/>
                <a:endCxn id="127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타원 136">
                <a:extLst>
                  <a:ext uri="{FF2B5EF4-FFF2-40B4-BE49-F238E27FC236}">
                    <a16:creationId xmlns:a16="http://schemas.microsoft.com/office/drawing/2014/main" id="{6796E6AC-CF2B-BCA1-07D8-9B669C45EAD4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7" name="타원 146">
                <a:extLst>
                  <a:ext uri="{FF2B5EF4-FFF2-40B4-BE49-F238E27FC236}">
                    <a16:creationId xmlns:a16="http://schemas.microsoft.com/office/drawing/2014/main" id="{5FB45106-401B-0EE9-D5C2-0C89675D404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8" name="타원 147">
                <a:extLst>
                  <a:ext uri="{FF2B5EF4-FFF2-40B4-BE49-F238E27FC236}">
                    <a16:creationId xmlns:a16="http://schemas.microsoft.com/office/drawing/2014/main" id="{D9D38C62-5F50-F061-21DC-4766C385F4FD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9" name="타원 148">
                <a:extLst>
                  <a:ext uri="{FF2B5EF4-FFF2-40B4-BE49-F238E27FC236}">
                    <a16:creationId xmlns:a16="http://schemas.microsoft.com/office/drawing/2014/main" id="{E561A5A0-A0E1-7A04-EF9A-2C58554FEC27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50" name="직선 연결선 149">
                <a:extLst>
                  <a:ext uri="{FF2B5EF4-FFF2-40B4-BE49-F238E27FC236}">
                    <a16:creationId xmlns:a16="http://schemas.microsoft.com/office/drawing/2014/main" id="{80A0079A-4A07-A689-42A2-0E2FB6603EF0}"/>
                  </a:ext>
                </a:extLst>
              </p:cNvPr>
              <p:cNvCxnSpPr>
                <a:cxnSpLocks/>
                <a:stCxn id="149" idx="4"/>
                <a:endCxn id="148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B393BB03-C4B2-7216-4236-C70394B45EEE}"/>
                  </a:ext>
                </a:extLst>
              </p:cNvPr>
              <p:cNvCxnSpPr>
                <a:cxnSpLocks/>
                <a:stCxn id="133" idx="2"/>
                <a:endCxn id="134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5435110-0FF5-2AD4-69DD-5DA6FF8271F3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152" name="화살표: 아래쪽 151">
            <a:extLst>
              <a:ext uri="{FF2B5EF4-FFF2-40B4-BE49-F238E27FC236}">
                <a16:creationId xmlns:a16="http://schemas.microsoft.com/office/drawing/2014/main" id="{49378E8B-C30E-A6E0-3BB0-D9898023AA10}"/>
              </a:ext>
            </a:extLst>
          </p:cNvPr>
          <p:cNvSpPr/>
          <p:nvPr/>
        </p:nvSpPr>
        <p:spPr>
          <a:xfrm>
            <a:off x="5019675" y="3067319"/>
            <a:ext cx="1219516" cy="664773"/>
          </a:xfrm>
          <a:prstGeom prst="downArrow">
            <a:avLst>
              <a:gd name="adj1" fmla="val 62562"/>
              <a:gd name="adj2" fmla="val 32543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사용자 입력</a:t>
            </a:r>
          </a:p>
        </p:txBody>
      </p:sp>
      <p:sp>
        <p:nvSpPr>
          <p:cNvPr id="2" name="화살표: 오른쪽 1">
            <a:extLst>
              <a:ext uri="{FF2B5EF4-FFF2-40B4-BE49-F238E27FC236}">
                <a16:creationId xmlns:a16="http://schemas.microsoft.com/office/drawing/2014/main" id="{FDA39241-9CA4-22DF-C431-9878243D8B02}"/>
              </a:ext>
            </a:extLst>
          </p:cNvPr>
          <p:cNvSpPr/>
          <p:nvPr/>
        </p:nvSpPr>
        <p:spPr>
          <a:xfrm>
            <a:off x="3859075" y="4248139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11DBEF77-3A0B-8A97-5C20-05DA88D1117C}"/>
              </a:ext>
            </a:extLst>
          </p:cNvPr>
          <p:cNvSpPr/>
          <p:nvPr/>
        </p:nvSpPr>
        <p:spPr>
          <a:xfrm>
            <a:off x="7098717" y="427274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845B16D-F21E-2B6C-E223-3FFE76B49742}"/>
              </a:ext>
            </a:extLst>
          </p:cNvPr>
          <p:cNvGrpSpPr/>
          <p:nvPr/>
        </p:nvGrpSpPr>
        <p:grpSpPr>
          <a:xfrm>
            <a:off x="3654005" y="1597283"/>
            <a:ext cx="1897124" cy="1281009"/>
            <a:chOff x="567997" y="1152609"/>
            <a:chExt cx="1734024" cy="1326750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6234EB17-7B1C-DB17-938A-A20F7BCBFCFF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13EA04B9-31B7-0CF0-A73B-9B6B2016751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B68645E5-D55C-7C07-5446-9A501BDDFE7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56" name="타원 55">
                  <a:extLst>
                    <a:ext uri="{FF2B5EF4-FFF2-40B4-BE49-F238E27FC236}">
                      <a16:creationId xmlns:a16="http://schemas.microsoft.com/office/drawing/2014/main" id="{803E309F-28ED-6C39-B8A1-1A591789B2A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BC58A23-6F72-DEFA-021D-742BEE2FE5AF}"/>
                    </a:ext>
                  </a:extLst>
                </p:cNvPr>
                <p:cNvCxnSpPr>
                  <a:cxnSpLocks/>
                  <a:endCxn id="46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직선 연결선 112">
                  <a:extLst>
                    <a:ext uri="{FF2B5EF4-FFF2-40B4-BE49-F238E27FC236}">
                      <a16:creationId xmlns:a16="http://schemas.microsoft.com/office/drawing/2014/main" id="{AF9DF3A3-57F0-D0CA-0522-436118EDCDB6}"/>
                    </a:ext>
                  </a:extLst>
                </p:cNvPr>
                <p:cNvCxnSpPr>
                  <a:cxnSpLocks/>
                  <a:stCxn id="56" idx="2"/>
                  <a:endCxn id="46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4" name="그룹 113">
                  <a:extLst>
                    <a:ext uri="{FF2B5EF4-FFF2-40B4-BE49-F238E27FC236}">
                      <a16:creationId xmlns:a16="http://schemas.microsoft.com/office/drawing/2014/main" id="{A9ECCD5F-76C8-34CC-7176-24CEB536B11C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61E14D91-E873-DD96-8363-81D47AE6A08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E2126F1A-2EB2-010F-4C1F-2B8015DAC22B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7" name="타원 116">
                    <a:extLst>
                      <a:ext uri="{FF2B5EF4-FFF2-40B4-BE49-F238E27FC236}">
                        <a16:creationId xmlns:a16="http://schemas.microsoft.com/office/drawing/2014/main" id="{7B6177B3-3AF7-3355-C704-8469B4F21425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8" name="타원 117">
                    <a:extLst>
                      <a:ext uri="{FF2B5EF4-FFF2-40B4-BE49-F238E27FC236}">
                        <a16:creationId xmlns:a16="http://schemas.microsoft.com/office/drawing/2014/main" id="{5920BCB7-7697-D92F-B3E0-A51D192112DB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9B95DEB5-B7C1-A8CB-BABD-AFE0E8FEAD9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0" name="타원 9">
                  <a:extLst>
                    <a:ext uri="{FF2B5EF4-FFF2-40B4-BE49-F238E27FC236}">
                      <a16:creationId xmlns:a16="http://schemas.microsoft.com/office/drawing/2014/main" id="{F6BD9151-1E91-D5BE-15BA-EA3FAA10C637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2" name="그룹 11">
                  <a:extLst>
                    <a:ext uri="{FF2B5EF4-FFF2-40B4-BE49-F238E27FC236}">
                      <a16:creationId xmlns:a16="http://schemas.microsoft.com/office/drawing/2014/main" id="{DE258A60-9BE1-4A3D-9071-25564311F674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60399860-F751-C53D-570F-0C74B9A3AB7A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F5244E3D-E1A4-D529-EC73-B6ACA3371C0E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E3A01EA-5408-73DC-8833-7E9CD140A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1E2DED07-9860-3CC6-FC55-4311AE4979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45" name="타원 44">
                      <a:extLst>
                        <a:ext uri="{FF2B5EF4-FFF2-40B4-BE49-F238E27FC236}">
                          <a16:creationId xmlns:a16="http://schemas.microsoft.com/office/drawing/2014/main" id="{A3EBF573-D095-4895-5D9B-661C16E759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80302C9A-1CC8-0004-E35F-0CBF4F981FC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23B128E-DB62-6CCE-873F-91F953B5E4B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6" name="타원 15">
                  <a:extLst>
                    <a:ext uri="{FF2B5EF4-FFF2-40B4-BE49-F238E27FC236}">
                      <a16:creationId xmlns:a16="http://schemas.microsoft.com/office/drawing/2014/main" id="{3374CC87-50BF-FEA6-F54B-A1802BD8673C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B23642D6-97F2-F312-056C-94DCE0833B9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2F7D654D-C39A-64E2-4453-B055F13B1C95}"/>
                    </a:ext>
                  </a:extLst>
                </p:cNvPr>
                <p:cNvCxnSpPr>
                  <a:cxnSpLocks/>
                  <a:endCxn id="10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D5F15480-5F1A-481F-43C4-0F1427FBA8F7}"/>
                    </a:ext>
                  </a:extLst>
                </p:cNvPr>
                <p:cNvCxnSpPr>
                  <a:cxnSpLocks/>
                  <a:stCxn id="10" idx="7"/>
                  <a:endCxn id="13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4301DC8E-101A-970C-AF08-F3786F78B6BE}"/>
                    </a:ext>
                  </a:extLst>
                </p:cNvPr>
                <p:cNvCxnSpPr>
                  <a:cxnSpLocks/>
                  <a:stCxn id="16" idx="1"/>
                  <a:endCxn id="10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E7300074-7383-40C4-106D-1DC6D319C312}"/>
                    </a:ext>
                  </a:extLst>
                </p:cNvPr>
                <p:cNvCxnSpPr>
                  <a:cxnSpLocks/>
                  <a:stCxn id="19" idx="7"/>
                  <a:endCxn id="10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B3A3F3-FE8D-32BA-E106-387DB881302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2192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1C9FA-FC68-6624-A351-1826327C9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FA2EE882-FD03-00AC-E1AB-BDCFEA38504E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927F3542-23EB-480E-11A3-27E3033FB6A7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51DE62DC-DFCD-15E6-BCA3-1D4978CFBB39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9BD5ADF3-0053-F44C-2DF9-5256504A9CFE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CDEB84F4-1072-9B26-44F1-6C9DB6F48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① 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17ED118-82E3-0068-21C7-2F5440DF02C0}"/>
              </a:ext>
            </a:extLst>
          </p:cNvPr>
          <p:cNvGrpSpPr/>
          <p:nvPr/>
        </p:nvGrpSpPr>
        <p:grpSpPr>
          <a:xfrm>
            <a:off x="298775" y="1929387"/>
            <a:ext cx="3511310" cy="902330"/>
            <a:chOff x="496184" y="5500685"/>
            <a:chExt cx="2348707" cy="70142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137ACF1F-0F68-40E1-C032-5706EFA6D24C}"/>
                </a:ext>
              </a:extLst>
            </p:cNvPr>
            <p:cNvSpPr/>
            <p:nvPr/>
          </p:nvSpPr>
          <p:spPr>
            <a:xfrm>
              <a:off x="731081" y="5749188"/>
              <a:ext cx="2113810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dirty="0">
                  <a:solidFill>
                    <a:schemeClr val="accent1"/>
                  </a:solidFill>
                  <a:latin typeface="Hyundai Sans Text Pro Medium" panose="020B0604040000000000" pitchFamily="34" charset="-127"/>
                  <a:ea typeface="Hyundai Sans Text Pro Medium" panose="020B0604040000000000" pitchFamily="34" charset="-127"/>
                </a:rPr>
                <a:t>조립 가능 후보 확인 시스템 </a:t>
              </a:r>
              <a:r>
                <a:rPr lang="en-US" altLang="ko-KR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A95C332-3777-575E-57D4-EAE4BFDF6728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" name="원통형 20">
                <a:extLst>
                  <a:ext uri="{FF2B5EF4-FFF2-40B4-BE49-F238E27FC236}">
                    <a16:creationId xmlns:a16="http://schemas.microsoft.com/office/drawing/2014/main" id="{C7A02F63-4288-06FE-0779-A76BEE4A6EDF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4" name="그래픽 23" descr="데이터베이스 단색으로 채워진">
                <a:extLst>
                  <a:ext uri="{FF2B5EF4-FFF2-40B4-BE49-F238E27FC236}">
                    <a16:creationId xmlns:a16="http://schemas.microsoft.com/office/drawing/2014/main" id="{C193DA74-09C5-DA5B-784D-A4B5B635C4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99FB968-F848-35BD-0154-1321BC5A8F2C}"/>
              </a:ext>
            </a:extLst>
          </p:cNvPr>
          <p:cNvSpPr txBox="1"/>
          <p:nvPr/>
        </p:nvSpPr>
        <p:spPr>
          <a:xfrm>
            <a:off x="617746" y="5492514"/>
            <a:ext cx="1091087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INPUT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들어온 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아이템 리스트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</a:t>
            </a:r>
            <a:endParaRPr lang="en-US" altLang="ko-KR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첫 번째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Step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올 수 있는 조립 후보들을 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F9472E4-CAF0-DCEA-BDAB-F24B5B2F14A3}"/>
              </a:ext>
            </a:extLst>
          </p:cNvPr>
          <p:cNvGrpSpPr/>
          <p:nvPr/>
        </p:nvGrpSpPr>
        <p:grpSpPr>
          <a:xfrm>
            <a:off x="9977879" y="1465376"/>
            <a:ext cx="1525175" cy="1112998"/>
            <a:chOff x="3237674" y="5802496"/>
            <a:chExt cx="1525175" cy="1112998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2BFEE322-06AC-9492-6FCC-4657AE5B2392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28" name="직선 연결선 27">
                <a:extLst>
                  <a:ext uri="{FF2B5EF4-FFF2-40B4-BE49-F238E27FC236}">
                    <a16:creationId xmlns:a16="http://schemas.microsoft.com/office/drawing/2014/main" id="{9E7B3621-F591-5A99-7F00-914157E293E7}"/>
                  </a:ext>
                </a:extLst>
              </p:cNvPr>
              <p:cNvCxnSpPr>
                <a:cxnSpLocks/>
                <a:stCxn id="48" idx="4"/>
                <a:endCxn id="51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2AE77792-C93B-02A5-8874-C07711020AF8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30" name="직선 연결선 29">
                <a:extLst>
                  <a:ext uri="{FF2B5EF4-FFF2-40B4-BE49-F238E27FC236}">
                    <a16:creationId xmlns:a16="http://schemas.microsoft.com/office/drawing/2014/main" id="{39907394-F343-8E7A-77C1-7BA4F50A089C}"/>
                  </a:ext>
                </a:extLst>
              </p:cNvPr>
              <p:cNvCxnSpPr>
                <a:cxnSpLocks/>
                <a:stCxn id="46" idx="2"/>
                <a:endCxn id="29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B9C644A9-FD72-B4B3-8D31-3422E5DC789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674E47B1-3A81-F630-3DDD-1870E50DFBDF}"/>
                  </a:ext>
                </a:extLst>
              </p:cNvPr>
              <p:cNvCxnSpPr>
                <a:cxnSpLocks/>
                <a:stCxn id="42" idx="1"/>
                <a:endCxn id="31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0" name="타원 39">
                <a:extLst>
                  <a:ext uri="{FF2B5EF4-FFF2-40B4-BE49-F238E27FC236}">
                    <a16:creationId xmlns:a16="http://schemas.microsoft.com/office/drawing/2014/main" id="{74116C74-EC5E-1612-BFF0-B65160C7A7A5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25354943-DC12-D22B-C7D5-753E6BEFCF25}"/>
                  </a:ext>
                </a:extLst>
              </p:cNvPr>
              <p:cNvCxnSpPr>
                <a:cxnSpLocks/>
                <a:stCxn id="48" idx="6"/>
                <a:endCxn id="40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C6B2AFC4-7D01-EC02-B482-E5F9710C7029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D45CFAF4-6D1B-0C8B-EC38-BF9010D6C6BD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45" name="직선 연결선 44">
                <a:extLst>
                  <a:ext uri="{FF2B5EF4-FFF2-40B4-BE49-F238E27FC236}">
                    <a16:creationId xmlns:a16="http://schemas.microsoft.com/office/drawing/2014/main" id="{B41B0025-E741-B56A-61BB-BFE1E460AA76}"/>
                  </a:ext>
                </a:extLst>
              </p:cNvPr>
              <p:cNvCxnSpPr>
                <a:cxnSpLocks/>
                <a:stCxn id="43" idx="3"/>
                <a:endCxn id="29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6" name="타원 45">
                <a:extLst>
                  <a:ext uri="{FF2B5EF4-FFF2-40B4-BE49-F238E27FC236}">
                    <a16:creationId xmlns:a16="http://schemas.microsoft.com/office/drawing/2014/main" id="{3092191B-2435-F44F-5218-5C8814AC1945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1EADB10E-DCD8-D2A9-B86C-7743DF289136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7527117C-AADA-93D2-6099-94498E10C6A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21A8D454-26DA-7F26-D86B-65A91437C8C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05B63AF7-5868-2B92-3D07-146C8FA5EA4F}"/>
                  </a:ext>
                </a:extLst>
              </p:cNvPr>
              <p:cNvCxnSpPr>
                <a:cxnSpLocks/>
                <a:stCxn id="51" idx="4"/>
                <a:endCxn id="49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D454D3C9-4878-BD87-81E4-F83455BA1813}"/>
                  </a:ext>
                </a:extLst>
              </p:cNvPr>
              <p:cNvCxnSpPr>
                <a:cxnSpLocks/>
                <a:stCxn id="42" idx="2"/>
                <a:endCxn id="43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29E32F-AF15-6259-CEA6-F2F312369363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8847FF98-145B-3AE0-6EBB-D8F7F978386D}"/>
              </a:ext>
            </a:extLst>
          </p:cNvPr>
          <p:cNvSpPr txBox="1"/>
          <p:nvPr/>
        </p:nvSpPr>
        <p:spPr>
          <a:xfrm>
            <a:off x="350981" y="309479"/>
            <a:ext cx="93472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가능 </a:t>
            </a:r>
            <a:r>
              <a:rPr kumimoji="1" lang="en-US" altLang="ko-KR" sz="2400" b="1" dirty="0">
                <a:latin typeface="+mj-ea"/>
                <a:ea typeface="+mj-ea"/>
              </a:rPr>
              <a:t>Plan </a:t>
            </a:r>
            <a:r>
              <a:rPr kumimoji="1" lang="ko-KR" altLang="en-US" sz="2400" b="1" dirty="0">
                <a:latin typeface="+mj-ea"/>
                <a:ea typeface="+mj-ea"/>
              </a:rPr>
              <a:t>탐색 시스템</a:t>
            </a:r>
          </a:p>
          <a:p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A9336A8B-8179-061E-9E96-8A4B239D0A4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CD03476E-E6F5-8319-3D84-4E3C0D243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63413229-F8DD-114F-3001-8C17438151AC}"/>
              </a:ext>
            </a:extLst>
          </p:cNvPr>
          <p:cNvGrpSpPr/>
          <p:nvPr/>
        </p:nvGrpSpPr>
        <p:grpSpPr>
          <a:xfrm>
            <a:off x="1898958" y="3224769"/>
            <a:ext cx="1955792" cy="1182232"/>
            <a:chOff x="1898958" y="3757428"/>
            <a:chExt cx="1955792" cy="1182232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19F4B48-A3F3-F00B-B262-65A421072637}"/>
                </a:ext>
              </a:extLst>
            </p:cNvPr>
            <p:cNvSpPr/>
            <p:nvPr/>
          </p:nvSpPr>
          <p:spPr bwMode="auto">
            <a:xfrm>
              <a:off x="1898958" y="3757428"/>
              <a:ext cx="1955792" cy="11822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5EB80C6-67B6-9350-1432-514302FFE420}"/>
                </a:ext>
              </a:extLst>
            </p:cNvPr>
            <p:cNvSpPr txBox="1"/>
            <p:nvPr/>
          </p:nvSpPr>
          <p:spPr>
            <a:xfrm>
              <a:off x="2036560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  <p:grpSp>
          <p:nvGrpSpPr>
            <p:cNvPr id="97" name="그룹 96">
              <a:extLst>
                <a:ext uri="{FF2B5EF4-FFF2-40B4-BE49-F238E27FC236}">
                  <a16:creationId xmlns:a16="http://schemas.microsoft.com/office/drawing/2014/main" id="{FDB99A0A-55C9-E223-FEB7-772B1E668BB9}"/>
                </a:ext>
              </a:extLst>
            </p:cNvPr>
            <p:cNvGrpSpPr/>
            <p:nvPr/>
          </p:nvGrpSpPr>
          <p:grpSpPr>
            <a:xfrm>
              <a:off x="1998346" y="4090615"/>
              <a:ext cx="1757016" cy="734859"/>
              <a:chOff x="9133527" y="1125845"/>
              <a:chExt cx="2204162" cy="904189"/>
            </a:xfrm>
          </p:grpSpPr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0466F4C5-FCE7-215F-808B-427BBBB624C0}"/>
                  </a:ext>
                </a:extLst>
              </p:cNvPr>
              <p:cNvSpPr/>
              <p:nvPr/>
            </p:nvSpPr>
            <p:spPr>
              <a:xfrm>
                <a:off x="9133527" y="1125845"/>
                <a:ext cx="2204162" cy="90418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B445CF10-C629-DDA0-DDCB-BC28A07724BE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00" name="그룹 99">
                  <a:extLst>
                    <a:ext uri="{FF2B5EF4-FFF2-40B4-BE49-F238E27FC236}">
                      <a16:creationId xmlns:a16="http://schemas.microsoft.com/office/drawing/2014/main" id="{C5134312-0D4A-0674-974C-9E60BA5198C9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05" name="사각형: 둥근 모서리 104">
                    <a:extLst>
                      <a:ext uri="{FF2B5EF4-FFF2-40B4-BE49-F238E27FC236}">
                        <a16:creationId xmlns:a16="http://schemas.microsoft.com/office/drawing/2014/main" id="{E3A930A4-DBA8-65AF-F5AC-C854010AD5A0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/>
                      <a:t>Type A-1 </a:t>
                    </a:r>
                    <a:endParaRPr lang="ko-KR" altLang="en-US" sz="800" dirty="0"/>
                  </a:p>
                </p:txBody>
              </p:sp>
              <p:sp>
                <p:nvSpPr>
                  <p:cNvPr id="106" name="사각형: 둥근 모서리 105">
                    <a:extLst>
                      <a:ext uri="{FF2B5EF4-FFF2-40B4-BE49-F238E27FC236}">
                        <a16:creationId xmlns:a16="http://schemas.microsoft.com/office/drawing/2014/main" id="{AB458F3E-73DD-13B7-8F6F-38B77B9985D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</p:grp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23E8F921-4507-CE74-A69E-FA89E93495F0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03" name="사각형: 둥근 모서리 102">
                    <a:extLst>
                      <a:ext uri="{FF2B5EF4-FFF2-40B4-BE49-F238E27FC236}">
                        <a16:creationId xmlns:a16="http://schemas.microsoft.com/office/drawing/2014/main" id="{0EE69156-8CCE-3328-AC64-46996C528335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A-2 </a:t>
                    </a:r>
                    <a:endParaRPr lang="ko-KR" altLang="en-US" sz="800" dirty="0"/>
                  </a:p>
                </p:txBody>
              </p:sp>
              <p:sp>
                <p:nvSpPr>
                  <p:cNvPr id="104" name="사각형: 둥근 모서리 103">
                    <a:extLst>
                      <a:ext uri="{FF2B5EF4-FFF2-40B4-BE49-F238E27FC236}">
                        <a16:creationId xmlns:a16="http://schemas.microsoft.com/office/drawing/2014/main" id="{5BD12CEC-1163-0762-02A0-F9C9BB311F8A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</a:t>
                    </a:r>
                    <a:endParaRPr lang="en-US" altLang="ko-KR" sz="800"/>
                  </a:p>
                  <a:p>
                    <a:pPr algn="ctr"/>
                    <a:r>
                      <a:rPr lang="ko-KR" altLang="en-US" sz="800"/>
                      <a:t>체커</a:t>
                    </a:r>
                    <a:endParaRPr lang="ko-KR" altLang="en-US" sz="800" dirty="0"/>
                  </a:p>
                </p:txBody>
              </p:sp>
            </p:grp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E71500AB-E2E9-3B92-B40A-381C1C6ED89F}"/>
                    </a:ext>
                  </a:extLst>
                </p:cNvPr>
                <p:cNvCxnSpPr>
                  <a:stCxn id="105" idx="2"/>
                  <a:endCxn id="103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60" name="그룹 159">
            <a:extLst>
              <a:ext uri="{FF2B5EF4-FFF2-40B4-BE49-F238E27FC236}">
                <a16:creationId xmlns:a16="http://schemas.microsoft.com/office/drawing/2014/main" id="{CF4A02EB-D77E-2D8F-F26F-7B92500706EC}"/>
              </a:ext>
            </a:extLst>
          </p:cNvPr>
          <p:cNvGrpSpPr/>
          <p:nvPr/>
        </p:nvGrpSpPr>
        <p:grpSpPr>
          <a:xfrm>
            <a:off x="6883318" y="3224769"/>
            <a:ext cx="1955792" cy="1182232"/>
            <a:chOff x="7173415" y="3757428"/>
            <a:chExt cx="1955792" cy="1182232"/>
          </a:xfrm>
        </p:grpSpPr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4FF2649C-0C5D-93BB-4161-E656E30D4ABA}"/>
                </a:ext>
              </a:extLst>
            </p:cNvPr>
            <p:cNvSpPr/>
            <p:nvPr/>
          </p:nvSpPr>
          <p:spPr bwMode="auto">
            <a:xfrm>
              <a:off x="7173415" y="3757428"/>
              <a:ext cx="1955792" cy="11822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1B16E8D-AA79-4155-C651-7F503B44CD5D}"/>
                </a:ext>
              </a:extLst>
            </p:cNvPr>
            <p:cNvSpPr txBox="1"/>
            <p:nvPr/>
          </p:nvSpPr>
          <p:spPr>
            <a:xfrm>
              <a:off x="7311017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FD0DE047-C13A-57A3-E811-6C93A09FDAE9}"/>
                </a:ext>
              </a:extLst>
            </p:cNvPr>
            <p:cNvGrpSpPr/>
            <p:nvPr/>
          </p:nvGrpSpPr>
          <p:grpSpPr>
            <a:xfrm>
              <a:off x="7272803" y="4082099"/>
              <a:ext cx="1757016" cy="761132"/>
              <a:chOff x="9133527" y="3725979"/>
              <a:chExt cx="2204162" cy="954834"/>
            </a:xfrm>
          </p:grpSpPr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826B4E85-DF37-D46A-DE4D-DD2188B3F663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09" name="그룹 108">
                <a:extLst>
                  <a:ext uri="{FF2B5EF4-FFF2-40B4-BE49-F238E27FC236}">
                    <a16:creationId xmlns:a16="http://schemas.microsoft.com/office/drawing/2014/main" id="{2A351BFF-DAD6-149F-96F8-40217D3FADED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10" name="그룹 109">
                  <a:extLst>
                    <a:ext uri="{FF2B5EF4-FFF2-40B4-BE49-F238E27FC236}">
                      <a16:creationId xmlns:a16="http://schemas.microsoft.com/office/drawing/2014/main" id="{BD6E74BC-8F7E-6E09-D1C9-F9EED6400D22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1A09E09C-CCC3-52EF-B6DC-64AB99AF37F5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 래치</a:t>
                    </a:r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5E72F650-337F-621D-4C3C-9C5E10924408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도어 래치 커넥터 </a:t>
                    </a:r>
                    <a:r>
                      <a:rPr lang="en-US" altLang="ko-KR" sz="800" dirty="0">
                        <a:latin typeface="+mj-ea"/>
                      </a:rPr>
                      <a:t>Female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11" name="그룹 110">
                  <a:extLst>
                    <a:ext uri="{FF2B5EF4-FFF2-40B4-BE49-F238E27FC236}">
                      <a16:creationId xmlns:a16="http://schemas.microsoft.com/office/drawing/2014/main" id="{042A14FD-76A8-210E-42A8-1014AF44C826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22543EC5-1A3B-89BD-F2D8-003540811B64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  <p:sp>
                <p:nvSpPr>
                  <p:cNvPr id="114" name="타원 113">
                    <a:extLst>
                      <a:ext uri="{FF2B5EF4-FFF2-40B4-BE49-F238E27FC236}">
                        <a16:creationId xmlns:a16="http://schemas.microsoft.com/office/drawing/2014/main" id="{F2CDCB53-0A2D-5567-AD04-0DA175BD7A3A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도어 래치 커넥터 </a:t>
                    </a:r>
                    <a:r>
                      <a:rPr lang="en-US" altLang="ko-KR" sz="800" dirty="0">
                        <a:latin typeface="+mj-ea"/>
                      </a:rPr>
                      <a:t>Male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0E336AF3-46DD-FF3E-D1B1-7E800FA2A3A1}"/>
                    </a:ext>
                  </a:extLst>
                </p:cNvPr>
                <p:cNvCxnSpPr>
                  <a:cxnSpLocks/>
                  <a:stCxn id="116" idx="0"/>
                  <a:endCxn id="114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B419D68C-4446-0334-466D-AB7EB9B30911}"/>
              </a:ext>
            </a:extLst>
          </p:cNvPr>
          <p:cNvGrpSpPr/>
          <p:nvPr/>
        </p:nvGrpSpPr>
        <p:grpSpPr>
          <a:xfrm>
            <a:off x="4329432" y="3224769"/>
            <a:ext cx="2079204" cy="1629407"/>
            <a:chOff x="4411161" y="3757428"/>
            <a:chExt cx="2079204" cy="1629407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F744F6A3-90BB-8DA1-F90F-545A34F57303}"/>
                </a:ext>
              </a:extLst>
            </p:cNvPr>
            <p:cNvSpPr/>
            <p:nvPr/>
          </p:nvSpPr>
          <p:spPr bwMode="auto">
            <a:xfrm>
              <a:off x="4411161" y="3757428"/>
              <a:ext cx="2079204" cy="1629407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051F855-78CD-69C0-11B9-1551AE08E668}"/>
                </a:ext>
              </a:extLst>
            </p:cNvPr>
            <p:cNvSpPr txBox="1"/>
            <p:nvPr/>
          </p:nvSpPr>
          <p:spPr>
            <a:xfrm>
              <a:off x="4613613" y="3757428"/>
              <a:ext cx="167430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8A0ED300-C7E5-5971-B843-3236D8F44A53}"/>
                </a:ext>
              </a:extLst>
            </p:cNvPr>
            <p:cNvGrpSpPr/>
            <p:nvPr/>
          </p:nvGrpSpPr>
          <p:grpSpPr>
            <a:xfrm>
              <a:off x="4572255" y="4082099"/>
              <a:ext cx="1757016" cy="1187810"/>
              <a:chOff x="9133527" y="2187491"/>
              <a:chExt cx="2204162" cy="1441156"/>
            </a:xfrm>
          </p:grpSpPr>
          <p:sp>
            <p:nvSpPr>
              <p:cNvPr id="118" name="사각형: 둥근 모서리 117">
                <a:extLst>
                  <a:ext uri="{FF2B5EF4-FFF2-40B4-BE49-F238E27FC236}">
                    <a16:creationId xmlns:a16="http://schemas.microsoft.com/office/drawing/2014/main" id="{E2B5C132-0E32-BD6D-81A1-257E8E4DAE0A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F10005D6-45B8-6709-B06C-8F7851D5CE04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19A83BF8-ADFD-624D-775F-FDDEE7023605}"/>
                    </a:ext>
                  </a:extLst>
                </p:cNvPr>
                <p:cNvCxnSpPr>
                  <a:cxnSpLocks/>
                  <a:stCxn id="12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4974562B-BE34-6220-0C09-A0F649EBA181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28" name="사각형: 둥근 모서리 127">
                    <a:extLst>
                      <a:ext uri="{FF2B5EF4-FFF2-40B4-BE49-F238E27FC236}">
                        <a16:creationId xmlns:a16="http://schemas.microsoft.com/office/drawing/2014/main" id="{FCF73FA2-BB2C-BA43-E915-0561AD889930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B-1 </a:t>
                    </a:r>
                    <a:endParaRPr lang="ko-KR" altLang="en-US" sz="800" dirty="0"/>
                  </a:p>
                </p:txBody>
              </p:sp>
              <p:sp>
                <p:nvSpPr>
                  <p:cNvPr id="129" name="사각형: 둥근 모서리 128">
                    <a:extLst>
                      <a:ext uri="{FF2B5EF4-FFF2-40B4-BE49-F238E27FC236}">
                        <a16:creationId xmlns:a16="http://schemas.microsoft.com/office/drawing/2014/main" id="{6FD854F2-6F8A-ADC1-D068-3C1FC440ACC5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</p:grpSp>
            <p:grpSp>
              <p:nvGrpSpPr>
                <p:cNvPr id="122" name="그룹 121">
                  <a:extLst>
                    <a:ext uri="{FF2B5EF4-FFF2-40B4-BE49-F238E27FC236}">
                      <a16:creationId xmlns:a16="http://schemas.microsoft.com/office/drawing/2014/main" id="{A513AC7A-D8BA-F7B1-6DAC-39C1C011517F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6" name="사각형: 둥근 모서리 125">
                    <a:extLst>
                      <a:ext uri="{FF2B5EF4-FFF2-40B4-BE49-F238E27FC236}">
                        <a16:creationId xmlns:a16="http://schemas.microsoft.com/office/drawing/2014/main" id="{E4E19B90-C7E5-DABC-A9E8-879311A1E9A3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 래치</a:t>
                    </a:r>
                  </a:p>
                </p:txBody>
              </p:sp>
              <p:sp>
                <p:nvSpPr>
                  <p:cNvPr id="127" name="사각형: 둥근 모서리 126">
                    <a:extLst>
                      <a:ext uri="{FF2B5EF4-FFF2-40B4-BE49-F238E27FC236}">
                        <a16:creationId xmlns:a16="http://schemas.microsoft.com/office/drawing/2014/main" id="{C86F0B95-8C0D-B0CC-6B6E-E272E2100700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B-2 </a:t>
                    </a:r>
                    <a:endParaRPr lang="ko-KR" altLang="en-US" sz="800" dirty="0"/>
                  </a:p>
                </p:txBody>
              </p:sp>
            </p:grpSp>
            <p:grpSp>
              <p:nvGrpSpPr>
                <p:cNvPr id="123" name="그룹 122">
                  <a:extLst>
                    <a:ext uri="{FF2B5EF4-FFF2-40B4-BE49-F238E27FC236}">
                      <a16:creationId xmlns:a16="http://schemas.microsoft.com/office/drawing/2014/main" id="{CA3380E3-EBA0-39DD-66E7-E4BC7704390B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87C9D7C2-15FE-0DF5-E0A6-D064671A3BC4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>
                        <a:latin typeface="+mj-ea"/>
                      </a:rPr>
                      <a:t>나사탭</a:t>
                    </a:r>
                    <a:r>
                      <a:rPr lang="en-US" altLang="ko-KR" sz="800">
                        <a:latin typeface="+mj-ea"/>
                      </a:rPr>
                      <a:t>:</a:t>
                    </a:r>
                    <a:r>
                      <a:rPr lang="ko-KR" altLang="en-US" sz="800">
                        <a:latin typeface="+mj-ea"/>
                      </a:rPr>
                      <a:t> </a:t>
                    </a:r>
                    <a:r>
                      <a:rPr lang="en-US" altLang="ko-KR" sz="800">
                        <a:latin typeface="+mj-ea"/>
                      </a:rPr>
                      <a:t>M4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C4386249-A8B0-9006-0448-53A12881D4C8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볼트</a:t>
                    </a:r>
                    <a:r>
                      <a:rPr lang="en-US" altLang="ko-KR" sz="800"/>
                      <a:t>2</a:t>
                    </a:r>
                    <a:endParaRPr lang="ko-KR" altLang="en-US" sz="800" dirty="0"/>
                  </a:p>
                </p:txBody>
              </p:sp>
            </p:grpSp>
          </p:grpSp>
        </p:grp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17A56370-D14C-4586-5806-B54F54C0C00C}"/>
              </a:ext>
            </a:extLst>
          </p:cNvPr>
          <p:cNvGrpSpPr/>
          <p:nvPr/>
        </p:nvGrpSpPr>
        <p:grpSpPr>
          <a:xfrm>
            <a:off x="9313793" y="3224769"/>
            <a:ext cx="2079204" cy="1558183"/>
            <a:chOff x="9313793" y="3757428"/>
            <a:chExt cx="2079204" cy="1558183"/>
          </a:xfrm>
        </p:grpSpPr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132C751E-DAC5-9C4B-E967-F352E55B461D}"/>
                </a:ext>
              </a:extLst>
            </p:cNvPr>
            <p:cNvSpPr/>
            <p:nvPr/>
          </p:nvSpPr>
          <p:spPr bwMode="auto">
            <a:xfrm>
              <a:off x="9313793" y="3757428"/>
              <a:ext cx="2079204" cy="1558183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B0368151-7E5B-D1ED-6425-A8DBD3700858}"/>
                </a:ext>
              </a:extLst>
            </p:cNvPr>
            <p:cNvGrpSpPr/>
            <p:nvPr/>
          </p:nvGrpSpPr>
          <p:grpSpPr>
            <a:xfrm>
              <a:off x="9465673" y="4082099"/>
              <a:ext cx="1775445" cy="1099766"/>
              <a:chOff x="9133527" y="4778146"/>
              <a:chExt cx="2204162" cy="1365327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50B30833-E8B9-9998-E8D3-126D89F61589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9E6292D3-4C8F-CCDE-3DCA-C5669A36DF4B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33" name="직선 연결선 132">
                  <a:extLst>
                    <a:ext uri="{FF2B5EF4-FFF2-40B4-BE49-F238E27FC236}">
                      <a16:creationId xmlns:a16="http://schemas.microsoft.com/office/drawing/2014/main" id="{25D6204A-38EF-9ECA-0C6F-592967D3E119}"/>
                    </a:ext>
                  </a:extLst>
                </p:cNvPr>
                <p:cNvCxnSpPr>
                  <a:cxnSpLocks/>
                  <a:endCxn id="137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4" name="그룹 133">
                  <a:extLst>
                    <a:ext uri="{FF2B5EF4-FFF2-40B4-BE49-F238E27FC236}">
                      <a16:creationId xmlns:a16="http://schemas.microsoft.com/office/drawing/2014/main" id="{77602C36-F414-50E8-729A-BC64A2727B47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41" name="타원 140">
                    <a:extLst>
                      <a:ext uri="{FF2B5EF4-FFF2-40B4-BE49-F238E27FC236}">
                        <a16:creationId xmlns:a16="http://schemas.microsoft.com/office/drawing/2014/main" id="{66720A6F-DDDA-FEBB-9728-DC2BD40AD92A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나사구멍</a:t>
                    </a:r>
                    <a:r>
                      <a:rPr lang="en-US" altLang="ko-KR" sz="800">
                        <a:latin typeface="+mj-ea"/>
                      </a:rPr>
                      <a:t>:</a:t>
                    </a:r>
                    <a:r>
                      <a:rPr lang="ko-KR" altLang="en-US" sz="800">
                        <a:latin typeface="+mj-ea"/>
                      </a:rPr>
                      <a:t> </a:t>
                    </a:r>
                    <a:r>
                      <a:rPr lang="en-US" altLang="ko-KR" sz="800">
                        <a:latin typeface="+mj-ea"/>
                      </a:rPr>
                      <a:t>Ø8mm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2" name="사각형: 둥근 모서리 141">
                    <a:extLst>
                      <a:ext uri="{FF2B5EF4-FFF2-40B4-BE49-F238E27FC236}">
                        <a16:creationId xmlns:a16="http://schemas.microsoft.com/office/drawing/2014/main" id="{CF51B236-4082-1B5D-AC4D-39BD2ECF4BCF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/>
                      <a:t>도어</a:t>
                    </a:r>
                    <a:endParaRPr lang="en-US" altLang="ko-KR" sz="800"/>
                  </a:p>
                  <a:p>
                    <a:pPr algn="ctr"/>
                    <a:r>
                      <a:rPr lang="ko-KR" altLang="en-US" sz="800"/>
                      <a:t>체커</a:t>
                    </a:r>
                  </a:p>
                </p:txBody>
              </p:sp>
            </p:grpSp>
            <p:grpSp>
              <p:nvGrpSpPr>
                <p:cNvPr id="135" name="그룹 134">
                  <a:extLst>
                    <a:ext uri="{FF2B5EF4-FFF2-40B4-BE49-F238E27FC236}">
                      <a16:creationId xmlns:a16="http://schemas.microsoft.com/office/drawing/2014/main" id="{A337297B-0E96-3171-6837-E68525122C63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39" name="타원 138">
                    <a:extLst>
                      <a:ext uri="{FF2B5EF4-FFF2-40B4-BE49-F238E27FC236}">
                        <a16:creationId xmlns:a16="http://schemas.microsoft.com/office/drawing/2014/main" id="{A54A723B-9DFE-1510-798E-C66AC9968DC9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>
                        <a:latin typeface="+mj-ea"/>
                      </a:rPr>
                      <a:t>나사탭</a:t>
                    </a:r>
                    <a:r>
                      <a:rPr lang="en-US" altLang="ko-KR" sz="800" dirty="0">
                        <a:latin typeface="+mj-ea"/>
                      </a:rPr>
                      <a:t>:</a:t>
                    </a:r>
                    <a:r>
                      <a:rPr lang="ko-KR" altLang="en-US" sz="800" dirty="0">
                        <a:latin typeface="+mj-ea"/>
                      </a:rPr>
                      <a:t> </a:t>
                    </a:r>
                    <a:r>
                      <a:rPr lang="en-US" altLang="ko-KR" sz="800" dirty="0">
                        <a:latin typeface="+mj-ea"/>
                      </a:rPr>
                      <a:t>M8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0" name="사각형: 둥근 모서리 139">
                    <a:extLst>
                      <a:ext uri="{FF2B5EF4-FFF2-40B4-BE49-F238E27FC236}">
                        <a16:creationId xmlns:a16="http://schemas.microsoft.com/office/drawing/2014/main" id="{C7FCA7BD-1A16-F9DF-9F1C-B95DCBF40F5B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/>
                      <a:t>바디</a:t>
                    </a:r>
                  </a:p>
                </p:txBody>
              </p:sp>
            </p:grpSp>
            <p:grpSp>
              <p:nvGrpSpPr>
                <p:cNvPr id="136" name="그룹 135">
                  <a:extLst>
                    <a:ext uri="{FF2B5EF4-FFF2-40B4-BE49-F238E27FC236}">
                      <a16:creationId xmlns:a16="http://schemas.microsoft.com/office/drawing/2014/main" id="{FDDF03E8-A0F0-8EBD-29BA-DF70441624EC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37" name="타원 136">
                    <a:extLst>
                      <a:ext uri="{FF2B5EF4-FFF2-40B4-BE49-F238E27FC236}">
                        <a16:creationId xmlns:a16="http://schemas.microsoft.com/office/drawing/2014/main" id="{84212FF5-FD22-6D41-7E75-FC41CCFE0299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/>
                      <a:t>나사</a:t>
                    </a:r>
                    <a:r>
                      <a:rPr lang="en-US" altLang="ko-KR" sz="800"/>
                      <a:t>: M8</a:t>
                    </a:r>
                    <a:endParaRPr lang="ko-KR" altLang="en-US" sz="800" dirty="0"/>
                  </a:p>
                </p:txBody>
              </p:sp>
              <p:sp>
                <p:nvSpPr>
                  <p:cNvPr id="138" name="사각형: 둥근 모서리 137">
                    <a:extLst>
                      <a:ext uri="{FF2B5EF4-FFF2-40B4-BE49-F238E27FC236}">
                        <a16:creationId xmlns:a16="http://schemas.microsoft.com/office/drawing/2014/main" id="{A478074C-F110-7D95-B17B-F895CBA25E50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볼트</a:t>
                    </a:r>
                    <a:r>
                      <a:rPr lang="en-US" altLang="ko-KR" sz="800"/>
                      <a:t>1</a:t>
                    </a:r>
                    <a:endParaRPr lang="ko-KR" altLang="en-US" sz="800" dirty="0"/>
                  </a:p>
                </p:txBody>
              </p:sp>
            </p:grpSp>
          </p:grp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8B3321FD-349B-3FB4-468A-2CBF304D339C}"/>
                </a:ext>
              </a:extLst>
            </p:cNvPr>
            <p:cNvSpPr txBox="1"/>
            <p:nvPr/>
          </p:nvSpPr>
          <p:spPr>
            <a:xfrm>
              <a:off x="9513101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4</a:t>
              </a:r>
            </a:p>
          </p:txBody>
        </p:sp>
      </p:grp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4A80278A-F236-F4A6-D743-8B24DBA2DECD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7B3FFD47-839A-1859-F4FA-33F28267AD94}"/>
              </a:ext>
            </a:extLst>
          </p:cNvPr>
          <p:cNvGrpSpPr/>
          <p:nvPr/>
        </p:nvGrpSpPr>
        <p:grpSpPr>
          <a:xfrm>
            <a:off x="5965969" y="1493814"/>
            <a:ext cx="1588890" cy="1320890"/>
            <a:chOff x="6171613" y="2147201"/>
            <a:chExt cx="1588890" cy="1320890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CEEC7649-7E32-7D96-3A28-150B206AE9BD}"/>
                </a:ext>
              </a:extLst>
            </p:cNvPr>
            <p:cNvGrpSpPr/>
            <p:nvPr/>
          </p:nvGrpSpPr>
          <p:grpSpPr>
            <a:xfrm>
              <a:off x="6171613" y="2147201"/>
              <a:ext cx="1588890" cy="1320890"/>
              <a:chOff x="4622299" y="1462393"/>
              <a:chExt cx="1780882" cy="813811"/>
            </a:xfrm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B7847F0-DA56-A52A-F285-BCB11784CD29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9CCAA5-551E-9618-B64E-B960DE178F88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C9E888F6-FB11-E0B7-1C2B-3FD7DD6BFBAA}"/>
                </a:ext>
              </a:extLst>
            </p:cNvPr>
            <p:cNvGrpSpPr/>
            <p:nvPr/>
          </p:nvGrpSpPr>
          <p:grpSpPr>
            <a:xfrm>
              <a:off x="6256020" y="2517180"/>
              <a:ext cx="1420077" cy="859212"/>
              <a:chOff x="567997" y="1152609"/>
              <a:chExt cx="1734024" cy="1329763"/>
            </a:xfrm>
          </p:grpSpPr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41EED3D2-C58C-AA8D-2694-090C3D520620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2" name="그룹 61">
                  <a:extLst>
                    <a:ext uri="{FF2B5EF4-FFF2-40B4-BE49-F238E27FC236}">
                      <a16:creationId xmlns:a16="http://schemas.microsoft.com/office/drawing/2014/main" id="{84543F57-1B6A-2397-40F3-2F3C052E94DE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81" name="타원 80">
                    <a:extLst>
                      <a:ext uri="{FF2B5EF4-FFF2-40B4-BE49-F238E27FC236}">
                        <a16:creationId xmlns:a16="http://schemas.microsoft.com/office/drawing/2014/main" id="{9593E2C3-5942-C127-9D82-059669B32268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2" name="타원 81">
                    <a:extLst>
                      <a:ext uri="{FF2B5EF4-FFF2-40B4-BE49-F238E27FC236}">
                        <a16:creationId xmlns:a16="http://schemas.microsoft.com/office/drawing/2014/main" id="{FB94ECB8-2585-EB1D-1822-D8141FE79E7B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83" name="직선 연결선 82">
                    <a:extLst>
                      <a:ext uri="{FF2B5EF4-FFF2-40B4-BE49-F238E27FC236}">
                        <a16:creationId xmlns:a16="http://schemas.microsoft.com/office/drawing/2014/main" id="{D12B2E8E-B6EC-9856-0E3C-DDA690EDB909}"/>
                      </a:ext>
                    </a:extLst>
                  </p:cNvPr>
                  <p:cNvCxnSpPr>
                    <a:cxnSpLocks/>
                    <a:endCxn id="81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직선 연결선 83">
                    <a:extLst>
                      <a:ext uri="{FF2B5EF4-FFF2-40B4-BE49-F238E27FC236}">
                        <a16:creationId xmlns:a16="http://schemas.microsoft.com/office/drawing/2014/main" id="{6E92460C-76F4-8A8B-2C45-394E01F56259}"/>
                      </a:ext>
                    </a:extLst>
                  </p:cNvPr>
                  <p:cNvCxnSpPr>
                    <a:cxnSpLocks/>
                    <a:stCxn id="82" idx="2"/>
                    <a:endCxn id="81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85" name="그룹 84">
                    <a:extLst>
                      <a:ext uri="{FF2B5EF4-FFF2-40B4-BE49-F238E27FC236}">
                        <a16:creationId xmlns:a16="http://schemas.microsoft.com/office/drawing/2014/main" id="{A79EAD15-A3CC-833F-56F2-3CA573D5004E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86" name="사각형: 둥근 모서리 85">
                      <a:extLst>
                        <a:ext uri="{FF2B5EF4-FFF2-40B4-BE49-F238E27FC236}">
                          <a16:creationId xmlns:a16="http://schemas.microsoft.com/office/drawing/2014/main" id="{5753C829-C180-4C2A-3451-63F5541157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7" name="타원 86">
                      <a:extLst>
                        <a:ext uri="{FF2B5EF4-FFF2-40B4-BE49-F238E27FC236}">
                          <a16:creationId xmlns:a16="http://schemas.microsoft.com/office/drawing/2014/main" id="{8DB35C80-F68A-6AEE-C109-0F7FCE54D3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8" name="타원 87">
                      <a:extLst>
                        <a:ext uri="{FF2B5EF4-FFF2-40B4-BE49-F238E27FC236}">
                          <a16:creationId xmlns:a16="http://schemas.microsoft.com/office/drawing/2014/main" id="{86C807FE-B420-980D-F115-1B81AB8826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9" name="타원 88">
                      <a:extLst>
                        <a:ext uri="{FF2B5EF4-FFF2-40B4-BE49-F238E27FC236}">
                          <a16:creationId xmlns:a16="http://schemas.microsoft.com/office/drawing/2014/main" id="{88ACC08D-ACD3-0A08-899E-05DC43D743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1420C624-92DE-40DF-5890-8E702908D293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64" name="타원 63">
                    <a:extLst>
                      <a:ext uri="{FF2B5EF4-FFF2-40B4-BE49-F238E27FC236}">
                        <a16:creationId xmlns:a16="http://schemas.microsoft.com/office/drawing/2014/main" id="{8D23D4E6-D01B-5524-394C-D81DEAD96DD2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65" name="그룹 64">
                    <a:extLst>
                      <a:ext uri="{FF2B5EF4-FFF2-40B4-BE49-F238E27FC236}">
                        <a16:creationId xmlns:a16="http://schemas.microsoft.com/office/drawing/2014/main" id="{DA26FE9C-E508-63CE-369D-5FB0448C0EEB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75" name="사각형: 둥근 모서리 74">
                      <a:extLst>
                        <a:ext uri="{FF2B5EF4-FFF2-40B4-BE49-F238E27FC236}">
                          <a16:creationId xmlns:a16="http://schemas.microsoft.com/office/drawing/2014/main" id="{EAD67007-E227-3D04-85CD-DFB197163B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76" name="그룹 75">
                      <a:extLst>
                        <a:ext uri="{FF2B5EF4-FFF2-40B4-BE49-F238E27FC236}">
                          <a16:creationId xmlns:a16="http://schemas.microsoft.com/office/drawing/2014/main" id="{8A2AA3B3-D6AB-66DF-D8B0-D99C0B115C3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78" name="타원 77">
                        <a:extLst>
                          <a:ext uri="{FF2B5EF4-FFF2-40B4-BE49-F238E27FC236}">
                            <a16:creationId xmlns:a16="http://schemas.microsoft.com/office/drawing/2014/main" id="{A1C3412A-41FC-6D74-F8DF-8FE76CFBE1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79" name="타원 78">
                        <a:extLst>
                          <a:ext uri="{FF2B5EF4-FFF2-40B4-BE49-F238E27FC236}">
                            <a16:creationId xmlns:a16="http://schemas.microsoft.com/office/drawing/2014/main" id="{CD173130-AED4-ECC8-7878-E2FB52CD1E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80" name="타원 79">
                        <a:extLst>
                          <a:ext uri="{FF2B5EF4-FFF2-40B4-BE49-F238E27FC236}">
                            <a16:creationId xmlns:a16="http://schemas.microsoft.com/office/drawing/2014/main" id="{0FFF0010-F53A-0181-A91A-0DDC99B7789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77" name="타원 76">
                      <a:extLst>
                        <a:ext uri="{FF2B5EF4-FFF2-40B4-BE49-F238E27FC236}">
                          <a16:creationId xmlns:a16="http://schemas.microsoft.com/office/drawing/2014/main" id="{248F33E2-4FAA-089F-1C9C-0EB08F4A512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66" name="타원 65">
                    <a:extLst>
                      <a:ext uri="{FF2B5EF4-FFF2-40B4-BE49-F238E27FC236}">
                        <a16:creationId xmlns:a16="http://schemas.microsoft.com/office/drawing/2014/main" id="{6E0717B3-4E30-D84C-7151-CA840E835ED8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7" name="타원 66">
                    <a:extLst>
                      <a:ext uri="{FF2B5EF4-FFF2-40B4-BE49-F238E27FC236}">
                        <a16:creationId xmlns:a16="http://schemas.microsoft.com/office/drawing/2014/main" id="{63E21F39-627E-D64D-3117-BC78B7F87F4F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9FFBCF61-50BB-5F88-2FB8-F124969827C1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70" name="직선 연결선 69">
                    <a:extLst>
                      <a:ext uri="{FF2B5EF4-FFF2-40B4-BE49-F238E27FC236}">
                        <a16:creationId xmlns:a16="http://schemas.microsoft.com/office/drawing/2014/main" id="{FF868E70-969A-13A9-7791-A0849622D886}"/>
                      </a:ext>
                    </a:extLst>
                  </p:cNvPr>
                  <p:cNvCxnSpPr>
                    <a:cxnSpLocks/>
                    <a:endCxn id="6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직선 연결선 70">
                    <a:extLst>
                      <a:ext uri="{FF2B5EF4-FFF2-40B4-BE49-F238E27FC236}">
                        <a16:creationId xmlns:a16="http://schemas.microsoft.com/office/drawing/2014/main" id="{DB769B3D-55E2-E72D-8A58-27151B22B104}"/>
                      </a:ext>
                    </a:extLst>
                  </p:cNvPr>
                  <p:cNvCxnSpPr>
                    <a:cxnSpLocks/>
                    <a:stCxn id="64" idx="7"/>
                    <a:endCxn id="6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직선 연결선 71">
                    <a:extLst>
                      <a:ext uri="{FF2B5EF4-FFF2-40B4-BE49-F238E27FC236}">
                        <a16:creationId xmlns:a16="http://schemas.microsoft.com/office/drawing/2014/main" id="{B200888E-0407-C210-E6B1-289D18FE62A6}"/>
                      </a:ext>
                    </a:extLst>
                  </p:cNvPr>
                  <p:cNvCxnSpPr>
                    <a:cxnSpLocks/>
                    <a:stCxn id="67" idx="1"/>
                    <a:endCxn id="6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직선 연결선 72">
                    <a:extLst>
                      <a:ext uri="{FF2B5EF4-FFF2-40B4-BE49-F238E27FC236}">
                        <a16:creationId xmlns:a16="http://schemas.microsoft.com/office/drawing/2014/main" id="{6823C45B-136A-B39F-D78D-9B3767AF3ECC}"/>
                      </a:ext>
                    </a:extLst>
                  </p:cNvPr>
                  <p:cNvCxnSpPr>
                    <a:cxnSpLocks/>
                    <a:stCxn id="69" idx="7"/>
                    <a:endCxn id="6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F2F776F-6722-5772-45FD-BF386C573F36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50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</a:t>
                </a:r>
              </a:p>
            </p:txBody>
          </p:sp>
        </p:grpSp>
      </p:grp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25A3193-98D4-68E2-22F9-BAC63A4F830D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251683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F2D3-4250-FDAC-B3FA-85B1C0445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664B87B-E0C4-4F74-96C0-DA7ED5FC8522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5E84C752-2CA0-086E-B88B-08D5E1077E3D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32A0A8FD-AEB3-E7BA-9B27-5F2B75A910B5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918BA350-6A91-A4B5-797D-9BAD64D30FB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30605E5C-0859-7AE2-8A70-24777AB6A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② 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후보 평가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C730F9-FC89-2E59-DD44-6FBDBC2E0466}"/>
              </a:ext>
            </a:extLst>
          </p:cNvPr>
          <p:cNvSpPr/>
          <p:nvPr/>
        </p:nvSpPr>
        <p:spPr>
          <a:xfrm>
            <a:off x="649946" y="2249070"/>
            <a:ext cx="3160140" cy="582649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6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후보 평가 시스템</a:t>
            </a:r>
            <a:endParaRPr lang="en-US" altLang="ko-KR" sz="1600" b="1" dirty="0">
              <a:solidFill>
                <a:schemeClr val="accent1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A13AD1-F053-7150-C8C2-4E59D4C4AE28}"/>
              </a:ext>
            </a:extLst>
          </p:cNvPr>
          <p:cNvSpPr txBox="1"/>
          <p:nvPr/>
        </p:nvSpPr>
        <p:spPr>
          <a:xfrm>
            <a:off x="617746" y="5929749"/>
            <a:ext cx="10910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확인 </a:t>
            </a:r>
            <a:r>
              <a:rPr lang="ko-KR" altLang="en-US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시스템</a:t>
            </a:r>
            <a:r>
              <a:rPr lang="en-US" altLang="ko-KR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제안한 조립 후보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1~4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kumimoji="1" lang="ko-KR" altLang="en-US" dirty="0">
                <a:solidFill>
                  <a:schemeClr val="accent1"/>
                </a:solidFill>
                <a:latin typeface="+mj-ea"/>
              </a:rPr>
              <a:t>조립 </a:t>
            </a:r>
            <a:r>
              <a:rPr kumimoji="1" lang="ko-KR" altLang="en-US" b="1" dirty="0">
                <a:solidFill>
                  <a:schemeClr val="accent1"/>
                </a:solidFill>
                <a:latin typeface="+mj-ea"/>
              </a:rPr>
              <a:t>후보 평가 </a:t>
            </a:r>
            <a:r>
              <a:rPr kumimoji="1" lang="ko-KR" altLang="en-US" dirty="0">
                <a:solidFill>
                  <a:schemeClr val="accent1"/>
                </a:solidFill>
                <a:latin typeface="+mj-ea"/>
              </a:rPr>
              <a:t>시스템</a:t>
            </a:r>
            <a:r>
              <a:rPr kumimoji="1" lang="en-US" altLang="ko-KR" dirty="0">
                <a:solidFill>
                  <a:schemeClr val="accent1"/>
                </a:solidFill>
                <a:latin typeface="+mj-ea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평가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4A4631-4FDB-0F7D-277C-09FAD98399E1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6D6A2349-512C-387D-8689-79C2E391D190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F0DA5732-CD9D-8C5A-98F3-94CA1CC5BA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20AD5186-59C9-5289-E088-67C99D32E927}"/>
              </a:ext>
            </a:extLst>
          </p:cNvPr>
          <p:cNvGrpSpPr/>
          <p:nvPr/>
        </p:nvGrpSpPr>
        <p:grpSpPr>
          <a:xfrm>
            <a:off x="1898958" y="3224769"/>
            <a:ext cx="1955792" cy="1182232"/>
            <a:chOff x="1898958" y="3757428"/>
            <a:chExt cx="1955792" cy="1182232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C582BA7C-FEFB-997B-5F89-F91AC4AE1BCA}"/>
                </a:ext>
              </a:extLst>
            </p:cNvPr>
            <p:cNvSpPr/>
            <p:nvPr/>
          </p:nvSpPr>
          <p:spPr bwMode="auto">
            <a:xfrm>
              <a:off x="1898958" y="3757428"/>
              <a:ext cx="1955792" cy="11822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D4BC604-67B2-8DF0-43B0-1493E784DC99}"/>
                </a:ext>
              </a:extLst>
            </p:cNvPr>
            <p:cNvSpPr txBox="1"/>
            <p:nvPr/>
          </p:nvSpPr>
          <p:spPr>
            <a:xfrm>
              <a:off x="2036560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  <p:grpSp>
          <p:nvGrpSpPr>
            <p:cNvPr id="97" name="그룹 96">
              <a:extLst>
                <a:ext uri="{FF2B5EF4-FFF2-40B4-BE49-F238E27FC236}">
                  <a16:creationId xmlns:a16="http://schemas.microsoft.com/office/drawing/2014/main" id="{F5DF100B-C45B-9A4B-AB90-D9D9E8960EA1}"/>
                </a:ext>
              </a:extLst>
            </p:cNvPr>
            <p:cNvGrpSpPr/>
            <p:nvPr/>
          </p:nvGrpSpPr>
          <p:grpSpPr>
            <a:xfrm>
              <a:off x="1998346" y="4090615"/>
              <a:ext cx="1757016" cy="734859"/>
              <a:chOff x="9133527" y="1125845"/>
              <a:chExt cx="2204162" cy="904189"/>
            </a:xfrm>
          </p:grpSpPr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4FD25175-2AC2-AAEF-3600-49D15C15DA4E}"/>
                  </a:ext>
                </a:extLst>
              </p:cNvPr>
              <p:cNvSpPr/>
              <p:nvPr/>
            </p:nvSpPr>
            <p:spPr>
              <a:xfrm>
                <a:off x="9133527" y="1125845"/>
                <a:ext cx="2204162" cy="90418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58783907-A95B-0F1F-49D4-EA477B9FD7DB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00" name="그룹 99">
                  <a:extLst>
                    <a:ext uri="{FF2B5EF4-FFF2-40B4-BE49-F238E27FC236}">
                      <a16:creationId xmlns:a16="http://schemas.microsoft.com/office/drawing/2014/main" id="{7B85BB09-DFBD-179C-D2B8-E3CA34A83635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05" name="사각형: 둥근 모서리 104">
                    <a:extLst>
                      <a:ext uri="{FF2B5EF4-FFF2-40B4-BE49-F238E27FC236}">
                        <a16:creationId xmlns:a16="http://schemas.microsoft.com/office/drawing/2014/main" id="{77DC327B-1214-6536-EB2D-46ECF88E1C31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/>
                      <a:t>Type A-1 </a:t>
                    </a:r>
                    <a:endParaRPr lang="ko-KR" altLang="en-US" sz="800" dirty="0"/>
                  </a:p>
                </p:txBody>
              </p:sp>
              <p:sp>
                <p:nvSpPr>
                  <p:cNvPr id="106" name="사각형: 둥근 모서리 105">
                    <a:extLst>
                      <a:ext uri="{FF2B5EF4-FFF2-40B4-BE49-F238E27FC236}">
                        <a16:creationId xmlns:a16="http://schemas.microsoft.com/office/drawing/2014/main" id="{78983AD3-492A-D22B-4FC4-29E5107D995D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</p:grp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CE051A37-7906-0426-C2A5-D184558FEF5C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03" name="사각형: 둥근 모서리 102">
                    <a:extLst>
                      <a:ext uri="{FF2B5EF4-FFF2-40B4-BE49-F238E27FC236}">
                        <a16:creationId xmlns:a16="http://schemas.microsoft.com/office/drawing/2014/main" id="{0DC5B66A-0FCA-0E66-78C8-E9E741970F5A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A-2 </a:t>
                    </a:r>
                    <a:endParaRPr lang="ko-KR" altLang="en-US" sz="800" dirty="0"/>
                  </a:p>
                </p:txBody>
              </p:sp>
              <p:sp>
                <p:nvSpPr>
                  <p:cNvPr id="104" name="사각형: 둥근 모서리 103">
                    <a:extLst>
                      <a:ext uri="{FF2B5EF4-FFF2-40B4-BE49-F238E27FC236}">
                        <a16:creationId xmlns:a16="http://schemas.microsoft.com/office/drawing/2014/main" id="{656C6C81-01EB-3297-7CC3-B4BED30B8E30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</a:t>
                    </a:r>
                    <a:endParaRPr lang="en-US" altLang="ko-KR" sz="800"/>
                  </a:p>
                  <a:p>
                    <a:pPr algn="ctr"/>
                    <a:r>
                      <a:rPr lang="ko-KR" altLang="en-US" sz="800"/>
                      <a:t>체커</a:t>
                    </a:r>
                    <a:endParaRPr lang="ko-KR" altLang="en-US" sz="800" dirty="0"/>
                  </a:p>
                </p:txBody>
              </p:sp>
            </p:grp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2016ADE1-6657-9E1D-67D3-E0E42649768E}"/>
                    </a:ext>
                  </a:extLst>
                </p:cNvPr>
                <p:cNvCxnSpPr>
                  <a:stCxn id="105" idx="2"/>
                  <a:endCxn id="103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60" name="그룹 159">
            <a:extLst>
              <a:ext uri="{FF2B5EF4-FFF2-40B4-BE49-F238E27FC236}">
                <a16:creationId xmlns:a16="http://schemas.microsoft.com/office/drawing/2014/main" id="{CC2B3464-C7D6-5993-F221-499618887271}"/>
              </a:ext>
            </a:extLst>
          </p:cNvPr>
          <p:cNvGrpSpPr/>
          <p:nvPr/>
        </p:nvGrpSpPr>
        <p:grpSpPr>
          <a:xfrm>
            <a:off x="6883318" y="3224769"/>
            <a:ext cx="1955792" cy="1182232"/>
            <a:chOff x="7173415" y="3757428"/>
            <a:chExt cx="1955792" cy="1182232"/>
          </a:xfrm>
        </p:grpSpPr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8A763478-FF9D-4B67-FE45-ADCE4B1F65C8}"/>
                </a:ext>
              </a:extLst>
            </p:cNvPr>
            <p:cNvSpPr/>
            <p:nvPr/>
          </p:nvSpPr>
          <p:spPr bwMode="auto">
            <a:xfrm>
              <a:off x="7173415" y="3757428"/>
              <a:ext cx="1955792" cy="11822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3B5DA18-FC72-893F-52AB-31FB69B7893C}"/>
                </a:ext>
              </a:extLst>
            </p:cNvPr>
            <p:cNvSpPr txBox="1"/>
            <p:nvPr/>
          </p:nvSpPr>
          <p:spPr>
            <a:xfrm>
              <a:off x="7311017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2A2C0669-5C4F-2AE6-0F99-66DC57124EA8}"/>
                </a:ext>
              </a:extLst>
            </p:cNvPr>
            <p:cNvGrpSpPr/>
            <p:nvPr/>
          </p:nvGrpSpPr>
          <p:grpSpPr>
            <a:xfrm>
              <a:off x="7272803" y="4082099"/>
              <a:ext cx="1757016" cy="761132"/>
              <a:chOff x="9133527" y="3725979"/>
              <a:chExt cx="2204162" cy="954834"/>
            </a:xfrm>
          </p:grpSpPr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0874B3A3-DCAB-50EE-E3E0-7A50C81AA8BE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09" name="그룹 108">
                <a:extLst>
                  <a:ext uri="{FF2B5EF4-FFF2-40B4-BE49-F238E27FC236}">
                    <a16:creationId xmlns:a16="http://schemas.microsoft.com/office/drawing/2014/main" id="{471A9412-C0E0-ADD9-ABF2-B2BB079762B0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10" name="그룹 109">
                  <a:extLst>
                    <a:ext uri="{FF2B5EF4-FFF2-40B4-BE49-F238E27FC236}">
                      <a16:creationId xmlns:a16="http://schemas.microsoft.com/office/drawing/2014/main" id="{BC45D2E9-5650-ECD2-2F04-E0AABF16F36E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98F68975-AFC1-3815-492E-314C51421561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 래치</a:t>
                    </a:r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0BA94D51-4559-01C3-94D7-58ADCF265BC6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도어 래치 커넥터 </a:t>
                    </a:r>
                    <a:r>
                      <a:rPr lang="en-US" altLang="ko-KR" sz="800" dirty="0">
                        <a:latin typeface="+mj-ea"/>
                      </a:rPr>
                      <a:t>Female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11" name="그룹 110">
                  <a:extLst>
                    <a:ext uri="{FF2B5EF4-FFF2-40B4-BE49-F238E27FC236}">
                      <a16:creationId xmlns:a16="http://schemas.microsoft.com/office/drawing/2014/main" id="{12864377-FC3E-C58E-FAAE-FA1A8A74A823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AB94DCEF-EDE7-C60E-48CC-F9453A5A8C9B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  <p:sp>
                <p:nvSpPr>
                  <p:cNvPr id="114" name="타원 113">
                    <a:extLst>
                      <a:ext uri="{FF2B5EF4-FFF2-40B4-BE49-F238E27FC236}">
                        <a16:creationId xmlns:a16="http://schemas.microsoft.com/office/drawing/2014/main" id="{6049795A-5C6C-4D13-F0E6-66C4AA716C5A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도어 래치 커넥터 </a:t>
                    </a:r>
                    <a:r>
                      <a:rPr lang="en-US" altLang="ko-KR" sz="800" dirty="0">
                        <a:latin typeface="+mj-ea"/>
                      </a:rPr>
                      <a:t>Male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BC417EF3-D311-0CB8-0521-FDE71B1C2656}"/>
                    </a:ext>
                  </a:extLst>
                </p:cNvPr>
                <p:cNvCxnSpPr>
                  <a:cxnSpLocks/>
                  <a:stCxn id="116" idx="0"/>
                  <a:endCxn id="114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AA2D60BC-565A-8958-47A9-44B84A8F92AD}"/>
              </a:ext>
            </a:extLst>
          </p:cNvPr>
          <p:cNvGrpSpPr/>
          <p:nvPr/>
        </p:nvGrpSpPr>
        <p:grpSpPr>
          <a:xfrm>
            <a:off x="4329432" y="3224769"/>
            <a:ext cx="2079204" cy="1629407"/>
            <a:chOff x="4411161" y="3757428"/>
            <a:chExt cx="2079204" cy="1629407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FF4A1C2-0FEF-82EC-5B3C-7047D96F1DBC}"/>
                </a:ext>
              </a:extLst>
            </p:cNvPr>
            <p:cNvSpPr/>
            <p:nvPr/>
          </p:nvSpPr>
          <p:spPr bwMode="auto">
            <a:xfrm>
              <a:off x="4411161" y="3757428"/>
              <a:ext cx="2079204" cy="1629407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876435D-6627-1CAB-DABA-93C85D61D956}"/>
                </a:ext>
              </a:extLst>
            </p:cNvPr>
            <p:cNvSpPr txBox="1"/>
            <p:nvPr/>
          </p:nvSpPr>
          <p:spPr>
            <a:xfrm>
              <a:off x="4613613" y="3757428"/>
              <a:ext cx="167430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9479DBE-FCE2-7881-831A-76EFAF59B5A6}"/>
                </a:ext>
              </a:extLst>
            </p:cNvPr>
            <p:cNvGrpSpPr/>
            <p:nvPr/>
          </p:nvGrpSpPr>
          <p:grpSpPr>
            <a:xfrm>
              <a:off x="4572255" y="4082099"/>
              <a:ext cx="1757016" cy="1187810"/>
              <a:chOff x="9133527" y="2187491"/>
              <a:chExt cx="2204162" cy="1441156"/>
            </a:xfrm>
          </p:grpSpPr>
          <p:sp>
            <p:nvSpPr>
              <p:cNvPr id="118" name="사각형: 둥근 모서리 117">
                <a:extLst>
                  <a:ext uri="{FF2B5EF4-FFF2-40B4-BE49-F238E27FC236}">
                    <a16:creationId xmlns:a16="http://schemas.microsoft.com/office/drawing/2014/main" id="{563E2C51-F2CC-A04F-6351-BE44F5699F02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CB5EBC59-FE7A-F7D8-B3CD-21D3C4AF75EE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05B0F272-9715-36A0-7FF9-062E3EF84EBB}"/>
                    </a:ext>
                  </a:extLst>
                </p:cNvPr>
                <p:cNvCxnSpPr>
                  <a:cxnSpLocks/>
                  <a:stCxn id="12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3DC8C57B-EA7A-730E-AA9A-B9C1E955252D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28" name="사각형: 둥근 모서리 127">
                    <a:extLst>
                      <a:ext uri="{FF2B5EF4-FFF2-40B4-BE49-F238E27FC236}">
                        <a16:creationId xmlns:a16="http://schemas.microsoft.com/office/drawing/2014/main" id="{EDD2D190-D721-B82C-EEFC-F0A309C32E43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B-1 </a:t>
                    </a:r>
                    <a:endParaRPr lang="ko-KR" altLang="en-US" sz="800" dirty="0"/>
                  </a:p>
                </p:txBody>
              </p:sp>
              <p:sp>
                <p:nvSpPr>
                  <p:cNvPr id="129" name="사각형: 둥근 모서리 128">
                    <a:extLst>
                      <a:ext uri="{FF2B5EF4-FFF2-40B4-BE49-F238E27FC236}">
                        <a16:creationId xmlns:a16="http://schemas.microsoft.com/office/drawing/2014/main" id="{A07A01D3-5CCF-4D8B-C0BE-5333EFC9A4DB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프론트 도어</a:t>
                    </a:r>
                  </a:p>
                </p:txBody>
              </p:sp>
            </p:grpSp>
            <p:grpSp>
              <p:nvGrpSpPr>
                <p:cNvPr id="122" name="그룹 121">
                  <a:extLst>
                    <a:ext uri="{FF2B5EF4-FFF2-40B4-BE49-F238E27FC236}">
                      <a16:creationId xmlns:a16="http://schemas.microsoft.com/office/drawing/2014/main" id="{36627F18-1D1F-E002-1A16-41E5C6A42311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6" name="사각형: 둥근 모서리 125">
                    <a:extLst>
                      <a:ext uri="{FF2B5EF4-FFF2-40B4-BE49-F238E27FC236}">
                        <a16:creationId xmlns:a16="http://schemas.microsoft.com/office/drawing/2014/main" id="{FF886340-BDB3-1B4A-0876-E29ABCDDF4DE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도어 래치</a:t>
                    </a:r>
                  </a:p>
                </p:txBody>
              </p:sp>
              <p:sp>
                <p:nvSpPr>
                  <p:cNvPr id="127" name="사각형: 둥근 모서리 126">
                    <a:extLst>
                      <a:ext uri="{FF2B5EF4-FFF2-40B4-BE49-F238E27FC236}">
                        <a16:creationId xmlns:a16="http://schemas.microsoft.com/office/drawing/2014/main" id="{C05CE2BC-F4E9-9CD7-BF29-D0C6F2FC9580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/>
                      <a:t>조립부</a:t>
                    </a:r>
                    <a:r>
                      <a:rPr lang="ko-KR" altLang="en-US" sz="800" dirty="0"/>
                      <a:t> </a:t>
                    </a:r>
                    <a:r>
                      <a:rPr lang="en-US" altLang="ko-KR" sz="800" dirty="0"/>
                      <a:t>Type B-2 </a:t>
                    </a:r>
                    <a:endParaRPr lang="ko-KR" altLang="en-US" sz="800" dirty="0"/>
                  </a:p>
                </p:txBody>
              </p:sp>
            </p:grpSp>
            <p:grpSp>
              <p:nvGrpSpPr>
                <p:cNvPr id="123" name="그룹 122">
                  <a:extLst>
                    <a:ext uri="{FF2B5EF4-FFF2-40B4-BE49-F238E27FC236}">
                      <a16:creationId xmlns:a16="http://schemas.microsoft.com/office/drawing/2014/main" id="{16993403-A145-67F7-CB30-E7CA11E8DBD3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F3C9AC0C-BA71-D78B-6C4B-910ABA2C84A2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>
                        <a:latin typeface="+mj-ea"/>
                      </a:rPr>
                      <a:t>나사탭</a:t>
                    </a:r>
                    <a:r>
                      <a:rPr lang="en-US" altLang="ko-KR" sz="800">
                        <a:latin typeface="+mj-ea"/>
                      </a:rPr>
                      <a:t>:</a:t>
                    </a:r>
                    <a:r>
                      <a:rPr lang="ko-KR" altLang="en-US" sz="800">
                        <a:latin typeface="+mj-ea"/>
                      </a:rPr>
                      <a:t> </a:t>
                    </a:r>
                    <a:r>
                      <a:rPr lang="en-US" altLang="ko-KR" sz="800">
                        <a:latin typeface="+mj-ea"/>
                      </a:rPr>
                      <a:t>M4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C1F63F07-0AA3-0CBC-8D8D-B91EB983F16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볼트</a:t>
                    </a:r>
                    <a:r>
                      <a:rPr lang="en-US" altLang="ko-KR" sz="800"/>
                      <a:t>2</a:t>
                    </a:r>
                    <a:endParaRPr lang="ko-KR" altLang="en-US" sz="800" dirty="0"/>
                  </a:p>
                </p:txBody>
              </p:sp>
            </p:grpSp>
          </p:grpSp>
        </p:grp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14CF597C-771E-B845-EFC9-F5DFAC04D83A}"/>
              </a:ext>
            </a:extLst>
          </p:cNvPr>
          <p:cNvGrpSpPr/>
          <p:nvPr/>
        </p:nvGrpSpPr>
        <p:grpSpPr>
          <a:xfrm>
            <a:off x="9313793" y="3224769"/>
            <a:ext cx="2079204" cy="1558183"/>
            <a:chOff x="9313793" y="3757428"/>
            <a:chExt cx="2079204" cy="1558183"/>
          </a:xfrm>
        </p:grpSpPr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75427C95-B1D8-CCAA-1633-65901198B122}"/>
                </a:ext>
              </a:extLst>
            </p:cNvPr>
            <p:cNvSpPr/>
            <p:nvPr/>
          </p:nvSpPr>
          <p:spPr bwMode="auto">
            <a:xfrm>
              <a:off x="9313793" y="3757428"/>
              <a:ext cx="2079204" cy="1558183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E664DA31-954C-DF74-06E4-558455C99C2A}"/>
                </a:ext>
              </a:extLst>
            </p:cNvPr>
            <p:cNvGrpSpPr/>
            <p:nvPr/>
          </p:nvGrpSpPr>
          <p:grpSpPr>
            <a:xfrm>
              <a:off x="9465673" y="4082099"/>
              <a:ext cx="1775445" cy="1099766"/>
              <a:chOff x="9133527" y="4778146"/>
              <a:chExt cx="2204162" cy="1365327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ED51889F-EBCC-C5AE-B059-5850F7B5F1C8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F039CE8B-409A-0AC6-7B5E-DD993E278A9D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33" name="직선 연결선 132">
                  <a:extLst>
                    <a:ext uri="{FF2B5EF4-FFF2-40B4-BE49-F238E27FC236}">
                      <a16:creationId xmlns:a16="http://schemas.microsoft.com/office/drawing/2014/main" id="{8A732B0B-1AF7-D9FD-CA73-D8D2A1AB1F98}"/>
                    </a:ext>
                  </a:extLst>
                </p:cNvPr>
                <p:cNvCxnSpPr>
                  <a:cxnSpLocks/>
                  <a:endCxn id="137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4" name="그룹 133">
                  <a:extLst>
                    <a:ext uri="{FF2B5EF4-FFF2-40B4-BE49-F238E27FC236}">
                      <a16:creationId xmlns:a16="http://schemas.microsoft.com/office/drawing/2014/main" id="{51690D85-1487-D770-9E37-44894795A183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41" name="타원 140">
                    <a:extLst>
                      <a:ext uri="{FF2B5EF4-FFF2-40B4-BE49-F238E27FC236}">
                        <a16:creationId xmlns:a16="http://schemas.microsoft.com/office/drawing/2014/main" id="{8B3E0C67-833A-63FA-82D2-75D3EC262DA6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>
                        <a:latin typeface="+mj-ea"/>
                      </a:rPr>
                      <a:t>나사구멍</a:t>
                    </a:r>
                    <a:r>
                      <a:rPr lang="en-US" altLang="ko-KR" sz="800">
                        <a:latin typeface="+mj-ea"/>
                      </a:rPr>
                      <a:t>:</a:t>
                    </a:r>
                    <a:r>
                      <a:rPr lang="ko-KR" altLang="en-US" sz="800">
                        <a:latin typeface="+mj-ea"/>
                      </a:rPr>
                      <a:t> </a:t>
                    </a:r>
                    <a:r>
                      <a:rPr lang="en-US" altLang="ko-KR" sz="800">
                        <a:latin typeface="+mj-ea"/>
                      </a:rPr>
                      <a:t>Ø8mm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2" name="사각형: 둥근 모서리 141">
                    <a:extLst>
                      <a:ext uri="{FF2B5EF4-FFF2-40B4-BE49-F238E27FC236}">
                        <a16:creationId xmlns:a16="http://schemas.microsoft.com/office/drawing/2014/main" id="{2A087BB0-899B-B94D-E782-6634B7994724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/>
                      <a:t>도어</a:t>
                    </a:r>
                    <a:endParaRPr lang="en-US" altLang="ko-KR" sz="800"/>
                  </a:p>
                  <a:p>
                    <a:pPr algn="ctr"/>
                    <a:r>
                      <a:rPr lang="ko-KR" altLang="en-US" sz="800"/>
                      <a:t>체커</a:t>
                    </a:r>
                  </a:p>
                </p:txBody>
              </p:sp>
            </p:grpSp>
            <p:grpSp>
              <p:nvGrpSpPr>
                <p:cNvPr id="135" name="그룹 134">
                  <a:extLst>
                    <a:ext uri="{FF2B5EF4-FFF2-40B4-BE49-F238E27FC236}">
                      <a16:creationId xmlns:a16="http://schemas.microsoft.com/office/drawing/2014/main" id="{8CC6E7D7-C52C-5322-11DA-5BEEA4A8E418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39" name="타원 138">
                    <a:extLst>
                      <a:ext uri="{FF2B5EF4-FFF2-40B4-BE49-F238E27FC236}">
                        <a16:creationId xmlns:a16="http://schemas.microsoft.com/office/drawing/2014/main" id="{D821EA0D-FC3D-03DF-97C5-BEFE2322CD9C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 err="1">
                        <a:latin typeface="+mj-ea"/>
                      </a:rPr>
                      <a:t>나사탭</a:t>
                    </a:r>
                    <a:r>
                      <a:rPr lang="en-US" altLang="ko-KR" sz="800" dirty="0">
                        <a:latin typeface="+mj-ea"/>
                      </a:rPr>
                      <a:t>:</a:t>
                    </a:r>
                    <a:r>
                      <a:rPr lang="ko-KR" altLang="en-US" sz="800" dirty="0">
                        <a:latin typeface="+mj-ea"/>
                      </a:rPr>
                      <a:t> </a:t>
                    </a:r>
                    <a:r>
                      <a:rPr lang="en-US" altLang="ko-KR" sz="800" dirty="0">
                        <a:latin typeface="+mj-ea"/>
                      </a:rPr>
                      <a:t>M8</a:t>
                    </a:r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0" name="사각형: 둥근 모서리 139">
                    <a:extLst>
                      <a:ext uri="{FF2B5EF4-FFF2-40B4-BE49-F238E27FC236}">
                        <a16:creationId xmlns:a16="http://schemas.microsoft.com/office/drawing/2014/main" id="{2BF7B15C-B5E0-B15C-3F5C-37C37C2EAA6E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/>
                      <a:t>바디</a:t>
                    </a:r>
                  </a:p>
                </p:txBody>
              </p:sp>
            </p:grpSp>
            <p:grpSp>
              <p:nvGrpSpPr>
                <p:cNvPr id="136" name="그룹 135">
                  <a:extLst>
                    <a:ext uri="{FF2B5EF4-FFF2-40B4-BE49-F238E27FC236}">
                      <a16:creationId xmlns:a16="http://schemas.microsoft.com/office/drawing/2014/main" id="{030365D4-ABF3-8522-5446-73C403E40000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37" name="타원 136">
                    <a:extLst>
                      <a:ext uri="{FF2B5EF4-FFF2-40B4-BE49-F238E27FC236}">
                        <a16:creationId xmlns:a16="http://schemas.microsoft.com/office/drawing/2014/main" id="{6159FA6A-218C-F510-17D4-D7CFB8E84D4C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800" dirty="0"/>
                      <a:t>나사</a:t>
                    </a:r>
                    <a:r>
                      <a:rPr lang="en-US" altLang="ko-KR" sz="800"/>
                      <a:t>: M8</a:t>
                    </a:r>
                    <a:endParaRPr lang="ko-KR" altLang="en-US" sz="800" dirty="0"/>
                  </a:p>
                </p:txBody>
              </p:sp>
              <p:sp>
                <p:nvSpPr>
                  <p:cNvPr id="138" name="사각형: 둥근 모서리 137">
                    <a:extLst>
                      <a:ext uri="{FF2B5EF4-FFF2-40B4-BE49-F238E27FC236}">
                        <a16:creationId xmlns:a16="http://schemas.microsoft.com/office/drawing/2014/main" id="{98BD49AC-4150-B250-34F2-B513CAA93981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800" dirty="0"/>
                      <a:t>볼트</a:t>
                    </a:r>
                    <a:r>
                      <a:rPr lang="en-US" altLang="ko-KR" sz="800"/>
                      <a:t>1</a:t>
                    </a:r>
                    <a:endParaRPr lang="ko-KR" altLang="en-US" sz="800" dirty="0"/>
                  </a:p>
                </p:txBody>
              </p:sp>
            </p:grpSp>
          </p:grp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B8A0B08D-307C-3D3A-605D-E30B9AFA19AE}"/>
                </a:ext>
              </a:extLst>
            </p:cNvPr>
            <p:cNvSpPr txBox="1"/>
            <p:nvPr/>
          </p:nvSpPr>
          <p:spPr>
            <a:xfrm>
              <a:off x="9513101" y="3757428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4</a:t>
              </a:r>
            </a:p>
          </p:txBody>
        </p:sp>
      </p:grp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FFBD0156-8FCF-8C2C-807E-39F6D664CC6A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CFE15922-D4F8-7B9C-E168-AA084C6181FA}"/>
              </a:ext>
            </a:extLst>
          </p:cNvPr>
          <p:cNvGrpSpPr/>
          <p:nvPr/>
        </p:nvGrpSpPr>
        <p:grpSpPr>
          <a:xfrm>
            <a:off x="5965969" y="1493814"/>
            <a:ext cx="1588890" cy="1320890"/>
            <a:chOff x="6171613" y="2147201"/>
            <a:chExt cx="1588890" cy="1320890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73F2DC07-AE1C-7214-DBB3-EFDCF9A91039}"/>
                </a:ext>
              </a:extLst>
            </p:cNvPr>
            <p:cNvGrpSpPr/>
            <p:nvPr/>
          </p:nvGrpSpPr>
          <p:grpSpPr>
            <a:xfrm>
              <a:off x="6171613" y="2147201"/>
              <a:ext cx="1588890" cy="1320890"/>
              <a:chOff x="4622299" y="1462393"/>
              <a:chExt cx="1780882" cy="813811"/>
            </a:xfrm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B31639B9-D10E-FCCD-6A35-EABFAC7C0E08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E1D7BCC-3599-7998-D1CA-954B9D4E70A7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BBC724AF-23DF-D6E2-3200-DB1857063019}"/>
                </a:ext>
              </a:extLst>
            </p:cNvPr>
            <p:cNvGrpSpPr/>
            <p:nvPr/>
          </p:nvGrpSpPr>
          <p:grpSpPr>
            <a:xfrm>
              <a:off x="6256020" y="2517180"/>
              <a:ext cx="1420077" cy="859212"/>
              <a:chOff x="567997" y="1152609"/>
              <a:chExt cx="1734024" cy="1329763"/>
            </a:xfrm>
          </p:grpSpPr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D7686069-3EDD-A799-4234-E904B81FEFD2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2" name="그룹 61">
                  <a:extLst>
                    <a:ext uri="{FF2B5EF4-FFF2-40B4-BE49-F238E27FC236}">
                      <a16:creationId xmlns:a16="http://schemas.microsoft.com/office/drawing/2014/main" id="{11C5BFFA-22A3-CCCE-4705-60DA345D063E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81" name="타원 80">
                    <a:extLst>
                      <a:ext uri="{FF2B5EF4-FFF2-40B4-BE49-F238E27FC236}">
                        <a16:creationId xmlns:a16="http://schemas.microsoft.com/office/drawing/2014/main" id="{14039BFE-1994-4E06-1C03-0ED2F55280E2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2" name="타원 81">
                    <a:extLst>
                      <a:ext uri="{FF2B5EF4-FFF2-40B4-BE49-F238E27FC236}">
                        <a16:creationId xmlns:a16="http://schemas.microsoft.com/office/drawing/2014/main" id="{AAE4A7AC-D6B8-7476-E24E-81C47352D3AE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83" name="직선 연결선 82">
                    <a:extLst>
                      <a:ext uri="{FF2B5EF4-FFF2-40B4-BE49-F238E27FC236}">
                        <a16:creationId xmlns:a16="http://schemas.microsoft.com/office/drawing/2014/main" id="{AB69CECA-5666-006F-5299-73FB31C46CEA}"/>
                      </a:ext>
                    </a:extLst>
                  </p:cNvPr>
                  <p:cNvCxnSpPr>
                    <a:cxnSpLocks/>
                    <a:endCxn id="81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직선 연결선 83">
                    <a:extLst>
                      <a:ext uri="{FF2B5EF4-FFF2-40B4-BE49-F238E27FC236}">
                        <a16:creationId xmlns:a16="http://schemas.microsoft.com/office/drawing/2014/main" id="{505AFD0C-0684-EC57-3D64-4DF6ACE7C2B8}"/>
                      </a:ext>
                    </a:extLst>
                  </p:cNvPr>
                  <p:cNvCxnSpPr>
                    <a:cxnSpLocks/>
                    <a:stCxn id="82" idx="2"/>
                    <a:endCxn id="81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85" name="그룹 84">
                    <a:extLst>
                      <a:ext uri="{FF2B5EF4-FFF2-40B4-BE49-F238E27FC236}">
                        <a16:creationId xmlns:a16="http://schemas.microsoft.com/office/drawing/2014/main" id="{D34902A6-A3D2-094D-7028-54E08B3FC3E2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86" name="사각형: 둥근 모서리 85">
                      <a:extLst>
                        <a:ext uri="{FF2B5EF4-FFF2-40B4-BE49-F238E27FC236}">
                          <a16:creationId xmlns:a16="http://schemas.microsoft.com/office/drawing/2014/main" id="{6A412C65-8187-B12A-AE9D-0D2B57773E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7" name="타원 86">
                      <a:extLst>
                        <a:ext uri="{FF2B5EF4-FFF2-40B4-BE49-F238E27FC236}">
                          <a16:creationId xmlns:a16="http://schemas.microsoft.com/office/drawing/2014/main" id="{65CA4B98-2B70-1957-1AF7-77EC0272F8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8" name="타원 87">
                      <a:extLst>
                        <a:ext uri="{FF2B5EF4-FFF2-40B4-BE49-F238E27FC236}">
                          <a16:creationId xmlns:a16="http://schemas.microsoft.com/office/drawing/2014/main" id="{D08C62C9-D75B-F2FB-5589-AB34FDAECB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9" name="타원 88">
                      <a:extLst>
                        <a:ext uri="{FF2B5EF4-FFF2-40B4-BE49-F238E27FC236}">
                          <a16:creationId xmlns:a16="http://schemas.microsoft.com/office/drawing/2014/main" id="{718F023C-B5BA-2139-38A9-2F25C10C61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A65B4758-DD61-AA49-895B-858AAD91918E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64" name="타원 63">
                    <a:extLst>
                      <a:ext uri="{FF2B5EF4-FFF2-40B4-BE49-F238E27FC236}">
                        <a16:creationId xmlns:a16="http://schemas.microsoft.com/office/drawing/2014/main" id="{3E1886E7-FC68-1901-C111-73DEDD6071CD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65" name="그룹 64">
                    <a:extLst>
                      <a:ext uri="{FF2B5EF4-FFF2-40B4-BE49-F238E27FC236}">
                        <a16:creationId xmlns:a16="http://schemas.microsoft.com/office/drawing/2014/main" id="{855CF3A2-0458-3F07-CB7A-CE17093D7B61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75" name="사각형: 둥근 모서리 74">
                      <a:extLst>
                        <a:ext uri="{FF2B5EF4-FFF2-40B4-BE49-F238E27FC236}">
                          <a16:creationId xmlns:a16="http://schemas.microsoft.com/office/drawing/2014/main" id="{5B126056-CC6B-41C3-E61D-DA6371E27E8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76" name="그룹 75">
                      <a:extLst>
                        <a:ext uri="{FF2B5EF4-FFF2-40B4-BE49-F238E27FC236}">
                          <a16:creationId xmlns:a16="http://schemas.microsoft.com/office/drawing/2014/main" id="{2A694D3E-3C91-A9D2-8493-05B904C4F23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78" name="타원 77">
                        <a:extLst>
                          <a:ext uri="{FF2B5EF4-FFF2-40B4-BE49-F238E27FC236}">
                            <a16:creationId xmlns:a16="http://schemas.microsoft.com/office/drawing/2014/main" id="{AAAC8159-2103-D158-4A92-9211C6C993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79" name="타원 78">
                        <a:extLst>
                          <a:ext uri="{FF2B5EF4-FFF2-40B4-BE49-F238E27FC236}">
                            <a16:creationId xmlns:a16="http://schemas.microsoft.com/office/drawing/2014/main" id="{7853ECB8-1D6E-9E69-E4B1-D2D4FC1968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80" name="타원 79">
                        <a:extLst>
                          <a:ext uri="{FF2B5EF4-FFF2-40B4-BE49-F238E27FC236}">
                            <a16:creationId xmlns:a16="http://schemas.microsoft.com/office/drawing/2014/main" id="{33F68CED-07D6-A96A-D80F-04C0F21EEB8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77" name="타원 76">
                      <a:extLst>
                        <a:ext uri="{FF2B5EF4-FFF2-40B4-BE49-F238E27FC236}">
                          <a16:creationId xmlns:a16="http://schemas.microsoft.com/office/drawing/2014/main" id="{26A486A5-CF45-B0E9-1112-B4EF24F185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66" name="타원 65">
                    <a:extLst>
                      <a:ext uri="{FF2B5EF4-FFF2-40B4-BE49-F238E27FC236}">
                        <a16:creationId xmlns:a16="http://schemas.microsoft.com/office/drawing/2014/main" id="{0020D0B6-251D-08F0-C3B1-A46CB231A112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7" name="타원 66">
                    <a:extLst>
                      <a:ext uri="{FF2B5EF4-FFF2-40B4-BE49-F238E27FC236}">
                        <a16:creationId xmlns:a16="http://schemas.microsoft.com/office/drawing/2014/main" id="{9DA075BD-4144-F8D6-E1FA-72CA4DFEA995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78E19C14-CCA8-2080-60C7-7BEC559D1927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70" name="직선 연결선 69">
                    <a:extLst>
                      <a:ext uri="{FF2B5EF4-FFF2-40B4-BE49-F238E27FC236}">
                        <a16:creationId xmlns:a16="http://schemas.microsoft.com/office/drawing/2014/main" id="{D89713F7-0D65-6305-2EC0-DC916C79A466}"/>
                      </a:ext>
                    </a:extLst>
                  </p:cNvPr>
                  <p:cNvCxnSpPr>
                    <a:cxnSpLocks/>
                    <a:endCxn id="6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직선 연결선 70">
                    <a:extLst>
                      <a:ext uri="{FF2B5EF4-FFF2-40B4-BE49-F238E27FC236}">
                        <a16:creationId xmlns:a16="http://schemas.microsoft.com/office/drawing/2014/main" id="{E19930B1-41CA-321C-F1D3-1F4231B054B3}"/>
                      </a:ext>
                    </a:extLst>
                  </p:cNvPr>
                  <p:cNvCxnSpPr>
                    <a:cxnSpLocks/>
                    <a:stCxn id="64" idx="7"/>
                    <a:endCxn id="6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직선 연결선 71">
                    <a:extLst>
                      <a:ext uri="{FF2B5EF4-FFF2-40B4-BE49-F238E27FC236}">
                        <a16:creationId xmlns:a16="http://schemas.microsoft.com/office/drawing/2014/main" id="{5F49DB18-2BC6-4251-44E8-07CE7C990D45}"/>
                      </a:ext>
                    </a:extLst>
                  </p:cNvPr>
                  <p:cNvCxnSpPr>
                    <a:cxnSpLocks/>
                    <a:stCxn id="67" idx="1"/>
                    <a:endCxn id="6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직선 연결선 72">
                    <a:extLst>
                      <a:ext uri="{FF2B5EF4-FFF2-40B4-BE49-F238E27FC236}">
                        <a16:creationId xmlns:a16="http://schemas.microsoft.com/office/drawing/2014/main" id="{2C342C3B-3CA4-E28D-4845-269F972D88B1}"/>
                      </a:ext>
                    </a:extLst>
                  </p:cNvPr>
                  <p:cNvCxnSpPr>
                    <a:cxnSpLocks/>
                    <a:stCxn id="69" idx="7"/>
                    <a:endCxn id="6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1CEEAEB-9A1F-A67E-D2BF-5DF8A0C09F5A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50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</a:t>
                </a:r>
              </a:p>
            </p:txBody>
          </p:sp>
        </p:grpSp>
      </p:grpSp>
      <p:sp>
        <p:nvSpPr>
          <p:cNvPr id="6" name="말풍선: 모서리가 둥근 사각형 5">
            <a:extLst>
              <a:ext uri="{FF2B5EF4-FFF2-40B4-BE49-F238E27FC236}">
                <a16:creationId xmlns:a16="http://schemas.microsoft.com/office/drawing/2014/main" id="{14C9AE77-127F-11E2-8E5F-6A2BC24FAAD8}"/>
              </a:ext>
            </a:extLst>
          </p:cNvPr>
          <p:cNvSpPr/>
          <p:nvPr/>
        </p:nvSpPr>
        <p:spPr>
          <a:xfrm>
            <a:off x="1846403" y="5173133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8" name="말풍선: 모서리가 둥근 사각형 7">
            <a:extLst>
              <a:ext uri="{FF2B5EF4-FFF2-40B4-BE49-F238E27FC236}">
                <a16:creationId xmlns:a16="http://schemas.microsoft.com/office/drawing/2014/main" id="{6B3F08BF-C924-DA56-1E37-2543D930151E}"/>
              </a:ext>
            </a:extLst>
          </p:cNvPr>
          <p:cNvSpPr/>
          <p:nvPr/>
        </p:nvSpPr>
        <p:spPr>
          <a:xfrm>
            <a:off x="4365174" y="5173133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93C41D07-C809-4582-CB88-22970C8F95AE}"/>
              </a:ext>
            </a:extLst>
          </p:cNvPr>
          <p:cNvSpPr/>
          <p:nvPr/>
        </p:nvSpPr>
        <p:spPr>
          <a:xfrm>
            <a:off x="6831390" y="5173133"/>
            <a:ext cx="2060901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👎👎👎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86E0E9A9-57E9-E2E5-C0FE-0AA853B151CC}"/>
              </a:ext>
            </a:extLst>
          </p:cNvPr>
          <p:cNvSpPr/>
          <p:nvPr/>
        </p:nvSpPr>
        <p:spPr>
          <a:xfrm>
            <a:off x="9340339" y="5166909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</a:t>
            </a:r>
            <a:endParaRPr lang="ko-KR" altLang="en-US" sz="1200" kern="0" dirty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5C381BC-90C6-1456-AD09-591110E50FA5}"/>
              </a:ext>
            </a:extLst>
          </p:cNvPr>
          <p:cNvGrpSpPr/>
          <p:nvPr/>
        </p:nvGrpSpPr>
        <p:grpSpPr>
          <a:xfrm>
            <a:off x="342487" y="1871869"/>
            <a:ext cx="756967" cy="756967"/>
            <a:chOff x="280988" y="1633755"/>
            <a:chExt cx="756967" cy="75696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B68CBFB9-3125-D839-23D7-DBB7275871CC}"/>
                </a:ext>
              </a:extLst>
            </p:cNvPr>
            <p:cNvSpPr/>
            <p:nvPr/>
          </p:nvSpPr>
          <p:spPr bwMode="auto">
            <a:xfrm>
              <a:off x="325962" y="1742506"/>
              <a:ext cx="667020" cy="529207"/>
            </a:xfrm>
            <a:prstGeom prst="roundRect">
              <a:avLst>
                <a:gd name="adj" fmla="val 2817"/>
              </a:avLst>
            </a:prstGeom>
            <a:solidFill>
              <a:srgbClr val="FFFFF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pic>
          <p:nvPicPr>
            <p:cNvPr id="18" name="그래픽 17" descr="CMD 터미널 단색으로 채워진">
              <a:extLst>
                <a:ext uri="{FF2B5EF4-FFF2-40B4-BE49-F238E27FC236}">
                  <a16:creationId xmlns:a16="http://schemas.microsoft.com/office/drawing/2014/main" id="{BA4F7691-761F-022F-0EED-1C5E9E60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0988" y="1633755"/>
              <a:ext cx="756967" cy="756967"/>
            </a:xfrm>
            <a:prstGeom prst="rect">
              <a:avLst/>
            </a:prstGeom>
          </p:spPr>
        </p:pic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3CD586A-80E1-F82C-3EA6-6E78FCF2C4EA}"/>
              </a:ext>
            </a:extLst>
          </p:cNvPr>
          <p:cNvSpPr/>
          <p:nvPr/>
        </p:nvSpPr>
        <p:spPr>
          <a:xfrm>
            <a:off x="9313792" y="1276706"/>
            <a:ext cx="1745399" cy="14127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6008B41-5633-CC5C-3362-7F9EB59943E5}"/>
              </a:ext>
            </a:extLst>
          </p:cNvPr>
          <p:cNvGrpSpPr/>
          <p:nvPr/>
        </p:nvGrpSpPr>
        <p:grpSpPr>
          <a:xfrm>
            <a:off x="9404360" y="1468398"/>
            <a:ext cx="1525175" cy="1112998"/>
            <a:chOff x="3237674" y="5802496"/>
            <a:chExt cx="1525175" cy="1112998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9A6D6C1F-1E94-6C1C-64FE-49FD9E5DD3E0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24" name="직선 연결선 23">
                <a:extLst>
                  <a:ext uri="{FF2B5EF4-FFF2-40B4-BE49-F238E27FC236}">
                    <a16:creationId xmlns:a16="http://schemas.microsoft.com/office/drawing/2014/main" id="{F8C53DA5-069D-B98A-2255-B4DB5F84E6CE}"/>
                  </a:ext>
                </a:extLst>
              </p:cNvPr>
              <p:cNvCxnSpPr>
                <a:cxnSpLocks/>
                <a:stCxn id="91" idx="4"/>
                <a:endCxn id="93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2B0ADCC6-D2E7-0DF3-BA25-136F8A6A4245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2FDCCFF0-0CF3-6C37-52E0-78D77828B097}"/>
                  </a:ext>
                </a:extLst>
              </p:cNvPr>
              <p:cNvCxnSpPr>
                <a:cxnSpLocks/>
                <a:stCxn id="90" idx="2"/>
                <a:endCxn id="26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124FBBC0-9AE3-9DF2-85B6-E8F89E9BC9FA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35" name="직선 연결선 34">
                <a:extLst>
                  <a:ext uri="{FF2B5EF4-FFF2-40B4-BE49-F238E27FC236}">
                    <a16:creationId xmlns:a16="http://schemas.microsoft.com/office/drawing/2014/main" id="{1AE56207-DE10-AFA5-FE98-6AFAD16A42D2}"/>
                  </a:ext>
                </a:extLst>
              </p:cNvPr>
              <p:cNvCxnSpPr>
                <a:cxnSpLocks/>
                <a:stCxn id="39" idx="1"/>
                <a:endCxn id="32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타원 36">
                <a:extLst>
                  <a:ext uri="{FF2B5EF4-FFF2-40B4-BE49-F238E27FC236}">
                    <a16:creationId xmlns:a16="http://schemas.microsoft.com/office/drawing/2014/main" id="{6927B7EB-0352-CF61-687E-CE81EDD83EE3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FEA4E91-66AF-56AB-C3EA-A65B74B288D8}"/>
                  </a:ext>
                </a:extLst>
              </p:cNvPr>
              <p:cNvCxnSpPr>
                <a:cxnSpLocks/>
                <a:stCxn id="91" idx="6"/>
                <a:endCxn id="37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53700BD0-0443-1FA3-B65D-C0B29178EDB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A754AF54-B910-3674-5FB3-AFACB489785B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8CDA02EB-793A-2DD9-9DF4-6F4BD97FD40B}"/>
                  </a:ext>
                </a:extLst>
              </p:cNvPr>
              <p:cNvCxnSpPr>
                <a:cxnSpLocks/>
                <a:stCxn id="44" idx="3"/>
                <a:endCxn id="26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6099DE7A-6A82-9E69-0807-8AD08629EF15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27D1A646-0186-284D-214B-BEB0EEA7DFA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EC3A65E0-E1FE-2227-A085-11A15660E939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7FDF8F60-7E07-53D7-07C4-63754C68BB85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94" name="직선 연결선 93">
                <a:extLst>
                  <a:ext uri="{FF2B5EF4-FFF2-40B4-BE49-F238E27FC236}">
                    <a16:creationId xmlns:a16="http://schemas.microsoft.com/office/drawing/2014/main" id="{CE4CC3F8-352A-FF8D-1B36-CEFC8E32766E}"/>
                  </a:ext>
                </a:extLst>
              </p:cNvPr>
              <p:cNvCxnSpPr>
                <a:cxnSpLocks/>
                <a:stCxn id="93" idx="4"/>
                <a:endCxn id="92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>
                <a:extLst>
                  <a:ext uri="{FF2B5EF4-FFF2-40B4-BE49-F238E27FC236}">
                    <a16:creationId xmlns:a16="http://schemas.microsoft.com/office/drawing/2014/main" id="{FBD61548-3923-D567-F6FD-8CB822EF6775}"/>
                  </a:ext>
                </a:extLst>
              </p:cNvPr>
              <p:cNvCxnSpPr>
                <a:cxnSpLocks/>
                <a:stCxn id="39" idx="2"/>
                <a:endCxn id="44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D90C7C3-18DA-465B-1BA1-11EF6A987B67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96F216C9-790F-ACB8-52E1-C5CF8230F712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146833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C1AD-7499-34B2-50FE-61884085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57F07DC1-2C9A-5C60-8608-8E74325147FD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20362894-5718-0729-1603-BA8D77E30FFC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369034" y="2689487"/>
            <a:ext cx="878508" cy="53528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FEECA600-E665-66E8-9F2A-78ABE6017B77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315200" y="2341044"/>
            <a:ext cx="3038195" cy="88372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540950FE-D4FB-D808-A630-E8A10DD49CA6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2876854" y="2463779"/>
            <a:ext cx="3211944" cy="76099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852E837B-9D46-5C91-3F90-565CD465F1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③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재생성 및 확장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0A3C19-5659-65D5-9701-282EA205ED1A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9E194D0F-D877-1010-6AEB-FAB1B0F3C52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913DEF92-7318-9ABC-BCC5-50D84512B9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09E06AE-0117-324A-3BBA-B07A1B19FAB4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7E14371E-BAF6-BCAF-B8E0-090A2A3E26FB}"/>
              </a:ext>
            </a:extLst>
          </p:cNvPr>
          <p:cNvGrpSpPr/>
          <p:nvPr/>
        </p:nvGrpSpPr>
        <p:grpSpPr>
          <a:xfrm>
            <a:off x="1898958" y="3224769"/>
            <a:ext cx="1955792" cy="760521"/>
            <a:chOff x="1898958" y="3224769"/>
            <a:chExt cx="1955792" cy="76052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D717DB51-3F3A-4D56-AC5B-00D8A98F325E}"/>
                </a:ext>
              </a:extLst>
            </p:cNvPr>
            <p:cNvSpPr/>
            <p:nvPr/>
          </p:nvSpPr>
          <p:spPr bwMode="auto">
            <a:xfrm>
              <a:off x="1898958" y="3224769"/>
              <a:ext cx="1955792" cy="760521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3B1971C-D4A5-36CA-C772-09D63B05B4CD}"/>
                </a:ext>
              </a:extLst>
            </p:cNvPr>
            <p:cNvSpPr txBox="1"/>
            <p:nvPr/>
          </p:nvSpPr>
          <p:spPr>
            <a:xfrm>
              <a:off x="2036560" y="3224769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  <p:grpSp>
          <p:nvGrpSpPr>
            <p:cNvPr id="97" name="그룹 96">
              <a:extLst>
                <a:ext uri="{FF2B5EF4-FFF2-40B4-BE49-F238E27FC236}">
                  <a16:creationId xmlns:a16="http://schemas.microsoft.com/office/drawing/2014/main" id="{D06CA676-4AC9-ED0A-6294-319D64D7816D}"/>
                </a:ext>
              </a:extLst>
            </p:cNvPr>
            <p:cNvGrpSpPr/>
            <p:nvPr/>
          </p:nvGrpSpPr>
          <p:grpSpPr>
            <a:xfrm>
              <a:off x="1998346" y="3557957"/>
              <a:ext cx="1757016" cy="353080"/>
              <a:chOff x="9133527" y="1125845"/>
              <a:chExt cx="2204162" cy="904189"/>
            </a:xfrm>
          </p:grpSpPr>
          <p:sp>
            <p:nvSpPr>
              <p:cNvPr id="98" name="사각형: 둥근 모서리 97">
                <a:extLst>
                  <a:ext uri="{FF2B5EF4-FFF2-40B4-BE49-F238E27FC236}">
                    <a16:creationId xmlns:a16="http://schemas.microsoft.com/office/drawing/2014/main" id="{B7C750AA-C8DD-7255-F14E-6F930E53DD03}"/>
                  </a:ext>
                </a:extLst>
              </p:cNvPr>
              <p:cNvSpPr/>
              <p:nvPr/>
            </p:nvSpPr>
            <p:spPr>
              <a:xfrm>
                <a:off x="9133527" y="1125845"/>
                <a:ext cx="2204162" cy="90418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290BC1DE-2A06-2AB7-DD29-4083BDD091ED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00" name="그룹 99">
                  <a:extLst>
                    <a:ext uri="{FF2B5EF4-FFF2-40B4-BE49-F238E27FC236}">
                      <a16:creationId xmlns:a16="http://schemas.microsoft.com/office/drawing/2014/main" id="{450BCB96-F185-64C6-9D5B-98C38D6F41B2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05" name="사각형: 둥근 모서리 104">
                    <a:extLst>
                      <a:ext uri="{FF2B5EF4-FFF2-40B4-BE49-F238E27FC236}">
                        <a16:creationId xmlns:a16="http://schemas.microsoft.com/office/drawing/2014/main" id="{E49A4233-DDB1-749D-74E6-A9C305E25ECB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06" name="사각형: 둥근 모서리 105">
                    <a:extLst>
                      <a:ext uri="{FF2B5EF4-FFF2-40B4-BE49-F238E27FC236}">
                        <a16:creationId xmlns:a16="http://schemas.microsoft.com/office/drawing/2014/main" id="{4313F032-5DBA-0F74-723A-D8869436DAF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4E85FEF2-9693-2158-D6BD-0267A076C545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03" name="사각형: 둥근 모서리 102">
                    <a:extLst>
                      <a:ext uri="{FF2B5EF4-FFF2-40B4-BE49-F238E27FC236}">
                        <a16:creationId xmlns:a16="http://schemas.microsoft.com/office/drawing/2014/main" id="{7A38798F-2CCF-D2A2-430C-8BC2321EF692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04" name="사각형: 둥근 모서리 103">
                    <a:extLst>
                      <a:ext uri="{FF2B5EF4-FFF2-40B4-BE49-F238E27FC236}">
                        <a16:creationId xmlns:a16="http://schemas.microsoft.com/office/drawing/2014/main" id="{E6743BD0-4246-ECCB-9CF7-5F89279E59B4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altLang="ko-KR" sz="800" dirty="0"/>
                  </a:p>
                </p:txBody>
              </p:sp>
            </p:grpSp>
            <p:cxnSp>
              <p:nvCxnSpPr>
                <p:cNvPr id="102" name="직선 연결선 101">
                  <a:extLst>
                    <a:ext uri="{FF2B5EF4-FFF2-40B4-BE49-F238E27FC236}">
                      <a16:creationId xmlns:a16="http://schemas.microsoft.com/office/drawing/2014/main" id="{C2D5BEB4-8CFA-1CEB-3611-4809CEB73B84}"/>
                    </a:ext>
                  </a:extLst>
                </p:cNvPr>
                <p:cNvCxnSpPr>
                  <a:stCxn id="105" idx="2"/>
                  <a:endCxn id="103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143640A6-3BD8-13F4-9F9B-BA2D3C3BDE70}"/>
              </a:ext>
            </a:extLst>
          </p:cNvPr>
          <p:cNvGrpSpPr/>
          <p:nvPr/>
        </p:nvGrpSpPr>
        <p:grpSpPr>
          <a:xfrm>
            <a:off x="6883318" y="3224769"/>
            <a:ext cx="1955792" cy="756226"/>
            <a:chOff x="6883318" y="3224769"/>
            <a:chExt cx="1955792" cy="756226"/>
          </a:xfrm>
        </p:grpSpPr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D0B1CF74-D4BA-EE7C-AB9E-BE0C39C30340}"/>
                </a:ext>
              </a:extLst>
            </p:cNvPr>
            <p:cNvSpPr/>
            <p:nvPr/>
          </p:nvSpPr>
          <p:spPr bwMode="auto">
            <a:xfrm>
              <a:off x="6883318" y="3224769"/>
              <a:ext cx="1955792" cy="756226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A027BE1-B169-0FE6-6B42-8FDFE4C9542B}"/>
                </a:ext>
              </a:extLst>
            </p:cNvPr>
            <p:cNvSpPr txBox="1"/>
            <p:nvPr/>
          </p:nvSpPr>
          <p:spPr>
            <a:xfrm>
              <a:off x="7020920" y="3224769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E09C1AA4-BFF9-E20A-4DC6-E91669E3450B}"/>
                </a:ext>
              </a:extLst>
            </p:cNvPr>
            <p:cNvGrpSpPr/>
            <p:nvPr/>
          </p:nvGrpSpPr>
          <p:grpSpPr>
            <a:xfrm>
              <a:off x="6982706" y="3549440"/>
              <a:ext cx="1757016" cy="365703"/>
              <a:chOff x="9133527" y="3725979"/>
              <a:chExt cx="2204162" cy="954834"/>
            </a:xfrm>
          </p:grpSpPr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EF58D0FC-256A-5E35-E81F-7290D9663CA6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09" name="그룹 108">
                <a:extLst>
                  <a:ext uri="{FF2B5EF4-FFF2-40B4-BE49-F238E27FC236}">
                    <a16:creationId xmlns:a16="http://schemas.microsoft.com/office/drawing/2014/main" id="{CF4F3D17-3777-C524-C44D-9FE862FE5624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10" name="그룹 109">
                  <a:extLst>
                    <a:ext uri="{FF2B5EF4-FFF2-40B4-BE49-F238E27FC236}">
                      <a16:creationId xmlns:a16="http://schemas.microsoft.com/office/drawing/2014/main" id="{6C1D7A30-5D80-F38D-E441-C2A8DDEE3654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38D753DC-4A12-B3F3-5FDD-6B98A816BD8E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16" name="타원 115">
                    <a:extLst>
                      <a:ext uri="{FF2B5EF4-FFF2-40B4-BE49-F238E27FC236}">
                        <a16:creationId xmlns:a16="http://schemas.microsoft.com/office/drawing/2014/main" id="{20D535F1-58FB-CB62-B70F-44A83B1132AC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11" name="그룹 110">
                  <a:extLst>
                    <a:ext uri="{FF2B5EF4-FFF2-40B4-BE49-F238E27FC236}">
                      <a16:creationId xmlns:a16="http://schemas.microsoft.com/office/drawing/2014/main" id="{8F5FD9AE-7446-88C0-4DB4-CD34BFF07BB0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1336D406-CF00-1429-3063-62899BCFDA86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14" name="타원 113">
                    <a:extLst>
                      <a:ext uri="{FF2B5EF4-FFF2-40B4-BE49-F238E27FC236}">
                        <a16:creationId xmlns:a16="http://schemas.microsoft.com/office/drawing/2014/main" id="{E64F7C38-E3A9-E75E-A3FD-504AF8530CFA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12" name="직선 연결선 111">
                  <a:extLst>
                    <a:ext uri="{FF2B5EF4-FFF2-40B4-BE49-F238E27FC236}">
                      <a16:creationId xmlns:a16="http://schemas.microsoft.com/office/drawing/2014/main" id="{25A68CB2-C180-17C6-DDA3-762AF3E38AA4}"/>
                    </a:ext>
                  </a:extLst>
                </p:cNvPr>
                <p:cNvCxnSpPr>
                  <a:cxnSpLocks/>
                  <a:stCxn id="116" idx="0"/>
                  <a:endCxn id="114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11F8D54-41C3-1698-8618-9D86C10FED4B}"/>
              </a:ext>
            </a:extLst>
          </p:cNvPr>
          <p:cNvGrpSpPr/>
          <p:nvPr/>
        </p:nvGrpSpPr>
        <p:grpSpPr>
          <a:xfrm>
            <a:off x="4329432" y="3224769"/>
            <a:ext cx="2079204" cy="979533"/>
            <a:chOff x="4329432" y="3224769"/>
            <a:chExt cx="2079204" cy="979533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FE025A3-7210-D71B-4AAD-021784EEEF16}"/>
                </a:ext>
              </a:extLst>
            </p:cNvPr>
            <p:cNvSpPr/>
            <p:nvPr/>
          </p:nvSpPr>
          <p:spPr bwMode="auto">
            <a:xfrm>
              <a:off x="4329432" y="3224770"/>
              <a:ext cx="2079204" cy="9795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56618EC-6768-3AD4-068D-6010B11C0789}"/>
                </a:ext>
              </a:extLst>
            </p:cNvPr>
            <p:cNvSpPr txBox="1"/>
            <p:nvPr/>
          </p:nvSpPr>
          <p:spPr>
            <a:xfrm>
              <a:off x="4531884" y="3224769"/>
              <a:ext cx="167430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61CFF9D4-9329-2BFB-B12A-D543DCC61A58}"/>
                </a:ext>
              </a:extLst>
            </p:cNvPr>
            <p:cNvGrpSpPr/>
            <p:nvPr/>
          </p:nvGrpSpPr>
          <p:grpSpPr>
            <a:xfrm>
              <a:off x="4490526" y="3549440"/>
              <a:ext cx="1757016" cy="570710"/>
              <a:chOff x="9133527" y="2187491"/>
              <a:chExt cx="2204162" cy="1441156"/>
            </a:xfrm>
          </p:grpSpPr>
          <p:sp>
            <p:nvSpPr>
              <p:cNvPr id="118" name="사각형: 둥근 모서리 117">
                <a:extLst>
                  <a:ext uri="{FF2B5EF4-FFF2-40B4-BE49-F238E27FC236}">
                    <a16:creationId xmlns:a16="http://schemas.microsoft.com/office/drawing/2014/main" id="{6367EC58-AE7D-78A0-0ADC-362B41D50E6F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F523CC06-3990-1331-0ACB-02D2F3045724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20" name="직선 연결선 119">
                  <a:extLst>
                    <a:ext uri="{FF2B5EF4-FFF2-40B4-BE49-F238E27FC236}">
                      <a16:creationId xmlns:a16="http://schemas.microsoft.com/office/drawing/2014/main" id="{CB27227E-B968-9F88-F5C5-1FB839787B2B}"/>
                    </a:ext>
                  </a:extLst>
                </p:cNvPr>
                <p:cNvCxnSpPr>
                  <a:cxnSpLocks/>
                  <a:stCxn id="12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6214B9CF-8AE0-6997-ECFC-5214C29B50B5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28" name="사각형: 둥근 모서리 127">
                    <a:extLst>
                      <a:ext uri="{FF2B5EF4-FFF2-40B4-BE49-F238E27FC236}">
                        <a16:creationId xmlns:a16="http://schemas.microsoft.com/office/drawing/2014/main" id="{3B7D55CF-78C0-8613-4DB1-70332F4C0C63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29" name="사각형: 둥근 모서리 128">
                    <a:extLst>
                      <a:ext uri="{FF2B5EF4-FFF2-40B4-BE49-F238E27FC236}">
                        <a16:creationId xmlns:a16="http://schemas.microsoft.com/office/drawing/2014/main" id="{04259466-C9F6-7987-820B-E94AEFF4E669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22" name="그룹 121">
                  <a:extLst>
                    <a:ext uri="{FF2B5EF4-FFF2-40B4-BE49-F238E27FC236}">
                      <a16:creationId xmlns:a16="http://schemas.microsoft.com/office/drawing/2014/main" id="{C06E39DD-D6B0-5D42-0139-733F21AF2992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6" name="사각형: 둥근 모서리 125">
                    <a:extLst>
                      <a:ext uri="{FF2B5EF4-FFF2-40B4-BE49-F238E27FC236}">
                        <a16:creationId xmlns:a16="http://schemas.microsoft.com/office/drawing/2014/main" id="{7E33433A-BA24-337D-1B7D-6959FB64B1BA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27" name="사각형: 둥근 모서리 126">
                    <a:extLst>
                      <a:ext uri="{FF2B5EF4-FFF2-40B4-BE49-F238E27FC236}">
                        <a16:creationId xmlns:a16="http://schemas.microsoft.com/office/drawing/2014/main" id="{9BFAF2A9-FFF5-07DB-4B4F-522B1FCF40CC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23" name="그룹 122">
                  <a:extLst>
                    <a:ext uri="{FF2B5EF4-FFF2-40B4-BE49-F238E27FC236}">
                      <a16:creationId xmlns:a16="http://schemas.microsoft.com/office/drawing/2014/main" id="{F63522EA-A70E-3BC6-157B-07D79D56EBC2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7439A7B5-768C-26CB-5D3A-A7D7CAC557F2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BF49BFDF-5267-BB5D-F6C2-779C509C66C2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</p:grp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440ED5F1-F48A-C64C-39A2-0BCD8487FC8E}"/>
              </a:ext>
            </a:extLst>
          </p:cNvPr>
          <p:cNvGrpSpPr/>
          <p:nvPr/>
        </p:nvGrpSpPr>
        <p:grpSpPr>
          <a:xfrm>
            <a:off x="9313793" y="3224769"/>
            <a:ext cx="2079204" cy="927227"/>
            <a:chOff x="9313793" y="3224769"/>
            <a:chExt cx="2079204" cy="927227"/>
          </a:xfrm>
        </p:grpSpPr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1B0EA0D7-4899-14E4-D720-CEF5B57E3227}"/>
                </a:ext>
              </a:extLst>
            </p:cNvPr>
            <p:cNvSpPr/>
            <p:nvPr/>
          </p:nvSpPr>
          <p:spPr bwMode="auto">
            <a:xfrm>
              <a:off x="9313793" y="3224770"/>
              <a:ext cx="2079204" cy="927226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2EA8E239-DE60-5CF0-0BAD-0F394E5C517B}"/>
                </a:ext>
              </a:extLst>
            </p:cNvPr>
            <p:cNvGrpSpPr/>
            <p:nvPr/>
          </p:nvGrpSpPr>
          <p:grpSpPr>
            <a:xfrm>
              <a:off x="9465673" y="3549440"/>
              <a:ext cx="1775445" cy="528407"/>
              <a:chOff x="9133527" y="4778146"/>
              <a:chExt cx="2204162" cy="1365327"/>
            </a:xfrm>
          </p:grpSpPr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493388A6-4E84-D0ED-F514-0A4E3D19208D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3F9273C7-DD82-31CA-50DC-E70B6E4FE5A6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33" name="직선 연결선 132">
                  <a:extLst>
                    <a:ext uri="{FF2B5EF4-FFF2-40B4-BE49-F238E27FC236}">
                      <a16:creationId xmlns:a16="http://schemas.microsoft.com/office/drawing/2014/main" id="{73E868EC-78E6-C486-AE67-058EDFF3DA62}"/>
                    </a:ext>
                  </a:extLst>
                </p:cNvPr>
                <p:cNvCxnSpPr>
                  <a:cxnSpLocks/>
                  <a:endCxn id="137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4" name="그룹 133">
                  <a:extLst>
                    <a:ext uri="{FF2B5EF4-FFF2-40B4-BE49-F238E27FC236}">
                      <a16:creationId xmlns:a16="http://schemas.microsoft.com/office/drawing/2014/main" id="{96E27AF3-D5BF-686E-F4A0-34019341813D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41" name="타원 140">
                    <a:extLst>
                      <a:ext uri="{FF2B5EF4-FFF2-40B4-BE49-F238E27FC236}">
                        <a16:creationId xmlns:a16="http://schemas.microsoft.com/office/drawing/2014/main" id="{03F81E1D-77CC-ABC5-6B7B-69A2285E756F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2" name="사각형: 둥근 모서리 141">
                    <a:extLst>
                      <a:ext uri="{FF2B5EF4-FFF2-40B4-BE49-F238E27FC236}">
                        <a16:creationId xmlns:a16="http://schemas.microsoft.com/office/drawing/2014/main" id="{68ADE240-903D-D541-2B6C-BD4B5BDD12A7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35" name="그룹 134">
                  <a:extLst>
                    <a:ext uri="{FF2B5EF4-FFF2-40B4-BE49-F238E27FC236}">
                      <a16:creationId xmlns:a16="http://schemas.microsoft.com/office/drawing/2014/main" id="{81E1675F-CD7E-0B03-1613-688DB8DCF2B6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39" name="타원 138">
                    <a:extLst>
                      <a:ext uri="{FF2B5EF4-FFF2-40B4-BE49-F238E27FC236}">
                        <a16:creationId xmlns:a16="http://schemas.microsoft.com/office/drawing/2014/main" id="{D86210A8-5D6E-D496-7E90-2DC38A265D13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40" name="사각형: 둥근 모서리 139">
                    <a:extLst>
                      <a:ext uri="{FF2B5EF4-FFF2-40B4-BE49-F238E27FC236}">
                        <a16:creationId xmlns:a16="http://schemas.microsoft.com/office/drawing/2014/main" id="{C5E60590-1537-B093-5C75-FDE32015C4F4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36" name="그룹 135">
                  <a:extLst>
                    <a:ext uri="{FF2B5EF4-FFF2-40B4-BE49-F238E27FC236}">
                      <a16:creationId xmlns:a16="http://schemas.microsoft.com/office/drawing/2014/main" id="{062695EF-6D84-6010-2061-FAE27181480F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37" name="타원 136">
                    <a:extLst>
                      <a:ext uri="{FF2B5EF4-FFF2-40B4-BE49-F238E27FC236}">
                        <a16:creationId xmlns:a16="http://schemas.microsoft.com/office/drawing/2014/main" id="{21B309CB-D87B-913B-6D81-0E07E4B86692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38" name="사각형: 둥근 모서리 137">
                    <a:extLst>
                      <a:ext uri="{FF2B5EF4-FFF2-40B4-BE49-F238E27FC236}">
                        <a16:creationId xmlns:a16="http://schemas.microsoft.com/office/drawing/2014/main" id="{1AEF3CF2-7769-42DA-6854-B38303767924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A7F5BFFA-A88A-472C-3CFC-295290335529}"/>
                </a:ext>
              </a:extLst>
            </p:cNvPr>
            <p:cNvSpPr txBox="1"/>
            <p:nvPr/>
          </p:nvSpPr>
          <p:spPr>
            <a:xfrm>
              <a:off x="9513101" y="3224769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4</a:t>
              </a:r>
            </a:p>
          </p:txBody>
        </p:sp>
      </p:grp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98C41D6B-5DA6-F742-A618-BD5922D35B70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6831390" y="2147507"/>
            <a:ext cx="1029824" cy="107726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37556D81-357B-D19A-2D71-13244A21A14D}"/>
              </a:ext>
            </a:extLst>
          </p:cNvPr>
          <p:cNvGrpSpPr/>
          <p:nvPr/>
        </p:nvGrpSpPr>
        <p:grpSpPr>
          <a:xfrm>
            <a:off x="5965969" y="1493814"/>
            <a:ext cx="1588890" cy="1320890"/>
            <a:chOff x="6171613" y="2147201"/>
            <a:chExt cx="1588890" cy="1320890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6B48EF85-1173-79DA-3316-D85AB1A2AC20}"/>
                </a:ext>
              </a:extLst>
            </p:cNvPr>
            <p:cNvGrpSpPr/>
            <p:nvPr/>
          </p:nvGrpSpPr>
          <p:grpSpPr>
            <a:xfrm>
              <a:off x="6171613" y="2147201"/>
              <a:ext cx="1588890" cy="1320890"/>
              <a:chOff x="4622299" y="1462393"/>
              <a:chExt cx="1780882" cy="813811"/>
            </a:xfrm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0E379E37-2BEF-A465-632D-E9D5813BCD1A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3F126EA-BC03-A8EE-0C0A-D7D66EEE6503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0F77DA39-3105-9BAF-7D2C-779B408300DD}"/>
                </a:ext>
              </a:extLst>
            </p:cNvPr>
            <p:cNvGrpSpPr/>
            <p:nvPr/>
          </p:nvGrpSpPr>
          <p:grpSpPr>
            <a:xfrm>
              <a:off x="6256020" y="2517180"/>
              <a:ext cx="1420077" cy="859212"/>
              <a:chOff x="567997" y="1152609"/>
              <a:chExt cx="1734024" cy="1329763"/>
            </a:xfrm>
          </p:grpSpPr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5D6818F0-A59F-E6C0-B529-12843926E277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2" name="그룹 61">
                  <a:extLst>
                    <a:ext uri="{FF2B5EF4-FFF2-40B4-BE49-F238E27FC236}">
                      <a16:creationId xmlns:a16="http://schemas.microsoft.com/office/drawing/2014/main" id="{DC7F5577-7C80-7545-6112-7B08A38F0100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81" name="타원 80">
                    <a:extLst>
                      <a:ext uri="{FF2B5EF4-FFF2-40B4-BE49-F238E27FC236}">
                        <a16:creationId xmlns:a16="http://schemas.microsoft.com/office/drawing/2014/main" id="{3073E210-061B-8BAD-F6AA-6723D9F2D266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2" name="타원 81">
                    <a:extLst>
                      <a:ext uri="{FF2B5EF4-FFF2-40B4-BE49-F238E27FC236}">
                        <a16:creationId xmlns:a16="http://schemas.microsoft.com/office/drawing/2014/main" id="{14F477A2-4EE3-D3E0-3AFE-1AC7203EA5AB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83" name="직선 연결선 82">
                    <a:extLst>
                      <a:ext uri="{FF2B5EF4-FFF2-40B4-BE49-F238E27FC236}">
                        <a16:creationId xmlns:a16="http://schemas.microsoft.com/office/drawing/2014/main" id="{E50BEB39-DB60-3473-7174-4BCDB5E9D99A}"/>
                      </a:ext>
                    </a:extLst>
                  </p:cNvPr>
                  <p:cNvCxnSpPr>
                    <a:cxnSpLocks/>
                    <a:endCxn id="81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직선 연결선 83">
                    <a:extLst>
                      <a:ext uri="{FF2B5EF4-FFF2-40B4-BE49-F238E27FC236}">
                        <a16:creationId xmlns:a16="http://schemas.microsoft.com/office/drawing/2014/main" id="{12A8A517-5551-7357-2A00-4124687216E7}"/>
                      </a:ext>
                    </a:extLst>
                  </p:cNvPr>
                  <p:cNvCxnSpPr>
                    <a:cxnSpLocks/>
                    <a:stCxn id="82" idx="2"/>
                    <a:endCxn id="81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85" name="그룹 84">
                    <a:extLst>
                      <a:ext uri="{FF2B5EF4-FFF2-40B4-BE49-F238E27FC236}">
                        <a16:creationId xmlns:a16="http://schemas.microsoft.com/office/drawing/2014/main" id="{FA6B1FA0-91CF-97F0-F479-33341AAE5E43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86" name="사각형: 둥근 모서리 85">
                      <a:extLst>
                        <a:ext uri="{FF2B5EF4-FFF2-40B4-BE49-F238E27FC236}">
                          <a16:creationId xmlns:a16="http://schemas.microsoft.com/office/drawing/2014/main" id="{C20D16B9-70D4-D9CB-3C15-AE13171B7C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7" name="타원 86">
                      <a:extLst>
                        <a:ext uri="{FF2B5EF4-FFF2-40B4-BE49-F238E27FC236}">
                          <a16:creationId xmlns:a16="http://schemas.microsoft.com/office/drawing/2014/main" id="{53320EC3-4A0A-38AB-E5B9-D88A3C6BCE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8" name="타원 87">
                      <a:extLst>
                        <a:ext uri="{FF2B5EF4-FFF2-40B4-BE49-F238E27FC236}">
                          <a16:creationId xmlns:a16="http://schemas.microsoft.com/office/drawing/2014/main" id="{F6D45FBC-2B4C-4BC8-8B6D-71E128F2DA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9" name="타원 88">
                      <a:extLst>
                        <a:ext uri="{FF2B5EF4-FFF2-40B4-BE49-F238E27FC236}">
                          <a16:creationId xmlns:a16="http://schemas.microsoft.com/office/drawing/2014/main" id="{D006BCCA-17FD-183E-38DC-DAA056CADF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DA69B09E-93A9-B485-DA11-275796E0F015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64" name="타원 63">
                    <a:extLst>
                      <a:ext uri="{FF2B5EF4-FFF2-40B4-BE49-F238E27FC236}">
                        <a16:creationId xmlns:a16="http://schemas.microsoft.com/office/drawing/2014/main" id="{6207E3BB-C4CD-11AB-E6A9-D98D2D8F8153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65" name="그룹 64">
                    <a:extLst>
                      <a:ext uri="{FF2B5EF4-FFF2-40B4-BE49-F238E27FC236}">
                        <a16:creationId xmlns:a16="http://schemas.microsoft.com/office/drawing/2014/main" id="{A0905668-BBF2-4A40-C237-AE817E17B57F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75" name="사각형: 둥근 모서리 74">
                      <a:extLst>
                        <a:ext uri="{FF2B5EF4-FFF2-40B4-BE49-F238E27FC236}">
                          <a16:creationId xmlns:a16="http://schemas.microsoft.com/office/drawing/2014/main" id="{B49DB09A-2969-301E-2F0B-1EECBFAFF0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76" name="그룹 75">
                      <a:extLst>
                        <a:ext uri="{FF2B5EF4-FFF2-40B4-BE49-F238E27FC236}">
                          <a16:creationId xmlns:a16="http://schemas.microsoft.com/office/drawing/2014/main" id="{3E2B72C8-8F4E-7139-B775-64814AA2CC7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78" name="타원 77">
                        <a:extLst>
                          <a:ext uri="{FF2B5EF4-FFF2-40B4-BE49-F238E27FC236}">
                            <a16:creationId xmlns:a16="http://schemas.microsoft.com/office/drawing/2014/main" id="{925F718A-A119-B666-45DC-507A28C984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79" name="타원 78">
                        <a:extLst>
                          <a:ext uri="{FF2B5EF4-FFF2-40B4-BE49-F238E27FC236}">
                            <a16:creationId xmlns:a16="http://schemas.microsoft.com/office/drawing/2014/main" id="{C52AF101-8036-E9DD-A8B8-2471C37E34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80" name="타원 79">
                        <a:extLst>
                          <a:ext uri="{FF2B5EF4-FFF2-40B4-BE49-F238E27FC236}">
                            <a16:creationId xmlns:a16="http://schemas.microsoft.com/office/drawing/2014/main" id="{6DC8468B-630E-97C7-C566-C7C5D297B5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77" name="타원 76">
                      <a:extLst>
                        <a:ext uri="{FF2B5EF4-FFF2-40B4-BE49-F238E27FC236}">
                          <a16:creationId xmlns:a16="http://schemas.microsoft.com/office/drawing/2014/main" id="{2EDD38AC-5989-C55C-43C3-EEE08761FB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66" name="타원 65">
                    <a:extLst>
                      <a:ext uri="{FF2B5EF4-FFF2-40B4-BE49-F238E27FC236}">
                        <a16:creationId xmlns:a16="http://schemas.microsoft.com/office/drawing/2014/main" id="{08275A1D-6505-F210-01B4-C4AA97B58B8D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7" name="타원 66">
                    <a:extLst>
                      <a:ext uri="{FF2B5EF4-FFF2-40B4-BE49-F238E27FC236}">
                        <a16:creationId xmlns:a16="http://schemas.microsoft.com/office/drawing/2014/main" id="{62180BA3-6AD2-439C-70AF-072CF9405270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E681F155-8C77-E2B2-CFA8-7DB4DA665DFB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70" name="직선 연결선 69">
                    <a:extLst>
                      <a:ext uri="{FF2B5EF4-FFF2-40B4-BE49-F238E27FC236}">
                        <a16:creationId xmlns:a16="http://schemas.microsoft.com/office/drawing/2014/main" id="{85377367-F923-B700-8EF6-C2D62D3399B8}"/>
                      </a:ext>
                    </a:extLst>
                  </p:cNvPr>
                  <p:cNvCxnSpPr>
                    <a:cxnSpLocks/>
                    <a:endCxn id="6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직선 연결선 70">
                    <a:extLst>
                      <a:ext uri="{FF2B5EF4-FFF2-40B4-BE49-F238E27FC236}">
                        <a16:creationId xmlns:a16="http://schemas.microsoft.com/office/drawing/2014/main" id="{D811C087-7547-8545-02A2-85FEAD9A4640}"/>
                      </a:ext>
                    </a:extLst>
                  </p:cNvPr>
                  <p:cNvCxnSpPr>
                    <a:cxnSpLocks/>
                    <a:stCxn id="64" idx="7"/>
                    <a:endCxn id="6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직선 연결선 71">
                    <a:extLst>
                      <a:ext uri="{FF2B5EF4-FFF2-40B4-BE49-F238E27FC236}">
                        <a16:creationId xmlns:a16="http://schemas.microsoft.com/office/drawing/2014/main" id="{C120CD09-099C-87A7-1518-A3456B4A66CA}"/>
                      </a:ext>
                    </a:extLst>
                  </p:cNvPr>
                  <p:cNvCxnSpPr>
                    <a:cxnSpLocks/>
                    <a:stCxn id="67" idx="1"/>
                    <a:endCxn id="6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직선 연결선 72">
                    <a:extLst>
                      <a:ext uri="{FF2B5EF4-FFF2-40B4-BE49-F238E27FC236}">
                        <a16:creationId xmlns:a16="http://schemas.microsoft.com/office/drawing/2014/main" id="{51C4F955-BC76-F51D-B319-A2D48E954901}"/>
                      </a:ext>
                    </a:extLst>
                  </p:cNvPr>
                  <p:cNvCxnSpPr>
                    <a:cxnSpLocks/>
                    <a:stCxn id="69" idx="7"/>
                    <a:endCxn id="6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054CC2AC-99E6-CC07-1904-BC1267C196D1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50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</a:t>
                </a:r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464CA36-9A4C-0CDF-CD91-680FC7B1D052}"/>
              </a:ext>
            </a:extLst>
          </p:cNvPr>
          <p:cNvGrpSpPr/>
          <p:nvPr/>
        </p:nvGrpSpPr>
        <p:grpSpPr>
          <a:xfrm>
            <a:off x="8322227" y="4608306"/>
            <a:ext cx="1087101" cy="426287"/>
            <a:chOff x="8303614" y="4440472"/>
            <a:chExt cx="1140658" cy="471479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F807460-2BE7-BB96-EB57-308BFBA9AE99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1" name="곱하기 기호 20">
              <a:extLst>
                <a:ext uri="{FF2B5EF4-FFF2-40B4-BE49-F238E27FC236}">
                  <a16:creationId xmlns:a16="http://schemas.microsoft.com/office/drawing/2014/main" id="{24DC0625-7912-E86C-901A-4577D341BD85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23" name="Google Shape;295;p20">
            <a:extLst>
              <a:ext uri="{FF2B5EF4-FFF2-40B4-BE49-F238E27FC236}">
                <a16:creationId xmlns:a16="http://schemas.microsoft.com/office/drawing/2014/main" id="{C933A19C-5C5F-B030-128C-952032DBEB8E}"/>
              </a:ext>
            </a:extLst>
          </p:cNvPr>
          <p:cNvCxnSpPr>
            <a:cxnSpLocks/>
            <a:stCxn id="145" idx="2"/>
            <a:endCxn id="20" idx="0"/>
          </p:cNvCxnSpPr>
          <p:nvPr/>
        </p:nvCxnSpPr>
        <p:spPr>
          <a:xfrm>
            <a:off x="7861214" y="3980995"/>
            <a:ext cx="1004564" cy="62731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46FADFD-2B3E-9F06-7A85-F0E204780A66}"/>
              </a:ext>
            </a:extLst>
          </p:cNvPr>
          <p:cNvGrpSpPr/>
          <p:nvPr/>
        </p:nvGrpSpPr>
        <p:grpSpPr>
          <a:xfrm>
            <a:off x="10112662" y="4608306"/>
            <a:ext cx="1087101" cy="426287"/>
            <a:chOff x="8303614" y="4440472"/>
            <a:chExt cx="1140658" cy="471479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8548233-CDD1-5B71-476E-E48EC8F06DFF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7DADCF26-2FD7-884D-A30B-BD9333402338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7" name="Google Shape;295;p20">
            <a:extLst>
              <a:ext uri="{FF2B5EF4-FFF2-40B4-BE49-F238E27FC236}">
                <a16:creationId xmlns:a16="http://schemas.microsoft.com/office/drawing/2014/main" id="{5E763163-6488-A76A-3A1A-4EF207B8C0A8}"/>
              </a:ext>
            </a:extLst>
          </p:cNvPr>
          <p:cNvCxnSpPr>
            <a:cxnSpLocks/>
            <a:stCxn id="144" idx="2"/>
            <a:endCxn id="32" idx="0"/>
          </p:cNvCxnSpPr>
          <p:nvPr/>
        </p:nvCxnSpPr>
        <p:spPr>
          <a:xfrm>
            <a:off x="10353395" y="4151996"/>
            <a:ext cx="302818" cy="45631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CFC0E54D-84BC-27DE-36CA-B71588FD7EB9}"/>
              </a:ext>
            </a:extLst>
          </p:cNvPr>
          <p:cNvGrpSpPr/>
          <p:nvPr/>
        </p:nvGrpSpPr>
        <p:grpSpPr>
          <a:xfrm>
            <a:off x="785285" y="4608306"/>
            <a:ext cx="1735574" cy="756226"/>
            <a:chOff x="6883318" y="3224769"/>
            <a:chExt cx="1955792" cy="756226"/>
          </a:xfrm>
        </p:grpSpPr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220BB3AB-22B4-6DF3-C5E3-04AE4EA188C9}"/>
                </a:ext>
              </a:extLst>
            </p:cNvPr>
            <p:cNvSpPr/>
            <p:nvPr/>
          </p:nvSpPr>
          <p:spPr bwMode="auto">
            <a:xfrm>
              <a:off x="6883318" y="3224769"/>
              <a:ext cx="1955792" cy="756226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3B91F4B-A009-ACF8-2067-5ECA49C73B24}"/>
                </a:ext>
              </a:extLst>
            </p:cNvPr>
            <p:cNvSpPr txBox="1"/>
            <p:nvPr/>
          </p:nvSpPr>
          <p:spPr>
            <a:xfrm>
              <a:off x="6945335" y="3224769"/>
              <a:ext cx="1831758" cy="347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1-1</a:t>
              </a:r>
            </a:p>
          </p:txBody>
        </p: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CD877741-D674-5488-5B38-E6D50F10F4F6}"/>
                </a:ext>
              </a:extLst>
            </p:cNvPr>
            <p:cNvGrpSpPr/>
            <p:nvPr/>
          </p:nvGrpSpPr>
          <p:grpSpPr>
            <a:xfrm>
              <a:off x="6982706" y="3549440"/>
              <a:ext cx="1757016" cy="365703"/>
              <a:chOff x="9133527" y="3725979"/>
              <a:chExt cx="2204162" cy="954834"/>
            </a:xfrm>
          </p:grpSpPr>
          <p:sp>
            <p:nvSpPr>
              <p:cNvPr id="147" name="사각형: 둥근 모서리 146">
                <a:extLst>
                  <a:ext uri="{FF2B5EF4-FFF2-40B4-BE49-F238E27FC236}">
                    <a16:creationId xmlns:a16="http://schemas.microsoft.com/office/drawing/2014/main" id="{43B4CEAF-B232-1C27-A9CB-FE1AC097650B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48" name="그룹 147">
                <a:extLst>
                  <a:ext uri="{FF2B5EF4-FFF2-40B4-BE49-F238E27FC236}">
                    <a16:creationId xmlns:a16="http://schemas.microsoft.com/office/drawing/2014/main" id="{3DE5F094-0334-0A87-6B3B-8D2BD8F21BF6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49" name="그룹 148">
                  <a:extLst>
                    <a:ext uri="{FF2B5EF4-FFF2-40B4-BE49-F238E27FC236}">
                      <a16:creationId xmlns:a16="http://schemas.microsoft.com/office/drawing/2014/main" id="{07FD2271-777E-3C24-B732-2C6EBEF46C22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54" name="사각형: 둥근 모서리 153">
                    <a:extLst>
                      <a:ext uri="{FF2B5EF4-FFF2-40B4-BE49-F238E27FC236}">
                        <a16:creationId xmlns:a16="http://schemas.microsoft.com/office/drawing/2014/main" id="{A59B0935-3075-F4A4-C1DC-F4089ABC6BB7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55" name="타원 154">
                    <a:extLst>
                      <a:ext uri="{FF2B5EF4-FFF2-40B4-BE49-F238E27FC236}">
                        <a16:creationId xmlns:a16="http://schemas.microsoft.com/office/drawing/2014/main" id="{5ED496F2-F1BA-6880-6FB7-05D55750CD62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50" name="그룹 149">
                  <a:extLst>
                    <a:ext uri="{FF2B5EF4-FFF2-40B4-BE49-F238E27FC236}">
                      <a16:creationId xmlns:a16="http://schemas.microsoft.com/office/drawing/2014/main" id="{B7EAA9BC-22B5-9FAE-C1DC-ED86157DD97E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52" name="사각형: 둥근 모서리 151">
                    <a:extLst>
                      <a:ext uri="{FF2B5EF4-FFF2-40B4-BE49-F238E27FC236}">
                        <a16:creationId xmlns:a16="http://schemas.microsoft.com/office/drawing/2014/main" id="{3A1D5ACB-7703-0C0C-CE7D-ED657FDA7B0E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53" name="타원 152">
                    <a:extLst>
                      <a:ext uri="{FF2B5EF4-FFF2-40B4-BE49-F238E27FC236}">
                        <a16:creationId xmlns:a16="http://schemas.microsoft.com/office/drawing/2014/main" id="{A85C8C3B-8827-7D1C-47E3-AEB8ED8995DD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51" name="직선 연결선 150">
                  <a:extLst>
                    <a:ext uri="{FF2B5EF4-FFF2-40B4-BE49-F238E27FC236}">
                      <a16:creationId xmlns:a16="http://schemas.microsoft.com/office/drawing/2014/main" id="{8BD5BEE8-D742-9184-6580-9AF11B791163}"/>
                    </a:ext>
                  </a:extLst>
                </p:cNvPr>
                <p:cNvCxnSpPr>
                  <a:cxnSpLocks/>
                  <a:stCxn id="155" idx="0"/>
                  <a:endCxn id="153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157" name="Google Shape;295;p20">
            <a:extLst>
              <a:ext uri="{FF2B5EF4-FFF2-40B4-BE49-F238E27FC236}">
                <a16:creationId xmlns:a16="http://schemas.microsoft.com/office/drawing/2014/main" id="{029D255E-AA15-B806-9E05-096A30EAA9B8}"/>
              </a:ext>
            </a:extLst>
          </p:cNvPr>
          <p:cNvCxnSpPr>
            <a:cxnSpLocks/>
            <a:stCxn id="14" idx="2"/>
            <a:endCxn id="95" idx="0"/>
          </p:cNvCxnSpPr>
          <p:nvPr/>
        </p:nvCxnSpPr>
        <p:spPr>
          <a:xfrm flipH="1">
            <a:off x="1653072" y="3985290"/>
            <a:ext cx="1223782" cy="6230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95CCE216-1C3C-7BCB-5B86-18D79280A03C}"/>
              </a:ext>
            </a:extLst>
          </p:cNvPr>
          <p:cNvGrpSpPr/>
          <p:nvPr/>
        </p:nvGrpSpPr>
        <p:grpSpPr>
          <a:xfrm>
            <a:off x="3224193" y="4608306"/>
            <a:ext cx="1735574" cy="979533"/>
            <a:chOff x="4329432" y="3224769"/>
            <a:chExt cx="2079204" cy="979533"/>
          </a:xfrm>
        </p:grpSpPr>
        <p:sp>
          <p:nvSpPr>
            <p:cNvPr id="179" name="사각형: 둥근 모서리 178">
              <a:extLst>
                <a:ext uri="{FF2B5EF4-FFF2-40B4-BE49-F238E27FC236}">
                  <a16:creationId xmlns:a16="http://schemas.microsoft.com/office/drawing/2014/main" id="{0B844C20-2DEF-09E0-32E2-C54A41E1696F}"/>
                </a:ext>
              </a:extLst>
            </p:cNvPr>
            <p:cNvSpPr/>
            <p:nvPr/>
          </p:nvSpPr>
          <p:spPr bwMode="auto">
            <a:xfrm>
              <a:off x="4329432" y="3224770"/>
              <a:ext cx="2079204" cy="979532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EFD6A4BD-3274-AC25-2175-914346404D00}"/>
                </a:ext>
              </a:extLst>
            </p:cNvPr>
            <p:cNvSpPr txBox="1"/>
            <p:nvPr/>
          </p:nvSpPr>
          <p:spPr>
            <a:xfrm>
              <a:off x="4331543" y="3224769"/>
              <a:ext cx="2074982" cy="347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1-2</a:t>
              </a:r>
            </a:p>
          </p:txBody>
        </p: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809EFCC2-2791-F284-C00D-93D395AFFA41}"/>
                </a:ext>
              </a:extLst>
            </p:cNvPr>
            <p:cNvGrpSpPr/>
            <p:nvPr/>
          </p:nvGrpSpPr>
          <p:grpSpPr>
            <a:xfrm>
              <a:off x="4490526" y="3549440"/>
              <a:ext cx="1757016" cy="570710"/>
              <a:chOff x="9133527" y="2187491"/>
              <a:chExt cx="2204162" cy="1441156"/>
            </a:xfrm>
          </p:grpSpPr>
          <p:sp>
            <p:nvSpPr>
              <p:cNvPr id="182" name="사각형: 둥근 모서리 181">
                <a:extLst>
                  <a:ext uri="{FF2B5EF4-FFF2-40B4-BE49-F238E27FC236}">
                    <a16:creationId xmlns:a16="http://schemas.microsoft.com/office/drawing/2014/main" id="{14AF548B-0F88-1C9A-1651-09CEBD61BBAF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/>
              </a:p>
            </p:txBody>
          </p:sp>
          <p:grpSp>
            <p:nvGrpSpPr>
              <p:cNvPr id="183" name="그룹 182">
                <a:extLst>
                  <a:ext uri="{FF2B5EF4-FFF2-40B4-BE49-F238E27FC236}">
                    <a16:creationId xmlns:a16="http://schemas.microsoft.com/office/drawing/2014/main" id="{CAB9DBC9-D3BB-0DA6-9316-EC0B4D8F9BD2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84" name="직선 연결선 183">
                  <a:extLst>
                    <a:ext uri="{FF2B5EF4-FFF2-40B4-BE49-F238E27FC236}">
                      <a16:creationId xmlns:a16="http://schemas.microsoft.com/office/drawing/2014/main" id="{86B79F12-FDE9-A524-25AB-815D8067347C}"/>
                    </a:ext>
                  </a:extLst>
                </p:cNvPr>
                <p:cNvCxnSpPr>
                  <a:cxnSpLocks/>
                  <a:stCxn id="192" idx="2"/>
                  <a:endCxn id="188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85" name="그룹 184">
                  <a:extLst>
                    <a:ext uri="{FF2B5EF4-FFF2-40B4-BE49-F238E27FC236}">
                      <a16:creationId xmlns:a16="http://schemas.microsoft.com/office/drawing/2014/main" id="{D7664FD5-9F4F-35A5-0813-DBD73673479F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92" name="사각형: 둥근 모서리 191">
                    <a:extLst>
                      <a:ext uri="{FF2B5EF4-FFF2-40B4-BE49-F238E27FC236}">
                        <a16:creationId xmlns:a16="http://schemas.microsoft.com/office/drawing/2014/main" id="{6D64A97C-0B77-597C-00CE-E65F5A2CC8B4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93" name="사각형: 둥근 모서리 192">
                    <a:extLst>
                      <a:ext uri="{FF2B5EF4-FFF2-40B4-BE49-F238E27FC236}">
                        <a16:creationId xmlns:a16="http://schemas.microsoft.com/office/drawing/2014/main" id="{7C1CF16B-6FBA-E092-0726-95558725C404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86" name="그룹 185">
                  <a:extLst>
                    <a:ext uri="{FF2B5EF4-FFF2-40B4-BE49-F238E27FC236}">
                      <a16:creationId xmlns:a16="http://schemas.microsoft.com/office/drawing/2014/main" id="{BC5AA1A4-061B-1D27-C847-C30E514DBE0B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90" name="사각형: 둥근 모서리 189">
                    <a:extLst>
                      <a:ext uri="{FF2B5EF4-FFF2-40B4-BE49-F238E27FC236}">
                        <a16:creationId xmlns:a16="http://schemas.microsoft.com/office/drawing/2014/main" id="{AC5EB9FB-07B9-6CB7-01B0-257F22FFD5ED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91" name="사각형: 둥근 모서리 190">
                    <a:extLst>
                      <a:ext uri="{FF2B5EF4-FFF2-40B4-BE49-F238E27FC236}">
                        <a16:creationId xmlns:a16="http://schemas.microsoft.com/office/drawing/2014/main" id="{98CA57D8-7AA4-5D8B-76A0-D32DEB5740E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187" name="그룹 186">
                  <a:extLst>
                    <a:ext uri="{FF2B5EF4-FFF2-40B4-BE49-F238E27FC236}">
                      <a16:creationId xmlns:a16="http://schemas.microsoft.com/office/drawing/2014/main" id="{FF928E7E-1B31-021A-23D6-67F94A4360E4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88" name="타원 187">
                    <a:extLst>
                      <a:ext uri="{FF2B5EF4-FFF2-40B4-BE49-F238E27FC236}">
                        <a16:creationId xmlns:a16="http://schemas.microsoft.com/office/drawing/2014/main" id="{C95E0CB0-A8EC-4253-596E-8EF05D2BD648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>
                      <a:latin typeface="+mj-ea"/>
                    </a:endParaRPr>
                  </a:p>
                </p:txBody>
              </p:sp>
              <p:sp>
                <p:nvSpPr>
                  <p:cNvPr id="189" name="사각형: 둥근 모서리 188">
                    <a:extLst>
                      <a:ext uri="{FF2B5EF4-FFF2-40B4-BE49-F238E27FC236}">
                        <a16:creationId xmlns:a16="http://schemas.microsoft.com/office/drawing/2014/main" id="{93ED9F8B-B88A-E822-AE9A-58FF27A08A61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</p:grpSp>
      </p:grpSp>
      <p:grpSp>
        <p:nvGrpSpPr>
          <p:cNvPr id="194" name="그룹 193">
            <a:extLst>
              <a:ext uri="{FF2B5EF4-FFF2-40B4-BE49-F238E27FC236}">
                <a16:creationId xmlns:a16="http://schemas.microsoft.com/office/drawing/2014/main" id="{B38FCFEA-F3F3-FDA4-1945-59679CE9F86A}"/>
              </a:ext>
            </a:extLst>
          </p:cNvPr>
          <p:cNvGrpSpPr/>
          <p:nvPr/>
        </p:nvGrpSpPr>
        <p:grpSpPr>
          <a:xfrm>
            <a:off x="5663101" y="4608306"/>
            <a:ext cx="1955792" cy="760521"/>
            <a:chOff x="1898958" y="3224769"/>
            <a:chExt cx="1955792" cy="760521"/>
          </a:xfrm>
        </p:grpSpPr>
        <p:sp>
          <p:nvSpPr>
            <p:cNvPr id="195" name="사각형: 둥근 모서리 194">
              <a:extLst>
                <a:ext uri="{FF2B5EF4-FFF2-40B4-BE49-F238E27FC236}">
                  <a16:creationId xmlns:a16="http://schemas.microsoft.com/office/drawing/2014/main" id="{2454B70C-44BB-217C-9AB8-13181325C038}"/>
                </a:ext>
              </a:extLst>
            </p:cNvPr>
            <p:cNvSpPr/>
            <p:nvPr/>
          </p:nvSpPr>
          <p:spPr bwMode="auto">
            <a:xfrm>
              <a:off x="1898958" y="3224769"/>
              <a:ext cx="1955792" cy="760521"/>
            </a:xfrm>
            <a:prstGeom prst="roundRect">
              <a:avLst>
                <a:gd name="adj" fmla="val 10205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1E0989E2-63F5-CBA3-B472-CC3C4AE63826}"/>
                </a:ext>
              </a:extLst>
            </p:cNvPr>
            <p:cNvSpPr txBox="1"/>
            <p:nvPr/>
          </p:nvSpPr>
          <p:spPr>
            <a:xfrm>
              <a:off x="2036560" y="3224769"/>
              <a:ext cx="168058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2-1</a:t>
              </a:r>
            </a:p>
          </p:txBody>
        </p:sp>
        <p:grpSp>
          <p:nvGrpSpPr>
            <p:cNvPr id="197" name="그룹 196">
              <a:extLst>
                <a:ext uri="{FF2B5EF4-FFF2-40B4-BE49-F238E27FC236}">
                  <a16:creationId xmlns:a16="http://schemas.microsoft.com/office/drawing/2014/main" id="{FECB1790-90E6-9597-A083-F92B0DB739AD}"/>
                </a:ext>
              </a:extLst>
            </p:cNvPr>
            <p:cNvGrpSpPr/>
            <p:nvPr/>
          </p:nvGrpSpPr>
          <p:grpSpPr>
            <a:xfrm>
              <a:off x="1998346" y="3557957"/>
              <a:ext cx="1757016" cy="353080"/>
              <a:chOff x="9133527" y="1125845"/>
              <a:chExt cx="2204162" cy="904189"/>
            </a:xfrm>
          </p:grpSpPr>
          <p:sp>
            <p:nvSpPr>
              <p:cNvPr id="198" name="사각형: 둥근 모서리 197">
                <a:extLst>
                  <a:ext uri="{FF2B5EF4-FFF2-40B4-BE49-F238E27FC236}">
                    <a16:creationId xmlns:a16="http://schemas.microsoft.com/office/drawing/2014/main" id="{D6BA448E-B483-CF34-B5F0-CDB156E1C69E}"/>
                  </a:ext>
                </a:extLst>
              </p:cNvPr>
              <p:cNvSpPr/>
              <p:nvPr/>
            </p:nvSpPr>
            <p:spPr>
              <a:xfrm>
                <a:off x="9133527" y="1125845"/>
                <a:ext cx="2204162" cy="90418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99" name="그룹 198">
                <a:extLst>
                  <a:ext uri="{FF2B5EF4-FFF2-40B4-BE49-F238E27FC236}">
                    <a16:creationId xmlns:a16="http://schemas.microsoft.com/office/drawing/2014/main" id="{E756A180-4385-816A-9757-8113D59B41F0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200" name="그룹 199">
                  <a:extLst>
                    <a:ext uri="{FF2B5EF4-FFF2-40B4-BE49-F238E27FC236}">
                      <a16:creationId xmlns:a16="http://schemas.microsoft.com/office/drawing/2014/main" id="{AA127BE2-077A-D97D-C99D-C6B79272D66C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205" name="사각형: 둥근 모서리 204">
                    <a:extLst>
                      <a:ext uri="{FF2B5EF4-FFF2-40B4-BE49-F238E27FC236}">
                        <a16:creationId xmlns:a16="http://schemas.microsoft.com/office/drawing/2014/main" id="{BADEFF39-15B1-B23F-8347-DB7FF349174F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06" name="사각형: 둥근 모서리 205">
                    <a:extLst>
                      <a:ext uri="{FF2B5EF4-FFF2-40B4-BE49-F238E27FC236}">
                        <a16:creationId xmlns:a16="http://schemas.microsoft.com/office/drawing/2014/main" id="{5694BC58-74AE-8103-A49C-346121D48051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  <p:grpSp>
              <p:nvGrpSpPr>
                <p:cNvPr id="201" name="그룹 200">
                  <a:extLst>
                    <a:ext uri="{FF2B5EF4-FFF2-40B4-BE49-F238E27FC236}">
                      <a16:creationId xmlns:a16="http://schemas.microsoft.com/office/drawing/2014/main" id="{7B57157F-0D5C-40CB-B0DD-02EB19C53D79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203" name="사각형: 둥근 모서리 202">
                    <a:extLst>
                      <a:ext uri="{FF2B5EF4-FFF2-40B4-BE49-F238E27FC236}">
                        <a16:creationId xmlns:a16="http://schemas.microsoft.com/office/drawing/2014/main" id="{3B380144-31D2-AE32-1139-FD55B6C15979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04" name="사각형: 둥근 모서리 203">
                    <a:extLst>
                      <a:ext uri="{FF2B5EF4-FFF2-40B4-BE49-F238E27FC236}">
                        <a16:creationId xmlns:a16="http://schemas.microsoft.com/office/drawing/2014/main" id="{6EA59F26-2070-6199-00CE-4D579813E0DA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altLang="ko-KR" sz="800" dirty="0"/>
                  </a:p>
                </p:txBody>
              </p:sp>
            </p:grpSp>
            <p:cxnSp>
              <p:nvCxnSpPr>
                <p:cNvPr id="202" name="직선 연결선 201">
                  <a:extLst>
                    <a:ext uri="{FF2B5EF4-FFF2-40B4-BE49-F238E27FC236}">
                      <a16:creationId xmlns:a16="http://schemas.microsoft.com/office/drawing/2014/main" id="{1A68AEA4-9A83-FED8-772B-4D78D0DD5311}"/>
                    </a:ext>
                  </a:extLst>
                </p:cNvPr>
                <p:cNvCxnSpPr>
                  <a:stCxn id="205" idx="2"/>
                  <a:endCxn id="203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207" name="Google Shape;295;p20">
            <a:extLst>
              <a:ext uri="{FF2B5EF4-FFF2-40B4-BE49-F238E27FC236}">
                <a16:creationId xmlns:a16="http://schemas.microsoft.com/office/drawing/2014/main" id="{C8FDC074-347B-331A-C8AA-67D667183544}"/>
              </a:ext>
            </a:extLst>
          </p:cNvPr>
          <p:cNvCxnSpPr>
            <a:cxnSpLocks/>
            <a:stCxn id="14" idx="2"/>
            <a:endCxn id="180" idx="0"/>
          </p:cNvCxnSpPr>
          <p:nvPr/>
        </p:nvCxnSpPr>
        <p:spPr>
          <a:xfrm>
            <a:off x="2876854" y="3985290"/>
            <a:ext cx="1215126" cy="6230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0" name="Google Shape;295;p20">
            <a:extLst>
              <a:ext uri="{FF2B5EF4-FFF2-40B4-BE49-F238E27FC236}">
                <a16:creationId xmlns:a16="http://schemas.microsoft.com/office/drawing/2014/main" id="{0F6B81AB-CB6D-A9DA-71EA-D365867A18F0}"/>
              </a:ext>
            </a:extLst>
          </p:cNvPr>
          <p:cNvCxnSpPr>
            <a:cxnSpLocks/>
            <a:stCxn id="34" idx="2"/>
            <a:endCxn id="195" idx="0"/>
          </p:cNvCxnSpPr>
          <p:nvPr/>
        </p:nvCxnSpPr>
        <p:spPr>
          <a:xfrm>
            <a:off x="5369034" y="4204302"/>
            <a:ext cx="1271963" cy="404004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1EEC3385-D79B-CD28-2492-856B26FB6307}"/>
              </a:ext>
            </a:extLst>
          </p:cNvPr>
          <p:cNvGrpSpPr/>
          <p:nvPr/>
        </p:nvGrpSpPr>
        <p:grpSpPr>
          <a:xfrm>
            <a:off x="298775" y="1929387"/>
            <a:ext cx="3511310" cy="902330"/>
            <a:chOff x="496184" y="5500685"/>
            <a:chExt cx="2348707" cy="701423"/>
          </a:xfrm>
        </p:grpSpPr>
        <p:sp>
          <p:nvSpPr>
            <p:cNvPr id="215" name="사각형: 둥근 모서리 214">
              <a:extLst>
                <a:ext uri="{FF2B5EF4-FFF2-40B4-BE49-F238E27FC236}">
                  <a16:creationId xmlns:a16="http://schemas.microsoft.com/office/drawing/2014/main" id="{A60DC7B6-DCE4-421D-218C-E8680307A2FC}"/>
                </a:ext>
              </a:extLst>
            </p:cNvPr>
            <p:cNvSpPr/>
            <p:nvPr/>
          </p:nvSpPr>
          <p:spPr>
            <a:xfrm>
              <a:off x="731081" y="5749188"/>
              <a:ext cx="2113810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dirty="0">
                  <a:solidFill>
                    <a:schemeClr val="accent1"/>
                  </a:solidFill>
                  <a:latin typeface="Hyundai Sans Text Pro Medium" panose="020B0604040000000000" pitchFamily="34" charset="-127"/>
                  <a:ea typeface="Hyundai Sans Text Pro Medium" panose="020B0604040000000000" pitchFamily="34" charset="-127"/>
                </a:rPr>
                <a:t>조립 가능 후보 확인 시스템 </a:t>
              </a:r>
              <a:r>
                <a:rPr lang="en-US" altLang="ko-KR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216" name="그룹 215">
              <a:extLst>
                <a:ext uri="{FF2B5EF4-FFF2-40B4-BE49-F238E27FC236}">
                  <a16:creationId xmlns:a16="http://schemas.microsoft.com/office/drawing/2014/main" id="{084D3805-5DFB-E0ED-847B-42CAF7DA1AA7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7" name="원통형 216">
                <a:extLst>
                  <a:ext uri="{FF2B5EF4-FFF2-40B4-BE49-F238E27FC236}">
                    <a16:creationId xmlns:a16="http://schemas.microsoft.com/office/drawing/2014/main" id="{05937098-F5DA-A8D0-1123-0112C1047E76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18" name="그래픽 217" descr="데이터베이스 단색으로 채워진">
                <a:extLst>
                  <a:ext uri="{FF2B5EF4-FFF2-40B4-BE49-F238E27FC236}">
                    <a16:creationId xmlns:a16="http://schemas.microsoft.com/office/drawing/2014/main" id="{7901AB47-13F5-3F6C-6D5B-E8595FDE27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22" name="TextBox 221">
            <a:extLst>
              <a:ext uri="{FF2B5EF4-FFF2-40B4-BE49-F238E27FC236}">
                <a16:creationId xmlns:a16="http://schemas.microsoft.com/office/drawing/2014/main" id="{9F04A6B2-734F-4D3D-6355-1B904BE8106E}"/>
              </a:ext>
            </a:extLst>
          </p:cNvPr>
          <p:cNvSpPr txBox="1"/>
          <p:nvPr/>
        </p:nvSpPr>
        <p:spPr>
          <a:xfrm>
            <a:off x="633362" y="5735278"/>
            <a:ext cx="10910872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평가를 통해 </a:t>
            </a:r>
            <a:r>
              <a:rPr lang="ko-KR" altLang="en-US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불가능한 </a:t>
            </a:r>
            <a:r>
              <a:rPr lang="en-US" altLang="ko-KR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Plan</a:t>
            </a:r>
            <a:r>
              <a:rPr lang="ko-KR" altLang="en-US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을 필터링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</a:t>
            </a:r>
            <a:endParaRPr lang="en-US" altLang="ko-KR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가능한 조립 후보들을 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en-US" altLang="ko-KR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다시 제안</a:t>
            </a:r>
          </a:p>
        </p:txBody>
      </p:sp>
    </p:spTree>
    <p:extLst>
      <p:ext uri="{BB962C8B-B14F-4D97-AF65-F5344CB8AC3E}">
        <p14:creationId xmlns:p14="http://schemas.microsoft.com/office/powerpoint/2010/main" val="3027177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12E32-D9BB-928E-111E-79D6C87E0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C277DF83-7D44-4307-AD41-D59E71609203}"/>
              </a:ext>
            </a:extLst>
          </p:cNvPr>
          <p:cNvSpPr/>
          <p:nvPr/>
        </p:nvSpPr>
        <p:spPr>
          <a:xfrm>
            <a:off x="203365" y="1139431"/>
            <a:ext cx="11785270" cy="5608896"/>
          </a:xfrm>
          <a:prstGeom prst="roundRect">
            <a:avLst>
              <a:gd name="adj" fmla="val 3238"/>
            </a:avLst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 sz="1000" dirty="0"/>
          </a:p>
        </p:txBody>
      </p:sp>
      <p:sp>
        <p:nvSpPr>
          <p:cNvPr id="16" name="AutoShape 176">
            <a:extLst>
              <a:ext uri="{FF2B5EF4-FFF2-40B4-BE49-F238E27FC236}">
                <a16:creationId xmlns:a16="http://schemas.microsoft.com/office/drawing/2014/main" id="{4DA2D093-0582-5B50-C919-EDD53AF124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350" y="1619805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④ </a:t>
            </a:r>
            <a:r>
              <a:rPr lang="ko-KR" altLang="en-US" sz="2000" b="1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반복 및 최종 결과 도출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BF3A4CC-4B60-84C3-D0A2-397364963D98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 </a:t>
            </a:r>
            <a:r>
              <a:rPr kumimoji="1" lang="ko-KR" altLang="en-US" sz="2400" b="1" dirty="0">
                <a:latin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</a:rPr>
              <a:t>: </a:t>
            </a:r>
            <a:r>
              <a:rPr kumimoji="1" lang="ko-KR" altLang="en-US" sz="2400" b="1" dirty="0">
                <a:latin typeface="+mj-ea"/>
              </a:rPr>
              <a:t>가능 </a:t>
            </a:r>
            <a:r>
              <a:rPr kumimoji="1" lang="en-US" altLang="ko-KR" sz="2400" b="1" dirty="0">
                <a:latin typeface="+mj-ea"/>
              </a:rPr>
              <a:t>Plan </a:t>
            </a:r>
            <a:r>
              <a:rPr kumimoji="1" lang="ko-KR" altLang="en-US" sz="2400" b="1" dirty="0">
                <a:latin typeface="+mj-ea"/>
              </a:rPr>
              <a:t>탐색 시스템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5C12BFC-52FF-A309-4486-C47192C3AE8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1">
            <a:extLst>
              <a:ext uri="{FF2B5EF4-FFF2-40B4-BE49-F238E27FC236}">
                <a16:creationId xmlns:a16="http://schemas.microsoft.com/office/drawing/2014/main" id="{05CCA24A-3D7C-DFB3-F653-000CD9205A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F8D6F865-D62E-04C8-5D58-A40D368E866A}"/>
              </a:ext>
            </a:extLst>
          </p:cNvPr>
          <p:cNvCxnSpPr>
            <a:cxnSpLocks/>
            <a:endCxn id="36" idx="0"/>
          </p:cNvCxnSpPr>
          <p:nvPr/>
        </p:nvCxnSpPr>
        <p:spPr>
          <a:xfrm flipH="1">
            <a:off x="5551917" y="1884464"/>
            <a:ext cx="878508" cy="412712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358ED514-3934-3C1C-9280-A5018557CE9A}"/>
              </a:ext>
            </a:extLst>
          </p:cNvPr>
          <p:cNvCxnSpPr>
            <a:cxnSpLocks/>
            <a:endCxn id="143" idx="0"/>
          </p:cNvCxnSpPr>
          <p:nvPr/>
        </p:nvCxnSpPr>
        <p:spPr>
          <a:xfrm>
            <a:off x="7498083" y="1615809"/>
            <a:ext cx="3038195" cy="68136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3B2B7D06-E284-DA65-02A3-28960836E1C1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3059737" y="1710440"/>
            <a:ext cx="3211944" cy="586736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6" name="Google Shape;295;p20">
            <a:extLst>
              <a:ext uri="{FF2B5EF4-FFF2-40B4-BE49-F238E27FC236}">
                <a16:creationId xmlns:a16="http://schemas.microsoft.com/office/drawing/2014/main" id="{260D859D-9984-4870-0041-5B6CD7BE39F8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7014273" y="1466588"/>
            <a:ext cx="1029824" cy="83058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AB71FC88-1DE6-FEE8-59B3-60EA08F51652}"/>
              </a:ext>
            </a:extLst>
          </p:cNvPr>
          <p:cNvGrpSpPr/>
          <p:nvPr/>
        </p:nvGrpSpPr>
        <p:grpSpPr>
          <a:xfrm>
            <a:off x="6148852" y="1171589"/>
            <a:ext cx="1588890" cy="1018429"/>
            <a:chOff x="6171613" y="2147201"/>
            <a:chExt cx="1588890" cy="1320890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058DDB22-0300-C201-83FE-AC86184EACDD}"/>
                </a:ext>
              </a:extLst>
            </p:cNvPr>
            <p:cNvGrpSpPr/>
            <p:nvPr/>
          </p:nvGrpSpPr>
          <p:grpSpPr>
            <a:xfrm>
              <a:off x="6171613" y="2147201"/>
              <a:ext cx="1588890" cy="1320890"/>
              <a:chOff x="4622299" y="1462393"/>
              <a:chExt cx="1780882" cy="813811"/>
            </a:xfrm>
          </p:grpSpPr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CE7B3135-8A20-56C5-3F9F-17480A87AD26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89D1CA-FF70-3046-CFF5-646A8D534385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CD1D5CD5-B3A1-DCA6-A5B3-F40ECD1C3159}"/>
                </a:ext>
              </a:extLst>
            </p:cNvPr>
            <p:cNvGrpSpPr/>
            <p:nvPr/>
          </p:nvGrpSpPr>
          <p:grpSpPr>
            <a:xfrm>
              <a:off x="6256020" y="2517180"/>
              <a:ext cx="1420077" cy="859212"/>
              <a:chOff x="567997" y="1152609"/>
              <a:chExt cx="1734024" cy="1329763"/>
            </a:xfrm>
          </p:grpSpPr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0B89CB3E-46AA-EF09-F0C4-42A72FF28146}"/>
                  </a:ext>
                </a:extLst>
              </p:cNvPr>
              <p:cNvGrpSpPr/>
              <p:nvPr/>
            </p:nvGrpSpPr>
            <p:grpSpPr>
              <a:xfrm>
                <a:off x="696016" y="1152609"/>
                <a:ext cx="1477987" cy="957071"/>
                <a:chOff x="1299418" y="1152609"/>
                <a:chExt cx="1544859" cy="1004487"/>
              </a:xfrm>
            </p:grpSpPr>
            <p:grpSp>
              <p:nvGrpSpPr>
                <p:cNvPr id="62" name="그룹 61">
                  <a:extLst>
                    <a:ext uri="{FF2B5EF4-FFF2-40B4-BE49-F238E27FC236}">
                      <a16:creationId xmlns:a16="http://schemas.microsoft.com/office/drawing/2014/main" id="{7A425404-C505-5CE9-4B98-F8AEC038132B}"/>
                    </a:ext>
                  </a:extLst>
                </p:cNvPr>
                <p:cNvGrpSpPr/>
                <p:nvPr/>
              </p:nvGrpSpPr>
              <p:grpSpPr>
                <a:xfrm>
                  <a:off x="1299418" y="1152609"/>
                  <a:ext cx="1544859" cy="265485"/>
                  <a:chOff x="6736302" y="1760258"/>
                  <a:chExt cx="5226969" cy="969351"/>
                </a:xfrm>
              </p:grpSpPr>
              <p:sp>
                <p:nvSpPr>
                  <p:cNvPr id="81" name="타원 80">
                    <a:extLst>
                      <a:ext uri="{FF2B5EF4-FFF2-40B4-BE49-F238E27FC236}">
                        <a16:creationId xmlns:a16="http://schemas.microsoft.com/office/drawing/2014/main" id="{5C1C7407-6556-5A07-0305-600BE83E0AC0}"/>
                      </a:ext>
                    </a:extLst>
                  </p:cNvPr>
                  <p:cNvSpPr/>
                  <p:nvPr/>
                </p:nvSpPr>
                <p:spPr>
                  <a:xfrm>
                    <a:off x="8860446" y="2062192"/>
                    <a:ext cx="1505785" cy="530042"/>
                  </a:xfrm>
                  <a:prstGeom prst="ellipse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82" name="타원 81">
                    <a:extLst>
                      <a:ext uri="{FF2B5EF4-FFF2-40B4-BE49-F238E27FC236}">
                        <a16:creationId xmlns:a16="http://schemas.microsoft.com/office/drawing/2014/main" id="{97616D4B-57A8-B44E-3D5A-24E31044162E}"/>
                      </a:ext>
                    </a:extLst>
                  </p:cNvPr>
                  <p:cNvSpPr/>
                  <p:nvPr/>
                </p:nvSpPr>
                <p:spPr>
                  <a:xfrm>
                    <a:off x="10573205" y="2100664"/>
                    <a:ext cx="1390066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83" name="직선 연결선 82">
                    <a:extLst>
                      <a:ext uri="{FF2B5EF4-FFF2-40B4-BE49-F238E27FC236}">
                        <a16:creationId xmlns:a16="http://schemas.microsoft.com/office/drawing/2014/main" id="{5F60C6B7-E967-2CCF-A9AE-802996C63C8D}"/>
                      </a:ext>
                    </a:extLst>
                  </p:cNvPr>
                  <p:cNvCxnSpPr>
                    <a:cxnSpLocks/>
                    <a:endCxn id="81" idx="2"/>
                  </p:cNvCxnSpPr>
                  <p:nvPr/>
                </p:nvCxnSpPr>
                <p:spPr>
                  <a:xfrm flipV="1">
                    <a:off x="8642340" y="2327213"/>
                    <a:ext cx="218106" cy="8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직선 연결선 83">
                    <a:extLst>
                      <a:ext uri="{FF2B5EF4-FFF2-40B4-BE49-F238E27FC236}">
                        <a16:creationId xmlns:a16="http://schemas.microsoft.com/office/drawing/2014/main" id="{87BD2DBC-7A63-BA5A-C1BC-56E3C0948D7E}"/>
                      </a:ext>
                    </a:extLst>
                  </p:cNvPr>
                  <p:cNvCxnSpPr>
                    <a:cxnSpLocks/>
                    <a:stCxn id="82" idx="2"/>
                    <a:endCxn id="81" idx="6"/>
                  </p:cNvCxnSpPr>
                  <p:nvPr/>
                </p:nvCxnSpPr>
                <p:spPr>
                  <a:xfrm flipH="1">
                    <a:off x="10366230" y="2324121"/>
                    <a:ext cx="206975" cy="3093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85" name="그룹 84">
                    <a:extLst>
                      <a:ext uri="{FF2B5EF4-FFF2-40B4-BE49-F238E27FC236}">
                        <a16:creationId xmlns:a16="http://schemas.microsoft.com/office/drawing/2014/main" id="{F8C891DE-CA1C-5331-72F9-79BA8FE9297C}"/>
                      </a:ext>
                    </a:extLst>
                  </p:cNvPr>
                  <p:cNvGrpSpPr/>
                  <p:nvPr/>
                </p:nvGrpSpPr>
                <p:grpSpPr>
                  <a:xfrm>
                    <a:off x="6736302" y="1760258"/>
                    <a:ext cx="1906038" cy="969351"/>
                    <a:chOff x="6399204" y="1325911"/>
                    <a:chExt cx="2157076" cy="1451500"/>
                  </a:xfrm>
                </p:grpSpPr>
                <p:sp>
                  <p:nvSpPr>
                    <p:cNvPr id="86" name="사각형: 둥근 모서리 85">
                      <a:extLst>
                        <a:ext uri="{FF2B5EF4-FFF2-40B4-BE49-F238E27FC236}">
                          <a16:creationId xmlns:a16="http://schemas.microsoft.com/office/drawing/2014/main" id="{4CA31EBF-B3C7-3B84-A7F1-CFD9771340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99204" y="1572343"/>
                      <a:ext cx="2157076" cy="1205068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7" name="타원 86">
                      <a:extLst>
                        <a:ext uri="{FF2B5EF4-FFF2-40B4-BE49-F238E27FC236}">
                          <a16:creationId xmlns:a16="http://schemas.microsoft.com/office/drawing/2014/main" id="{ACA5FA56-93D9-58C5-40D4-17214FF033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37025" y="1325911"/>
                      <a:ext cx="1704107" cy="524164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8" name="타원 87">
                      <a:extLst>
                        <a:ext uri="{FF2B5EF4-FFF2-40B4-BE49-F238E27FC236}">
                          <a16:creationId xmlns:a16="http://schemas.microsoft.com/office/drawing/2014/main" id="{EDC2E57E-0F57-8DAE-05D3-9E23162FB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29506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89" name="타원 88">
                      <a:extLst>
                        <a:ext uri="{FF2B5EF4-FFF2-40B4-BE49-F238E27FC236}">
                          <a16:creationId xmlns:a16="http://schemas.microsoft.com/office/drawing/2014/main" id="{A4E65E90-4F71-C58E-17A7-0F06B27672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4250" y="2000693"/>
                      <a:ext cx="890695" cy="635613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</p:grp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81E3F411-6D07-8032-E36C-2D83693E2B8B}"/>
                    </a:ext>
                  </a:extLst>
                </p:cNvPr>
                <p:cNvGrpSpPr/>
                <p:nvPr/>
              </p:nvGrpSpPr>
              <p:grpSpPr>
                <a:xfrm>
                  <a:off x="1534393" y="1557538"/>
                  <a:ext cx="1104463" cy="599558"/>
                  <a:chOff x="7075904" y="3613607"/>
                  <a:chExt cx="4835651" cy="2832789"/>
                </a:xfrm>
              </p:grpSpPr>
              <p:sp>
                <p:nvSpPr>
                  <p:cNvPr id="64" name="타원 63">
                    <a:extLst>
                      <a:ext uri="{FF2B5EF4-FFF2-40B4-BE49-F238E27FC236}">
                        <a16:creationId xmlns:a16="http://schemas.microsoft.com/office/drawing/2014/main" id="{2F241591-683E-7568-02F8-AA93BBBB61A8}"/>
                      </a:ext>
                    </a:extLst>
                  </p:cNvPr>
                  <p:cNvSpPr/>
                  <p:nvPr/>
                </p:nvSpPr>
                <p:spPr>
                  <a:xfrm>
                    <a:off x="8860446" y="5411163"/>
                    <a:ext cx="1505785" cy="530042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65" name="그룹 64">
                    <a:extLst>
                      <a:ext uri="{FF2B5EF4-FFF2-40B4-BE49-F238E27FC236}">
                        <a16:creationId xmlns:a16="http://schemas.microsoft.com/office/drawing/2014/main" id="{D1810BA1-72B0-1A14-B704-0C55B9EE996A}"/>
                      </a:ext>
                    </a:extLst>
                  </p:cNvPr>
                  <p:cNvGrpSpPr/>
                  <p:nvPr/>
                </p:nvGrpSpPr>
                <p:grpSpPr>
                  <a:xfrm>
                    <a:off x="7075904" y="3613607"/>
                    <a:ext cx="2459138" cy="1497799"/>
                    <a:chOff x="6879404" y="4238877"/>
                    <a:chExt cx="2459138" cy="1497799"/>
                  </a:xfrm>
                </p:grpSpPr>
                <p:sp>
                  <p:nvSpPr>
                    <p:cNvPr id="75" name="사각형: 둥근 모서리 74">
                      <a:extLst>
                        <a:ext uri="{FF2B5EF4-FFF2-40B4-BE49-F238E27FC236}">
                          <a16:creationId xmlns:a16="http://schemas.microsoft.com/office/drawing/2014/main" id="{BAAE5570-9EC9-4F77-6C0C-8D466DE221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9404" y="4399477"/>
                      <a:ext cx="2459138" cy="1337199"/>
                    </a:xfrm>
                    <a:prstGeom prst="roundRect">
                      <a:avLst/>
                    </a:prstGeom>
                    <a:solidFill>
                      <a:schemeClr val="accent6">
                        <a:alpha val="50000"/>
                      </a:schemeClr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>
                        <a:latin typeface="+mj-ea"/>
                        <a:ea typeface="+mj-ea"/>
                      </a:endParaRPr>
                    </a:p>
                  </p:txBody>
                </p:sp>
                <p:grpSp>
                  <p:nvGrpSpPr>
                    <p:cNvPr id="76" name="그룹 75">
                      <a:extLst>
                        <a:ext uri="{FF2B5EF4-FFF2-40B4-BE49-F238E27FC236}">
                          <a16:creationId xmlns:a16="http://schemas.microsoft.com/office/drawing/2014/main" id="{4D0634B5-B045-871F-EDBC-524069F8FB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40432" y="4685541"/>
                      <a:ext cx="2137083" cy="945573"/>
                      <a:chOff x="7027954" y="4685541"/>
                      <a:chExt cx="2137083" cy="945573"/>
                    </a:xfrm>
                  </p:grpSpPr>
                  <p:sp>
                    <p:nvSpPr>
                      <p:cNvPr id="78" name="타원 77">
                        <a:extLst>
                          <a:ext uri="{FF2B5EF4-FFF2-40B4-BE49-F238E27FC236}">
                            <a16:creationId xmlns:a16="http://schemas.microsoft.com/office/drawing/2014/main" id="{D2B8BFCA-6BE2-8FD1-2DE4-7BD269F221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02795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79" name="타원 78">
                        <a:extLst>
                          <a:ext uri="{FF2B5EF4-FFF2-40B4-BE49-F238E27FC236}">
                            <a16:creationId xmlns:a16="http://schemas.microsoft.com/office/drawing/2014/main" id="{E647A6A9-180C-EE5C-19BB-C43A9D2CE2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150594" y="4685541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  <p:sp>
                    <p:nvSpPr>
                      <p:cNvPr id="80" name="타원 79">
                        <a:extLst>
                          <a:ext uri="{FF2B5EF4-FFF2-40B4-BE49-F238E27FC236}">
                            <a16:creationId xmlns:a16="http://schemas.microsoft.com/office/drawing/2014/main" id="{F22432A0-E4F6-EF1A-FEB8-4CB5506D78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89274" y="5206634"/>
                        <a:ext cx="1014443" cy="424480"/>
                      </a:xfrm>
                      <a:prstGeom prst="ellipse">
                        <a:avLst/>
                      </a:prstGeom>
                      <a:solidFill>
                        <a:schemeClr val="accent6"/>
                      </a:solidFill>
                      <a:ln>
                        <a:noFill/>
                      </a:ln>
                    </p:spPr>
                    <p:style>
                      <a:lnRef idx="0">
                        <a:scrgbClr r="0" g="0" b="0"/>
                      </a:lnRef>
                      <a:fillRef idx="0">
                        <a:scrgbClr r="0" g="0" b="0"/>
                      </a:fillRef>
                      <a:effectRef idx="0">
                        <a:scrgbClr r="0" g="0" b="0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>
                        <a:defPPr lvl="0">
                          <a:defRPr lang="en-US"/>
                        </a:defPPr>
                        <a:lvl1pPr marL="0" lvl="0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1pPr>
                        <a:lvl2pPr marL="457200" lvl="1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2pPr>
                        <a:lvl3pPr marL="914400" lvl="2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3pPr>
                        <a:lvl4pPr marL="1371600" lvl="3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4pPr>
                        <a:lvl5pPr marL="1828800" lvl="4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5pPr>
                        <a:lvl6pPr marL="2286000" lvl="5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6pPr>
                        <a:lvl7pPr marL="2743200" lvl="6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7pPr>
                        <a:lvl8pPr marL="3200400" lvl="7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8pPr>
                        <a:lvl9pPr marL="3657600" lvl="8" algn="l" defTabSz="457200" rtl="0" eaLnBrk="1" latinLnBrk="0" hangingPunct="1">
                          <a:defRPr sz="1800" kern="1200">
                            <a:solidFill>
                              <a:schemeClr val="lt1"/>
                            </a:solidFill>
                            <a:latin typeface="+mn-lt"/>
                            <a:ea typeface="+mn-ea"/>
                            <a:cs typeface="+mn-cs"/>
                          </a:defRPr>
                        </a:lvl9pPr>
                      </a:lstStyle>
                      <a:p>
                        <a:pPr algn="ctr"/>
                        <a:endParaRPr lang="ko-KR" altLang="en-US" sz="1000" dirty="0">
                          <a:latin typeface="+mj-ea"/>
                          <a:ea typeface="+mj-ea"/>
                        </a:endParaRPr>
                      </a:p>
                    </p:txBody>
                  </p:sp>
                </p:grpSp>
                <p:sp>
                  <p:nvSpPr>
                    <p:cNvPr id="77" name="타원 76">
                      <a:extLst>
                        <a:ext uri="{FF2B5EF4-FFF2-40B4-BE49-F238E27FC236}">
                          <a16:creationId xmlns:a16="http://schemas.microsoft.com/office/drawing/2014/main" id="{FAE2F4FA-29E0-F516-786E-0252ADC74E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56081" y="4238877"/>
                      <a:ext cx="1505785" cy="350051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66" name="타원 65">
                    <a:extLst>
                      <a:ext uri="{FF2B5EF4-FFF2-40B4-BE49-F238E27FC236}">
                        <a16:creationId xmlns:a16="http://schemas.microsoft.com/office/drawing/2014/main" id="{476CB5D7-99B1-4C7A-5658-21CFDF81AFD1}"/>
                      </a:ext>
                    </a:extLst>
                  </p:cNvPr>
                  <p:cNvSpPr/>
                  <p:nvPr/>
                </p:nvSpPr>
                <p:spPr>
                  <a:xfrm>
                    <a:off x="10342428" y="4651123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7" name="타원 66">
                    <a:extLst>
                      <a:ext uri="{FF2B5EF4-FFF2-40B4-BE49-F238E27FC236}">
                        <a16:creationId xmlns:a16="http://schemas.microsoft.com/office/drawing/2014/main" id="{8536153C-B8E3-1BB6-08D6-12E437518DE8}"/>
                      </a:ext>
                    </a:extLst>
                  </p:cNvPr>
                  <p:cNvSpPr/>
                  <p:nvPr/>
                </p:nvSpPr>
                <p:spPr>
                  <a:xfrm>
                    <a:off x="10435994" y="5990700"/>
                    <a:ext cx="1475561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EBFE4121-1963-CCBF-4A97-EDB206709E5E}"/>
                      </a:ext>
                    </a:extLst>
                  </p:cNvPr>
                  <p:cNvSpPr/>
                  <p:nvPr/>
                </p:nvSpPr>
                <p:spPr>
                  <a:xfrm>
                    <a:off x="7425192" y="5999483"/>
                    <a:ext cx="1536214" cy="4469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cxnSp>
                <p:nvCxnSpPr>
                  <p:cNvPr id="70" name="직선 연결선 69">
                    <a:extLst>
                      <a:ext uri="{FF2B5EF4-FFF2-40B4-BE49-F238E27FC236}">
                        <a16:creationId xmlns:a16="http://schemas.microsoft.com/office/drawing/2014/main" id="{A1F74AF3-F5B2-D6C6-DA3E-1A3B91CE7405}"/>
                      </a:ext>
                    </a:extLst>
                  </p:cNvPr>
                  <p:cNvCxnSpPr>
                    <a:cxnSpLocks/>
                    <a:endCxn id="64" idx="1"/>
                  </p:cNvCxnSpPr>
                  <p:nvPr/>
                </p:nvCxnSpPr>
                <p:spPr>
                  <a:xfrm>
                    <a:off x="8305473" y="5111406"/>
                    <a:ext cx="775490" cy="37738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직선 연결선 70">
                    <a:extLst>
                      <a:ext uri="{FF2B5EF4-FFF2-40B4-BE49-F238E27FC236}">
                        <a16:creationId xmlns:a16="http://schemas.microsoft.com/office/drawing/2014/main" id="{86D430CD-2681-E518-CFE0-CAF5BD17A3FF}"/>
                      </a:ext>
                    </a:extLst>
                  </p:cNvPr>
                  <p:cNvCxnSpPr>
                    <a:cxnSpLocks/>
                    <a:stCxn id="64" idx="7"/>
                    <a:endCxn id="66" idx="3"/>
                  </p:cNvCxnSpPr>
                  <p:nvPr/>
                </p:nvCxnSpPr>
                <p:spPr>
                  <a:xfrm flipV="1">
                    <a:off x="10145714" y="5032587"/>
                    <a:ext cx="412805" cy="456199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직선 연결선 71">
                    <a:extLst>
                      <a:ext uri="{FF2B5EF4-FFF2-40B4-BE49-F238E27FC236}">
                        <a16:creationId xmlns:a16="http://schemas.microsoft.com/office/drawing/2014/main" id="{945409B8-C245-7013-12CD-E644F2B42339}"/>
                      </a:ext>
                    </a:extLst>
                  </p:cNvPr>
                  <p:cNvCxnSpPr>
                    <a:cxnSpLocks/>
                    <a:stCxn id="67" idx="1"/>
                    <a:endCxn id="64" idx="5"/>
                  </p:cNvCxnSpPr>
                  <p:nvPr/>
                </p:nvCxnSpPr>
                <p:spPr>
                  <a:xfrm flipH="1" flipV="1">
                    <a:off x="10145714" y="5863583"/>
                    <a:ext cx="506370" cy="192566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직선 연결선 72">
                    <a:extLst>
                      <a:ext uri="{FF2B5EF4-FFF2-40B4-BE49-F238E27FC236}">
                        <a16:creationId xmlns:a16="http://schemas.microsoft.com/office/drawing/2014/main" id="{A004FE59-7B11-F975-E4F8-8A9A737D5C5F}"/>
                      </a:ext>
                    </a:extLst>
                  </p:cNvPr>
                  <p:cNvCxnSpPr>
                    <a:cxnSpLocks/>
                    <a:stCxn id="69" idx="7"/>
                    <a:endCxn id="64" idx="3"/>
                  </p:cNvCxnSpPr>
                  <p:nvPr/>
                </p:nvCxnSpPr>
                <p:spPr>
                  <a:xfrm flipV="1">
                    <a:off x="8736432" y="5863583"/>
                    <a:ext cx="344530" cy="201350"/>
                  </a:xfrm>
                  <a:prstGeom prst="line">
                    <a:avLst/>
                  </a:pr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A8F2DEF-80E7-750A-01C2-EE88C36789F1}"/>
                  </a:ext>
                </a:extLst>
              </p:cNvPr>
              <p:cNvSpPr txBox="1"/>
              <p:nvPr/>
            </p:nvSpPr>
            <p:spPr>
              <a:xfrm>
                <a:off x="567997" y="2227359"/>
                <a:ext cx="1734024" cy="2550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초기 부품 상태</a:t>
                </a:r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D07381F-AE9E-842B-9322-21FBB7CB9FC1}"/>
              </a:ext>
            </a:extLst>
          </p:cNvPr>
          <p:cNvGrpSpPr/>
          <p:nvPr/>
        </p:nvGrpSpPr>
        <p:grpSpPr>
          <a:xfrm>
            <a:off x="8505110" y="3320365"/>
            <a:ext cx="1087101" cy="328675"/>
            <a:chOff x="8303614" y="4440472"/>
            <a:chExt cx="1140658" cy="471479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2B5CCC3D-6C85-AA8B-416A-E3480A91550D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1" name="곱하기 기호 20">
              <a:extLst>
                <a:ext uri="{FF2B5EF4-FFF2-40B4-BE49-F238E27FC236}">
                  <a16:creationId xmlns:a16="http://schemas.microsoft.com/office/drawing/2014/main" id="{DA612AF0-2CC1-1F21-5086-0ACB8D162639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23" name="Google Shape;295;p20">
            <a:extLst>
              <a:ext uri="{FF2B5EF4-FFF2-40B4-BE49-F238E27FC236}">
                <a16:creationId xmlns:a16="http://schemas.microsoft.com/office/drawing/2014/main" id="{1C9BDB7D-3C07-1D69-451F-D61908E85F4A}"/>
              </a:ext>
            </a:extLst>
          </p:cNvPr>
          <p:cNvCxnSpPr>
            <a:cxnSpLocks/>
            <a:stCxn id="145" idx="2"/>
            <a:endCxn id="20" idx="0"/>
          </p:cNvCxnSpPr>
          <p:nvPr/>
        </p:nvCxnSpPr>
        <p:spPr>
          <a:xfrm>
            <a:off x="8044097" y="2949907"/>
            <a:ext cx="1004564" cy="370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1BA3993B-632A-D89C-F036-B84064E301A9}"/>
              </a:ext>
            </a:extLst>
          </p:cNvPr>
          <p:cNvGrpSpPr/>
          <p:nvPr/>
        </p:nvGrpSpPr>
        <p:grpSpPr>
          <a:xfrm>
            <a:off x="10295545" y="3320365"/>
            <a:ext cx="1087101" cy="328675"/>
            <a:chOff x="8303614" y="4440472"/>
            <a:chExt cx="1140658" cy="471479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9F812D52-DFBC-3938-BB63-348C7CF742AB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5" name="곱하기 기호 34">
              <a:extLst>
                <a:ext uri="{FF2B5EF4-FFF2-40B4-BE49-F238E27FC236}">
                  <a16:creationId xmlns:a16="http://schemas.microsoft.com/office/drawing/2014/main" id="{94BDAAC1-68EE-4570-A1EB-6F567E709410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7" name="Google Shape;295;p20">
            <a:extLst>
              <a:ext uri="{FF2B5EF4-FFF2-40B4-BE49-F238E27FC236}">
                <a16:creationId xmlns:a16="http://schemas.microsoft.com/office/drawing/2014/main" id="{55A4DEC4-ABC0-ED67-38A5-530BE43E2161}"/>
              </a:ext>
            </a:extLst>
          </p:cNvPr>
          <p:cNvCxnSpPr>
            <a:cxnSpLocks/>
            <a:stCxn id="144" idx="2"/>
            <a:endCxn id="32" idx="0"/>
          </p:cNvCxnSpPr>
          <p:nvPr/>
        </p:nvCxnSpPr>
        <p:spPr>
          <a:xfrm>
            <a:off x="10536278" y="3081752"/>
            <a:ext cx="302818" cy="238613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295;p20">
            <a:extLst>
              <a:ext uri="{FF2B5EF4-FFF2-40B4-BE49-F238E27FC236}">
                <a16:creationId xmlns:a16="http://schemas.microsoft.com/office/drawing/2014/main" id="{4231CA31-6CC9-1D3E-857B-B0FB7998A7E0}"/>
              </a:ext>
            </a:extLst>
          </p:cNvPr>
          <p:cNvCxnSpPr>
            <a:cxnSpLocks/>
            <a:stCxn id="14" idx="2"/>
            <a:endCxn id="95" idx="0"/>
          </p:cNvCxnSpPr>
          <p:nvPr/>
        </p:nvCxnSpPr>
        <p:spPr>
          <a:xfrm flipH="1">
            <a:off x="1951564" y="2953219"/>
            <a:ext cx="1108173" cy="297478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B2A8226-DAF3-56F2-BA94-5D6E4B59A5AC}"/>
              </a:ext>
            </a:extLst>
          </p:cNvPr>
          <p:cNvSpPr/>
          <p:nvPr/>
        </p:nvSpPr>
        <p:spPr bwMode="auto">
          <a:xfrm>
            <a:off x="4512315" y="2366845"/>
            <a:ext cx="2079204" cy="75523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804BD6-6243-6D06-87A1-5F24289422FC}"/>
              </a:ext>
            </a:extLst>
          </p:cNvPr>
          <p:cNvSpPr txBox="1"/>
          <p:nvPr/>
        </p:nvSpPr>
        <p:spPr>
          <a:xfrm>
            <a:off x="4714767" y="2297176"/>
            <a:ext cx="1674300" cy="277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</a:t>
            </a:r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8E661DC4-8A25-D165-4B7A-47526929BF94}"/>
              </a:ext>
            </a:extLst>
          </p:cNvPr>
          <p:cNvGrpSpPr/>
          <p:nvPr/>
        </p:nvGrpSpPr>
        <p:grpSpPr>
          <a:xfrm>
            <a:off x="4673409" y="2617171"/>
            <a:ext cx="1757016" cy="440027"/>
            <a:chOff x="9133527" y="2187491"/>
            <a:chExt cx="2204162" cy="1441156"/>
          </a:xfrm>
        </p:grpSpPr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64E0D5FA-344E-7CE0-CF2F-E05E758E12E3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CA664E97-A728-FB69-5AED-D707F9AC9029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20" name="직선 연결선 119">
                <a:extLst>
                  <a:ext uri="{FF2B5EF4-FFF2-40B4-BE49-F238E27FC236}">
                    <a16:creationId xmlns:a16="http://schemas.microsoft.com/office/drawing/2014/main" id="{176E4751-8532-97A8-93E6-EF4320F4CF62}"/>
                  </a:ext>
                </a:extLst>
              </p:cNvPr>
              <p:cNvCxnSpPr>
                <a:cxnSpLocks/>
                <a:stCxn id="128" idx="2"/>
                <a:endCxn id="124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1" name="그룹 120">
                <a:extLst>
                  <a:ext uri="{FF2B5EF4-FFF2-40B4-BE49-F238E27FC236}">
                    <a16:creationId xmlns:a16="http://schemas.microsoft.com/office/drawing/2014/main" id="{3DA85C4C-77C5-9FFE-369B-17DA56EE6E71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28" name="사각형: 둥근 모서리 127">
                  <a:extLst>
                    <a:ext uri="{FF2B5EF4-FFF2-40B4-BE49-F238E27FC236}">
                      <a16:creationId xmlns:a16="http://schemas.microsoft.com/office/drawing/2014/main" id="{2B5DC8ED-D732-9040-14CC-CA4A66BA8B85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9" name="사각형: 둥근 모서리 128">
                  <a:extLst>
                    <a:ext uri="{FF2B5EF4-FFF2-40B4-BE49-F238E27FC236}">
                      <a16:creationId xmlns:a16="http://schemas.microsoft.com/office/drawing/2014/main" id="{114A709D-E0A4-9863-94C9-C0D1C42D3A83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75100147-3088-7FF5-B281-EA0B7BBA6306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26" name="사각형: 둥근 모서리 125">
                  <a:extLst>
                    <a:ext uri="{FF2B5EF4-FFF2-40B4-BE49-F238E27FC236}">
                      <a16:creationId xmlns:a16="http://schemas.microsoft.com/office/drawing/2014/main" id="{8131FCB0-A987-6B43-C922-D0C90081C918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27" name="사각형: 둥근 모서리 126">
                  <a:extLst>
                    <a:ext uri="{FF2B5EF4-FFF2-40B4-BE49-F238E27FC236}">
                      <a16:creationId xmlns:a16="http://schemas.microsoft.com/office/drawing/2014/main" id="{E18C4440-17BC-A45E-C54E-21C029E692BE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494A77E5-5BFB-55BC-61FD-EC0776A3CB65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24" name="타원 123">
                  <a:extLst>
                    <a:ext uri="{FF2B5EF4-FFF2-40B4-BE49-F238E27FC236}">
                      <a16:creationId xmlns:a16="http://schemas.microsoft.com/office/drawing/2014/main" id="{598D4601-4AB9-B65A-5A35-7E3FD475D96C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18D5D0C3-18D5-72E1-6AF3-787C685F75DF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95" name="사각형: 둥근 모서리 194">
            <a:extLst>
              <a:ext uri="{FF2B5EF4-FFF2-40B4-BE49-F238E27FC236}">
                <a16:creationId xmlns:a16="http://schemas.microsoft.com/office/drawing/2014/main" id="{0A795D89-3AAE-C945-C5F6-7472FCD786CC}"/>
              </a:ext>
            </a:extLst>
          </p:cNvPr>
          <p:cNvSpPr/>
          <p:nvPr/>
        </p:nvSpPr>
        <p:spPr bwMode="auto">
          <a:xfrm>
            <a:off x="5845984" y="3320365"/>
            <a:ext cx="1951820" cy="58637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B70DED24-1C34-36F3-7C9E-1A850B68C21D}"/>
              </a:ext>
            </a:extLst>
          </p:cNvPr>
          <p:cNvSpPr txBox="1"/>
          <p:nvPr/>
        </p:nvSpPr>
        <p:spPr>
          <a:xfrm>
            <a:off x="5877827" y="3250697"/>
            <a:ext cx="1888136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2→1</a:t>
            </a:r>
          </a:p>
        </p:txBody>
      </p: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C4E3DEA1-6856-327E-4281-9E0728596A83}"/>
              </a:ext>
            </a:extLst>
          </p:cNvPr>
          <p:cNvGrpSpPr/>
          <p:nvPr/>
        </p:nvGrpSpPr>
        <p:grpSpPr>
          <a:xfrm>
            <a:off x="5945170" y="3577259"/>
            <a:ext cx="1753448" cy="272231"/>
            <a:chOff x="9133527" y="1125845"/>
            <a:chExt cx="2204162" cy="904189"/>
          </a:xfrm>
        </p:grpSpPr>
        <p:sp>
          <p:nvSpPr>
            <p:cNvPr id="198" name="사각형: 둥근 모서리 197">
              <a:extLst>
                <a:ext uri="{FF2B5EF4-FFF2-40B4-BE49-F238E27FC236}">
                  <a16:creationId xmlns:a16="http://schemas.microsoft.com/office/drawing/2014/main" id="{CC5EADE7-D42A-AFE4-9701-12EB28814082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47195199-07DB-97F8-9067-C0F3804BACDB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200" name="그룹 199">
                <a:extLst>
                  <a:ext uri="{FF2B5EF4-FFF2-40B4-BE49-F238E27FC236}">
                    <a16:creationId xmlns:a16="http://schemas.microsoft.com/office/drawing/2014/main" id="{815F7321-AE72-DC5B-1E69-D39D4503013D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205" name="사각형: 둥근 모서리 204">
                  <a:extLst>
                    <a:ext uri="{FF2B5EF4-FFF2-40B4-BE49-F238E27FC236}">
                      <a16:creationId xmlns:a16="http://schemas.microsoft.com/office/drawing/2014/main" id="{FE650D1E-43A5-5586-E2F6-22D603AE9DF6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6" name="사각형: 둥근 모서리 205">
                  <a:extLst>
                    <a:ext uri="{FF2B5EF4-FFF2-40B4-BE49-F238E27FC236}">
                      <a16:creationId xmlns:a16="http://schemas.microsoft.com/office/drawing/2014/main" id="{EEFE06E0-C895-AF39-02F4-604C123D20E1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01" name="그룹 200">
                <a:extLst>
                  <a:ext uri="{FF2B5EF4-FFF2-40B4-BE49-F238E27FC236}">
                    <a16:creationId xmlns:a16="http://schemas.microsoft.com/office/drawing/2014/main" id="{868F8F97-BEB3-1BD0-756E-520C46C3EBD9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203" name="사각형: 둥근 모서리 202">
                  <a:extLst>
                    <a:ext uri="{FF2B5EF4-FFF2-40B4-BE49-F238E27FC236}">
                      <a16:creationId xmlns:a16="http://schemas.microsoft.com/office/drawing/2014/main" id="{F9838D92-26BB-D39A-F8BC-24FD4CC172D9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사각형: 둥근 모서리 203">
                  <a:extLst>
                    <a:ext uri="{FF2B5EF4-FFF2-40B4-BE49-F238E27FC236}">
                      <a16:creationId xmlns:a16="http://schemas.microsoft.com/office/drawing/2014/main" id="{69032571-87EE-BC09-CDDA-54485CF5C409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202" name="직선 연결선 201">
                <a:extLst>
                  <a:ext uri="{FF2B5EF4-FFF2-40B4-BE49-F238E27FC236}">
                    <a16:creationId xmlns:a16="http://schemas.microsoft.com/office/drawing/2014/main" id="{DA903A97-ACFC-EE65-9884-3E5A20527F60}"/>
                  </a:ext>
                </a:extLst>
              </p:cNvPr>
              <p:cNvCxnSpPr>
                <a:stCxn id="205" idx="2"/>
                <a:endCxn id="2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07" name="Google Shape;295;p20">
            <a:extLst>
              <a:ext uri="{FF2B5EF4-FFF2-40B4-BE49-F238E27FC236}">
                <a16:creationId xmlns:a16="http://schemas.microsoft.com/office/drawing/2014/main" id="{29BF83F9-038E-CF3E-89E9-17534045DE39}"/>
              </a:ext>
            </a:extLst>
          </p:cNvPr>
          <p:cNvCxnSpPr>
            <a:cxnSpLocks/>
            <a:stCxn id="14" idx="2"/>
            <a:endCxn id="180" idx="0"/>
          </p:cNvCxnSpPr>
          <p:nvPr/>
        </p:nvCxnSpPr>
        <p:spPr>
          <a:xfrm>
            <a:off x="3059737" y="2953219"/>
            <a:ext cx="1325234" cy="29747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0" name="Google Shape;295;p20">
            <a:extLst>
              <a:ext uri="{FF2B5EF4-FFF2-40B4-BE49-F238E27FC236}">
                <a16:creationId xmlns:a16="http://schemas.microsoft.com/office/drawing/2014/main" id="{47072C50-2D55-423E-DDF1-42B03E49CFC6}"/>
              </a:ext>
            </a:extLst>
          </p:cNvPr>
          <p:cNvCxnSpPr>
            <a:cxnSpLocks/>
            <a:stCxn id="34" idx="2"/>
            <a:endCxn id="196" idx="0"/>
          </p:cNvCxnSpPr>
          <p:nvPr/>
        </p:nvCxnSpPr>
        <p:spPr>
          <a:xfrm>
            <a:off x="5551917" y="3122081"/>
            <a:ext cx="1269978" cy="128616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6" name="그룹 5">
            <a:extLst>
              <a:ext uri="{FF2B5EF4-FFF2-40B4-BE49-F238E27FC236}">
                <a16:creationId xmlns:a16="http://schemas.microsoft.com/office/drawing/2014/main" id="{CC49F7BF-89A3-344C-2800-1A032F3A4469}"/>
              </a:ext>
            </a:extLst>
          </p:cNvPr>
          <p:cNvGrpSpPr/>
          <p:nvPr/>
        </p:nvGrpSpPr>
        <p:grpSpPr>
          <a:xfrm>
            <a:off x="279566" y="1995721"/>
            <a:ext cx="1528866" cy="708365"/>
            <a:chOff x="119679" y="1983056"/>
            <a:chExt cx="2175688" cy="950987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BAFDE1D8-E6FD-EC1E-4ED6-66BA27CC78FF}"/>
                </a:ext>
              </a:extLst>
            </p:cNvPr>
            <p:cNvSpPr/>
            <p:nvPr/>
          </p:nvSpPr>
          <p:spPr>
            <a:xfrm>
              <a:off x="415955" y="2351394"/>
              <a:ext cx="1879412" cy="582649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최종 결과</a:t>
              </a:r>
              <a:endParaRPr lang="en-US" altLang="ko-KR" sz="16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2B8E468-73BF-0881-4201-60F1E4405717}"/>
                </a:ext>
              </a:extLst>
            </p:cNvPr>
            <p:cNvGrpSpPr/>
            <p:nvPr/>
          </p:nvGrpSpPr>
          <p:grpSpPr>
            <a:xfrm>
              <a:off x="119679" y="2045944"/>
              <a:ext cx="622587" cy="461054"/>
              <a:chOff x="496184" y="5500685"/>
              <a:chExt cx="428618" cy="428618"/>
            </a:xfrm>
          </p:grpSpPr>
          <p:sp>
            <p:nvSpPr>
              <p:cNvPr id="18" name="원통형 17">
                <a:extLst>
                  <a:ext uri="{FF2B5EF4-FFF2-40B4-BE49-F238E27FC236}">
                    <a16:creationId xmlns:a16="http://schemas.microsoft.com/office/drawing/2014/main" id="{762DD379-71AF-0A50-643B-0E291B4024A1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9" name="그래픽 18" descr="데이터베이스 단색으로 채워진">
                <a:extLst>
                  <a:ext uri="{FF2B5EF4-FFF2-40B4-BE49-F238E27FC236}">
                    <a16:creationId xmlns:a16="http://schemas.microsoft.com/office/drawing/2014/main" id="{1ABBDFF1-FFC6-0E76-6C18-31C4758DD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95178393-8E5B-E442-14F6-4EB4948C5675}"/>
                </a:ext>
              </a:extLst>
            </p:cNvPr>
            <p:cNvGrpSpPr/>
            <p:nvPr/>
          </p:nvGrpSpPr>
          <p:grpSpPr>
            <a:xfrm>
              <a:off x="704408" y="1983056"/>
              <a:ext cx="487335" cy="551387"/>
              <a:chOff x="280988" y="1633755"/>
              <a:chExt cx="756967" cy="756967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5DB67C4B-63E8-17D1-8D7A-0EED4797257F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3" name="그래픽 12" descr="CMD 터미널 단색으로 채워진">
                <a:extLst>
                  <a:ext uri="{FF2B5EF4-FFF2-40B4-BE49-F238E27FC236}">
                    <a16:creationId xmlns:a16="http://schemas.microsoft.com/office/drawing/2014/main" id="{FAE71320-0CF5-76C0-3B85-A236EC7CA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250" name="사각형: 둥근 모서리 249">
            <a:extLst>
              <a:ext uri="{FF2B5EF4-FFF2-40B4-BE49-F238E27FC236}">
                <a16:creationId xmlns:a16="http://schemas.microsoft.com/office/drawing/2014/main" id="{C048E6AD-55DD-81BF-C712-71630D87D934}"/>
              </a:ext>
            </a:extLst>
          </p:cNvPr>
          <p:cNvSpPr/>
          <p:nvPr/>
        </p:nvSpPr>
        <p:spPr bwMode="auto">
          <a:xfrm>
            <a:off x="7980972" y="4172306"/>
            <a:ext cx="2191212" cy="58306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4D5ED5AF-D71D-BE96-E59F-7FD54B776FED}"/>
              </a:ext>
            </a:extLst>
          </p:cNvPr>
          <p:cNvSpPr txBox="1"/>
          <p:nvPr/>
        </p:nvSpPr>
        <p:spPr>
          <a:xfrm>
            <a:off x="7942806" y="4147242"/>
            <a:ext cx="2133732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2→1→3</a:t>
            </a:r>
          </a:p>
        </p:txBody>
      </p:sp>
      <p:grpSp>
        <p:nvGrpSpPr>
          <p:cNvPr id="252" name="그룹 251">
            <a:extLst>
              <a:ext uri="{FF2B5EF4-FFF2-40B4-BE49-F238E27FC236}">
                <a16:creationId xmlns:a16="http://schemas.microsoft.com/office/drawing/2014/main" id="{678E9506-5F28-1A94-12DD-0FC1EB01B4C5}"/>
              </a:ext>
            </a:extLst>
          </p:cNvPr>
          <p:cNvGrpSpPr/>
          <p:nvPr/>
        </p:nvGrpSpPr>
        <p:grpSpPr>
          <a:xfrm>
            <a:off x="8198070" y="4422633"/>
            <a:ext cx="1757016" cy="281963"/>
            <a:chOff x="9133527" y="3725979"/>
            <a:chExt cx="2204162" cy="954834"/>
          </a:xfrm>
        </p:grpSpPr>
        <p:sp>
          <p:nvSpPr>
            <p:cNvPr id="253" name="사각형: 둥근 모서리 252">
              <a:extLst>
                <a:ext uri="{FF2B5EF4-FFF2-40B4-BE49-F238E27FC236}">
                  <a16:creationId xmlns:a16="http://schemas.microsoft.com/office/drawing/2014/main" id="{A7709DDB-D55F-76CB-744A-9978A3DE1347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54" name="그룹 253">
              <a:extLst>
                <a:ext uri="{FF2B5EF4-FFF2-40B4-BE49-F238E27FC236}">
                  <a16:creationId xmlns:a16="http://schemas.microsoft.com/office/drawing/2014/main" id="{95FDD165-7B65-7806-0AB1-4309BB570CAC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255" name="그룹 254">
                <a:extLst>
                  <a:ext uri="{FF2B5EF4-FFF2-40B4-BE49-F238E27FC236}">
                    <a16:creationId xmlns:a16="http://schemas.microsoft.com/office/drawing/2014/main" id="{9549955B-0E61-1445-035A-34426B1641A5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260" name="사각형: 둥근 모서리 259">
                  <a:extLst>
                    <a:ext uri="{FF2B5EF4-FFF2-40B4-BE49-F238E27FC236}">
                      <a16:creationId xmlns:a16="http://schemas.microsoft.com/office/drawing/2014/main" id="{C5AD680B-E593-0BB9-0DCA-B382922D60F1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61" name="타원 260">
                  <a:extLst>
                    <a:ext uri="{FF2B5EF4-FFF2-40B4-BE49-F238E27FC236}">
                      <a16:creationId xmlns:a16="http://schemas.microsoft.com/office/drawing/2014/main" id="{B404D79C-8BF7-F3F0-A45A-063EB6A7E3C5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256" name="그룹 255">
                <a:extLst>
                  <a:ext uri="{FF2B5EF4-FFF2-40B4-BE49-F238E27FC236}">
                    <a16:creationId xmlns:a16="http://schemas.microsoft.com/office/drawing/2014/main" id="{18FB0ECF-13D9-2EA4-8A5A-9244A8C2168B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258" name="사각형: 둥근 모서리 257">
                  <a:extLst>
                    <a:ext uri="{FF2B5EF4-FFF2-40B4-BE49-F238E27FC236}">
                      <a16:creationId xmlns:a16="http://schemas.microsoft.com/office/drawing/2014/main" id="{0A609B3C-C0E1-D006-6B46-4BBA0711ACF5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59" name="타원 258">
                  <a:extLst>
                    <a:ext uri="{FF2B5EF4-FFF2-40B4-BE49-F238E27FC236}">
                      <a16:creationId xmlns:a16="http://schemas.microsoft.com/office/drawing/2014/main" id="{BF023E38-E212-302F-9D91-C518ADF095BB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257" name="직선 연결선 256">
                <a:extLst>
                  <a:ext uri="{FF2B5EF4-FFF2-40B4-BE49-F238E27FC236}">
                    <a16:creationId xmlns:a16="http://schemas.microsoft.com/office/drawing/2014/main" id="{3DEFDE8A-A8FE-5AE1-9F33-C0FE20C24C2E}"/>
                  </a:ext>
                </a:extLst>
              </p:cNvPr>
              <p:cNvCxnSpPr>
                <a:cxnSpLocks/>
                <a:stCxn id="261" idx="0"/>
                <a:endCxn id="259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5" name="사각형: 둥근 모서리 144">
            <a:extLst>
              <a:ext uri="{FF2B5EF4-FFF2-40B4-BE49-F238E27FC236}">
                <a16:creationId xmlns:a16="http://schemas.microsoft.com/office/drawing/2014/main" id="{101264A4-9AB2-BDCA-EDC1-90444F7754F4}"/>
              </a:ext>
            </a:extLst>
          </p:cNvPr>
          <p:cNvSpPr/>
          <p:nvPr/>
        </p:nvSpPr>
        <p:spPr bwMode="auto">
          <a:xfrm>
            <a:off x="7066201" y="2366844"/>
            <a:ext cx="1955792" cy="583063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D9642F-4E53-CE29-4561-77B18615E8B4}"/>
              </a:ext>
            </a:extLst>
          </p:cNvPr>
          <p:cNvSpPr txBox="1"/>
          <p:nvPr/>
        </p:nvSpPr>
        <p:spPr>
          <a:xfrm>
            <a:off x="7203803" y="2297176"/>
            <a:ext cx="1680588" cy="277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3</a:t>
            </a:r>
          </a:p>
        </p:txBody>
      </p: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A81F0718-B9E7-4EE8-9BAE-F6D10EDFC6DE}"/>
              </a:ext>
            </a:extLst>
          </p:cNvPr>
          <p:cNvGrpSpPr/>
          <p:nvPr/>
        </p:nvGrpSpPr>
        <p:grpSpPr>
          <a:xfrm>
            <a:off x="7165589" y="2617171"/>
            <a:ext cx="1757016" cy="281963"/>
            <a:chOff x="9133527" y="3725979"/>
            <a:chExt cx="2204162" cy="954834"/>
          </a:xfrm>
        </p:grpSpPr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49861DD4-0E6A-5F3C-80C2-F4476F645247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09" name="그룹 108">
              <a:extLst>
                <a:ext uri="{FF2B5EF4-FFF2-40B4-BE49-F238E27FC236}">
                  <a16:creationId xmlns:a16="http://schemas.microsoft.com/office/drawing/2014/main" id="{1D78B7CF-5463-6DFB-1CE6-8AE0FE6F1452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10" name="그룹 109">
                <a:extLst>
                  <a:ext uri="{FF2B5EF4-FFF2-40B4-BE49-F238E27FC236}">
                    <a16:creationId xmlns:a16="http://schemas.microsoft.com/office/drawing/2014/main" id="{C7119FF8-0142-9F39-4E3A-EE0F24C5F736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474AADA0-7A3F-A7A3-09AF-6574D23D2158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6" name="타원 115">
                  <a:extLst>
                    <a:ext uri="{FF2B5EF4-FFF2-40B4-BE49-F238E27FC236}">
                      <a16:creationId xmlns:a16="http://schemas.microsoft.com/office/drawing/2014/main" id="{3328D97F-25A1-9512-2CF7-70894BBB14DC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9D182BF0-4849-A27E-87B3-D004AAA451FA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13" name="사각형: 둥근 모서리 112">
                  <a:extLst>
                    <a:ext uri="{FF2B5EF4-FFF2-40B4-BE49-F238E27FC236}">
                      <a16:creationId xmlns:a16="http://schemas.microsoft.com/office/drawing/2014/main" id="{C82D44AD-777D-9711-CC7E-05F54A3E536F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14" name="타원 113">
                  <a:extLst>
                    <a:ext uri="{FF2B5EF4-FFF2-40B4-BE49-F238E27FC236}">
                      <a16:creationId xmlns:a16="http://schemas.microsoft.com/office/drawing/2014/main" id="{421F959E-3B5D-FA9E-EDA3-A601FACE314E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E49B9512-3555-E0E4-3DBD-B42A983EA676}"/>
                  </a:ext>
                </a:extLst>
              </p:cNvPr>
              <p:cNvCxnSpPr>
                <a:cxnSpLocks/>
                <a:stCxn id="116" idx="0"/>
                <a:endCxn id="114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804445C6-48EB-A5C0-74E4-945849239654}"/>
              </a:ext>
            </a:extLst>
          </p:cNvPr>
          <p:cNvSpPr/>
          <p:nvPr/>
        </p:nvSpPr>
        <p:spPr bwMode="auto">
          <a:xfrm>
            <a:off x="9496676" y="2366845"/>
            <a:ext cx="2079204" cy="714907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043594B-7642-A520-EF66-229E7F576B99}"/>
              </a:ext>
            </a:extLst>
          </p:cNvPr>
          <p:cNvGrpSpPr/>
          <p:nvPr/>
        </p:nvGrpSpPr>
        <p:grpSpPr>
          <a:xfrm>
            <a:off x="9648556" y="2617171"/>
            <a:ext cx="1775445" cy="407411"/>
            <a:chOff x="9133527" y="4778146"/>
            <a:chExt cx="2204162" cy="1365327"/>
          </a:xfrm>
        </p:grpSpPr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6AD7B7FD-F2A7-FC49-69F9-217BA395F81D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1FE4B0CE-E71E-1804-57D1-7DEABAB4BC7C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133" name="직선 연결선 132">
                <a:extLst>
                  <a:ext uri="{FF2B5EF4-FFF2-40B4-BE49-F238E27FC236}">
                    <a16:creationId xmlns:a16="http://schemas.microsoft.com/office/drawing/2014/main" id="{7A52781F-8AD3-0E43-C0F6-BC404CCA522B}"/>
                  </a:ext>
                </a:extLst>
              </p:cNvPr>
              <p:cNvCxnSpPr>
                <a:cxnSpLocks/>
                <a:endCxn id="137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4" name="그룹 133">
                <a:extLst>
                  <a:ext uri="{FF2B5EF4-FFF2-40B4-BE49-F238E27FC236}">
                    <a16:creationId xmlns:a16="http://schemas.microsoft.com/office/drawing/2014/main" id="{A9C78FDB-1678-0840-0D97-9E8A6095400A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B1D89E10-3F8D-A110-AD53-70E38DB31734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2" name="사각형: 둥근 모서리 141">
                  <a:extLst>
                    <a:ext uri="{FF2B5EF4-FFF2-40B4-BE49-F238E27FC236}">
                      <a16:creationId xmlns:a16="http://schemas.microsoft.com/office/drawing/2014/main" id="{1286A4C4-E640-1C6A-6B16-2A5CCF1F1CF5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90E20B01-2497-B806-52F0-425553B86067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139" name="타원 138">
                  <a:extLst>
                    <a:ext uri="{FF2B5EF4-FFF2-40B4-BE49-F238E27FC236}">
                      <a16:creationId xmlns:a16="http://schemas.microsoft.com/office/drawing/2014/main" id="{124C5464-CFCF-D39E-EDEC-B94688819AC8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83A4C293-EA8E-CBF2-4658-9CE0A6FE6039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36" name="그룹 135">
                <a:extLst>
                  <a:ext uri="{FF2B5EF4-FFF2-40B4-BE49-F238E27FC236}">
                    <a16:creationId xmlns:a16="http://schemas.microsoft.com/office/drawing/2014/main" id="{403DEBF7-6AB1-F064-CA3C-5F9E389ADFAB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137" name="타원 136">
                  <a:extLst>
                    <a:ext uri="{FF2B5EF4-FFF2-40B4-BE49-F238E27FC236}">
                      <a16:creationId xmlns:a16="http://schemas.microsoft.com/office/drawing/2014/main" id="{441C9B7E-E628-18C8-658A-F440469100FE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C452DEB4-22C7-F6EB-7831-C03173F5E82C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2A595006-B02D-4A50-C3E4-0E2AA1A5B980}"/>
              </a:ext>
            </a:extLst>
          </p:cNvPr>
          <p:cNvSpPr txBox="1"/>
          <p:nvPr/>
        </p:nvSpPr>
        <p:spPr>
          <a:xfrm>
            <a:off x="9695984" y="2297176"/>
            <a:ext cx="1680588" cy="277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4</a:t>
            </a:r>
          </a:p>
        </p:txBody>
      </p:sp>
      <p:sp>
        <p:nvSpPr>
          <p:cNvPr id="179" name="사각형: 둥근 모서리 178">
            <a:extLst>
              <a:ext uri="{FF2B5EF4-FFF2-40B4-BE49-F238E27FC236}">
                <a16:creationId xmlns:a16="http://schemas.microsoft.com/office/drawing/2014/main" id="{9CA5B7B4-7A9C-A2E1-071A-E5D501BD4DCE}"/>
              </a:ext>
            </a:extLst>
          </p:cNvPr>
          <p:cNvSpPr/>
          <p:nvPr/>
        </p:nvSpPr>
        <p:spPr bwMode="auto">
          <a:xfrm>
            <a:off x="3407075" y="3320366"/>
            <a:ext cx="1955791" cy="755236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032F8E36-4882-406F-154A-ECC8790F5606}"/>
              </a:ext>
            </a:extLst>
          </p:cNvPr>
          <p:cNvSpPr txBox="1"/>
          <p:nvPr/>
        </p:nvSpPr>
        <p:spPr>
          <a:xfrm>
            <a:off x="3409061" y="3250697"/>
            <a:ext cx="1951820" cy="267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1-2</a:t>
            </a:r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F811956E-2FF3-4295-9C49-6B7107629232}"/>
              </a:ext>
            </a:extLst>
          </p:cNvPr>
          <p:cNvGrpSpPr/>
          <p:nvPr/>
        </p:nvGrpSpPr>
        <p:grpSpPr>
          <a:xfrm>
            <a:off x="3558607" y="3570692"/>
            <a:ext cx="1652727" cy="440027"/>
            <a:chOff x="9133527" y="2187491"/>
            <a:chExt cx="2204162" cy="1441156"/>
          </a:xfrm>
        </p:grpSpPr>
        <p:sp>
          <p:nvSpPr>
            <p:cNvPr id="182" name="사각형: 둥근 모서리 181">
              <a:extLst>
                <a:ext uri="{FF2B5EF4-FFF2-40B4-BE49-F238E27FC236}">
                  <a16:creationId xmlns:a16="http://schemas.microsoft.com/office/drawing/2014/main" id="{917CC662-B031-6FD4-3A90-F37E35DE56C1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D3C3A5FF-F379-3412-8A7C-14EF1286F031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756F7EFB-7531-5EB2-08DA-3D5AA1CC7B59}"/>
                  </a:ext>
                </a:extLst>
              </p:cNvPr>
              <p:cNvCxnSpPr>
                <a:cxnSpLocks/>
                <a:stCxn id="192" idx="2"/>
                <a:endCxn id="188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그룹 184">
                <a:extLst>
                  <a:ext uri="{FF2B5EF4-FFF2-40B4-BE49-F238E27FC236}">
                    <a16:creationId xmlns:a16="http://schemas.microsoft.com/office/drawing/2014/main" id="{7AD7F5B9-68DC-C268-D0A1-DBDC70ECCAB0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192" name="사각형: 둥근 모서리 191">
                  <a:extLst>
                    <a:ext uri="{FF2B5EF4-FFF2-40B4-BE49-F238E27FC236}">
                      <a16:creationId xmlns:a16="http://schemas.microsoft.com/office/drawing/2014/main" id="{C27E60A4-85A8-F4C5-62CA-D81EBFB092AF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3" name="사각형: 둥근 모서리 192">
                  <a:extLst>
                    <a:ext uri="{FF2B5EF4-FFF2-40B4-BE49-F238E27FC236}">
                      <a16:creationId xmlns:a16="http://schemas.microsoft.com/office/drawing/2014/main" id="{DE6212FF-5D92-7F60-2828-5F5684CEA2A2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6" name="그룹 185">
                <a:extLst>
                  <a:ext uri="{FF2B5EF4-FFF2-40B4-BE49-F238E27FC236}">
                    <a16:creationId xmlns:a16="http://schemas.microsoft.com/office/drawing/2014/main" id="{D42F58FF-E097-8A6A-ACD4-59958F53CDF1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190" name="사각형: 둥근 모서리 189">
                  <a:extLst>
                    <a:ext uri="{FF2B5EF4-FFF2-40B4-BE49-F238E27FC236}">
                      <a16:creationId xmlns:a16="http://schemas.microsoft.com/office/drawing/2014/main" id="{EAE8C817-F493-F8A8-3968-9B8A49C6BE05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91" name="사각형: 둥근 모서리 190">
                  <a:extLst>
                    <a:ext uri="{FF2B5EF4-FFF2-40B4-BE49-F238E27FC236}">
                      <a16:creationId xmlns:a16="http://schemas.microsoft.com/office/drawing/2014/main" id="{899C7DAB-FDBD-4B6B-ED74-0917E76EDCD6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87" name="그룹 186">
                <a:extLst>
                  <a:ext uri="{FF2B5EF4-FFF2-40B4-BE49-F238E27FC236}">
                    <a16:creationId xmlns:a16="http://schemas.microsoft.com/office/drawing/2014/main" id="{A6A96F5A-EA20-AABC-BFD6-F838A140F825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188" name="타원 187">
                  <a:extLst>
                    <a:ext uri="{FF2B5EF4-FFF2-40B4-BE49-F238E27FC236}">
                      <a16:creationId xmlns:a16="http://schemas.microsoft.com/office/drawing/2014/main" id="{39E6C1FE-49B2-9461-94C0-D9FF2577C190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189" name="사각형: 둥근 모서리 188">
                  <a:extLst>
                    <a:ext uri="{FF2B5EF4-FFF2-40B4-BE49-F238E27FC236}">
                      <a16:creationId xmlns:a16="http://schemas.microsoft.com/office/drawing/2014/main" id="{A4C739FE-8D5C-CAAB-36D0-71C38D7DFB45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63" name="사각형: 둥근 모서리 262">
            <a:extLst>
              <a:ext uri="{FF2B5EF4-FFF2-40B4-BE49-F238E27FC236}">
                <a16:creationId xmlns:a16="http://schemas.microsoft.com/office/drawing/2014/main" id="{1FB3EBE8-5E43-169D-9E4D-116B322B243B}"/>
              </a:ext>
            </a:extLst>
          </p:cNvPr>
          <p:cNvSpPr/>
          <p:nvPr/>
        </p:nvSpPr>
        <p:spPr bwMode="auto">
          <a:xfrm>
            <a:off x="4854881" y="4232779"/>
            <a:ext cx="1963160" cy="714907"/>
          </a:xfrm>
          <a:prstGeom prst="roundRect">
            <a:avLst>
              <a:gd name="adj" fmla="val 10205"/>
            </a:avLst>
          </a:prstGeom>
          <a:solidFill>
            <a:schemeClr val="tx2">
              <a:lumMod val="90000"/>
            </a:schemeClr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1A964429-F12D-1523-7239-4497F925F711}"/>
              </a:ext>
            </a:extLst>
          </p:cNvPr>
          <p:cNvGrpSpPr/>
          <p:nvPr/>
        </p:nvGrpSpPr>
        <p:grpSpPr>
          <a:xfrm>
            <a:off x="4998284" y="4483105"/>
            <a:ext cx="1676354" cy="407411"/>
            <a:chOff x="9133527" y="4778146"/>
            <a:chExt cx="2204162" cy="1365327"/>
          </a:xfrm>
        </p:grpSpPr>
        <p:sp>
          <p:nvSpPr>
            <p:cNvPr id="266" name="사각형: 둥근 모서리 265">
              <a:extLst>
                <a:ext uri="{FF2B5EF4-FFF2-40B4-BE49-F238E27FC236}">
                  <a16:creationId xmlns:a16="http://schemas.microsoft.com/office/drawing/2014/main" id="{CDBAE1DB-D075-7819-A1DA-AD7658F03F54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67" name="그룹 266">
              <a:extLst>
                <a:ext uri="{FF2B5EF4-FFF2-40B4-BE49-F238E27FC236}">
                  <a16:creationId xmlns:a16="http://schemas.microsoft.com/office/drawing/2014/main" id="{93C7A5D1-EB15-4B0C-076C-D92C3EB4956B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268" name="직선 연결선 267">
                <a:extLst>
                  <a:ext uri="{FF2B5EF4-FFF2-40B4-BE49-F238E27FC236}">
                    <a16:creationId xmlns:a16="http://schemas.microsoft.com/office/drawing/2014/main" id="{D91E5C03-C8C4-952D-F1F7-47DA9B7CAAFF}"/>
                  </a:ext>
                </a:extLst>
              </p:cNvPr>
              <p:cNvCxnSpPr>
                <a:cxnSpLocks/>
                <a:endCxn id="272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9" name="그룹 268">
                <a:extLst>
                  <a:ext uri="{FF2B5EF4-FFF2-40B4-BE49-F238E27FC236}">
                    <a16:creationId xmlns:a16="http://schemas.microsoft.com/office/drawing/2014/main" id="{86F2C8B1-4340-4AE6-D088-502F73BE9B74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76" name="타원 275">
                  <a:extLst>
                    <a:ext uri="{FF2B5EF4-FFF2-40B4-BE49-F238E27FC236}">
                      <a16:creationId xmlns:a16="http://schemas.microsoft.com/office/drawing/2014/main" id="{DAE19A3C-571C-486C-0698-225E2617AA71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77" name="사각형: 둥근 모서리 276">
                  <a:extLst>
                    <a:ext uri="{FF2B5EF4-FFF2-40B4-BE49-F238E27FC236}">
                      <a16:creationId xmlns:a16="http://schemas.microsoft.com/office/drawing/2014/main" id="{6666CD68-A47A-3393-909C-47A43FF8B472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70" name="그룹 269">
                <a:extLst>
                  <a:ext uri="{FF2B5EF4-FFF2-40B4-BE49-F238E27FC236}">
                    <a16:creationId xmlns:a16="http://schemas.microsoft.com/office/drawing/2014/main" id="{9754F254-B1F2-6090-A2C0-C423745E8603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74" name="타원 273">
                  <a:extLst>
                    <a:ext uri="{FF2B5EF4-FFF2-40B4-BE49-F238E27FC236}">
                      <a16:creationId xmlns:a16="http://schemas.microsoft.com/office/drawing/2014/main" id="{D6E627D3-29A1-F106-15AD-5E8B7BE77974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75" name="사각형: 둥근 모서리 274">
                  <a:extLst>
                    <a:ext uri="{FF2B5EF4-FFF2-40B4-BE49-F238E27FC236}">
                      <a16:creationId xmlns:a16="http://schemas.microsoft.com/office/drawing/2014/main" id="{B46FA418-AECD-A3FD-2131-CAA34A78851D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71" name="그룹 270">
                <a:extLst>
                  <a:ext uri="{FF2B5EF4-FFF2-40B4-BE49-F238E27FC236}">
                    <a16:creationId xmlns:a16="http://schemas.microsoft.com/office/drawing/2014/main" id="{8E445341-2EF2-7703-59DF-0AF5CD9A4B07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272" name="타원 271">
                  <a:extLst>
                    <a:ext uri="{FF2B5EF4-FFF2-40B4-BE49-F238E27FC236}">
                      <a16:creationId xmlns:a16="http://schemas.microsoft.com/office/drawing/2014/main" id="{223B4D05-A831-92CD-8F41-03911AA95799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73" name="사각형: 둥근 모서리 272">
                  <a:extLst>
                    <a:ext uri="{FF2B5EF4-FFF2-40B4-BE49-F238E27FC236}">
                      <a16:creationId xmlns:a16="http://schemas.microsoft.com/office/drawing/2014/main" id="{3AC6C73E-6EF9-6166-6DCF-38DAD8D47692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938ED529-5E93-4C30-AD42-9263A2FB4D5D}"/>
              </a:ext>
            </a:extLst>
          </p:cNvPr>
          <p:cNvSpPr txBox="1"/>
          <p:nvPr/>
        </p:nvSpPr>
        <p:spPr>
          <a:xfrm>
            <a:off x="4866221" y="4163110"/>
            <a:ext cx="1940480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4</a:t>
            </a:r>
          </a:p>
        </p:txBody>
      </p:sp>
      <p:sp>
        <p:nvSpPr>
          <p:cNvPr id="279" name="사각형: 둥근 모서리 278">
            <a:extLst>
              <a:ext uri="{FF2B5EF4-FFF2-40B4-BE49-F238E27FC236}">
                <a16:creationId xmlns:a16="http://schemas.microsoft.com/office/drawing/2014/main" id="{E483B169-993C-6E37-404B-2210B2112690}"/>
              </a:ext>
            </a:extLst>
          </p:cNvPr>
          <p:cNvSpPr/>
          <p:nvPr/>
        </p:nvSpPr>
        <p:spPr bwMode="auto">
          <a:xfrm>
            <a:off x="7980529" y="5035059"/>
            <a:ext cx="2199466" cy="7149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280" name="그룹 279">
            <a:extLst>
              <a:ext uri="{FF2B5EF4-FFF2-40B4-BE49-F238E27FC236}">
                <a16:creationId xmlns:a16="http://schemas.microsoft.com/office/drawing/2014/main" id="{99AC89FC-1699-8408-9BE7-B81039A92848}"/>
              </a:ext>
            </a:extLst>
          </p:cNvPr>
          <p:cNvGrpSpPr/>
          <p:nvPr/>
        </p:nvGrpSpPr>
        <p:grpSpPr>
          <a:xfrm>
            <a:off x="8242085" y="5285385"/>
            <a:ext cx="1676354" cy="407411"/>
            <a:chOff x="9133527" y="4778146"/>
            <a:chExt cx="2204162" cy="1365327"/>
          </a:xfrm>
        </p:grpSpPr>
        <p:sp>
          <p:nvSpPr>
            <p:cNvPr id="282" name="사각형: 둥근 모서리 281">
              <a:extLst>
                <a:ext uri="{FF2B5EF4-FFF2-40B4-BE49-F238E27FC236}">
                  <a16:creationId xmlns:a16="http://schemas.microsoft.com/office/drawing/2014/main" id="{E3E167F0-18B5-0AB1-7D2B-B11BA6C24CD5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83" name="그룹 282">
              <a:extLst>
                <a:ext uri="{FF2B5EF4-FFF2-40B4-BE49-F238E27FC236}">
                  <a16:creationId xmlns:a16="http://schemas.microsoft.com/office/drawing/2014/main" id="{E56C173A-0307-639D-F7C8-99038D414BAE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284" name="직선 연결선 283">
                <a:extLst>
                  <a:ext uri="{FF2B5EF4-FFF2-40B4-BE49-F238E27FC236}">
                    <a16:creationId xmlns:a16="http://schemas.microsoft.com/office/drawing/2014/main" id="{61A86B7B-E128-A159-D713-40369840E49A}"/>
                  </a:ext>
                </a:extLst>
              </p:cNvPr>
              <p:cNvCxnSpPr>
                <a:cxnSpLocks/>
                <a:endCxn id="288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85" name="그룹 284">
                <a:extLst>
                  <a:ext uri="{FF2B5EF4-FFF2-40B4-BE49-F238E27FC236}">
                    <a16:creationId xmlns:a16="http://schemas.microsoft.com/office/drawing/2014/main" id="{AA4F49A3-D351-0700-04D4-67C21DD75DEE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292" name="타원 291">
                  <a:extLst>
                    <a:ext uri="{FF2B5EF4-FFF2-40B4-BE49-F238E27FC236}">
                      <a16:creationId xmlns:a16="http://schemas.microsoft.com/office/drawing/2014/main" id="{1F2AF86B-89F3-CA1E-C7FF-1EE4AD3B8112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93" name="사각형: 둥근 모서리 292">
                  <a:extLst>
                    <a:ext uri="{FF2B5EF4-FFF2-40B4-BE49-F238E27FC236}">
                      <a16:creationId xmlns:a16="http://schemas.microsoft.com/office/drawing/2014/main" id="{7E6C393F-AE50-B22C-EF84-912E6500B584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86" name="그룹 285">
                <a:extLst>
                  <a:ext uri="{FF2B5EF4-FFF2-40B4-BE49-F238E27FC236}">
                    <a16:creationId xmlns:a16="http://schemas.microsoft.com/office/drawing/2014/main" id="{AD6D5D72-4D9A-6032-A2A2-99745F5A06C4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290" name="타원 289">
                  <a:extLst>
                    <a:ext uri="{FF2B5EF4-FFF2-40B4-BE49-F238E27FC236}">
                      <a16:creationId xmlns:a16="http://schemas.microsoft.com/office/drawing/2014/main" id="{19A17695-E821-430F-FA1B-D1071DC0890A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91" name="사각형: 둥근 모서리 290">
                  <a:extLst>
                    <a:ext uri="{FF2B5EF4-FFF2-40B4-BE49-F238E27FC236}">
                      <a16:creationId xmlns:a16="http://schemas.microsoft.com/office/drawing/2014/main" id="{898193F3-A506-6438-B298-E916C127D12D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87" name="그룹 286">
                <a:extLst>
                  <a:ext uri="{FF2B5EF4-FFF2-40B4-BE49-F238E27FC236}">
                    <a16:creationId xmlns:a16="http://schemas.microsoft.com/office/drawing/2014/main" id="{6566695D-773A-B521-27CA-018D86888B13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288" name="타원 287">
                  <a:extLst>
                    <a:ext uri="{FF2B5EF4-FFF2-40B4-BE49-F238E27FC236}">
                      <a16:creationId xmlns:a16="http://schemas.microsoft.com/office/drawing/2014/main" id="{D778A260-F2FE-72B7-D087-BFCAAA7B47F6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89" name="사각형: 둥근 모서리 288">
                  <a:extLst>
                    <a:ext uri="{FF2B5EF4-FFF2-40B4-BE49-F238E27FC236}">
                      <a16:creationId xmlns:a16="http://schemas.microsoft.com/office/drawing/2014/main" id="{B204EC5B-C01E-126F-3300-5B0ADC855BFD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281" name="TextBox 280">
            <a:extLst>
              <a:ext uri="{FF2B5EF4-FFF2-40B4-BE49-F238E27FC236}">
                <a16:creationId xmlns:a16="http://schemas.microsoft.com/office/drawing/2014/main" id="{7738AD27-04F3-DBB3-FB4A-CFE4D090EDF5}"/>
              </a:ext>
            </a:extLst>
          </p:cNvPr>
          <p:cNvSpPr txBox="1"/>
          <p:nvPr/>
        </p:nvSpPr>
        <p:spPr>
          <a:xfrm>
            <a:off x="7988340" y="4965390"/>
            <a:ext cx="2183844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2→1→3→4</a:t>
            </a:r>
          </a:p>
        </p:txBody>
      </p:sp>
      <p:grpSp>
        <p:nvGrpSpPr>
          <p:cNvPr id="307" name="그룹 306">
            <a:extLst>
              <a:ext uri="{FF2B5EF4-FFF2-40B4-BE49-F238E27FC236}">
                <a16:creationId xmlns:a16="http://schemas.microsoft.com/office/drawing/2014/main" id="{3CC437AE-C787-0A26-FE28-3AA7DC8C13C3}"/>
              </a:ext>
            </a:extLst>
          </p:cNvPr>
          <p:cNvGrpSpPr/>
          <p:nvPr/>
        </p:nvGrpSpPr>
        <p:grpSpPr>
          <a:xfrm>
            <a:off x="3331269" y="4254758"/>
            <a:ext cx="1087101" cy="328675"/>
            <a:chOff x="8303614" y="4440472"/>
            <a:chExt cx="1140658" cy="471479"/>
          </a:xfrm>
        </p:grpSpPr>
        <p:sp>
          <p:nvSpPr>
            <p:cNvPr id="308" name="사각형: 둥근 모서리 307">
              <a:extLst>
                <a:ext uri="{FF2B5EF4-FFF2-40B4-BE49-F238E27FC236}">
                  <a16:creationId xmlns:a16="http://schemas.microsoft.com/office/drawing/2014/main" id="{182CC737-9C41-EDDD-5892-BD548A0B98E6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09" name="곱하기 기호 308">
              <a:extLst>
                <a:ext uri="{FF2B5EF4-FFF2-40B4-BE49-F238E27FC236}">
                  <a16:creationId xmlns:a16="http://schemas.microsoft.com/office/drawing/2014/main" id="{C7C0ACA9-0C9F-ED05-B8C6-70946AB32CCB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10" name="Google Shape;295;p20">
            <a:extLst>
              <a:ext uri="{FF2B5EF4-FFF2-40B4-BE49-F238E27FC236}">
                <a16:creationId xmlns:a16="http://schemas.microsoft.com/office/drawing/2014/main" id="{0ACD9C4C-E682-9DB9-614A-2195DE350584}"/>
              </a:ext>
            </a:extLst>
          </p:cNvPr>
          <p:cNvCxnSpPr>
            <a:cxnSpLocks/>
            <a:stCxn id="179" idx="2"/>
            <a:endCxn id="308" idx="0"/>
          </p:cNvCxnSpPr>
          <p:nvPr/>
        </p:nvCxnSpPr>
        <p:spPr>
          <a:xfrm flipH="1">
            <a:off x="3874820" y="4075602"/>
            <a:ext cx="510151" cy="17915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13" name="Google Shape;295;p20">
            <a:extLst>
              <a:ext uri="{FF2B5EF4-FFF2-40B4-BE49-F238E27FC236}">
                <a16:creationId xmlns:a16="http://schemas.microsoft.com/office/drawing/2014/main" id="{1F6CB641-BC03-C390-419B-18873F9BF489}"/>
              </a:ext>
            </a:extLst>
          </p:cNvPr>
          <p:cNvCxnSpPr>
            <a:cxnSpLocks/>
            <a:stCxn id="195" idx="2"/>
            <a:endCxn id="265" idx="0"/>
          </p:cNvCxnSpPr>
          <p:nvPr/>
        </p:nvCxnSpPr>
        <p:spPr>
          <a:xfrm flipH="1">
            <a:off x="5836461" y="3906740"/>
            <a:ext cx="985433" cy="25637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16" name="Google Shape;295;p20">
            <a:extLst>
              <a:ext uri="{FF2B5EF4-FFF2-40B4-BE49-F238E27FC236}">
                <a16:creationId xmlns:a16="http://schemas.microsoft.com/office/drawing/2014/main" id="{BCD350E4-6AD0-9546-C59A-6B409DFC65A9}"/>
              </a:ext>
            </a:extLst>
          </p:cNvPr>
          <p:cNvCxnSpPr>
            <a:cxnSpLocks/>
          </p:cNvCxnSpPr>
          <p:nvPr/>
        </p:nvCxnSpPr>
        <p:spPr>
          <a:xfrm flipH="1">
            <a:off x="1950115" y="3903428"/>
            <a:ext cx="2897" cy="194571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7D953FC-25FF-03FB-68EA-95487F5FFCCA}"/>
              </a:ext>
            </a:extLst>
          </p:cNvPr>
          <p:cNvSpPr/>
          <p:nvPr/>
        </p:nvSpPr>
        <p:spPr bwMode="auto">
          <a:xfrm>
            <a:off x="2081841" y="2366844"/>
            <a:ext cx="1955792" cy="586375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BB0F3A-9B98-0D07-E93F-D8273BC8FF1E}"/>
              </a:ext>
            </a:extLst>
          </p:cNvPr>
          <p:cNvSpPr txBox="1"/>
          <p:nvPr/>
        </p:nvSpPr>
        <p:spPr>
          <a:xfrm>
            <a:off x="2219443" y="2297176"/>
            <a:ext cx="1680588" cy="277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</a:t>
            </a: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89FF7535-BDFB-8D64-E2B5-492520CD633C}"/>
              </a:ext>
            </a:extLst>
          </p:cNvPr>
          <p:cNvGrpSpPr/>
          <p:nvPr/>
        </p:nvGrpSpPr>
        <p:grpSpPr>
          <a:xfrm>
            <a:off x="2181229" y="2623738"/>
            <a:ext cx="1757016" cy="272231"/>
            <a:chOff x="9133527" y="1125845"/>
            <a:chExt cx="2204162" cy="904189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A83DA920-5BB4-B997-5B05-F4C8FCC94366}"/>
                </a:ext>
              </a:extLst>
            </p:cNvPr>
            <p:cNvSpPr/>
            <p:nvPr/>
          </p:nvSpPr>
          <p:spPr>
            <a:xfrm>
              <a:off x="9133527" y="1125845"/>
              <a:ext cx="2204162" cy="904189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C3770578-A092-CBE5-607E-40A867824B03}"/>
                </a:ext>
              </a:extLst>
            </p:cNvPr>
            <p:cNvGrpSpPr/>
            <p:nvPr/>
          </p:nvGrpSpPr>
          <p:grpSpPr>
            <a:xfrm>
              <a:off x="9249790" y="1212394"/>
              <a:ext cx="1971636" cy="758889"/>
              <a:chOff x="9249790" y="1212394"/>
              <a:chExt cx="1971636" cy="758889"/>
            </a:xfrm>
          </p:grpSpPr>
          <p:grpSp>
            <p:nvGrpSpPr>
              <p:cNvPr id="100" name="그룹 99">
                <a:extLst>
                  <a:ext uri="{FF2B5EF4-FFF2-40B4-BE49-F238E27FC236}">
                    <a16:creationId xmlns:a16="http://schemas.microsoft.com/office/drawing/2014/main" id="{E16A77CA-F870-D882-D397-A4986300914E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320257"/>
                <a:chOff x="4649054" y="810783"/>
                <a:chExt cx="1971636" cy="360000"/>
              </a:xfrm>
            </p:grpSpPr>
            <p:sp>
              <p:nvSpPr>
                <p:cNvPr id="105" name="사각형: 둥근 모서리 104">
                  <a:extLst>
                    <a:ext uri="{FF2B5EF4-FFF2-40B4-BE49-F238E27FC236}">
                      <a16:creationId xmlns:a16="http://schemas.microsoft.com/office/drawing/2014/main" id="{5F46CC67-FAB4-E388-95F0-F11CA7C15287}"/>
                    </a:ext>
                  </a:extLst>
                </p:cNvPr>
                <p:cNvSpPr/>
                <p:nvPr/>
              </p:nvSpPr>
              <p:spPr>
                <a:xfrm>
                  <a:off x="5432690" y="810783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6" name="사각형: 둥근 모서리 105">
                  <a:extLst>
                    <a:ext uri="{FF2B5EF4-FFF2-40B4-BE49-F238E27FC236}">
                      <a16:creationId xmlns:a16="http://schemas.microsoft.com/office/drawing/2014/main" id="{6059D192-FF2F-C1D7-EAE2-0E34A0BF7597}"/>
                    </a:ext>
                  </a:extLst>
                </p:cNvPr>
                <p:cNvSpPr/>
                <p:nvPr/>
              </p:nvSpPr>
              <p:spPr>
                <a:xfrm>
                  <a:off x="4649054" y="810783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44E80E2F-08E0-FB31-35E2-23FB111EDC7E}"/>
                  </a:ext>
                </a:extLst>
              </p:cNvPr>
              <p:cNvGrpSpPr/>
              <p:nvPr/>
            </p:nvGrpSpPr>
            <p:grpSpPr>
              <a:xfrm>
                <a:off x="9249790" y="1651026"/>
                <a:ext cx="1971636" cy="320257"/>
                <a:chOff x="4649054" y="1303849"/>
                <a:chExt cx="1971636" cy="360000"/>
              </a:xfrm>
            </p:grpSpPr>
            <p:sp>
              <p:nvSpPr>
                <p:cNvPr id="103" name="사각형: 둥근 모서리 102">
                  <a:extLst>
                    <a:ext uri="{FF2B5EF4-FFF2-40B4-BE49-F238E27FC236}">
                      <a16:creationId xmlns:a16="http://schemas.microsoft.com/office/drawing/2014/main" id="{0F54A826-B546-9C96-384C-8B44A276F364}"/>
                    </a:ext>
                  </a:extLst>
                </p:cNvPr>
                <p:cNvSpPr/>
                <p:nvPr/>
              </p:nvSpPr>
              <p:spPr>
                <a:xfrm>
                  <a:off x="5432690" y="1303849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FC631977-9AB5-2797-5A45-6A45316527B8}"/>
                    </a:ext>
                  </a:extLst>
                </p:cNvPr>
                <p:cNvSpPr/>
                <p:nvPr/>
              </p:nvSpPr>
              <p:spPr>
                <a:xfrm>
                  <a:off x="4649054" y="1303849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</p:grpSp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8E1834DA-C7DF-5FA4-92EF-BA46C104DF1B}"/>
                  </a:ext>
                </a:extLst>
              </p:cNvPr>
              <p:cNvCxnSpPr>
                <a:stCxn id="105" idx="2"/>
                <a:endCxn id="103" idx="0"/>
              </p:cNvCxnSpPr>
              <p:nvPr/>
            </p:nvCxnSpPr>
            <p:spPr>
              <a:xfrm>
                <a:off x="10627426" y="1532651"/>
                <a:ext cx="0" cy="118375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5AA63DB5-ECCA-9D4C-FDDE-8ED8355BCFF4}"/>
              </a:ext>
            </a:extLst>
          </p:cNvPr>
          <p:cNvSpPr/>
          <p:nvPr/>
        </p:nvSpPr>
        <p:spPr bwMode="auto">
          <a:xfrm>
            <a:off x="874165" y="3320365"/>
            <a:ext cx="2154796" cy="583063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C3D1336-6AE2-D037-A893-631F47B1E8AC}"/>
              </a:ext>
            </a:extLst>
          </p:cNvPr>
          <p:cNvSpPr txBox="1"/>
          <p:nvPr/>
        </p:nvSpPr>
        <p:spPr>
          <a:xfrm>
            <a:off x="1035685" y="3250697"/>
            <a:ext cx="1831757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1→3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39CEE534-C0AB-E7B6-0F80-FF0E1122B2A9}"/>
              </a:ext>
            </a:extLst>
          </p:cNvPr>
          <p:cNvGrpSpPr/>
          <p:nvPr/>
        </p:nvGrpSpPr>
        <p:grpSpPr>
          <a:xfrm>
            <a:off x="1073056" y="3570692"/>
            <a:ext cx="1757015" cy="281963"/>
            <a:chOff x="9133527" y="3725979"/>
            <a:chExt cx="2204162" cy="954834"/>
          </a:xfrm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B325A36C-76D3-086B-5834-C38E5C20BA38}"/>
                </a:ext>
              </a:extLst>
            </p:cNvPr>
            <p:cNvSpPr/>
            <p:nvPr/>
          </p:nvSpPr>
          <p:spPr>
            <a:xfrm>
              <a:off x="9133527" y="3725979"/>
              <a:ext cx="2204162" cy="954834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48" name="그룹 147">
              <a:extLst>
                <a:ext uri="{FF2B5EF4-FFF2-40B4-BE49-F238E27FC236}">
                  <a16:creationId xmlns:a16="http://schemas.microsoft.com/office/drawing/2014/main" id="{4D989B4E-4256-960C-8456-56A7AA7A78E9}"/>
                </a:ext>
              </a:extLst>
            </p:cNvPr>
            <p:cNvGrpSpPr/>
            <p:nvPr/>
          </p:nvGrpSpPr>
          <p:grpSpPr>
            <a:xfrm>
              <a:off x="9249790" y="3831675"/>
              <a:ext cx="1971636" cy="743433"/>
              <a:chOff x="9249790" y="3831675"/>
              <a:chExt cx="1971636" cy="743433"/>
            </a:xfrm>
          </p:grpSpPr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311FAD57-156F-6D1A-293D-6B161B9B599A}"/>
                  </a:ext>
                </a:extLst>
              </p:cNvPr>
              <p:cNvGrpSpPr/>
              <p:nvPr/>
            </p:nvGrpSpPr>
            <p:grpSpPr>
              <a:xfrm>
                <a:off x="9249790" y="4254852"/>
                <a:ext cx="1971636" cy="320256"/>
                <a:chOff x="744758" y="3198858"/>
                <a:chExt cx="1971636" cy="360000"/>
              </a:xfrm>
            </p:grpSpPr>
            <p:sp>
              <p:nvSpPr>
                <p:cNvPr id="154" name="사각형: 둥근 모서리 153">
                  <a:extLst>
                    <a:ext uri="{FF2B5EF4-FFF2-40B4-BE49-F238E27FC236}">
                      <a16:creationId xmlns:a16="http://schemas.microsoft.com/office/drawing/2014/main" id="{5BF1AD80-31EE-4099-CDED-29AC21A2B0A6}"/>
                    </a:ext>
                  </a:extLst>
                </p:cNvPr>
                <p:cNvSpPr/>
                <p:nvPr/>
              </p:nvSpPr>
              <p:spPr>
                <a:xfrm>
                  <a:off x="744758" y="3198858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5" name="타원 154">
                  <a:extLst>
                    <a:ext uri="{FF2B5EF4-FFF2-40B4-BE49-F238E27FC236}">
                      <a16:creationId xmlns:a16="http://schemas.microsoft.com/office/drawing/2014/main" id="{946ACA90-18E4-7E88-9E25-7A6F4ECF080D}"/>
                    </a:ext>
                  </a:extLst>
                </p:cNvPr>
                <p:cNvSpPr/>
                <p:nvPr/>
              </p:nvSpPr>
              <p:spPr>
                <a:xfrm>
                  <a:off x="1528394" y="3198858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grpSp>
            <p:nvGrpSpPr>
              <p:cNvPr id="150" name="그룹 149">
                <a:extLst>
                  <a:ext uri="{FF2B5EF4-FFF2-40B4-BE49-F238E27FC236}">
                    <a16:creationId xmlns:a16="http://schemas.microsoft.com/office/drawing/2014/main" id="{7F16FE2F-BBBB-44EC-9043-0F97D531E7A3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320256"/>
                <a:chOff x="744758" y="267180"/>
                <a:chExt cx="1971636" cy="360000"/>
              </a:xfrm>
            </p:grpSpPr>
            <p:sp>
              <p:nvSpPr>
                <p:cNvPr id="152" name="사각형: 둥근 모서리 151">
                  <a:extLst>
                    <a:ext uri="{FF2B5EF4-FFF2-40B4-BE49-F238E27FC236}">
                      <a16:creationId xmlns:a16="http://schemas.microsoft.com/office/drawing/2014/main" id="{59B8CF7F-D247-208D-606A-54616DDC255E}"/>
                    </a:ext>
                  </a:extLst>
                </p:cNvPr>
                <p:cNvSpPr/>
                <p:nvPr/>
              </p:nvSpPr>
              <p:spPr>
                <a:xfrm>
                  <a:off x="744758" y="267180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53" name="타원 152">
                  <a:extLst>
                    <a:ext uri="{FF2B5EF4-FFF2-40B4-BE49-F238E27FC236}">
                      <a16:creationId xmlns:a16="http://schemas.microsoft.com/office/drawing/2014/main" id="{CA1AE077-A9E7-18B7-E1D5-7235505E371B}"/>
                    </a:ext>
                  </a:extLst>
                </p:cNvPr>
                <p:cNvSpPr/>
                <p:nvPr/>
              </p:nvSpPr>
              <p:spPr>
                <a:xfrm>
                  <a:off x="1528394" y="267180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</p:grp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405C1517-1B11-E54F-16F6-EB8147C07167}"/>
                  </a:ext>
                </a:extLst>
              </p:cNvPr>
              <p:cNvCxnSpPr>
                <a:cxnSpLocks/>
                <a:stCxn id="155" idx="0"/>
                <a:endCxn id="153" idx="4"/>
              </p:cNvCxnSpPr>
              <p:nvPr/>
            </p:nvCxnSpPr>
            <p:spPr>
              <a:xfrm flipV="1">
                <a:off x="10627426" y="4151937"/>
                <a:ext cx="0" cy="10291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8" name="사각형: 둥근 모서리 207">
            <a:extLst>
              <a:ext uri="{FF2B5EF4-FFF2-40B4-BE49-F238E27FC236}">
                <a16:creationId xmlns:a16="http://schemas.microsoft.com/office/drawing/2014/main" id="{6D3500F4-7414-EBFF-BB7E-E0257176747F}"/>
              </a:ext>
            </a:extLst>
          </p:cNvPr>
          <p:cNvSpPr/>
          <p:nvPr/>
        </p:nvSpPr>
        <p:spPr bwMode="auto">
          <a:xfrm>
            <a:off x="867073" y="4167668"/>
            <a:ext cx="2168980" cy="755236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D498D529-7A73-2DF3-1261-9141ED316140}"/>
              </a:ext>
            </a:extLst>
          </p:cNvPr>
          <p:cNvSpPr txBox="1"/>
          <p:nvPr/>
        </p:nvSpPr>
        <p:spPr>
          <a:xfrm>
            <a:off x="972736" y="4097999"/>
            <a:ext cx="1957654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1→3→2</a:t>
            </a:r>
          </a:p>
        </p:txBody>
      </p:sp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31141E8E-7C0C-1AC2-8E40-F797EB4AAB4D}"/>
              </a:ext>
            </a:extLst>
          </p:cNvPr>
          <p:cNvGrpSpPr/>
          <p:nvPr/>
        </p:nvGrpSpPr>
        <p:grpSpPr>
          <a:xfrm>
            <a:off x="1119760" y="4417994"/>
            <a:ext cx="1663607" cy="440027"/>
            <a:chOff x="9133527" y="2187491"/>
            <a:chExt cx="2204162" cy="1441156"/>
          </a:xfrm>
        </p:grpSpPr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3BC02DF3-0FED-4C5E-8B34-1C05E0D56204}"/>
                </a:ext>
              </a:extLst>
            </p:cNvPr>
            <p:cNvSpPr/>
            <p:nvPr/>
          </p:nvSpPr>
          <p:spPr>
            <a:xfrm>
              <a:off x="9133527" y="2187491"/>
              <a:ext cx="2204162" cy="1441156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213" name="그룹 212">
              <a:extLst>
                <a:ext uri="{FF2B5EF4-FFF2-40B4-BE49-F238E27FC236}">
                  <a16:creationId xmlns:a16="http://schemas.microsoft.com/office/drawing/2014/main" id="{1C5CB4AE-6720-D7FB-C330-3DC3EE1D414E}"/>
                </a:ext>
              </a:extLst>
            </p:cNvPr>
            <p:cNvGrpSpPr/>
            <p:nvPr/>
          </p:nvGrpSpPr>
          <p:grpSpPr>
            <a:xfrm>
              <a:off x="9249790" y="2317915"/>
              <a:ext cx="1971636" cy="1180308"/>
              <a:chOff x="9249790" y="2317915"/>
              <a:chExt cx="1971636" cy="1180308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F22AA74B-6F0B-5973-BE08-806B95FE83F2}"/>
                  </a:ext>
                </a:extLst>
              </p:cNvPr>
              <p:cNvCxnSpPr>
                <a:cxnSpLocks/>
                <a:stCxn id="227" idx="2"/>
                <a:endCxn id="223" idx="0"/>
              </p:cNvCxnSpPr>
              <p:nvPr/>
            </p:nvCxnSpPr>
            <p:spPr>
              <a:xfrm>
                <a:off x="10627426" y="2638173"/>
                <a:ext cx="0" cy="539792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0" name="그룹 219">
                <a:extLst>
                  <a:ext uri="{FF2B5EF4-FFF2-40B4-BE49-F238E27FC236}">
                    <a16:creationId xmlns:a16="http://schemas.microsoft.com/office/drawing/2014/main" id="{D3C95F37-681E-DF05-A9A5-8A3FF287E1E6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320257"/>
                <a:chOff x="4649054" y="1981046"/>
                <a:chExt cx="1971636" cy="360000"/>
              </a:xfrm>
            </p:grpSpPr>
            <p:sp>
              <p:nvSpPr>
                <p:cNvPr id="227" name="사각형: 둥근 모서리 226">
                  <a:extLst>
                    <a:ext uri="{FF2B5EF4-FFF2-40B4-BE49-F238E27FC236}">
                      <a16:creationId xmlns:a16="http://schemas.microsoft.com/office/drawing/2014/main" id="{129706B3-593E-5B00-8C11-14CE3B66C40F}"/>
                    </a:ext>
                  </a:extLst>
                </p:cNvPr>
                <p:cNvSpPr/>
                <p:nvPr/>
              </p:nvSpPr>
              <p:spPr>
                <a:xfrm>
                  <a:off x="5432690" y="1981046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28" name="사각형: 둥근 모서리 227">
                  <a:extLst>
                    <a:ext uri="{FF2B5EF4-FFF2-40B4-BE49-F238E27FC236}">
                      <a16:creationId xmlns:a16="http://schemas.microsoft.com/office/drawing/2014/main" id="{1E5C8130-A234-0234-FE1B-F582ECAE5B72}"/>
                    </a:ext>
                  </a:extLst>
                </p:cNvPr>
                <p:cNvSpPr/>
                <p:nvPr/>
              </p:nvSpPr>
              <p:spPr>
                <a:xfrm>
                  <a:off x="4649054" y="1981046"/>
                  <a:ext cx="684000" cy="360000"/>
                </a:xfrm>
                <a:prstGeom prst="roundRect">
                  <a:avLst/>
                </a:prstGeom>
                <a:solidFill>
                  <a:srgbClr val="E9713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21" name="그룹 220">
                <a:extLst>
                  <a:ext uri="{FF2B5EF4-FFF2-40B4-BE49-F238E27FC236}">
                    <a16:creationId xmlns:a16="http://schemas.microsoft.com/office/drawing/2014/main" id="{05D0E01F-DDD5-4BB9-889A-BD315AB6BB34}"/>
                  </a:ext>
                </a:extLst>
              </p:cNvPr>
              <p:cNvGrpSpPr/>
              <p:nvPr/>
            </p:nvGrpSpPr>
            <p:grpSpPr>
              <a:xfrm>
                <a:off x="9249790" y="2745776"/>
                <a:ext cx="1971636" cy="320257"/>
                <a:chOff x="4649054" y="2462005"/>
                <a:chExt cx="1971636" cy="360000"/>
              </a:xfrm>
            </p:grpSpPr>
            <p:sp>
              <p:nvSpPr>
                <p:cNvPr id="225" name="사각형: 둥근 모서리 224">
                  <a:extLst>
                    <a:ext uri="{FF2B5EF4-FFF2-40B4-BE49-F238E27FC236}">
                      <a16:creationId xmlns:a16="http://schemas.microsoft.com/office/drawing/2014/main" id="{03E84B5F-D895-5151-BDA2-52F6CFA67ACD}"/>
                    </a:ext>
                  </a:extLst>
                </p:cNvPr>
                <p:cNvSpPr/>
                <p:nvPr/>
              </p:nvSpPr>
              <p:spPr>
                <a:xfrm>
                  <a:off x="4649054" y="2462005"/>
                  <a:ext cx="684000" cy="360000"/>
                </a:xfrm>
                <a:prstGeom prst="round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26" name="사각형: 둥근 모서리 225">
                  <a:extLst>
                    <a:ext uri="{FF2B5EF4-FFF2-40B4-BE49-F238E27FC236}">
                      <a16:creationId xmlns:a16="http://schemas.microsoft.com/office/drawing/2014/main" id="{56ADC9A3-218D-7B87-C024-9E74517CF139}"/>
                    </a:ext>
                  </a:extLst>
                </p:cNvPr>
                <p:cNvSpPr/>
                <p:nvPr/>
              </p:nvSpPr>
              <p:spPr>
                <a:xfrm>
                  <a:off x="5432690" y="2462005"/>
                  <a:ext cx="1188000" cy="360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222" name="그룹 221">
                <a:extLst>
                  <a:ext uri="{FF2B5EF4-FFF2-40B4-BE49-F238E27FC236}">
                    <a16:creationId xmlns:a16="http://schemas.microsoft.com/office/drawing/2014/main" id="{680E4AD5-D444-88B3-F434-25BA49736B82}"/>
                  </a:ext>
                </a:extLst>
              </p:cNvPr>
              <p:cNvGrpSpPr/>
              <p:nvPr/>
            </p:nvGrpSpPr>
            <p:grpSpPr>
              <a:xfrm>
                <a:off x="9249790" y="3177966"/>
                <a:ext cx="1971636" cy="320257"/>
                <a:chOff x="4649054" y="2947826"/>
                <a:chExt cx="1971636" cy="360000"/>
              </a:xfrm>
            </p:grpSpPr>
            <p:sp>
              <p:nvSpPr>
                <p:cNvPr id="223" name="타원 222">
                  <a:extLst>
                    <a:ext uri="{FF2B5EF4-FFF2-40B4-BE49-F238E27FC236}">
                      <a16:creationId xmlns:a16="http://schemas.microsoft.com/office/drawing/2014/main" id="{E7556FCB-F995-B0F7-28C1-29EFAFCF10CC}"/>
                    </a:ext>
                  </a:extLst>
                </p:cNvPr>
                <p:cNvSpPr/>
                <p:nvPr/>
              </p:nvSpPr>
              <p:spPr>
                <a:xfrm>
                  <a:off x="5432690" y="2947826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224" name="사각형: 둥근 모서리 223">
                  <a:extLst>
                    <a:ext uri="{FF2B5EF4-FFF2-40B4-BE49-F238E27FC236}">
                      <a16:creationId xmlns:a16="http://schemas.microsoft.com/office/drawing/2014/main" id="{08F301C8-98CF-8265-652D-471C7180F976}"/>
                    </a:ext>
                  </a:extLst>
                </p:cNvPr>
                <p:cNvSpPr/>
                <p:nvPr/>
              </p:nvSpPr>
              <p:spPr>
                <a:xfrm>
                  <a:off x="4649054" y="2947826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321" name="사각형: 둥근 모서리 320">
            <a:extLst>
              <a:ext uri="{FF2B5EF4-FFF2-40B4-BE49-F238E27FC236}">
                <a16:creationId xmlns:a16="http://schemas.microsoft.com/office/drawing/2014/main" id="{7C1E1D95-9C83-1D4E-9133-086A8E76191A}"/>
              </a:ext>
            </a:extLst>
          </p:cNvPr>
          <p:cNvSpPr/>
          <p:nvPr/>
        </p:nvSpPr>
        <p:spPr bwMode="auto">
          <a:xfrm>
            <a:off x="870106" y="5120484"/>
            <a:ext cx="2162914" cy="714907"/>
          </a:xfrm>
          <a:prstGeom prst="roundRect">
            <a:avLst>
              <a:gd name="adj" fmla="val 10205"/>
            </a:avLst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bg2">
                <a:lumMod val="75000"/>
                <a:lumOff val="25000"/>
              </a:schemeClr>
            </a:solidFill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4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143DBE3B-AB50-571B-97C1-64E4282EB5B2}"/>
              </a:ext>
            </a:extLst>
          </p:cNvPr>
          <p:cNvGrpSpPr/>
          <p:nvPr/>
        </p:nvGrpSpPr>
        <p:grpSpPr>
          <a:xfrm>
            <a:off x="1113386" y="5415414"/>
            <a:ext cx="1676354" cy="407411"/>
            <a:chOff x="9133527" y="4778146"/>
            <a:chExt cx="2204162" cy="1365327"/>
          </a:xfrm>
        </p:grpSpPr>
        <p:sp>
          <p:nvSpPr>
            <p:cNvPr id="324" name="사각형: 둥근 모서리 323">
              <a:extLst>
                <a:ext uri="{FF2B5EF4-FFF2-40B4-BE49-F238E27FC236}">
                  <a16:creationId xmlns:a16="http://schemas.microsoft.com/office/drawing/2014/main" id="{B49A999B-589B-29DA-9F01-4C6B517AB092}"/>
                </a:ext>
              </a:extLst>
            </p:cNvPr>
            <p:cNvSpPr/>
            <p:nvPr/>
          </p:nvSpPr>
          <p:spPr>
            <a:xfrm>
              <a:off x="9133527" y="4778146"/>
              <a:ext cx="2204162" cy="1365327"/>
            </a:xfrm>
            <a:prstGeom prst="roundRect">
              <a:avLst>
                <a:gd name="adj" fmla="val 619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325" name="그룹 324">
              <a:extLst>
                <a:ext uri="{FF2B5EF4-FFF2-40B4-BE49-F238E27FC236}">
                  <a16:creationId xmlns:a16="http://schemas.microsoft.com/office/drawing/2014/main" id="{E4F76B67-532B-C9BF-D838-10E1B4636180}"/>
                </a:ext>
              </a:extLst>
            </p:cNvPr>
            <p:cNvGrpSpPr/>
            <p:nvPr/>
          </p:nvGrpSpPr>
          <p:grpSpPr>
            <a:xfrm>
              <a:off x="9249790" y="4875255"/>
              <a:ext cx="1971636" cy="1171117"/>
              <a:chOff x="9249790" y="4875255"/>
              <a:chExt cx="1971636" cy="1171117"/>
            </a:xfrm>
          </p:grpSpPr>
          <p:cxnSp>
            <p:nvCxnSpPr>
              <p:cNvPr id="326" name="직선 연결선 325">
                <a:extLst>
                  <a:ext uri="{FF2B5EF4-FFF2-40B4-BE49-F238E27FC236}">
                    <a16:creationId xmlns:a16="http://schemas.microsoft.com/office/drawing/2014/main" id="{8BCC4D6E-9BC7-05AD-CF04-5879285A07ED}"/>
                  </a:ext>
                </a:extLst>
              </p:cNvPr>
              <p:cNvCxnSpPr>
                <a:cxnSpLocks/>
                <a:endCxn id="330" idx="0"/>
              </p:cNvCxnSpPr>
              <p:nvPr/>
            </p:nvCxnSpPr>
            <p:spPr>
              <a:xfrm>
                <a:off x="10627426" y="5195511"/>
                <a:ext cx="0" cy="530597"/>
              </a:xfrm>
              <a:prstGeom prst="line">
                <a:avLst/>
              </a:prstGeom>
              <a:ln w="57150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7" name="그룹 326">
                <a:extLst>
                  <a:ext uri="{FF2B5EF4-FFF2-40B4-BE49-F238E27FC236}">
                    <a16:creationId xmlns:a16="http://schemas.microsoft.com/office/drawing/2014/main" id="{F7E4DEEF-369F-857C-19BF-5D2BC1FE15BE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320257"/>
                <a:chOff x="4661776" y="4732921"/>
                <a:chExt cx="1971636" cy="360000"/>
              </a:xfrm>
            </p:grpSpPr>
            <p:sp>
              <p:nvSpPr>
                <p:cNvPr id="334" name="타원 333">
                  <a:extLst>
                    <a:ext uri="{FF2B5EF4-FFF2-40B4-BE49-F238E27FC236}">
                      <a16:creationId xmlns:a16="http://schemas.microsoft.com/office/drawing/2014/main" id="{F5B11C63-1ED7-25CE-B1F6-55CBC698D326}"/>
                    </a:ext>
                  </a:extLst>
                </p:cNvPr>
                <p:cNvSpPr/>
                <p:nvPr/>
              </p:nvSpPr>
              <p:spPr>
                <a:xfrm>
                  <a:off x="5445412" y="4732921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335" name="사각형: 둥근 모서리 334">
                  <a:extLst>
                    <a:ext uri="{FF2B5EF4-FFF2-40B4-BE49-F238E27FC236}">
                      <a16:creationId xmlns:a16="http://schemas.microsoft.com/office/drawing/2014/main" id="{F32E26C0-0803-6BFD-BAE1-DDE846F39254}"/>
                    </a:ext>
                  </a:extLst>
                </p:cNvPr>
                <p:cNvSpPr/>
                <p:nvPr/>
              </p:nvSpPr>
              <p:spPr>
                <a:xfrm>
                  <a:off x="4661776" y="4732921"/>
                  <a:ext cx="684000" cy="360000"/>
                </a:xfrm>
                <a:prstGeom prst="roundRect">
                  <a:avLst/>
                </a:prstGeom>
                <a:solidFill>
                  <a:srgbClr val="0F9ED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28" name="그룹 327">
                <a:extLst>
                  <a:ext uri="{FF2B5EF4-FFF2-40B4-BE49-F238E27FC236}">
                    <a16:creationId xmlns:a16="http://schemas.microsoft.com/office/drawing/2014/main" id="{F6134EB2-FEAA-45DC-6262-B9640BF3DE62}"/>
                  </a:ext>
                </a:extLst>
              </p:cNvPr>
              <p:cNvGrpSpPr/>
              <p:nvPr/>
            </p:nvGrpSpPr>
            <p:grpSpPr>
              <a:xfrm>
                <a:off x="9249790" y="5300682"/>
                <a:ext cx="1971636" cy="320257"/>
                <a:chOff x="4649054" y="5218927"/>
                <a:chExt cx="1971636" cy="360000"/>
              </a:xfrm>
            </p:grpSpPr>
            <p:sp>
              <p:nvSpPr>
                <p:cNvPr id="332" name="타원 331">
                  <a:extLst>
                    <a:ext uri="{FF2B5EF4-FFF2-40B4-BE49-F238E27FC236}">
                      <a16:creationId xmlns:a16="http://schemas.microsoft.com/office/drawing/2014/main" id="{E8635B24-4A2B-B291-0562-CF2200445670}"/>
                    </a:ext>
                  </a:extLst>
                </p:cNvPr>
                <p:cNvSpPr/>
                <p:nvPr/>
              </p:nvSpPr>
              <p:spPr>
                <a:xfrm>
                  <a:off x="5432690" y="5218927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>
                    <a:latin typeface="+mj-ea"/>
                  </a:endParaRPr>
                </a:p>
              </p:txBody>
            </p:sp>
            <p:sp>
              <p:nvSpPr>
                <p:cNvPr id="333" name="사각형: 둥근 모서리 332">
                  <a:extLst>
                    <a:ext uri="{FF2B5EF4-FFF2-40B4-BE49-F238E27FC236}">
                      <a16:creationId xmlns:a16="http://schemas.microsoft.com/office/drawing/2014/main" id="{5F10CF43-E9C2-E226-1FBA-7E51C1E50950}"/>
                    </a:ext>
                  </a:extLst>
                </p:cNvPr>
                <p:cNvSpPr/>
                <p:nvPr/>
              </p:nvSpPr>
              <p:spPr>
                <a:xfrm>
                  <a:off x="4649054" y="5218927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29" name="그룹 328">
                <a:extLst>
                  <a:ext uri="{FF2B5EF4-FFF2-40B4-BE49-F238E27FC236}">
                    <a16:creationId xmlns:a16="http://schemas.microsoft.com/office/drawing/2014/main" id="{4A431D60-8F8D-19F9-A653-62BCA29F8902}"/>
                  </a:ext>
                </a:extLst>
              </p:cNvPr>
              <p:cNvGrpSpPr/>
              <p:nvPr/>
            </p:nvGrpSpPr>
            <p:grpSpPr>
              <a:xfrm>
                <a:off x="9249790" y="5726115"/>
                <a:ext cx="1971636" cy="320257"/>
                <a:chOff x="4649054" y="5689365"/>
                <a:chExt cx="1971636" cy="360000"/>
              </a:xfrm>
            </p:grpSpPr>
            <p:sp>
              <p:nvSpPr>
                <p:cNvPr id="330" name="타원 329">
                  <a:extLst>
                    <a:ext uri="{FF2B5EF4-FFF2-40B4-BE49-F238E27FC236}">
                      <a16:creationId xmlns:a16="http://schemas.microsoft.com/office/drawing/2014/main" id="{845C051C-519A-3044-8D1B-5975B82F030F}"/>
                    </a:ext>
                  </a:extLst>
                </p:cNvPr>
                <p:cNvSpPr/>
                <p:nvPr/>
              </p:nvSpPr>
              <p:spPr>
                <a:xfrm>
                  <a:off x="5432690" y="5689365"/>
                  <a:ext cx="1188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331" name="사각형: 둥근 모서리 330">
                  <a:extLst>
                    <a:ext uri="{FF2B5EF4-FFF2-40B4-BE49-F238E27FC236}">
                      <a16:creationId xmlns:a16="http://schemas.microsoft.com/office/drawing/2014/main" id="{70A2FC38-74DD-4598-BF14-46648697AD38}"/>
                    </a:ext>
                  </a:extLst>
                </p:cNvPr>
                <p:cNvSpPr/>
                <p:nvPr/>
              </p:nvSpPr>
              <p:spPr>
                <a:xfrm>
                  <a:off x="4649054" y="5689365"/>
                  <a:ext cx="684000" cy="360000"/>
                </a:xfrm>
                <a:prstGeom prst="roundRect">
                  <a:avLst/>
                </a:prstGeom>
                <a:solidFill>
                  <a:srgbClr val="A02B9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</p:grpSp>
      </p:grpSp>
      <p:sp>
        <p:nvSpPr>
          <p:cNvPr id="323" name="TextBox 322">
            <a:extLst>
              <a:ext uri="{FF2B5EF4-FFF2-40B4-BE49-F238E27FC236}">
                <a16:creationId xmlns:a16="http://schemas.microsoft.com/office/drawing/2014/main" id="{0376A91D-03EE-0A32-1893-A1E6FD6A74B3}"/>
              </a:ext>
            </a:extLst>
          </p:cNvPr>
          <p:cNvSpPr txBox="1"/>
          <p:nvPr/>
        </p:nvSpPr>
        <p:spPr>
          <a:xfrm>
            <a:off x="832238" y="5095419"/>
            <a:ext cx="2238650" cy="347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1→3→2→4</a:t>
            </a:r>
          </a:p>
        </p:txBody>
      </p:sp>
      <p:grpSp>
        <p:nvGrpSpPr>
          <p:cNvPr id="338" name="그룹 337">
            <a:extLst>
              <a:ext uri="{FF2B5EF4-FFF2-40B4-BE49-F238E27FC236}">
                <a16:creationId xmlns:a16="http://schemas.microsoft.com/office/drawing/2014/main" id="{FB65B3F0-3B09-DEA9-9EB6-5752F6F8C898}"/>
              </a:ext>
            </a:extLst>
          </p:cNvPr>
          <p:cNvGrpSpPr/>
          <p:nvPr/>
        </p:nvGrpSpPr>
        <p:grpSpPr>
          <a:xfrm>
            <a:off x="5292910" y="5124070"/>
            <a:ext cx="1087101" cy="328675"/>
            <a:chOff x="8303614" y="4440472"/>
            <a:chExt cx="1140658" cy="471479"/>
          </a:xfrm>
        </p:grpSpPr>
        <p:sp>
          <p:nvSpPr>
            <p:cNvPr id="339" name="사각형: 둥근 모서리 338">
              <a:extLst>
                <a:ext uri="{FF2B5EF4-FFF2-40B4-BE49-F238E27FC236}">
                  <a16:creationId xmlns:a16="http://schemas.microsoft.com/office/drawing/2014/main" id="{9BFF15A3-708D-F37C-799D-546C859D7F41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 dirty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340" name="곱하기 기호 339">
              <a:extLst>
                <a:ext uri="{FF2B5EF4-FFF2-40B4-BE49-F238E27FC236}">
                  <a16:creationId xmlns:a16="http://schemas.microsoft.com/office/drawing/2014/main" id="{9F275314-6781-1C57-CEF7-61BBAD2AB2F3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41" name="Google Shape;295;p20">
            <a:extLst>
              <a:ext uri="{FF2B5EF4-FFF2-40B4-BE49-F238E27FC236}">
                <a16:creationId xmlns:a16="http://schemas.microsoft.com/office/drawing/2014/main" id="{93ACB0F7-4D9E-C295-626D-5ADDD15C3F6A}"/>
              </a:ext>
            </a:extLst>
          </p:cNvPr>
          <p:cNvCxnSpPr>
            <a:cxnSpLocks/>
            <a:stCxn id="263" idx="2"/>
            <a:endCxn id="339" idx="0"/>
          </p:cNvCxnSpPr>
          <p:nvPr/>
        </p:nvCxnSpPr>
        <p:spPr>
          <a:xfrm>
            <a:off x="5836461" y="4947686"/>
            <a:ext cx="0" cy="176384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44" name="Google Shape;295;p20">
            <a:extLst>
              <a:ext uri="{FF2B5EF4-FFF2-40B4-BE49-F238E27FC236}">
                <a16:creationId xmlns:a16="http://schemas.microsoft.com/office/drawing/2014/main" id="{64B34E00-6222-2579-2229-45A36B318728}"/>
              </a:ext>
            </a:extLst>
          </p:cNvPr>
          <p:cNvCxnSpPr>
            <a:cxnSpLocks/>
          </p:cNvCxnSpPr>
          <p:nvPr/>
        </p:nvCxnSpPr>
        <p:spPr>
          <a:xfrm>
            <a:off x="1947365" y="4922904"/>
            <a:ext cx="0" cy="172515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7" name="Google Shape;295;p20">
            <a:extLst>
              <a:ext uri="{FF2B5EF4-FFF2-40B4-BE49-F238E27FC236}">
                <a16:creationId xmlns:a16="http://schemas.microsoft.com/office/drawing/2014/main" id="{9E593BA0-2BAC-2261-3A78-075ED7382311}"/>
              </a:ext>
            </a:extLst>
          </p:cNvPr>
          <p:cNvCxnSpPr>
            <a:cxnSpLocks/>
            <a:stCxn id="195" idx="2"/>
          </p:cNvCxnSpPr>
          <p:nvPr/>
        </p:nvCxnSpPr>
        <p:spPr>
          <a:xfrm>
            <a:off x="6821894" y="3906740"/>
            <a:ext cx="1084374" cy="243745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0" name="Google Shape;295;p20">
            <a:extLst>
              <a:ext uri="{FF2B5EF4-FFF2-40B4-BE49-F238E27FC236}">
                <a16:creationId xmlns:a16="http://schemas.microsoft.com/office/drawing/2014/main" id="{AB5712B2-4B31-980A-9A7C-B28B59B1242E}"/>
              </a:ext>
            </a:extLst>
          </p:cNvPr>
          <p:cNvCxnSpPr>
            <a:cxnSpLocks/>
            <a:stCxn id="250" idx="2"/>
            <a:endCxn id="281" idx="0"/>
          </p:cNvCxnSpPr>
          <p:nvPr/>
        </p:nvCxnSpPr>
        <p:spPr>
          <a:xfrm>
            <a:off x="9076578" y="4755369"/>
            <a:ext cx="3684" cy="210021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D559ECB-69E8-A233-F5E6-A49A0EFC8C56}"/>
              </a:ext>
            </a:extLst>
          </p:cNvPr>
          <p:cNvGrpSpPr/>
          <p:nvPr/>
        </p:nvGrpSpPr>
        <p:grpSpPr>
          <a:xfrm>
            <a:off x="1114254" y="6017339"/>
            <a:ext cx="1674619" cy="604795"/>
            <a:chOff x="1100347" y="6107605"/>
            <a:chExt cx="1674619" cy="604795"/>
          </a:xfrm>
        </p:grpSpPr>
        <p:grpSp>
          <p:nvGrpSpPr>
            <p:cNvPr id="362" name="그룹 361">
              <a:extLst>
                <a:ext uri="{FF2B5EF4-FFF2-40B4-BE49-F238E27FC236}">
                  <a16:creationId xmlns:a16="http://schemas.microsoft.com/office/drawing/2014/main" id="{BA30A52A-1C50-6CFD-3FBD-999C80EF947C}"/>
                </a:ext>
              </a:extLst>
            </p:cNvPr>
            <p:cNvGrpSpPr/>
            <p:nvPr/>
          </p:nvGrpSpPr>
          <p:grpSpPr>
            <a:xfrm>
              <a:off x="1100347" y="6107605"/>
              <a:ext cx="1674619" cy="589249"/>
              <a:chOff x="5639329" y="5763347"/>
              <a:chExt cx="1465572" cy="736605"/>
            </a:xfrm>
          </p:grpSpPr>
          <p:sp>
            <p:nvSpPr>
              <p:cNvPr id="363" name="사각형: 둥근 모서리 362">
                <a:extLst>
                  <a:ext uri="{FF2B5EF4-FFF2-40B4-BE49-F238E27FC236}">
                    <a16:creationId xmlns:a16="http://schemas.microsoft.com/office/drawing/2014/main" id="{868C119C-D0F5-054E-552F-BE24370D05BA}"/>
                  </a:ext>
                </a:extLst>
              </p:cNvPr>
              <p:cNvSpPr/>
              <p:nvPr/>
            </p:nvSpPr>
            <p:spPr bwMode="auto">
              <a:xfrm>
                <a:off x="5639329" y="5815543"/>
                <a:ext cx="1465572" cy="684409"/>
              </a:xfrm>
              <a:prstGeom prst="roundRect">
                <a:avLst>
                  <a:gd name="adj" fmla="val 10205"/>
                </a:avLst>
              </a:prstGeom>
              <a:solidFill>
                <a:srgbClr val="DAE6F2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364" name="TextBox 363">
                <a:extLst>
                  <a:ext uri="{FF2B5EF4-FFF2-40B4-BE49-F238E27FC236}">
                    <a16:creationId xmlns:a16="http://schemas.microsoft.com/office/drawing/2014/main" id="{DBD8BF59-3F71-44CD-07DF-F512D8D857AD}"/>
                  </a:ext>
                </a:extLst>
              </p:cNvPr>
              <p:cNvSpPr txBox="1"/>
              <p:nvPr/>
            </p:nvSpPr>
            <p:spPr>
              <a:xfrm>
                <a:off x="5735448" y="5763347"/>
                <a:ext cx="1273337" cy="407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가능 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Plan </a:t>
                </a: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결과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-1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8CC1741-445C-0AA7-2D64-281B83C2EC36}"/>
                </a:ext>
              </a:extLst>
            </p:cNvPr>
            <p:cNvSpPr txBox="1"/>
            <p:nvPr/>
          </p:nvSpPr>
          <p:spPr>
            <a:xfrm>
              <a:off x="1210177" y="6343068"/>
              <a:ext cx="14549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kern="0" dirty="0">
                  <a:solidFill>
                    <a:schemeClr val="accent1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1→3→2→4</a:t>
              </a:r>
              <a:endParaRPr lang="ko-KR" altLang="en-US" b="1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A11537CA-36E8-5DFB-973F-7484A4122BAE}"/>
              </a:ext>
            </a:extLst>
          </p:cNvPr>
          <p:cNvGrpSpPr/>
          <p:nvPr/>
        </p:nvGrpSpPr>
        <p:grpSpPr>
          <a:xfrm>
            <a:off x="8281764" y="5975976"/>
            <a:ext cx="1606414" cy="604795"/>
            <a:chOff x="1134451" y="6107605"/>
            <a:chExt cx="1606414" cy="60479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5470EE1F-F90F-4263-3A84-57518C08F588}"/>
                </a:ext>
              </a:extLst>
            </p:cNvPr>
            <p:cNvGrpSpPr/>
            <p:nvPr/>
          </p:nvGrpSpPr>
          <p:grpSpPr>
            <a:xfrm>
              <a:off x="1134451" y="6107605"/>
              <a:ext cx="1606414" cy="589249"/>
              <a:chOff x="5669175" y="5763347"/>
              <a:chExt cx="1405881" cy="736605"/>
            </a:xfrm>
          </p:grpSpPr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6F4F16E9-44F0-D8F3-C11F-93AE9A067CE1}"/>
                  </a:ext>
                </a:extLst>
              </p:cNvPr>
              <p:cNvSpPr/>
              <p:nvPr/>
            </p:nvSpPr>
            <p:spPr bwMode="auto">
              <a:xfrm>
                <a:off x="5669175" y="5815543"/>
                <a:ext cx="1405881" cy="684409"/>
              </a:xfrm>
              <a:prstGeom prst="roundRect">
                <a:avLst>
                  <a:gd name="adj" fmla="val 10205"/>
                </a:avLst>
              </a:prstGeom>
              <a:solidFill>
                <a:srgbClr val="DAE6F2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200" b="1" kern="0" dirty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3B51192-BF79-227B-CE71-EAB67296EF7A}"/>
                  </a:ext>
                </a:extLst>
              </p:cNvPr>
              <p:cNvSpPr txBox="1"/>
              <p:nvPr/>
            </p:nvSpPr>
            <p:spPr>
              <a:xfrm>
                <a:off x="5769648" y="5763347"/>
                <a:ext cx="1204937" cy="407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가능 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Plan </a:t>
                </a:r>
                <a:r>
                  <a:rPr lang="ko-KR" altLang="en-US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결과</a:t>
                </a:r>
                <a:r>
                  <a:rPr lang="en-US" altLang="ko-KR" sz="1100" b="1" kern="0" dirty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-2</a:t>
                </a:r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98FC01B-65CA-4C83-ED67-E525E3F53A4F}"/>
                </a:ext>
              </a:extLst>
            </p:cNvPr>
            <p:cNvSpPr txBox="1"/>
            <p:nvPr/>
          </p:nvSpPr>
          <p:spPr>
            <a:xfrm>
              <a:off x="1171098" y="6343068"/>
              <a:ext cx="1533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b="1" kern="0" dirty="0">
                  <a:solidFill>
                    <a:schemeClr val="accent1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2→1→3→4</a:t>
              </a:r>
              <a:endParaRPr lang="ko-KR" altLang="en-US" b="1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44" name="말풍선: 모서리가 둥근 사각형 43">
            <a:extLst>
              <a:ext uri="{FF2B5EF4-FFF2-40B4-BE49-F238E27FC236}">
                <a16:creationId xmlns:a16="http://schemas.microsoft.com/office/drawing/2014/main" id="{9A881F97-F62A-94F3-B948-CE5E201ACD12}"/>
              </a:ext>
            </a:extLst>
          </p:cNvPr>
          <p:cNvSpPr/>
          <p:nvPr/>
        </p:nvSpPr>
        <p:spPr>
          <a:xfrm>
            <a:off x="3199341" y="6028205"/>
            <a:ext cx="4811418" cy="583063"/>
          </a:xfrm>
          <a:prstGeom prst="wedgeRoundRectCallout">
            <a:avLst>
              <a:gd name="adj1" fmla="val -56935"/>
              <a:gd name="adj2" fmla="val 2158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dirty="0">
                <a:solidFill>
                  <a:schemeClr val="accent1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조립 가능 후보 확인 시스템</a:t>
            </a:r>
            <a:r>
              <a:rPr lang="ko-KR" altLang="en-US" sz="12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생성하는 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부품 조립 후보 </a:t>
            </a: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1~4</a:t>
            </a:r>
            <a:r>
              <a:rPr lang="ko-KR" altLang="en-US" sz="12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를</a:t>
            </a:r>
            <a:endParaRPr lang="en-US" altLang="ko-KR" sz="1200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 defTabSz="457212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‘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1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3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2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→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후보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4</a:t>
            </a:r>
            <a:r>
              <a:rPr lang="ko-KR" altLang="en-US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번</a:t>
            </a:r>
            <a:r>
              <a:rPr lang="en-US" altLang="ko-KR" sz="1200" b="1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’</a:t>
            </a:r>
            <a:r>
              <a:rPr lang="en-US" altLang="ko-KR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순서대로 조립하는 </a:t>
            </a:r>
            <a:r>
              <a:rPr lang="en-US" altLang="ko-KR" sz="1200" kern="0" dirty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Medium" panose="020B0604040000000000" pitchFamily="34" charset="-127"/>
              </a:rPr>
              <a:t>Plan</a:t>
            </a:r>
            <a:endParaRPr lang="en-US" altLang="ko-KR" sz="1200" kern="0" dirty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45" name="말풍선: 모서리가 둥근 사각형 44">
            <a:extLst>
              <a:ext uri="{FF2B5EF4-FFF2-40B4-BE49-F238E27FC236}">
                <a16:creationId xmlns:a16="http://schemas.microsoft.com/office/drawing/2014/main" id="{46E8138F-28A3-7170-64AE-6EB6CD18E120}"/>
              </a:ext>
            </a:extLst>
          </p:cNvPr>
          <p:cNvSpPr/>
          <p:nvPr/>
        </p:nvSpPr>
        <p:spPr>
          <a:xfrm>
            <a:off x="10108232" y="5975976"/>
            <a:ext cx="1686068" cy="583063"/>
          </a:xfrm>
          <a:prstGeom prst="wedgeRoundRectCallout">
            <a:avLst>
              <a:gd name="adj1" fmla="val -56935"/>
              <a:gd name="adj2" fmla="val 21585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가능 </a:t>
            </a: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Plan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은 </a:t>
            </a:r>
            <a:endParaRPr lang="en-US" altLang="ko-KR" sz="1200" b="1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 defTabSz="457212">
              <a:defRPr/>
            </a:pPr>
            <a:r>
              <a:rPr lang="en-US" altLang="ko-KR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2</a:t>
            </a:r>
            <a:r>
              <a:rPr lang="ko-KR" altLang="en-US" sz="1200" b="1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개 이상일 수 있음</a:t>
            </a:r>
            <a:endParaRPr lang="en-US" altLang="ko-KR" sz="1200" b="1" dirty="0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cxnSp>
        <p:nvCxnSpPr>
          <p:cNvPr id="46" name="Google Shape;295;p20">
            <a:extLst>
              <a:ext uri="{FF2B5EF4-FFF2-40B4-BE49-F238E27FC236}">
                <a16:creationId xmlns:a16="http://schemas.microsoft.com/office/drawing/2014/main" id="{253EB142-FA3F-64E2-0B43-523AE0AB8D50}"/>
              </a:ext>
            </a:extLst>
          </p:cNvPr>
          <p:cNvCxnSpPr>
            <a:cxnSpLocks/>
            <a:stCxn id="279" idx="2"/>
            <a:endCxn id="43" idx="0"/>
          </p:cNvCxnSpPr>
          <p:nvPr/>
        </p:nvCxnSpPr>
        <p:spPr>
          <a:xfrm>
            <a:off x="9080262" y="5749966"/>
            <a:ext cx="4710" cy="226010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0" name="Google Shape;295;p20">
            <a:extLst>
              <a:ext uri="{FF2B5EF4-FFF2-40B4-BE49-F238E27FC236}">
                <a16:creationId xmlns:a16="http://schemas.microsoft.com/office/drawing/2014/main" id="{01F13E24-65C4-93FA-9F30-EF3645E8E604}"/>
              </a:ext>
            </a:extLst>
          </p:cNvPr>
          <p:cNvCxnSpPr>
            <a:cxnSpLocks/>
          </p:cNvCxnSpPr>
          <p:nvPr/>
        </p:nvCxnSpPr>
        <p:spPr>
          <a:xfrm>
            <a:off x="1950119" y="5835391"/>
            <a:ext cx="2" cy="181948"/>
          </a:xfrm>
          <a:prstGeom prst="straightConnector1">
            <a:avLst/>
          </a:prstGeom>
          <a:ln w="44450" cap="flat" cmpd="sng" algn="ctr">
            <a:solidFill>
              <a:srgbClr val="00B0F0"/>
            </a:solidFill>
            <a:prstDash val="solid"/>
            <a:round/>
            <a:headEnd type="none" w="med" len="med"/>
            <a:tailEnd type="stealth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D0FC2E81-1DE3-2854-6114-8F1D645B03FC}"/>
              </a:ext>
            </a:extLst>
          </p:cNvPr>
          <p:cNvSpPr/>
          <p:nvPr/>
        </p:nvSpPr>
        <p:spPr>
          <a:xfrm>
            <a:off x="141349" y="921798"/>
            <a:ext cx="2379509" cy="598830"/>
          </a:xfrm>
          <a:prstGeom prst="roundRect">
            <a:avLst>
              <a:gd name="adj" fmla="val 12042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가능 </a:t>
            </a:r>
            <a:r>
              <a:rPr lang="en-US" altLang="ko-KR" sz="1600" dirty="0"/>
              <a:t>Plan </a:t>
            </a:r>
            <a:r>
              <a:rPr lang="ko-KR" altLang="en-US" sz="1600" dirty="0"/>
              <a:t>탐색 시스템</a:t>
            </a:r>
            <a:endParaRPr lang="en-US" altLang="ko-KR" sz="1600" dirty="0"/>
          </a:p>
          <a:p>
            <a:pPr algn="ctr"/>
            <a:r>
              <a:rPr lang="en-US" altLang="ko-KR" sz="1600" dirty="0"/>
              <a:t>(Search Algorithm)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486852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9A967-4F6E-609A-1605-BAA3E9352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C49DE4D5-176B-7D24-4074-A236F9FEE8E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공법서 변환 어댑터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8BB05B3-997E-EE27-1063-1FE6501F3D8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04846BB-8C09-9360-7806-8A62A54F7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8FA00E2-EB48-9950-DFFB-3DD0CA2765E7}"/>
              </a:ext>
            </a:extLst>
          </p:cNvPr>
          <p:cNvSpPr txBox="1"/>
          <p:nvPr/>
        </p:nvSpPr>
        <p:spPr>
          <a:xfrm>
            <a:off x="8450742" y="3775876"/>
            <a:ext cx="2061796" cy="160043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</p:txBody>
      </p: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4075331-C775-734F-9B72-B006C118F9E0}"/>
              </a:ext>
            </a:extLst>
          </p:cNvPr>
          <p:cNvCxnSpPr>
            <a:cxnSpLocks/>
            <a:endCxn id="172" idx="1"/>
          </p:cNvCxnSpPr>
          <p:nvPr/>
        </p:nvCxnSpPr>
        <p:spPr>
          <a:xfrm>
            <a:off x="4009720" y="4520679"/>
            <a:ext cx="139812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BDB83A71-21BE-0B91-85C9-26EF814E9403}"/>
              </a:ext>
            </a:extLst>
          </p:cNvPr>
          <p:cNvCxnSpPr>
            <a:cxnSpLocks/>
            <a:stCxn id="172" idx="3"/>
            <a:endCxn id="148" idx="1"/>
          </p:cNvCxnSpPr>
          <p:nvPr/>
        </p:nvCxnSpPr>
        <p:spPr>
          <a:xfrm>
            <a:off x="7160446" y="4520679"/>
            <a:ext cx="122386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2CE2ED41-BCD6-0D38-EF98-425B5411CA39}"/>
              </a:ext>
            </a:extLst>
          </p:cNvPr>
          <p:cNvSpPr/>
          <p:nvPr/>
        </p:nvSpPr>
        <p:spPr>
          <a:xfrm>
            <a:off x="8384310" y="3576240"/>
            <a:ext cx="2186154" cy="1888878"/>
          </a:xfrm>
          <a:prstGeom prst="roundRect">
            <a:avLst>
              <a:gd name="adj" fmla="val 7372"/>
            </a:avLst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사각형: 둥근 모서리 148">
            <a:extLst>
              <a:ext uri="{FF2B5EF4-FFF2-40B4-BE49-F238E27FC236}">
                <a16:creationId xmlns:a16="http://schemas.microsoft.com/office/drawing/2014/main" id="{AB38E645-4CE9-CCE5-E612-DD0FD38DE19F}"/>
              </a:ext>
            </a:extLst>
          </p:cNvPr>
          <p:cNvSpPr/>
          <p:nvPr/>
        </p:nvSpPr>
        <p:spPr>
          <a:xfrm>
            <a:off x="8171078" y="3395657"/>
            <a:ext cx="2612618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공법서</a:t>
            </a:r>
            <a:r>
              <a:rPr lang="en-US" altLang="ko-KR" dirty="0"/>
              <a:t>: </a:t>
            </a:r>
            <a:r>
              <a:rPr lang="en-US" altLang="ko-KR" b="1" dirty="0"/>
              <a:t>‘</a:t>
            </a:r>
            <a:r>
              <a:rPr lang="ko-KR" altLang="en-US" b="1" dirty="0"/>
              <a:t>동작</a:t>
            </a:r>
            <a:r>
              <a:rPr lang="en-US" altLang="ko-KR" b="1" dirty="0"/>
              <a:t>’</a:t>
            </a:r>
            <a:r>
              <a:rPr lang="ko-KR" altLang="en-US" b="1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Plan </a:t>
            </a:r>
            <a:endParaRPr lang="ko-KR" altLang="en-US" dirty="0"/>
          </a:p>
        </p:txBody>
      </p:sp>
      <p:graphicFrame>
        <p:nvGraphicFramePr>
          <p:cNvPr id="150" name="표 149">
            <a:extLst>
              <a:ext uri="{FF2B5EF4-FFF2-40B4-BE49-F238E27FC236}">
                <a16:creationId xmlns:a16="http://schemas.microsoft.com/office/drawing/2014/main" id="{EE14A842-F1DE-4DF0-618D-AAFF8BA11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644120"/>
              </p:ext>
            </p:extLst>
          </p:nvPr>
        </p:nvGraphicFramePr>
        <p:xfrm>
          <a:off x="1397203" y="2385225"/>
          <a:ext cx="2742292" cy="390959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29107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211318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452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27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1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76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2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714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3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⁝</a:t>
                      </a:r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162" name="TextBox 161">
            <a:extLst>
              <a:ext uri="{FF2B5EF4-FFF2-40B4-BE49-F238E27FC236}">
                <a16:creationId xmlns:a16="http://schemas.microsoft.com/office/drawing/2014/main" id="{7534D8AE-D30E-232D-BED3-5686675E96FE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부품기준으로 설명된 </a:t>
            </a:r>
            <a:r>
              <a:rPr lang="en-US" altLang="ko-KR" sz="1400" dirty="0"/>
              <a:t>Plan</a:t>
            </a:r>
            <a:r>
              <a:rPr lang="ko-KR" altLang="en-US" sz="1400" dirty="0"/>
              <a:t>결과를 공법서 형태인 동작 기준 </a:t>
            </a:r>
            <a:r>
              <a:rPr lang="en-US" altLang="ko-KR" sz="1400" dirty="0"/>
              <a:t>Plan</a:t>
            </a:r>
            <a:r>
              <a:rPr lang="ko-KR" altLang="en-US" sz="1400" dirty="0"/>
              <a:t>으로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개발을 계획 중</a:t>
            </a:r>
            <a:r>
              <a:rPr lang="en-US" altLang="ko-KR" sz="1400" dirty="0"/>
              <a:t>.</a:t>
            </a:r>
            <a:endParaRPr lang="en-US" altLang="ko-KR" sz="1400" dirty="0">
              <a:ea typeface="맑은 고딕"/>
            </a:endParaRPr>
          </a:p>
        </p:txBody>
      </p:sp>
      <p:grpSp>
        <p:nvGrpSpPr>
          <p:cNvPr id="184" name="그룹 183">
            <a:extLst>
              <a:ext uri="{FF2B5EF4-FFF2-40B4-BE49-F238E27FC236}">
                <a16:creationId xmlns:a16="http://schemas.microsoft.com/office/drawing/2014/main" id="{66C82270-3D14-F21B-3319-3A49051EE634}"/>
              </a:ext>
            </a:extLst>
          </p:cNvPr>
          <p:cNvGrpSpPr/>
          <p:nvPr/>
        </p:nvGrpSpPr>
        <p:grpSpPr>
          <a:xfrm>
            <a:off x="2167810" y="2893552"/>
            <a:ext cx="1871646" cy="900000"/>
            <a:chOff x="2174649" y="3115414"/>
            <a:chExt cx="1871646" cy="90000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A5B212E8-911B-C757-A5BF-146C494C723E}"/>
                </a:ext>
              </a:extLst>
            </p:cNvPr>
            <p:cNvSpPr/>
            <p:nvPr/>
          </p:nvSpPr>
          <p:spPr>
            <a:xfrm>
              <a:off x="2174649" y="3115414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552F6C74-90D6-F0D4-AAD5-9530345EFB0C}"/>
                </a:ext>
              </a:extLst>
            </p:cNvPr>
            <p:cNvGrpSpPr/>
            <p:nvPr/>
          </p:nvGrpSpPr>
          <p:grpSpPr>
            <a:xfrm>
              <a:off x="2266663" y="3241858"/>
              <a:ext cx="1661971" cy="647113"/>
              <a:chOff x="2266663" y="3241858"/>
              <a:chExt cx="1661971" cy="647113"/>
            </a:xfrm>
          </p:grpSpPr>
          <p:sp>
            <p:nvSpPr>
              <p:cNvPr id="160" name="사각형: 둥근 모서리 159">
                <a:extLst>
                  <a:ext uri="{FF2B5EF4-FFF2-40B4-BE49-F238E27FC236}">
                    <a16:creationId xmlns:a16="http://schemas.microsoft.com/office/drawing/2014/main" id="{D562B792-AA9B-5635-7E84-01CEB8DAAF14}"/>
                  </a:ext>
                </a:extLst>
              </p:cNvPr>
              <p:cNvSpPr/>
              <p:nvPr/>
            </p:nvSpPr>
            <p:spPr>
              <a:xfrm>
                <a:off x="3074203" y="3241858"/>
                <a:ext cx="85442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FE1BD694-9C8C-1683-24ED-5CD7D0977041}"/>
                  </a:ext>
                </a:extLst>
              </p:cNvPr>
              <p:cNvSpPr/>
              <p:nvPr/>
            </p:nvSpPr>
            <p:spPr>
              <a:xfrm>
                <a:off x="3074205" y="3636971"/>
                <a:ext cx="85442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 dirty="0"/>
                  <a:t>Type C : M </a:t>
                </a:r>
                <a:endParaRPr lang="ko-KR" altLang="en-US" sz="1000" dirty="0"/>
              </a:p>
            </p:txBody>
          </p:sp>
          <p:sp>
            <p:nvSpPr>
              <p:cNvPr id="163" name="사각형: 둥근 모서리 162">
                <a:extLst>
                  <a:ext uri="{FF2B5EF4-FFF2-40B4-BE49-F238E27FC236}">
                    <a16:creationId xmlns:a16="http://schemas.microsoft.com/office/drawing/2014/main" id="{8ED2A213-3C57-ED58-0938-9BAF7040D2EB}"/>
                  </a:ext>
                </a:extLst>
              </p:cNvPr>
              <p:cNvSpPr/>
              <p:nvPr/>
            </p:nvSpPr>
            <p:spPr>
              <a:xfrm>
                <a:off x="2273586" y="3241858"/>
                <a:ext cx="634267" cy="252000"/>
              </a:xfrm>
              <a:prstGeom prst="roundRect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프론트 도어</a:t>
                </a:r>
              </a:p>
            </p:txBody>
          </p:sp>
          <p:sp>
            <p:nvSpPr>
              <p:cNvPr id="164" name="사각형: 둥근 모서리 163">
                <a:extLst>
                  <a:ext uri="{FF2B5EF4-FFF2-40B4-BE49-F238E27FC236}">
                    <a16:creationId xmlns:a16="http://schemas.microsoft.com/office/drawing/2014/main" id="{2333F9C3-3960-52FB-25EA-1CFC50D8C3AD}"/>
                  </a:ext>
                </a:extLst>
              </p:cNvPr>
              <p:cNvSpPr/>
              <p:nvPr/>
            </p:nvSpPr>
            <p:spPr>
              <a:xfrm>
                <a:off x="2266663" y="3627125"/>
                <a:ext cx="634267" cy="252000"/>
              </a:xfrm>
              <a:prstGeom prst="roundRect">
                <a:avLst/>
              </a:prstGeom>
              <a:solidFill>
                <a:srgbClr val="0F9ED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도어</a:t>
                </a:r>
                <a:endParaRPr lang="en-US" altLang="ko-KR" sz="800"/>
              </a:p>
              <a:p>
                <a:pPr algn="ctr"/>
                <a:r>
                  <a:rPr lang="ko-KR" altLang="en-US" sz="800" err="1"/>
                  <a:t>체커</a:t>
                </a:r>
                <a:endParaRPr lang="ko-KR" altLang="en-US" sz="80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59918D2C-6281-7635-7D01-1B10BD56C07C}"/>
              </a:ext>
            </a:extLst>
          </p:cNvPr>
          <p:cNvGrpSpPr/>
          <p:nvPr/>
        </p:nvGrpSpPr>
        <p:grpSpPr>
          <a:xfrm>
            <a:off x="2167807" y="3936377"/>
            <a:ext cx="1871653" cy="1620000"/>
            <a:chOff x="2174647" y="4206352"/>
            <a:chExt cx="1871653" cy="1620000"/>
          </a:xfrm>
        </p:grpSpPr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A6C6FAD7-2850-13E9-46E1-C36461179B4B}"/>
                </a:ext>
              </a:extLst>
            </p:cNvPr>
            <p:cNvSpPr/>
            <p:nvPr/>
          </p:nvSpPr>
          <p:spPr>
            <a:xfrm>
              <a:off x="2174647" y="4206352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DC815932-1399-C29F-3A1E-7D7DEDA35275}"/>
                </a:ext>
              </a:extLst>
            </p:cNvPr>
            <p:cNvGrpSpPr/>
            <p:nvPr/>
          </p:nvGrpSpPr>
          <p:grpSpPr>
            <a:xfrm>
              <a:off x="2266663" y="4339619"/>
              <a:ext cx="1728212" cy="1353467"/>
              <a:chOff x="2266663" y="4339619"/>
              <a:chExt cx="1728212" cy="1353467"/>
            </a:xfrm>
          </p:grpSpPr>
          <p:sp>
            <p:nvSpPr>
              <p:cNvPr id="154" name="타원 153">
                <a:extLst>
                  <a:ext uri="{FF2B5EF4-FFF2-40B4-BE49-F238E27FC236}">
                    <a16:creationId xmlns:a16="http://schemas.microsoft.com/office/drawing/2014/main" id="{86A460CE-4D19-5F99-418F-6AEB656BA852}"/>
                  </a:ext>
                </a:extLst>
              </p:cNvPr>
              <p:cNvSpPr/>
              <p:nvPr/>
            </p:nvSpPr>
            <p:spPr>
              <a:xfrm>
                <a:off x="3079122" y="4836353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155" name="타원 154">
                <a:extLst>
                  <a:ext uri="{FF2B5EF4-FFF2-40B4-BE49-F238E27FC236}">
                    <a16:creationId xmlns:a16="http://schemas.microsoft.com/office/drawing/2014/main" id="{6D874632-BD9F-834A-0CBE-5FCB6481999F}"/>
                  </a:ext>
                </a:extLst>
              </p:cNvPr>
              <p:cNvSpPr/>
              <p:nvPr/>
            </p:nvSpPr>
            <p:spPr>
              <a:xfrm>
                <a:off x="3079115" y="4339619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156" name="타원 155">
                <a:extLst>
                  <a:ext uri="{FF2B5EF4-FFF2-40B4-BE49-F238E27FC236}">
                    <a16:creationId xmlns:a16="http://schemas.microsoft.com/office/drawing/2014/main" id="{BCEEA81D-364A-0760-CF20-79569DF1DB29}"/>
                  </a:ext>
                </a:extLst>
              </p:cNvPr>
              <p:cNvSpPr/>
              <p:nvPr/>
            </p:nvSpPr>
            <p:spPr>
              <a:xfrm>
                <a:off x="3079113" y="5333086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  <p:sp>
            <p:nvSpPr>
              <p:cNvPr id="165" name="사각형: 둥근 모서리 164">
                <a:extLst>
                  <a:ext uri="{FF2B5EF4-FFF2-40B4-BE49-F238E27FC236}">
                    <a16:creationId xmlns:a16="http://schemas.microsoft.com/office/drawing/2014/main" id="{F02E76B0-9524-3CB0-7F51-F2D04F6C0F2B}"/>
                  </a:ext>
                </a:extLst>
              </p:cNvPr>
              <p:cNvSpPr/>
              <p:nvPr/>
            </p:nvSpPr>
            <p:spPr>
              <a:xfrm>
                <a:off x="2266663" y="4890352"/>
                <a:ext cx="634267" cy="252000"/>
              </a:xfrm>
              <a:prstGeom prst="roundRect">
                <a:avLst/>
              </a:prstGeom>
              <a:solidFill>
                <a:srgbClr val="0F9ED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도어</a:t>
                </a:r>
                <a:endParaRPr lang="en-US" altLang="ko-KR" sz="800"/>
              </a:p>
              <a:p>
                <a:pPr algn="ctr"/>
                <a:r>
                  <a:rPr lang="ko-KR" altLang="en-US" sz="800" err="1"/>
                  <a:t>체커</a:t>
                </a:r>
                <a:endParaRPr lang="ko-KR" altLang="en-US" sz="800"/>
              </a:p>
            </p:txBody>
          </p:sp>
          <p:sp>
            <p:nvSpPr>
              <p:cNvPr id="166" name="사각형: 둥근 모서리 165">
                <a:extLst>
                  <a:ext uri="{FF2B5EF4-FFF2-40B4-BE49-F238E27FC236}">
                    <a16:creationId xmlns:a16="http://schemas.microsoft.com/office/drawing/2014/main" id="{C9A3DF3D-63EB-4DDE-A843-1F5B808C20BB}"/>
                  </a:ext>
                </a:extLst>
              </p:cNvPr>
              <p:cNvSpPr/>
              <p:nvPr/>
            </p:nvSpPr>
            <p:spPr>
              <a:xfrm>
                <a:off x="2273158" y="4393619"/>
                <a:ext cx="634267" cy="252000"/>
              </a:xfrm>
              <a:prstGeom prst="roundRect">
                <a:avLst/>
              </a:prstGeom>
              <a:solidFill>
                <a:srgbClr val="A02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바디</a:t>
                </a:r>
              </a:p>
            </p:txBody>
          </p:sp>
          <p:sp>
            <p:nvSpPr>
              <p:cNvPr id="167" name="사각형: 둥근 모서리 166">
                <a:extLst>
                  <a:ext uri="{FF2B5EF4-FFF2-40B4-BE49-F238E27FC236}">
                    <a16:creationId xmlns:a16="http://schemas.microsoft.com/office/drawing/2014/main" id="{9D23C3AA-660B-15A1-38CC-6F058CF818B9}"/>
                  </a:ext>
                </a:extLst>
              </p:cNvPr>
              <p:cNvSpPr/>
              <p:nvPr/>
            </p:nvSpPr>
            <p:spPr>
              <a:xfrm>
                <a:off x="2273159" y="5405336"/>
                <a:ext cx="634267" cy="252000"/>
              </a:xfrm>
              <a:prstGeom prst="roundRect">
                <a:avLst/>
              </a:prstGeom>
              <a:solidFill>
                <a:srgbClr val="A02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</p:grp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8064FBD3-A0E3-81D9-4122-474ABA6821D9}"/>
              </a:ext>
            </a:extLst>
          </p:cNvPr>
          <p:cNvGrpSpPr/>
          <p:nvPr/>
        </p:nvGrpSpPr>
        <p:grpSpPr>
          <a:xfrm>
            <a:off x="5050415" y="2139050"/>
            <a:ext cx="2417642" cy="1335017"/>
            <a:chOff x="5641856" y="2315902"/>
            <a:chExt cx="1315038" cy="726162"/>
          </a:xfrm>
        </p:grpSpPr>
        <p:pic>
          <p:nvPicPr>
            <p:cNvPr id="168" name="그래픽 167" descr="데이터베이스 단색으로 채워진">
              <a:extLst>
                <a:ext uri="{FF2B5EF4-FFF2-40B4-BE49-F238E27FC236}">
                  <a16:creationId xmlns:a16="http://schemas.microsoft.com/office/drawing/2014/main" id="{80228957-A59B-74EA-394F-3CA1EA318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48680" y="2315902"/>
              <a:ext cx="473639" cy="509123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4326339-A95F-CAFE-6CF7-85B41EC7280F}"/>
                </a:ext>
              </a:extLst>
            </p:cNvPr>
            <p:cNvSpPr txBox="1"/>
            <p:nvPr/>
          </p:nvSpPr>
          <p:spPr>
            <a:xfrm>
              <a:off x="5641856" y="2790948"/>
              <a:ext cx="1315038" cy="2511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/>
                <a:t>‘</a:t>
              </a:r>
              <a:r>
                <a:rPr lang="ko-KR" altLang="en-US" sz="1200" b="1" dirty="0"/>
                <a:t>부품</a:t>
              </a:r>
              <a:r>
                <a:rPr lang="en-US" altLang="ko-KR" sz="1200" b="1" dirty="0"/>
                <a:t>’-’</a:t>
              </a:r>
              <a:r>
                <a:rPr lang="ko-KR" altLang="en-US" sz="1200" b="1" dirty="0"/>
                <a:t>동작</a:t>
              </a:r>
              <a:r>
                <a:rPr lang="en-US" altLang="ko-KR" sz="1200" b="1" dirty="0"/>
                <a:t>’ </a:t>
              </a:r>
              <a:r>
                <a:rPr lang="ko-KR" altLang="en-US" sz="1200" b="1" dirty="0"/>
                <a:t>조립 기준 변환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데이터</a:t>
              </a:r>
            </a:p>
          </p:txBody>
        </p:sp>
      </p:grpSp>
      <p:sp>
        <p:nvSpPr>
          <p:cNvPr id="170" name="화살표: 아래쪽 169">
            <a:extLst>
              <a:ext uri="{FF2B5EF4-FFF2-40B4-BE49-F238E27FC236}">
                <a16:creationId xmlns:a16="http://schemas.microsoft.com/office/drawing/2014/main" id="{A5BD0104-A5F1-E79F-0F7A-7A6DF1F4CEFD}"/>
              </a:ext>
            </a:extLst>
          </p:cNvPr>
          <p:cNvSpPr/>
          <p:nvPr/>
        </p:nvSpPr>
        <p:spPr>
          <a:xfrm>
            <a:off x="5934663" y="348098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04479721-C85C-6D38-7053-DC1646023D38}"/>
              </a:ext>
            </a:extLst>
          </p:cNvPr>
          <p:cNvSpPr/>
          <p:nvPr/>
        </p:nvSpPr>
        <p:spPr>
          <a:xfrm>
            <a:off x="5407847" y="3798822"/>
            <a:ext cx="1752599" cy="144371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공법서 변환 어댑터</a:t>
            </a:r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CD314656-C194-1C8F-954C-CE58B8EFCE52}"/>
              </a:ext>
            </a:extLst>
          </p:cNvPr>
          <p:cNvSpPr/>
          <p:nvPr/>
        </p:nvSpPr>
        <p:spPr>
          <a:xfrm>
            <a:off x="1098837" y="2133835"/>
            <a:ext cx="1801748" cy="307974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‘</a:t>
            </a:r>
            <a:r>
              <a:rPr lang="ko-KR" altLang="en-US" b="1" dirty="0"/>
              <a:t>부품</a:t>
            </a:r>
            <a:r>
              <a:rPr lang="en-US" altLang="ko-KR" b="1" dirty="0"/>
              <a:t>’</a:t>
            </a:r>
            <a:r>
              <a:rPr lang="ko-KR" altLang="en-US" dirty="0"/>
              <a:t> 기준 </a:t>
            </a:r>
            <a:r>
              <a:rPr lang="en-US" altLang="ko-KR" dirty="0"/>
              <a:t>Plan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524463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1621</TotalTime>
  <Words>1213</Words>
  <Application>Microsoft Office PowerPoint</Application>
  <PresentationFormat>와이드스크린</PresentationFormat>
  <Paragraphs>310</Paragraphs>
  <Slides>10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</vt:i4>
      </vt:variant>
    </vt:vector>
  </HeadingPairs>
  <TitlesOfParts>
    <vt:vector size="19" baseType="lpstr">
      <vt:lpstr>Hyundai Sans Text Pro Medium</vt:lpstr>
      <vt:lpstr>Hyundai Sans Text Pro Regular</vt:lpstr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546</cp:revision>
  <dcterms:modified xsi:type="dcterms:W3CDTF">2025-11-24T05:03:34Z</dcterms:modified>
</cp:coreProperties>
</file>