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2"/>
  </p:notesMasterIdLst>
  <p:sldIdLst>
    <p:sldId id="256" r:id="rId3"/>
    <p:sldId id="257" r:id="rId4"/>
    <p:sldId id="320" r:id="rId5"/>
    <p:sldId id="324" r:id="rId6"/>
    <p:sldId id="323" r:id="rId7"/>
    <p:sldId id="313" r:id="rId8"/>
    <p:sldId id="322" r:id="rId9"/>
    <p:sldId id="321" r:id="rId10"/>
    <p:sldId id="316" r:id="rId11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7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057-6E98-BD3B-F146-AE9D296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18B9B87-85C2-4FB1-4389-54AA0300AD9B}"/>
              </a:ext>
            </a:extLst>
          </p:cNvPr>
          <p:cNvSpPr/>
          <p:nvPr/>
        </p:nvSpPr>
        <p:spPr>
          <a:xfrm>
            <a:off x="453981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8F33089-39FC-32F7-60A7-E2A2DD655182}"/>
              </a:ext>
            </a:extLst>
          </p:cNvPr>
          <p:cNvGrpSpPr/>
          <p:nvPr/>
        </p:nvGrpSpPr>
        <p:grpSpPr>
          <a:xfrm>
            <a:off x="467527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A7214541-EB68-1EC4-9D53-797DDA93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4520930-0DEF-1C66-4019-3882C697305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038FD-5DE0-5105-0BC5-32262D3C2642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896C76-B50E-5C90-69CC-757A3FF7C10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55D37FC0-C318-1099-CFC9-79A89E4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CEBEFA-E320-AFA5-A506-F6D02D4202C4}"/>
              </a:ext>
            </a:extLst>
          </p:cNvPr>
          <p:cNvGrpSpPr/>
          <p:nvPr/>
        </p:nvGrpSpPr>
        <p:grpSpPr>
          <a:xfrm>
            <a:off x="326261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50B767-F768-9628-07AA-76532201E75B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C128F97-6497-AC22-AC18-22A9EB7B4044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55ECAD0B-5E66-0572-ABA8-BB8965FF58C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E7D3C689-19AE-7F89-3190-B1242F908F5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248C64B6-0136-8F19-82A1-83328280A804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DE8B35E9-E6DD-C64F-44CF-DA720B26638D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BF6FE6F-6DE6-3778-C1C7-064F4DB8DFCD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0F05BAF8-4AE5-E037-AF9D-9D5455EBED3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3B2EDE1-76D9-25B0-5B36-3CE3E2F0CF05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E24641C-2216-9AC5-AE07-6A0D833CC99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51043CB-02C4-64EE-1FD4-29860FC8A38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BC2AA5E-13CA-1C6B-3D79-F9F01996ED81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95D59C4-DC3B-964A-A181-DA7771318CD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A2A84FA-6622-BA1C-117A-631DF16C14C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7919FE4-F838-4A25-618F-2CBD8D39015C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0C2A7EE-62B0-02C1-B3DC-3FFA10F8D7F1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550A0043-54C5-EC0C-C9CA-ED954F7DE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24901EF6-3004-68E9-0603-82ECAFC6B1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5EA161-595D-9621-9EFB-827CD44F0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29F1423-685B-D6E8-46BA-E09D04A6A9C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4AE9450B-6198-8CC3-5284-4BCB48F0CD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B4F0C1E-8D78-46EF-37A8-5D1A199E350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BBA24F1D-D545-009D-FD72-6744DE54F56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EEC6174-A582-EC25-AB4D-AAF123082DF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8CC3718-E58D-2859-F3CE-812646E53C0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8906D97-CAAA-41E0-62A8-87CF78F2FCA6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BC2CE4A-7A7C-912C-91F8-7A49ED58446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FD3A7E-7E48-7D09-E1EE-4C3F70AEB8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00E27A2-D53E-2D87-1E98-7FC53F99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57" y="748454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B8CD56-93F9-B55F-4FA6-F2DBA28BF7B3}"/>
              </a:ext>
            </a:extLst>
          </p:cNvPr>
          <p:cNvGrpSpPr/>
          <p:nvPr/>
        </p:nvGrpSpPr>
        <p:grpSpPr>
          <a:xfrm>
            <a:off x="2185982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422784E-F5B2-9349-BC72-D9A7FAFB1F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3A08DB-BB93-D920-4DFB-32F0A86FEC55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5B1F3230-18BD-7430-0473-550A656AAD41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6C4CFCA-1814-4517-E140-3EDBA7C4494A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D666D21-0227-BC25-FBC6-8D844E9864B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D04547-AD05-C2BB-AECA-001B0E250F5B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C52E787-7A77-1223-C9A6-F53EEF2E851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B4621D2B-BE35-EEA2-5447-55F2DEE807F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6634A9C-D2E7-D422-AAED-7761BF8B9F4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F7340E-173A-FF0F-F2DE-F0B7875A1FB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312D35A-1AEC-6F8F-C597-79F2323B59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59C34A9-B9F8-8695-9005-F32DBA31310D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3728195-CE40-04AE-8743-72BCBB4008A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B7EDFFD-D3AE-4474-18FF-44498B4082C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CBF21A9-1371-8073-92AB-C4225C2EDB3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0783B79-1EDC-2BED-703D-2587E95C772E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CA9560-AB39-4840-DB29-6A0F1DF48F3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053213-9E2B-B82E-6484-08247C606C0B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79432C1-87B1-26B0-D648-4D63FE6F2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91759"/>
              </p:ext>
            </p:extLst>
          </p:nvPr>
        </p:nvGraphicFramePr>
        <p:xfrm>
          <a:off x="5907980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2B749C9-E72E-4EF6-D5AB-A9DF0AC337EB}"/>
              </a:ext>
            </a:extLst>
          </p:cNvPr>
          <p:cNvGrpSpPr/>
          <p:nvPr/>
        </p:nvGrpSpPr>
        <p:grpSpPr>
          <a:xfrm>
            <a:off x="6463606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92D2A94-2E5E-33CE-0859-463E5115E72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7734275-551F-80D1-805D-C59842F003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96C21B6-1F6D-EC3D-7060-57B71D910C7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F10D99-FA4D-365F-1F93-0928C913350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D1E57C30-DA97-F76F-1A44-504256A20A6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2162E88-EA58-96EA-30C3-E5885491828F}"/>
              </a:ext>
            </a:extLst>
          </p:cNvPr>
          <p:cNvGrpSpPr/>
          <p:nvPr/>
        </p:nvGrpSpPr>
        <p:grpSpPr>
          <a:xfrm>
            <a:off x="6463606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2F4A7B5-E87E-E63D-EB3B-F1FA5A91641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D2085D-384D-D368-3434-A237BEA781D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5790A80-E03A-BEB4-A1D6-BE870DE4C33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444AC586-6846-3941-5BB8-8FD03B07151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2EEAD974-5A69-2A5E-45A2-F551ECC417C0}"/>
              </a:ext>
            </a:extLst>
          </p:cNvPr>
          <p:cNvSpPr txBox="1"/>
          <p:nvPr/>
        </p:nvSpPr>
        <p:spPr>
          <a:xfrm>
            <a:off x="5636635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12499D-5182-5AF7-5A69-FBF407C5D0FC}"/>
              </a:ext>
            </a:extLst>
          </p:cNvPr>
          <p:cNvSpPr/>
          <p:nvPr/>
        </p:nvSpPr>
        <p:spPr>
          <a:xfrm>
            <a:off x="7821783" y="3598045"/>
            <a:ext cx="1900875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Adapter</a:t>
            </a:r>
            <a:endParaRPr lang="en-US" altLang="ko-KR" sz="1200" b="1" dirty="0"/>
          </a:p>
          <a:p>
            <a:pPr algn="ctr"/>
            <a:r>
              <a:rPr lang="ko-KR" altLang="en-US" sz="1200" dirty="0"/>
              <a:t>부위 단위 조립을 </a:t>
            </a:r>
            <a:br>
              <a:rPr lang="en-US" altLang="ko-KR" sz="1200" dirty="0"/>
            </a:br>
            <a:r>
              <a:rPr lang="ko-KR" altLang="en-US" sz="1200" dirty="0"/>
              <a:t>공법 단위 조립으로 변환</a:t>
            </a:r>
            <a:endParaRPr lang="en-US" altLang="ko-KR" sz="1200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7A673-CFE0-1DA8-BB59-0D5D8B6A5C22}"/>
              </a:ext>
            </a:extLst>
          </p:cNvPr>
          <p:cNvGrpSpPr/>
          <p:nvPr/>
        </p:nvGrpSpPr>
        <p:grpSpPr>
          <a:xfrm>
            <a:off x="10366668" y="3343283"/>
            <a:ext cx="1694578" cy="1544946"/>
            <a:chOff x="9546077" y="3179194"/>
            <a:chExt cx="2381250" cy="2086020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F722756-8DE3-78F5-DBBF-0C9F188811A0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B6F44B0-299A-D905-A137-C9434C7A4314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3F75FA6-C284-ED87-6B8D-B6D1846F9804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8D2C430-9660-289D-E723-1A9BF6111FDC}"/>
              </a:ext>
            </a:extLst>
          </p:cNvPr>
          <p:cNvGrpSpPr/>
          <p:nvPr/>
        </p:nvGrpSpPr>
        <p:grpSpPr>
          <a:xfrm>
            <a:off x="256739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9ED135F8-0942-17FD-400D-F049F4E8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451B72A-69A9-EF76-BBA3-6C8D857EBE9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F7C197-A2A0-3902-0FAF-5936FACBAA48}"/>
              </a:ext>
            </a:extLst>
          </p:cNvPr>
          <p:cNvSpPr/>
          <p:nvPr/>
        </p:nvSpPr>
        <p:spPr>
          <a:xfrm>
            <a:off x="525546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3C24A3EA-4F47-38FA-8F1E-BA275DE93E5E}"/>
              </a:ext>
            </a:extLst>
          </p:cNvPr>
          <p:cNvSpPr/>
          <p:nvPr/>
        </p:nvSpPr>
        <p:spPr>
          <a:xfrm>
            <a:off x="1774653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99FA0D0-9435-5DC7-6E3B-5273BDA39EA9}"/>
              </a:ext>
            </a:extLst>
          </p:cNvPr>
          <p:cNvSpPr/>
          <p:nvPr/>
        </p:nvSpPr>
        <p:spPr>
          <a:xfrm>
            <a:off x="3451582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9847BB6F-31CD-9880-FE02-14730B6BC9D8}"/>
              </a:ext>
            </a:extLst>
          </p:cNvPr>
          <p:cNvSpPr/>
          <p:nvPr/>
        </p:nvSpPr>
        <p:spPr>
          <a:xfrm>
            <a:off x="660699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26CDDEF-216C-6E74-9CF5-CEA1F72F2354}"/>
              </a:ext>
            </a:extLst>
          </p:cNvPr>
          <p:cNvSpPr/>
          <p:nvPr/>
        </p:nvSpPr>
        <p:spPr>
          <a:xfrm>
            <a:off x="5389378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FCD425F6-513C-9C22-3455-7627EBE2D48B}"/>
              </a:ext>
            </a:extLst>
          </p:cNvPr>
          <p:cNvSpPr/>
          <p:nvPr/>
        </p:nvSpPr>
        <p:spPr>
          <a:xfrm>
            <a:off x="1013564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78AD9533-E213-DAA3-2E08-792E1D99D6E4}"/>
              </a:ext>
            </a:extLst>
          </p:cNvPr>
          <p:cNvSpPr/>
          <p:nvPr/>
        </p:nvSpPr>
        <p:spPr>
          <a:xfrm>
            <a:off x="2909280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F53E512E-7BCA-1256-A310-A46FFCB454A0}"/>
              </a:ext>
            </a:extLst>
          </p:cNvPr>
          <p:cNvSpPr/>
          <p:nvPr/>
        </p:nvSpPr>
        <p:spPr>
          <a:xfrm>
            <a:off x="7379788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66BF4715-FBAB-52B2-9A1E-E45C9D407F22}"/>
              </a:ext>
            </a:extLst>
          </p:cNvPr>
          <p:cNvSpPr/>
          <p:nvPr/>
        </p:nvSpPr>
        <p:spPr>
          <a:xfrm>
            <a:off x="9864433" y="3806277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3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636BB-79DA-2805-37B0-8BCD24CC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53BEE49-AA4A-3F17-8AC4-87571831B43F}"/>
              </a:ext>
            </a:extLst>
          </p:cNvPr>
          <p:cNvSpPr/>
          <p:nvPr/>
        </p:nvSpPr>
        <p:spPr>
          <a:xfrm>
            <a:off x="453981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56F15793-990A-967C-5498-407B940F49CC}"/>
              </a:ext>
            </a:extLst>
          </p:cNvPr>
          <p:cNvGrpSpPr/>
          <p:nvPr/>
        </p:nvGrpSpPr>
        <p:grpSpPr>
          <a:xfrm>
            <a:off x="467527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BFFED06-023F-9B34-3816-B28E364E4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8C32DE7-CA42-9687-B069-13C518A3BEB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DCFE66-9AD0-B6D9-4577-D1A522E6169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30A793-0045-7C40-4120-A99427C0FB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CD87375-3595-FEF3-2B42-C075DA805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A508539-FF8B-815F-4428-EAFC535F9280}"/>
              </a:ext>
            </a:extLst>
          </p:cNvPr>
          <p:cNvGrpSpPr/>
          <p:nvPr/>
        </p:nvGrpSpPr>
        <p:grpSpPr>
          <a:xfrm>
            <a:off x="326261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B1017FE-CDB0-2597-A5E7-8715FAF17459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AC9323F0-5379-C77C-6A6D-B38CB1762E36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45FD00E-8602-9D94-DECD-6AA5F83D5344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B5AA755-2405-512F-92A8-D249BB050707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91AAD03A-3B59-A236-5F04-B4CD565C385D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66A8310E-EE74-BB0F-21E1-40D54DF295D9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FF7D2A4-48E1-2C97-7FF8-182B776992B4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B58A2AE8-008C-3210-C6B2-A42CFCCC6E2D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BADE164F-1C3E-19D5-BE81-E266E685B6BC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3A55F132-5DC8-5FD8-8E51-F1ECBCE5ACF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5189D6EE-4107-2634-616D-CF9599798F5E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9A15595-B27D-C80F-1696-3D6CE00B630D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2EE2AC8C-AAAF-C0EF-0428-959CBFF7CB4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97DC6AAC-DEB4-B476-B9D2-1B4EA4EA2FA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26F493F-E132-7763-73A6-CF2F14475BAD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531F86BF-5FC6-EE45-479A-FAE9490902A9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1D7F0D61-5379-EFAF-6B96-C6FD5FDA15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6296BF3-3FEC-CE5C-D8D7-BA496F295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91EB5C56-4FF7-0BC6-0891-FB234E5BBC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A7D4D92D-52C2-9F47-4CB0-D74A12FBEAA1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704A106-A69A-3532-57BE-1936FCA650AE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1D1895AD-FA42-32F8-FD87-AB32C3029D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0037C353-8305-C07A-9733-5BF1D3062284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32F1966C-7CB2-5E48-339A-CFEA90554A8E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2CCFF89-A987-0740-FA50-7F3C3B5CBDDC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F07E7BB5-4FE3-86C7-24A8-FDBCC851F8EE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0333AA2B-8D5C-FC69-6E60-DE8B55598E3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49D4FE-DB25-9C23-6A64-22CA17BACF5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4BE68C3E-F948-ECD8-D025-846E66ACF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57" y="748454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7D9C156D-156F-AA75-911A-078AC030ADB2}"/>
              </a:ext>
            </a:extLst>
          </p:cNvPr>
          <p:cNvGrpSpPr/>
          <p:nvPr/>
        </p:nvGrpSpPr>
        <p:grpSpPr>
          <a:xfrm>
            <a:off x="2185982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3332A16D-2DFC-D9DC-7152-A6A92FF89A7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7A28E7B-2737-240D-EF64-1ECAF7D4CA7B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FF72F7BE-5611-8BEB-0B16-A9714A41A209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24B879C4-D881-10CD-210E-2FCE63E0BACB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F26C25D-EC5E-A9BC-CA29-7A562934DF0F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8F289309-C497-558A-A1C3-C17DC17E5A38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2CFF3606-FD8A-4A8D-2647-24E4FE009D1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0DDCC41E-9CA9-3EC0-04A9-8EAD8408230F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07317DF-F76D-45A4-86D8-A7F751B3C73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8A012A3-8620-8660-D9A3-1935203651A1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CCDDE89C-6EBF-C994-13C1-CE57AB52DFE8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5E7513C-C20D-8CA3-D57B-AC62037C2C6C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4D1159B2-5A6B-3C3A-650B-DBD6D08288BA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53CE0CA4-EFC5-34A7-0AB1-48EF631DCCA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80E7A34D-A46C-E5C2-32E9-30D9FA776F0A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56495B8-358B-8B99-6651-A2091C4DA24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A3831915-88F7-23D3-7329-D2E056C3EEE5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0E5937B-A108-5BBE-FBFF-6713920C511F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50AD70CC-596A-F270-CE30-F4BA02652912}"/>
              </a:ext>
            </a:extLst>
          </p:cNvPr>
          <p:cNvGraphicFramePr>
            <a:graphicFrameLocks noGrp="1"/>
          </p:cNvGraphicFramePr>
          <p:nvPr/>
        </p:nvGraphicFramePr>
        <p:xfrm>
          <a:off x="5907980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BAE0F80B-3794-C056-ED65-1A5AC76B68D0}"/>
              </a:ext>
            </a:extLst>
          </p:cNvPr>
          <p:cNvGrpSpPr/>
          <p:nvPr/>
        </p:nvGrpSpPr>
        <p:grpSpPr>
          <a:xfrm>
            <a:off x="6463606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3C1A9E8E-E294-2835-3FB4-5EECEC8BAF2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637F6E-FA10-E9CF-BEEB-4C4C99B308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505832D8-6D6B-08D4-1CA1-E96A8A7F2B80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3D6508B9-35C2-C05D-0E49-B6356D10CD1E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803027F-6478-E901-6BFC-0FF357DC552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96D6FB2-9B0F-AF5C-FA37-9B1742538E03}"/>
              </a:ext>
            </a:extLst>
          </p:cNvPr>
          <p:cNvGrpSpPr/>
          <p:nvPr/>
        </p:nvGrpSpPr>
        <p:grpSpPr>
          <a:xfrm>
            <a:off x="6463606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4BE4C88-1824-5F6E-9B5D-5E611484D72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CCB53CCD-15CE-3CC9-EDA4-4EE9B1027E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EE4682C-B063-2FB6-6374-0BCACBFC247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B9608D58-452A-543C-7EFB-277ACE3AA22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90032792-2185-8346-EAA9-B37513B7B1A8}"/>
              </a:ext>
            </a:extLst>
          </p:cNvPr>
          <p:cNvSpPr txBox="1"/>
          <p:nvPr/>
        </p:nvSpPr>
        <p:spPr>
          <a:xfrm>
            <a:off x="5636635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9C2642E-BDB0-2BB5-1B16-4B32F2D6D0BD}"/>
              </a:ext>
            </a:extLst>
          </p:cNvPr>
          <p:cNvSpPr/>
          <p:nvPr/>
        </p:nvSpPr>
        <p:spPr>
          <a:xfrm>
            <a:off x="7821783" y="3598045"/>
            <a:ext cx="1900875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Adapter</a:t>
            </a:r>
            <a:endParaRPr lang="en-US" altLang="ko-KR" sz="1200" b="1" dirty="0"/>
          </a:p>
          <a:p>
            <a:pPr algn="ctr"/>
            <a:r>
              <a:rPr lang="ko-KR" altLang="en-US" sz="1200" dirty="0"/>
              <a:t>부위 단위 조립을 </a:t>
            </a:r>
            <a:br>
              <a:rPr lang="en-US" altLang="ko-KR" sz="1200" dirty="0"/>
            </a:br>
            <a:r>
              <a:rPr lang="ko-KR" altLang="en-US" sz="1200" dirty="0"/>
              <a:t>공법 단위 조립으로 변환</a:t>
            </a:r>
            <a:endParaRPr lang="en-US" altLang="ko-KR" sz="1200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3906EBDB-E39D-3BB7-5028-44D55E6A76EA}"/>
              </a:ext>
            </a:extLst>
          </p:cNvPr>
          <p:cNvGrpSpPr/>
          <p:nvPr/>
        </p:nvGrpSpPr>
        <p:grpSpPr>
          <a:xfrm>
            <a:off x="10366668" y="3343283"/>
            <a:ext cx="1694578" cy="1544946"/>
            <a:chOff x="9546077" y="3179194"/>
            <a:chExt cx="2381250" cy="2086020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DB677416-FBD9-4FEA-9800-9F4D7AA8E1D6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8BB8AE92-44E8-7A2F-81EB-46937A9249F0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898CDE2-0ACD-DF40-F1D4-D1023F7ED242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385501D6-6321-7475-F739-7CAB8536EF25}"/>
              </a:ext>
            </a:extLst>
          </p:cNvPr>
          <p:cNvGrpSpPr/>
          <p:nvPr/>
        </p:nvGrpSpPr>
        <p:grpSpPr>
          <a:xfrm>
            <a:off x="256739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479FC190-8578-1728-AA4E-1A08C9DAE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7EDE040-4368-21F6-539D-047BAB9D33B5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B297A8B8-3D95-A4B3-E8CB-020D69F78D5C}"/>
              </a:ext>
            </a:extLst>
          </p:cNvPr>
          <p:cNvSpPr/>
          <p:nvPr/>
        </p:nvSpPr>
        <p:spPr>
          <a:xfrm>
            <a:off x="525546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4D12EBDE-9312-89C9-8709-4E4CD8128EB8}"/>
              </a:ext>
            </a:extLst>
          </p:cNvPr>
          <p:cNvSpPr/>
          <p:nvPr/>
        </p:nvSpPr>
        <p:spPr>
          <a:xfrm>
            <a:off x="1774653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6F538089-FC3E-9E17-0855-F9466EA9C6A4}"/>
              </a:ext>
            </a:extLst>
          </p:cNvPr>
          <p:cNvSpPr/>
          <p:nvPr/>
        </p:nvSpPr>
        <p:spPr>
          <a:xfrm>
            <a:off x="3451582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F3AEE2E8-8CC0-01DC-049D-65EEB91C7204}"/>
              </a:ext>
            </a:extLst>
          </p:cNvPr>
          <p:cNvSpPr/>
          <p:nvPr/>
        </p:nvSpPr>
        <p:spPr>
          <a:xfrm>
            <a:off x="660699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43F6E11-D2F3-F9D5-C1D1-D672EF0CCADA}"/>
              </a:ext>
            </a:extLst>
          </p:cNvPr>
          <p:cNvSpPr/>
          <p:nvPr/>
        </p:nvSpPr>
        <p:spPr>
          <a:xfrm>
            <a:off x="5389378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E641A3C9-7CA4-9332-63CA-4BBC022FA914}"/>
              </a:ext>
            </a:extLst>
          </p:cNvPr>
          <p:cNvSpPr/>
          <p:nvPr/>
        </p:nvSpPr>
        <p:spPr>
          <a:xfrm>
            <a:off x="1013564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F3D6C40F-AF12-7DA8-6799-8C47381111F1}"/>
              </a:ext>
            </a:extLst>
          </p:cNvPr>
          <p:cNvSpPr/>
          <p:nvPr/>
        </p:nvSpPr>
        <p:spPr>
          <a:xfrm>
            <a:off x="2909280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4E222902-2960-E6BB-46B8-7E1FA1669F51}"/>
              </a:ext>
            </a:extLst>
          </p:cNvPr>
          <p:cNvSpPr/>
          <p:nvPr/>
        </p:nvSpPr>
        <p:spPr>
          <a:xfrm>
            <a:off x="7379788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7BE85921-E30A-D586-DC54-ADF0AB289892}"/>
              </a:ext>
            </a:extLst>
          </p:cNvPr>
          <p:cNvSpPr/>
          <p:nvPr/>
        </p:nvSpPr>
        <p:spPr>
          <a:xfrm>
            <a:off x="9864433" y="3806277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2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8CE7-0393-124C-EF22-DC7ED206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00BC3E-04AE-0F0D-729F-0709D61F7D4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FB0B9B9-3299-6403-3680-66F4140E1E0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ABE62716-84A7-AB18-4173-65A7B1E01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5595E6-CA47-A944-C797-8E6FE2C7FF63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D916AD-142B-81D2-37C8-58B99C3E2685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FFF12E1-9425-C04A-972A-04CEF954A2D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894ABB7D-06C9-2841-63CC-649F6121BF14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29B4EDD-68DE-B9AE-652C-61EA983F9EB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B16FE79-4C01-7FBE-C625-50C2FF5B934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ED912560-A320-2ED7-836C-EDB8A6D422B3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59CD5374-27E0-4977-D755-170FB49D826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C933BA62-B7DB-B946-F4E5-8D025F199E1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61B87B48-61AF-B541-E0A1-20CDFC05CFE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A3106B4-7E21-BBE2-CF53-C16E0492747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7550AC02-B8A6-651C-EEBB-79E49448D7C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8AF9975C-9123-B2B0-66B1-703C44508A19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96DCE695-F7AF-014F-E8A5-3FDF9E35418F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DDAAD110-66A0-24AA-CE1A-EE8413C3E49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F80848B-0928-D3A1-F133-F2D088124451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6430682B-F0EE-9E9F-D163-00DEBD2F2AF2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7A7528FA-B1D9-85BD-0012-6535B5DD35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522C8D0C-DDEC-75D7-054C-F61C6EB70A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FCB80288-F35E-CA19-5352-5738DF88C3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CA94FBE-C52E-C862-0959-EEA4E70E1557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E83483-41E7-FDA8-691F-2A213D6078D2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9279E64F-5B35-270D-017D-057CCA85CF3D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7A2EB1E2-C6F3-69A4-53C0-CA9A1BFF22B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BC1BBC18-4F4B-D1FA-2BE6-DD7B49BA4BAD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B9C3F106-3166-8AD1-3947-92F3687721F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34F5794-8FF1-359F-70D1-8F1A7096ABD3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1E8D0B29-4EFD-0192-2147-991B845B69B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801D443-CF21-E155-B15D-865E275F4FFB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92CFB2C7-8C46-F306-8E2F-5F25F839F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3A5C0A70-E7F2-198B-C787-E7EF3BCBD9A1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314854AC-2E5D-FFDF-26D7-8645BD475F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C95218EB-E03B-85B6-4038-93F19D81F5C3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E5F95BE-495F-DAB7-044A-2E38AEDC780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5D896793-3690-8C42-B6D2-2C94B8440DFF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46696375-3B14-B3FD-E145-B1B7B4B43DFF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170AE7B2-4B51-D300-6369-3CE5792A6AD1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AA6BA594-077E-7B70-3DF3-6E2B223D223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7563AAC2-8AB9-383B-FEE1-9576EB31E7AA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025DA0A4-1FF3-8B5C-A074-DFC607BCDD62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0C429967-C431-69C6-0E24-06C294FC56C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65053D5B-3A99-C0CA-1867-0CD5FDB406D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518C94C5-B62C-38D7-0E0A-666D30CF61A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F1A8D59D-B145-0BE8-AAAB-4A7362AD19A0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33E7745-AC9D-6A63-F19C-6EA43D10911E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8A71DF3-2E61-DF25-F9D5-54D13EF38639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4E23E8FE-F669-F00B-AE44-5C67D9DCED1A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157FAE72-3F43-3F15-913D-9D26F43DBB31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C91E515-0CD8-CEB1-9E76-8F35CBE6761F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76D1F74D-F3AC-3EA3-A7ED-2C83F9F37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908269"/>
              </p:ext>
            </p:extLst>
          </p:nvPr>
        </p:nvGraphicFramePr>
        <p:xfrm>
          <a:off x="6510640" y="4624631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EC038D7B-4E6C-8224-A1BB-984830E355C6}"/>
              </a:ext>
            </a:extLst>
          </p:cNvPr>
          <p:cNvGrpSpPr/>
          <p:nvPr/>
        </p:nvGrpSpPr>
        <p:grpSpPr>
          <a:xfrm>
            <a:off x="7066266" y="4953157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D58792D6-3894-896B-868E-5C705F618FA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787713B0-498A-7CD9-A78C-B2E3058A592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D970A06-B90A-B5E2-D9AB-F83E51257A9E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E54DDFD0-6102-0D33-65C5-22CC5C79EDC8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C3189225-FFD1-6579-B863-8ABB15B5541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695ABF5-910B-B3A8-5872-EC049742C289}"/>
              </a:ext>
            </a:extLst>
          </p:cNvPr>
          <p:cNvGrpSpPr/>
          <p:nvPr/>
        </p:nvGrpSpPr>
        <p:grpSpPr>
          <a:xfrm>
            <a:off x="7066266" y="5453235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836391D3-DFEC-8F47-77F1-92CD7A9676A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8D1B021-0C7C-1834-FEF6-299BE9332C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44D5A4D9-70A8-D47E-09F5-D905A06A357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7283B15D-6F7C-C4CD-2DDF-5BEDF0A127C7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B4DD20A6-C9F3-06FF-A0AD-269DF8E5AA06}"/>
              </a:ext>
            </a:extLst>
          </p:cNvPr>
          <p:cNvSpPr txBox="1"/>
          <p:nvPr/>
        </p:nvSpPr>
        <p:spPr>
          <a:xfrm>
            <a:off x="6239295" y="6146561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AA639AA-0559-FD75-D8D7-9D43C0A1D318}"/>
              </a:ext>
            </a:extLst>
          </p:cNvPr>
          <p:cNvSpPr/>
          <p:nvPr/>
        </p:nvSpPr>
        <p:spPr>
          <a:xfrm>
            <a:off x="8488333" y="4826119"/>
            <a:ext cx="1119662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80656092-66A7-26E5-8B6C-BB649B40E88F}"/>
              </a:ext>
            </a:extLst>
          </p:cNvPr>
          <p:cNvGrpSpPr/>
          <p:nvPr/>
        </p:nvGrpSpPr>
        <p:grpSpPr>
          <a:xfrm>
            <a:off x="10267263" y="4533320"/>
            <a:ext cx="1694578" cy="1544946"/>
            <a:chOff x="9546077" y="3179194"/>
            <a:chExt cx="2381250" cy="2086020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5C13FB6A-5128-7245-C548-D26BA82B00B6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94682B4A-1E30-FD77-CF76-27049A6E617F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83B7FB2-690C-17D3-0CF1-F62E5E580C83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CEDBEEA-4731-9A8C-BA35-AAD8B21A34DC}"/>
              </a:ext>
            </a:extLst>
          </p:cNvPr>
          <p:cNvGrpSpPr/>
          <p:nvPr/>
        </p:nvGrpSpPr>
        <p:grpSpPr>
          <a:xfrm>
            <a:off x="3540031" y="3101351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4E770A29-5B7E-70A1-D503-9CCA826CD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4CD76C-01A7-0752-D458-52A1FCE9A17F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B434439-2263-DE06-EBB7-051E38716099}"/>
              </a:ext>
            </a:extLst>
          </p:cNvPr>
          <p:cNvGrpSpPr/>
          <p:nvPr/>
        </p:nvGrpSpPr>
        <p:grpSpPr>
          <a:xfrm>
            <a:off x="6664805" y="1671298"/>
            <a:ext cx="4805495" cy="2257656"/>
            <a:chOff x="2959241" y="3779872"/>
            <a:chExt cx="4805495" cy="2257656"/>
          </a:xfrm>
        </p:grpSpPr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07941D41-5ED2-9B23-B818-0B14555BC41D}"/>
                </a:ext>
              </a:extLst>
            </p:cNvPr>
            <p:cNvSpPr/>
            <p:nvPr/>
          </p:nvSpPr>
          <p:spPr>
            <a:xfrm>
              <a:off x="2959241" y="3779872"/>
              <a:ext cx="4805495" cy="2257656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A4BB2C0F-E482-CE06-1842-BE306F508231}"/>
                </a:ext>
              </a:extLst>
            </p:cNvPr>
            <p:cNvGrpSpPr/>
            <p:nvPr/>
          </p:nvGrpSpPr>
          <p:grpSpPr>
            <a:xfrm>
              <a:off x="2972787" y="3806007"/>
              <a:ext cx="1826685" cy="339537"/>
              <a:chOff x="821719" y="2725968"/>
              <a:chExt cx="2511098" cy="454241"/>
            </a:xfrm>
          </p:grpSpPr>
          <p:pic>
            <p:nvPicPr>
              <p:cNvPr id="208" name="그래픽 207" descr="모스 코드 단색으로 채워진">
                <a:extLst>
                  <a:ext uri="{FF2B5EF4-FFF2-40B4-BE49-F238E27FC236}">
                    <a16:creationId xmlns:a16="http://schemas.microsoft.com/office/drawing/2014/main" id="{F2837114-FC86-7ED5-9D6F-342AEB8907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21719" y="2725968"/>
                <a:ext cx="536423" cy="454241"/>
              </a:xfrm>
              <a:prstGeom prst="rect">
                <a:avLst/>
              </a:prstGeom>
            </p:spPr>
          </p:pic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FED3D01-DD6D-6E4D-9BFA-04328C6A992C}"/>
                  </a:ext>
                </a:extLst>
              </p:cNvPr>
              <p:cNvSpPr txBox="1"/>
              <p:nvPr/>
            </p:nvSpPr>
            <p:spPr>
              <a:xfrm>
                <a:off x="1327874" y="2799200"/>
                <a:ext cx="200494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631E788E-786B-13C3-407B-0DD55D1724E9}"/>
                </a:ext>
              </a:extLst>
            </p:cNvPr>
            <p:cNvSpPr/>
            <p:nvPr/>
          </p:nvSpPr>
          <p:spPr>
            <a:xfrm>
              <a:off x="3030806" y="4419162"/>
              <a:ext cx="1108392" cy="1232932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조립 가능 후보 확인 시스템</a:t>
              </a:r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F16093CA-B026-0B32-3C99-6176E6C61AAF}"/>
                </a:ext>
              </a:extLst>
            </p:cNvPr>
            <p:cNvSpPr/>
            <p:nvPr/>
          </p:nvSpPr>
          <p:spPr>
            <a:xfrm>
              <a:off x="4279913" y="4418124"/>
              <a:ext cx="1536214" cy="1242061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조립 후보 평가 및 </a:t>
              </a:r>
              <a:br>
                <a:rPr lang="en-US" altLang="ko-KR" sz="1000" dirty="0"/>
              </a:br>
              <a:r>
                <a:rPr lang="ko-KR" altLang="en-US" sz="1000" dirty="0"/>
                <a:t>조립 상태 예측 시스템</a:t>
              </a: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12FD905-5595-A0A2-0081-BA299BA23B75}"/>
                </a:ext>
              </a:extLst>
            </p:cNvPr>
            <p:cNvSpPr/>
            <p:nvPr/>
          </p:nvSpPr>
          <p:spPr>
            <a:xfrm>
              <a:off x="5956842" y="4413266"/>
              <a:ext cx="1536214" cy="1242061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가능 </a:t>
              </a:r>
              <a:r>
                <a:rPr lang="en-US" altLang="ko-KR" sz="1000" dirty="0"/>
                <a:t>Plan </a:t>
              </a:r>
              <a:r>
                <a:rPr lang="ko-KR" altLang="en-US" sz="1000" dirty="0"/>
                <a:t>탐색 시스템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(Search Algorithm)</a:t>
              </a:r>
              <a:endParaRPr lang="ko-KR" altLang="en-US" sz="1000" dirty="0"/>
            </a:p>
          </p:txBody>
        </p:sp>
      </p:grp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391708F1-F5D4-87AE-B8C6-CBB1DC67E43C}"/>
              </a:ext>
            </a:extLst>
          </p:cNvPr>
          <p:cNvSpPr/>
          <p:nvPr/>
        </p:nvSpPr>
        <p:spPr>
          <a:xfrm>
            <a:off x="4861682" y="266481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88535D4E-61B4-42E8-335A-9D128B9E4207}"/>
              </a:ext>
            </a:extLst>
          </p:cNvPr>
          <p:cNvSpPr/>
          <p:nvPr/>
        </p:nvSpPr>
        <p:spPr>
          <a:xfrm>
            <a:off x="5992038" y="5001852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6ABE3DE0-6DB8-EC37-3B26-594E13A909AA}"/>
              </a:ext>
            </a:extLst>
          </p:cNvPr>
          <p:cNvSpPr/>
          <p:nvPr/>
        </p:nvSpPr>
        <p:spPr>
          <a:xfrm>
            <a:off x="1265807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6D819FB2-9F8A-2F39-41AA-A463185A49BD}"/>
              </a:ext>
            </a:extLst>
          </p:cNvPr>
          <p:cNvSpPr/>
          <p:nvPr/>
        </p:nvSpPr>
        <p:spPr>
          <a:xfrm>
            <a:off x="3161523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A9C5C96A-CC6C-DC12-3C8D-2729278D2342}"/>
              </a:ext>
            </a:extLst>
          </p:cNvPr>
          <p:cNvSpPr/>
          <p:nvPr/>
        </p:nvSpPr>
        <p:spPr>
          <a:xfrm>
            <a:off x="7982448" y="499631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EA1E7008-4BB9-8F7F-FA10-61623EDE9C9B}"/>
              </a:ext>
            </a:extLst>
          </p:cNvPr>
          <p:cNvSpPr/>
          <p:nvPr/>
        </p:nvSpPr>
        <p:spPr>
          <a:xfrm>
            <a:off x="9765028" y="499631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61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13808"/>
              </p:ext>
            </p:extLst>
          </p:nvPr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076"/>
              </p:ext>
            </p:extLst>
          </p:nvPr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79C0-FD71-574F-D932-4084A102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D051B-5FCB-A920-78E0-51C8E394A1BA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126809-E8E4-AE0D-F05F-8B6F0AAF7019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0B2B4BD3-1584-E6C5-4665-680B0D934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4CE45E-F960-1659-392B-88F590617349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A875BB-C4CF-EFE3-5B94-8B9277F011FC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BD6BF40-6D1D-8A46-E470-14F9A21D7417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D291A4-00DE-95D3-2019-60DC67BC9F9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AC2FF2B-184D-A9AE-264B-665EC305279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6C49834D-8C3E-063A-9BEA-2081BE3D5BF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AFBF06E-0647-F9EA-D6CE-0D9FC108E5F8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BAD341AA-2302-19B7-465D-A8AE2AE6E9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0CCB7C0-0ECC-4BCD-1520-068BED56E8B7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B7E6B33-FB82-B849-D7C5-2228B361AAB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94A0BDF4-C86C-ED74-1F1A-A3B8BDD6DA5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57E1A46C-E1CD-FCC3-9C1D-CAC169579A02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1D7BA0C7-70F4-88B4-D2C4-A4D59F55FCC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9092F3FD-6188-0BA4-B81D-FC1A0FEEAE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9BF14AD-8F40-2F81-49FB-0CE520B2FE9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3DB624D-CE0E-F8A3-339C-383990141D0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09FCC8DE-7B5A-A780-F288-A2F4BD3AF66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32041089-047B-B6A5-D748-75109555B0A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0DC797DF-0CF8-8913-5B72-2DB5AAEA454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A9EDC97-8CB9-4060-86A1-65DF554A4945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00133D-B6D3-711D-3FAE-820BF38F6DC9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DFE0DB-6539-6868-0A44-BAB2C013984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5DC7B-2931-A4ED-D4A7-AE9F9CA12434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3A838C4-DDF6-2C65-FE2A-0CEA66FFB43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2DFBF81-BB3D-AD92-105A-242F23B2317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BBB9D6E7-DA1F-C73E-D38B-B1037065A75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C2AC406E-F332-1A96-5906-2943088117A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43BF04B-FEEA-29EE-CDA4-2683F13555ED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F84AFDC-D90A-E33C-76A5-CC06E7528903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F54818-79B4-A019-315A-95A647B33BB9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511475-2ECC-944E-96FB-89E8F0DB3DE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F2A9F62B-19DD-D284-938A-31435FA92C77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C1C90F51-61ED-8360-1212-98AE4727C09C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FBFE0A52-0633-698C-9635-DD99C12A802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01FE8BC-F884-B82C-4D93-B810F03AB256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7FEBE76-17EC-637B-CB9D-D9C4F65FB188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0F299E7F-BBC1-FE7E-4F7D-900B7576320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077A263C-97CE-90E2-DCBD-16B89F7DFC8A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D8226FC1-CC41-952B-FB13-FDB164B8DD9C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55C290F-5028-D0EE-3B4B-A975D3F11441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0FCC272-62DE-868A-EE71-8A185C5C354E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25B684C0-7E3C-1C52-D7C6-3E9A660B8DD9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95E88703-8079-2594-C505-18C9F18DAC9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C3FFD9F-4151-32D7-0230-490246BBE11F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A3E187F5-E46F-9709-87AA-1B126AC0EFC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BF999D8A-F217-B978-1152-C3B0E3559EB5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80F7D0F2-DA42-EF12-DA05-1296D213D489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C65392C-1DB4-BC8A-B51C-105B1F52B31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4C821C9-52DC-A496-A746-53314381576F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A34527B-8055-6D5C-57AF-3E72B6741005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59FFFB0-37F2-1805-5EF9-7F1DE5DB60E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62208C0-0599-A6EC-B128-CD8B06FA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3E322CE-BA37-1BB4-18ED-2E5CA08776D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EAB271A-C5BE-BB7A-018C-10C1BC70D286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2911E15-C895-52FD-C371-2E66E3A8E87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6AFED44-7BB9-72E5-E4DB-40E0BC4666D3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412EE1-31F3-E0C9-14F5-F171144767E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AED8F7-1A40-8154-B0CD-2580513DAEC0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C51A362-4A94-BE6D-4BFC-E8B6CEDD958E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5A6B06EF-A8CC-D5B5-612B-E5D40C593623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7D8E3E1-6F2B-D24C-C374-62BDBFB9EFCD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6B9F6600-DE91-8DAA-F79B-5E51C34DBE02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44C508B1-BC54-106F-2377-096438C1A209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228C740B-15C5-E01C-657B-0D4CE6C71B9F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6B90D62C-A539-368C-099E-355DD1FF93E8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028D5C1C-C6D0-2A1B-7B57-EA0BD3C5763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D1C881D1-2544-D5F2-8E52-522BC23840F4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8F053EB-9C62-8EE9-EF03-30E807345152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310E35A3-D92F-0D20-9A34-C589C51F55E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E1158138-7B2E-E441-1C59-95733B1DAAD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462C046C-F90A-91A6-037C-8C5878A3CADF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11D66D21-B2C1-C2EC-8992-E4E8BDF421E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FEE67BF-6A6B-791E-0D2B-617AF0F464F6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42C53F50-91B5-D08D-D9A7-8B043E5D4E94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9CE804B-1F02-350E-4F86-14354EA4BFE4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546E0925-6D7F-ABE2-2C30-58A4063AC6A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AD5F05-250A-D26E-F317-F1B4387AFE8F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A8DBC6B-F428-A667-0E7D-6A63EA676641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E1D74680-55FB-1D5F-6F35-0F86A2FADF2A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8841AE5-118A-ACCB-5EF8-D9C4B4CC2E7A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45F674F8-B706-A05A-328C-D825BCC0D5E5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5C2607-7407-0A07-2435-69F40F443F9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3A63088C-D146-B4BD-35F8-2C872B33B69A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B189A56-7835-052F-0FD7-2C6AF47B9DB5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63BD5D11-1833-E985-5150-354AD65DD63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BBF1E8C0-1087-A4EF-901E-29F9D37D7C95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C19D0B27-8981-984E-8566-AEDC387DEF4F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4EFB7C0-F17B-1645-499C-C086EAFBC717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6726D8E0-70F0-0785-C096-AEA1447E1F82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4418338A-95D0-2585-5FBB-3B79F40C59D0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50AE84D6-6F73-F6FA-9F54-C9AA07664D7F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C8A93056-D334-DD2E-CA06-0627B0968F76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E6809B6-B2AC-2A60-154F-E5ADE730353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D39C0BD9-EEF4-7C8C-B6C5-551E8E78188D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0BE368-55E1-FACE-F049-5DF9B6E31554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D8812394-4B58-D5EC-34F6-0088F7F82E9B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38A5D63-594B-C515-A2D7-96670B5F3C03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7B8A54-33F3-7D26-C765-6079AA9A86D2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93F4102E-4D19-34E7-0A5A-6C01033F8297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AD550CA-788F-179A-63A4-208CD04B17F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FC8C33E-75F6-76F4-BBC4-BCDCFBDA7F7D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43DBA519-23EB-4150-2F2A-FE0F3F33B796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71275980-D4A2-FBB9-1646-1C455CF2E23B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CDA64B31-38C6-21B9-9EF1-5F481A67E75E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C9EB5D23-F266-C7B3-9067-48BE6CF230EC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5705807-10A3-871B-8396-35ECEFF4425A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C1DF029E-4379-BA1B-9311-A282FE0E5708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03B1B11-365B-34B1-D3EB-385B1204288C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C655EDEB-B0C7-8EA2-5B60-E3695EE9448A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AEB4C718-92FE-BD5E-A49D-0CB59743BAEA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5CDA273-A793-F51B-CBDA-0B563C88398F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228CAF0-BADF-5EC8-648A-5301492BF20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254AB62-5B8F-D1C6-9027-A89FD5D623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6C09A67C-F0E1-F497-1ABF-E452DBF7C26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AA0AECB7-C907-26FF-DCCE-870360E0918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9C46230C-18B5-D669-4DCA-FD66B51FCB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34839FD-95FE-16FF-7A02-BE3E6223ED2C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295340B-609F-E54D-267F-2D8E6FC96F5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EC255B6-1A65-6333-08F7-6E5111AFBBA7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F14D494-693C-F537-9273-D1AA8E14012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D3C8DC58-D60B-2777-449A-1B82D8BCC4C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5114DBBD-CD8A-281E-CCDD-85D5A9E16810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E471C64-71CE-077F-48EE-449BF780E9DA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E537F7F-C711-A60A-56D0-64C3CC4C5C7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03732C7-A2E9-DE78-97D8-08E39EFCCD0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92B23000-1D4E-9FEF-535B-3A634868CE9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1E1A0D6-B726-4EC2-3049-FF45236A848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5ED9A3F8-602A-3D71-132F-21AE1DCD5A3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BEE7765-E92B-8492-BFE1-73CEBC7F3B57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D24B854-38AD-0E15-BBAD-C7F575E97023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56A09FBC-6DF9-CB29-E9F0-86739D8488B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A11C792C-351A-7420-40B2-780E295136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C0D9716-5B63-E93F-2873-CC7293B8EE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14A7E4D-C21E-80C1-20BD-DF0B52CAAD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C2FB5E3-F362-2908-440B-C0AAD425EC2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4C4A30E-268C-95DA-90E4-3A5D4F06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7700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060D-3BDF-958C-937D-3879B822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0C913C-B727-AC06-C792-1CD4BB3C4385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AEDEEE-7839-89AB-9E03-3F2D8BFA1B1B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4D1ADD5E-23B1-84FC-DA53-D4EC19378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47E2DD-44B7-C1C6-65B6-2E6E2792270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D29453-1812-613C-4C38-FF1A8329DBEE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B3A7C4D-DF14-8DDD-1C32-B8D0FAF8B90C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324D1F5-2511-EABF-B65D-DB34F5006C7E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10F1E1C-3996-503E-F116-2DDA987E68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4AE0A652-820A-CF2E-300F-B8C342D75ED4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EA5A202-F83B-FDE7-053C-A006E8F8C1F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237694C4-FA13-3F08-2598-FC328D512BBB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1053A458-4F30-611D-6240-AACAD1459EBE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F55B9E5-8AF8-8DCE-8DB8-5F684150934D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0436E374-96DE-D71E-651B-ACCB46DDDA9D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FBDB2AE-2091-FD73-4E2E-F13AAA8351C0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B8608ADC-A497-3C5B-B2DF-C6111E6CF66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BEDEE843-16B5-B097-675F-5D242A864BE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3437D453-8790-B8B8-F674-55EAEE653CA4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E2EB2043-EE67-FA36-CD10-03A7A36CB282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CE8667E4-6F15-CFA2-DB1F-4D6BA616AA1E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F8309532-B654-272E-F862-23B226CF62D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18E75310-BFDB-FEE9-F37D-EC2718BFFC5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AFA07C95-FE80-DB4B-9185-B35D85E5F37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95517-8261-B322-6113-45996B7CFD4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46DBB2-22C7-9D4B-581F-F8ABADB08DBD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69D0CC-82E9-70C4-C04D-22E4D851C7C5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7541E99-0E66-74A4-A96A-E93A072E481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1C4DA42-C06E-BBC7-CBFD-EECA7A6630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9CF62A0-CA1B-E564-8DEC-82C079B78ED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CC92EC8-BE96-E5BF-9E4D-11AA0C9CD1F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047D027-EBB6-2C3D-B84E-3BED17A3ECA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4EE5D14-6BC3-0F22-DC86-C0D7E31224BA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8F4D479-82A9-08A5-E751-1895168994F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352D03-F803-A8B8-6EBE-6C058572AB1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D1763DDD-E6CB-AA80-F123-D1BC2485CAEB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AF7FA65-AE3D-E295-CEC8-F79F38589CA5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4C8B2B09-6817-C7DA-01C5-3BEF6D76818C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E15BD3B-6B6F-EE28-9044-66C8D6CC990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A175FC2-6E63-2241-93E7-B58863223700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8EAE174C-390A-F9AD-6DAB-6ACB4807B85B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10879332-7B4A-3980-758A-38D22D206453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7BE924A4-4D35-9994-E572-C86DB1DE4103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F20B014-BD34-00B0-C82E-37B8A112EB2B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62522614-EF23-CF36-CB96-9B4D42FD9A2A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A1C99F07-1BE7-5E16-0548-9694C0D1001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75838092-269E-11A7-68A8-18ACFFE38C0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B95C4D7-3241-4F62-EAB7-6CBBA541256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A9FE8B3-0920-1987-A5F5-FA374A88E6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F5E94977-0A53-4B15-49E1-41A346EA488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7B588995-20B9-9806-F4EF-89F4AB53E85C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D43A3AC-B02A-BF5E-AB94-95B1BCD956FA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A6CE55-F106-FD72-9400-7D8FBBA61260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B63C27D-2E25-8BB7-9D8F-69A26C17240D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3978AA-6B74-790E-B84A-1E0E2D3CAF1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A5D8B42-CA4C-E1CD-342D-219FEEDDC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A966B2-F716-5CE9-975D-FAE9B5A810A1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348636C-0F8B-66E0-8C11-093233B71A52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774947D-260F-351F-30FA-9D3C08D67E53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FB0B463-F9B4-8177-1302-510D4654081E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50C288A-F044-9AFB-7D94-7B3CCA4175F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B8203E4-DDD2-4B87-A3FA-6C5BB390C723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04E870C-D439-F1EC-EEA6-DCD4AA743BA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B10B2DB-8A6B-DECD-4246-C6948172E2B0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4F97666-B19C-084A-CC9C-BEFE1E3A61A5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78D6D36D-B7ED-7D76-CA0B-B28CCD92E42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A69DD43-EE6F-4630-A66D-57620E585B84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BC766314-B238-D82A-9C18-BA61DEA2B12B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DC2A0E27-AADC-EA64-1280-1E81C451604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592764AF-90B8-4732-BFF2-0420B7001851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2D60BDA2-B579-32CB-F50E-16A1DB591FDA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36B2630B-3F2F-79DF-D781-A0FFDDAC3389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FFDDD7AC-F04B-918B-86E6-CE794F71A190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5CD069BE-0AB5-E8D2-120C-7B10C0A417D5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CA35F025-06F0-C8FF-831B-95BE1300E223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367D7ACC-6364-5E83-9E1D-A642BD05191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D421E4F9-4F9F-67B9-1773-1CC975D2BAE3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620D0DFF-C3F3-4F39-D59B-3F1B6F0F5428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058DD47-5262-415B-C24C-AF5999BF79C7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A417FADE-AC68-E0DB-98C7-A4524421FC0C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787CD84-9AF1-DC71-FD8D-BC0959D2D9E4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DC9EF5D-A958-7DA6-4699-EF6E62A8AA6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1E776ED-A0DB-2A5B-0B5A-93EEB3BC3B6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9E10C90-45F2-92E1-9438-E04642E08F28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EE1F78D6-A084-65F6-55CF-A546CD058EA9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295FFD0-B7E5-132D-FE12-9BFD00E9AC9C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C7A64F6C-806D-2026-B077-47D0567D555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EB17C6E4-7032-ED51-B0C8-2442A62A1EB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449B7A50-2BB9-9C51-A00E-CA238C739F21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23753E70-E41B-506D-223E-02096C5CB84B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9284E376-B7AD-9EA2-4840-73930297EB4D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3F5AED85-7AEE-CB03-0343-7D88A81446C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D68A343F-234A-4E6D-98F8-A89E3C8FF165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2E2C2F1-A5E7-38A7-A8C1-01C662A3832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9408F207-3A93-B11D-7967-F9204A39B25A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2FBDE5AF-F7E8-886C-2282-0E15F0A61510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B0F0C261-D7AC-7DD6-269C-546973BD230F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494E0C18-2344-56B8-0809-371361876FDE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767EC16-0987-BC50-B884-59E277F131B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9E4FD66-0C38-5852-3BE5-02E1DE7E6F16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F01CB59B-525B-5CA2-2F69-C7BD941A8A01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EE77C-95FB-7214-00F6-D17B98DCC208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5F867A69-EF8F-964B-3938-411A838AC942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ACCFA05A-AFE8-A084-427C-52C39A2B986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58BF315-8905-7816-1AB9-4FB0AE145ACF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A5DACB74-87FD-246F-9AB8-869BE45B05E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106E7930-F92A-60E6-BB9E-3A8F10A4AD21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9528E69-193B-5901-790E-A5A818CCD25B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7A07529D-B127-D0AC-4539-134274920FF9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DDCB933-7A52-96B6-BFDC-CFA3188BE422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2D7B1E4A-85FE-D0BA-04E6-CD943B9B45F3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F41E69D-510F-0051-9713-09A0D62214D7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6BC0F2A2-9600-2CA8-736A-53D931F00FBB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27D04F96-5557-5BA1-EC79-976A99F08F0D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EFD40F0-4BC0-6111-61F4-CFFB3678004C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F67D10D-5BB5-606F-E26D-E8A8A5655A7F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B260F510-C91E-7529-DAF4-3A9981F9EC0C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E434308E-8178-013B-4CAB-A2E4FC035AB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8E5A8898-A7A7-E63F-DD0D-32E920EB5FF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7C63929-92C2-331D-6835-5B96708062B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6CA9F40-D342-B78C-E4CD-3E707A4A1410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40E3BDB-3E77-F581-2F2C-38A2D4B81A52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485AFF0-9067-B2AF-D97A-CA3C4344BB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930E493-601A-A1E7-957F-A660B532EA6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5349F2AD-C226-2195-A61F-66BEB66EC9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C705AA0-837E-2EA6-4ED0-C8573DE6DD7E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5EB2AE5-A472-FB04-7012-79F8D33A6B3D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C77A2D93-AD7E-F054-A5D3-7D3B46F7EF2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15E1937F-5AA1-30ED-E133-935ECEF89CA7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F5531E8D-5DB4-B154-17B6-3A577BE7193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7233A159-13F0-87A9-F6D1-9B33A2A7BAC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8C800A75-7505-17E1-E5E9-E5E915B938A3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858D022-1426-2CF7-F584-DE6FC77B5051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A308822B-C092-75AF-C064-F3B5C3BE68E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71BE5878-6EA2-72D6-A4B0-AF2269EE22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C2932B0-96BA-B3E7-CCDE-28BD8AEFD973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08997C05-99C6-EE5A-B254-ED0A2CC35B9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D37584D-2C67-5115-AF92-415DACF49A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05E0B39-BF0F-2D25-4B37-72F7BA967F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E6D04066-DFA1-111A-88EE-C19893C2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BD0E73A3-08FB-7D6D-FB69-67DAB4B92B8B}"/>
              </a:ext>
            </a:extLst>
          </p:cNvPr>
          <p:cNvSpPr/>
          <p:nvPr/>
        </p:nvSpPr>
        <p:spPr>
          <a:xfrm>
            <a:off x="3315477" y="1751266"/>
            <a:ext cx="3229687" cy="3082051"/>
          </a:xfrm>
          <a:prstGeom prst="roundRect">
            <a:avLst>
              <a:gd name="adj" fmla="val 66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5404005E-3EDC-2DC1-6E5B-5D804064F1D6}"/>
              </a:ext>
            </a:extLst>
          </p:cNvPr>
          <p:cNvSpPr/>
          <p:nvPr/>
        </p:nvSpPr>
        <p:spPr>
          <a:xfrm>
            <a:off x="284138" y="2300030"/>
            <a:ext cx="2869595" cy="3087701"/>
          </a:xfrm>
          <a:prstGeom prst="roundRect">
            <a:avLst>
              <a:gd name="adj" fmla="val 66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0DCE2389-294B-D24D-EEFD-71D5EC98E079}"/>
              </a:ext>
            </a:extLst>
          </p:cNvPr>
          <p:cNvSpPr/>
          <p:nvPr/>
        </p:nvSpPr>
        <p:spPr>
          <a:xfrm>
            <a:off x="6747175" y="1913265"/>
            <a:ext cx="3918637" cy="3436460"/>
          </a:xfrm>
          <a:prstGeom prst="roundRect">
            <a:avLst>
              <a:gd name="adj" fmla="val 66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2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641</Words>
  <Application>Microsoft Office PowerPoint</Application>
  <PresentationFormat>와이드스크린</PresentationFormat>
  <Paragraphs>193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261</cp:revision>
  <dcterms:modified xsi:type="dcterms:W3CDTF">2025-11-21T08:00:41Z</dcterms:modified>
</cp:coreProperties>
</file>