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24"/>
  </p:notesMasterIdLst>
  <p:sldIdLst>
    <p:sldId id="256" r:id="rId3"/>
    <p:sldId id="257" r:id="rId4"/>
    <p:sldId id="294" r:id="rId5"/>
    <p:sldId id="293" r:id="rId6"/>
    <p:sldId id="295" r:id="rId7"/>
    <p:sldId id="298" r:id="rId8"/>
    <p:sldId id="299" r:id="rId9"/>
    <p:sldId id="297" r:id="rId10"/>
    <p:sldId id="306" r:id="rId11"/>
    <p:sldId id="304" r:id="rId12"/>
    <p:sldId id="310" r:id="rId13"/>
    <p:sldId id="273" r:id="rId14"/>
    <p:sldId id="303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12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13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2025-11-19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D : I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 </a:t>
                </a:r>
                <a:r>
                  <a:rPr lang="ko-KR" altLang="en-US" sz="120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1993112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39FD71A-6D20-0BA6-30D9-FB69917FB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70" y="2888716"/>
            <a:ext cx="2514761" cy="332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ko-KR" altLang="en-US" sz="1200" u="sng" dirty="0">
                <a:latin typeface="+mj-ea"/>
                <a:ea typeface="+mj-ea"/>
              </a:rPr>
              <a:t>가능한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 </a:t>
            </a:r>
            <a:r>
              <a:rPr lang="ko-KR" altLang="en-US" sz="1200" u="sng" dirty="0">
                <a:latin typeface="+mj-ea"/>
                <a:ea typeface="+mj-ea"/>
              </a:rPr>
              <a:t>중 한 가지를 반환하나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0A80CB-944A-5183-06FD-41D45D9A9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90" y="2819400"/>
            <a:ext cx="3207313" cy="38735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6" name="그림 35" descr="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5AC18F-8745-BE4B-E7EB-F853C4DD5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88" y="5003083"/>
            <a:ext cx="11625118" cy="163626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445553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 descr="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994" y="1436515"/>
            <a:ext cx="11764106" cy="257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{</a:t>
            </a:r>
            <a:r>
              <a:rPr lang="ko-KR" altLang="en-US" sz="1400"/>
              <a:t>도어 </a:t>
            </a:r>
            <a:r>
              <a:rPr lang="ko-KR" altLang="en-US" sz="1400" err="1"/>
              <a:t>체커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{nut type C,</a:t>
            </a:r>
            <a:r>
              <a:rPr lang="ko-KR" altLang="en-US" sz="1400"/>
              <a:t> </a:t>
            </a:r>
            <a:r>
              <a:rPr lang="ko-KR" altLang="en-US" sz="1400" err="1"/>
              <a:t>가조립</a:t>
            </a:r>
            <a:r>
              <a:rPr lang="ko-KR" altLang="en-US" sz="1400"/>
              <a:t> </a:t>
            </a:r>
            <a:r>
              <a:rPr lang="en-US" altLang="ko-KR" sz="1400"/>
              <a:t>1}, 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볼트</a:t>
            </a:r>
            <a:r>
              <a:rPr lang="en-US" altLang="ko-KR" sz="1400"/>
              <a:t> type D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1690</Words>
  <Application>Microsoft Office PowerPoint</Application>
  <PresentationFormat>와이드스크린</PresentationFormat>
  <Paragraphs>399</Paragraphs>
  <Slides>21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189</cp:revision>
  <dcterms:modified xsi:type="dcterms:W3CDTF">2025-11-19T01:47:01Z</dcterms:modified>
</cp:coreProperties>
</file>