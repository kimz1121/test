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2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832" r:id="rId2"/>
  </p:sldMasterIdLst>
  <p:notesMasterIdLst>
    <p:notesMasterId r:id="rId25"/>
  </p:notesMasterIdLst>
  <p:sldIdLst>
    <p:sldId id="256" r:id="rId3"/>
    <p:sldId id="257" r:id="rId4"/>
    <p:sldId id="294" r:id="rId5"/>
    <p:sldId id="293" r:id="rId6"/>
    <p:sldId id="295" r:id="rId7"/>
    <p:sldId id="311" r:id="rId8"/>
    <p:sldId id="298" r:id="rId9"/>
    <p:sldId id="299" r:id="rId10"/>
    <p:sldId id="297" r:id="rId11"/>
    <p:sldId id="306" r:id="rId12"/>
    <p:sldId id="304" r:id="rId13"/>
    <p:sldId id="310" r:id="rId14"/>
    <p:sldId id="273" r:id="rId15"/>
    <p:sldId id="303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</p:sldIdLst>
  <p:sldSz cx="12192000" cy="6858000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585"/>
    <a:srgbClr val="FF79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7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35119" units="1/cm"/>
          <inkml:channelProperty channel="T" name="resolution" value="1" units="1/dev"/>
        </inkml:channelProperties>
      </inkml:inkSource>
      <inkml:timestamp xml:id="ts0" timeString="2025-11-20T01:13:04.9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3757 12435 0,'106'36'31,"70"-1"-15,107-17-1,-72-1 1,-34 19 0,-36-19-1,-35-17 17,17 18-17,53-18 1,36-18-1,53 1 1,-18-1 0,17 18-1,-176-18 1,-70 1-16,0 17 78,-1-89-47,-123-175 1,71 193-17,0-17-15,17 18 16,-17 17-16,17 0 15,-17-18 1,0 36 0,17 35 15,-17 0-15,-53 0-1,-1 18 1,1-18-1,-70 0 1,-89 0 0,-71 17 15,142 1-31,70-18 16,-212 0-1,71 0 1,89 0-16,-1 17 15,-88-17 1,159 0-16,0 0 16,17 0-16,36 0 15,-36 0 1,54 0-16,87 124 281,36 17-265,-36 18-1,-70-36 1,-17-17 15,-18-88 32,-1-1-48,36 1 157,53-18-78,-18-53-78</inkml:trace>
  <inkml:trace contextRef="#ctx0" brushRef="#br0" timeOffset="1598.5">3528 9013 0,'0'0'0,"35"353"47,0-159-15,-17-70-17,0-71 1,-1-18-16,19 0 15,-19-35 1,-17 18 0,35-1-1,18-17 1,53 0 0,88-35-1,106-35 1,-124 52-16,-87 0 15,69 18-15,36 0 16,124 0 0,-71 18 15,-88-18-15,-106 18-16,-18-18 15,35 0-15,-52 0 16,70-18-1,-35 18-15,18 0 16,-18 0-16,88 18 16,-53-18-1,-53 0 1,18-18 0,-35-17-1,-18-1 1,0-34-1,0-54 1,0-70 0,0 0 15,-53-35-15,18 159-1,17 34 1,0 36-1,1-17 1,-54 17 0,18 0-16,18 0 15,-89 0 1,36 0-16,0 0 16,-229-18-1,228 18-15,-87 0 16,-424 71-1,195-1 1,175-52 0,142-1-1,-53 1-15,35 17 16,-123 36 0,-53-18-1,158-36 1,1 1-1,176-18 95,-1 0-110</inkml:trace>
  <inkml:trace contextRef="#ctx0" brushRef="#br0" timeOffset="2800.48">4022 12506 0,'0'35'16,"0"36"-1,0 88 1,-18 88-1,0-1 1,1-34 0,-19-53-1,36 0 17,0-71-17,0-123 95</inkml:trace>
  <inkml:trace contextRef="#ctx0" brushRef="#br0" timeOffset="4749.31">3210 14235 0,'0'17'31,"0"19"0,-35 69-15,17-52-16,1-17 15,-1 16 1,0-34-16,1 0 16,-18 17-1,-1 18 1,19 0 0,-19 0-1,19-53 1,17 17 62,-18-17-47,18-17 157,0-107-173,0 89 17,0-88-17,0 105-15,0 0 16,0-17 46,0 17-46,0-17-16,0 0 16,18-18-1,-1 35 1,1 18 62,0 0-47,52 71 16,-35-18-47</inkml:trace>
  <inkml:trace contextRef="#ctx0" brushRef="#br0" timeOffset="6424.96">3069 14552 0,'0'0'0,"35"18"63,18-1-32,-17 1-31,-1 0 16,53 52-1,-17-17 1,-1 0-1,-35-18 1,-17-17-16,0 0 16,17 17-1,-17 0 1,17 0 0,0 1-1,1-36 1,-19 17-1,-17 1 1,18-18 0,-1 0 93,-34 0 172,17-35-265,17-1 0,-17 1-1,0 17-15,0 1 16,0-1 93,0 1-78,-35-1 32,-159-123-32,141 106-15,-53-18-1,71 17 1,0 19 0,-18-1 15,0-17-15,18 35-1,-1-18 16,-16-17-15,34 17 0,-17 1-1,17 17 1,53-36 125</inkml:trace>
  <inkml:trace contextRef="#ctx0" brushRef="#br0" timeOffset="8610.75">4427 13970 0,'0'-35'125,"0"-53"-109,0 52 0,0 1-1,0 17 1,36 1 46,17-1-30,-18 0-1,0 36-15,0-18-1,-35 18 1,18 35-1,-18 52 1,0-69-16,0-1 16,0 36-1,-18-36 1,-17 0 0,0-17-1,17-18-15,1 0 16,-36-18-1,53 0-15,-18 18 16,0 0 0,1 0-1,-1-17 110,0 17-109</inkml:trace>
  <inkml:trace contextRef="#ctx0" brushRef="#br0" timeOffset="10033.03">4604 13935 0,'0'70'78,"35"89"-46,-17-106-32,-1-18 15,89 89 1,-88-71-1,52 35 1,-52-53-16,17 0 16,71 106-1,-71-105 1,1 17 0,-36-36-16,35 19 15,-35-89 266,0 17-265,0 1 0,0 17-1,0 1 79,-18 17-78,1-18 62,-36-52-63,-18-19 1,1-34 0,70 70-1,-36 0-15,1-35 32,17 53-32,1 17 15,-19-17 1,1 17-16,-18-52 15,36 70 1,17-18 0,-18 0-1,0 18 17,1-17-17,-1-1 16,36 18 16,-1 0-15,1 0-17,0 0 16,-1 0-15,1 0 0,70 0-1</inkml:trace>
  <inkml:trace contextRef="#ctx0" brushRef="#br0" timeOffset="17850.93">6862 12876 0,'0'0'0,"-53"0"15,-18 0-15,-35 0 16,-141-35-1,-70 35 1,176 0-16,-459 0 31,194-35 1,195 0-32,34 35 15,-105 0 1,194 0-16,0 0 15,17 0 1,53 0-16,-17 0 16,-141 0-1,35 0 1,-159 0 0,123 0-1,-52 0 1,88 0-1,88 17 1,35-17 0,36-141 77,17-124-77,1-70 0,-36-159-1,-18 1 1,0-107 0,1 18-1,-1 194 1,18 88-1,0 106 1,0 0 0,0-71-1,0 106 17,0 142-17,71 52 141,-1 0-140,142 36 0,17-53-1,212-1 17,106-17-17,0 0 1,88-17-1,-230-54 1,-193 36 0,-88 17-1,-107 18 1,1 0 0,-1 0-16,36 0 15,106 0 1,-88 0-16,-1 0 15,71-18 1,-105 18-16,87-35 31,-70 35 1,-35 0-32,17 0 31,-17 18-16,-1-1 17,1 19-17,35 105 1,0 123 0,-36 72-1,-17 87 1,0 36-1,0-142 1,0-52 0,0 70-1,0-71 17,0 36-17,0-106 1,-17 0-1,17 18 1,0-53 0,0 70-1,-18-88 1,0-70 0,1-1 46,-19 36-31</inkml:trace>
  <inkml:trace contextRef="#ctx0" brushRef="#br0" timeOffset="20700.84">5592 15363 0,'0'0'0,"-159"0"31,-53 0 1,-35 18-17,-88-18 1,159 0-16,-1 0 15,-176 0 1,-105 0 0,229 0-16,70 0 15,-18 0-15,1 0 16,-71-35 0,71-18-1,17-35 1,-53-71-1,124 88-15,0 1 16,-36-54 0,89 89-1,0-18-15,0-17 16,17 17 0,0-88-1,18 17-15,18 36 16,53-88-1,-36 87-15,0 36 16,89-52 0,-36 52-16,-18 17 15,107-52 1,-54 35 0,71 0-1,-35 18 1,-18 17-16,282-34 15,-264 34 1,-18 18-16,36 0 16,-124 0 15,17 0-31,106 18 16,-34 17-1,-1 18 1,70 17-1,19-17 1,-89-18 0,-35 1-1,-36-19 1,-17 54 0,18 0-1,34 52 1,-34-52-1,0 17 1,-18-35 0,52 70-1,-34-35 17,-36 18-17,-17-53 1,-18 0-1,0 0 1,0-18-16,0 18 16,-18 18-1,1 17 1,-36 0 0,35-53-16,0-17 15,1 0 1,17-1-1,-18-17 1,18 18 0,-35 17-16,0-17 15,17-18 17,0 17-17,1 19-15,-1-36 16,0 17-16,1 1 15,-1 0 1,0-1 0,1-17-16,17 18 15,-18-18 1</inkml:trace>
  <inkml:trace contextRef="#ctx0" brushRef="#br0" timeOffset="25976.91">4851 11853 0,'-18'-70'78,"18"-1"-63,-18-70 17,18 18-17,-17-18 17,-19-36-17,19 54 1,-1-36-1,1 71 1,-19 0 0,19-1-1,-36 1 1,17-35 0,1 34-1,18 19 1,17-1-1,0 1 1,17-1 0,1-17 15,17 0-15,-35 35-16,18 18 15,-18-18 1,0 17-16,17 1 15,-17-18 1,18-17 0,0 34-1,-18 1 1,17 18 0</inkml:trace>
  <inkml:trace contextRef="#ctx0" brushRef="#br0" timeOffset="27968.76">3916 15011 0,'0'0'31,"-18"53"-31,-17 17 16,17-52-16,1 17 16,-54 18-1,53-53-15,-34 0 16,-90 18 0,-16-1-1,105-17 1,-18 18-16,18-18 15,-176 35 1,106-35 0,70-35 15,-18 0-31,-17-36 16,-18-35-1,0-17 1,18-36-1,17-17 1,-34-54 0,69 89-1,36 35 1,0 36 0,0-1-1,0 1 1,18 34-1,35-52 1,53 18 15,-71 52-31,36 18 0,-1-18 16,-17 18 0,35 18-16,0 0 15,89 52 1,-18 1-1,-124-54-15,18 36 16,0 53 0,-18-53-16,0-18 15,36 71 1,17 18 0,-70-89-16,-1 36 15,18-1 1,-17-35-16,0 1 15,70 87 17,-70-88-32,17 1 31,-17-36-31,-1 17 31,18-17-15,-17 0-16,-18-17 0</inkml:trace>
  <inkml:trace contextRef="#ctx0" brushRef="#br0" timeOffset="28984.67">5309 15434 0,'0'0'31,"-35"0"-31,-36 18 16,19-36-1,-19 0-15,-105-158 16,-107-71 0,89 71-1,71-36 1,52 53 15,36 71-31,17 53 16,-52-159-1,-1 17 1,18-17 0,53 106-16,0 53 15,18-36 1,-18 36-16,18 17 16,35-35-1,-18 36-15,0 17 16,194-18-1,-140 18 1,69 53 0,-87 0-1,-36-18-15,106 142 32,-105-142-17,17 53 1,-53-35-16,35 88 15,-18 89 1,19 69 0,17-52-1,0-141 1,-36-71 0,1-35 155</inkml:trace>
  <inkml:trace contextRef="#ctx0" brushRef="#br0" timeOffset="31819.65">6385 12524 0,'0'17'47,"-141"54"-31,18-54-1,-1 1 1,-70 0 0,-35 17 15,-36-35-15,54 0-1,105 0-15,53 0 16,-106-18-1,-17-17 1,-18 17 0,106 1-16,-1 17 15,-140 0 1,106 0-16,34 0 16,36-18-16,-17 1 15,-18-1-15,35 0 16,-106-35-1,88 36-15,-17 17 16,-18-18 0,71 18-1,-18-18 48,36-17-48,-1 17 1,0 1 0,54 17 15,34-18-15,1 1-1,-18-36 1,-18 0-1,35-124 1,-52-17 0,17 53-1,-35 88 17,18 36-17,0 17 95,52-18-95,89-35 1,141 18-1,-106 17-15,-53 18 16,71 0-16,176 53 31,-159-18 1,-141-35-32,53 0 15,106-35 1,-70 0-16,-54 17 15,53-17 1,-105 35-16,-36 0 16,-17 0-1,17 35 79,106 142-63,-105 34 1,-1-123-17,-35-52-15,18 17 16,-18 88-1,-18-88-15,0 0 16,1 17 0,17-52-16,0-1 15,0 1 1,0 0 0</inkml:trace>
  <inkml:trace contextRef="#ctx0" brushRef="#br0" timeOffset="36267.29">12982 12559 0,'-35'0'31,"0"0"-15,-18 18-16,0-18 16,-141 35-1,88-35 1,35 0 0,-52 0-16,-1 0 15,1 0-15,-212 17 16,35 1-1,53-18 1,53 0 0,53 18 15,70-18-15,-123 0-1,18 0 1,-36 0-1,36-18 1,-1 0 0,72 18-1,34 0 1,53 0-16,-17 0 16,0 0-1,17 0-15,36 0 360,17-17-345,-17 17-15,-1 0 16,19-18-1,-36 1 64,-18-36-48,-17 0 0,17 35 0,36 18 16,-18-35 63,35-18-95,-17 18 1,17-1-1,-17 19 1,-1 17 0,1 0-1,0-89 17,-1-69-17,18-1 1,-35 36-1,0 87 1,-17 36 15,-36 36-15,53-19 0,0-34 46,0-19-31,0 19 1,70-1 171,-34 18-188,34-18 1,-52 18 15,17 0-31,36 0 16,140-17-1,-87-1 1,17 18 0,124 0-1,-18-18 1,17 18 0,-87 0-1,-1 18 1,-35 0-1,-53-18 1,0 0 0,1 17-1,87 1 17,71-18-17,-53 0 1,-141 0-16,-18 0 15,18 0 110,0 0-109,-35 0 0,-1 0-16,19 0 15,-19 0 1,1 0 15,52 159 0,1 17-15,-18-35 0,-35-70-1,-18-36 1,0 18 0,0 0-1,0-18 1</inkml:trace>
  <inkml:trace contextRef="#ctx0" brushRef="#br0" timeOffset="37624.12">8802 14623 0</inkml:trace>
  <inkml:trace contextRef="#ctx0" brushRef="#br0" timeOffset="41153.48">3986 15363 0,'0'18'32,"-53"-18"-17,18 0 1,-35 0 0,17 0-16,-71 0 15,-35 0 1,124 0-16,-71-18 15,-17-17 1,70 18-16,-35-19 16,-89-34-1,107 34 1,-142-69 0,53-1-1,-17-18 1,-18-52-1,106 88 1,35 17 0,18 1-1,17-54 17,0-17-17,18 18 1,18 17-1,0 0 1,-1 35 0,36 36-1,18 17 1,17 1 0,0 34-1,53 72 1,0 16-1,18 1 1,-18 0 0,0 18-1,-17-1 17,-36-52-17,18 17 1,-18 0-1,-35 0 1,0 71 0,17 17-1,-34-140-15,-1 34 16,18-17-16,-35-18 16,17-17-1,-35 0-15,17-18 16,-34-71 31,17 36-32</inkml:trace>
  <inkml:trace contextRef="#ctx0" brushRef="#br0" timeOffset="42303.77">5415 15452 0,'0'0'0,"-53"0"16,-35 0-1,-18-36 1,-123-140 0,35 0-1,0-36 1,70 53-1,-17-35 1,35 71 0,1 17-1,-1-18 17,53 36-17,18-18 1,17 1-1,18 34 1,0 0 0,0-17-1,35-35 1,18-1 0,-18 107-16,-17-1 15,17 0 1,54 18-1,69 53 1,-17 0-16,-52-18 16,122 54 15,-123-36-31,-17-18 16,35 35-16,17 1 15,18 35 1,-105-71-16,17 18 15,-18 18 1,-35-19-16,35 54 16,0 141-1,-17-35 1,0-71 0,-1-53-1,1 0 1,0-17-1,52 141 1,-52-177 0,-1-35 46,1 18-31,17-18-15,-17 0 0,-18-18 15,0-35-31</inkml:trace>
  <inkml:trace contextRef="#ctx0" brushRef="#br0" timeOffset="44689.1">4868 11853 0,'0'-53'47,"-88"-194"-16,70 71-15,1 88 15,-1 17-15,18-17-1,-35 0 1,17 17 0,-17-17-1,35-35 1,0 17 0,0 0-1,0 88 1,0-52 15,18 17-15,-1 18 15,1-71-15,0 0-1,-1 53 1,1 0-1,17 0 1,-17-17 0,-1-19-1,1 19 1,0 52 0,-18 1-16,0-1 15,0-17 1,0 17-16,0-17 15,0 0 1,0 17 0,0 36 156,53 246-141,-53-211-31,-18 141 31,0 18-15,1-89 15,-1-70-15,18-18-1,0 54 1,-18-36-16,18 17 0,0-35 15,-17 18 1,17 0-16,-18 18 16,18 52-1,-18-35 1,1 36 0,-1-1-1,18-70 1,0-17-1,0-19 1,0 36 0,0 71-1,0-54 17,0-35-17</inkml:trace>
  <inkml:trace contextRef="#ctx0" brushRef="#br0" timeOffset="46335.12">3581 11712 0,'0'0'0,"70"-17"16,36 17-16,35 0 16,124 0-1,-106-18-15,-36 0 16,106 18 0,-141 0-16,107 0 15,-107 0 1,0 0-16,71-17 15,123-1 1,-106 0 0,-123 18-1,0 0 1,53 0 0,-18 0-1,18 0 1,0 0-1,35-17 1,-71 17 0,-52 0 31,53 35-32,-54-35 1,1 35-1,0-17 1,-1 17-16,1 53 16,-18 18-1,0-70 1,0-1 0,-18 53-1,18-35-15,0 0 16,-17 17-16,17-17 15,-18 71 1,0-54 0,1-52-1,-19 17 48,-69 36-32,-89-1 0,-1-52 1,107-18-32,0 0 15,-265-18 1,212 18-1,-106 18 1,159-18-16,0 18 16,-141-18-1,140-18 1,-105 18 0,106 0-1,-88 0 1,105 0-1,54 0 1,-72 0 31,1 0-31,53 0-16,17 0 15,1 0 1,-1 0-1,0 18 1,-17-18-16,0 0 16</inkml:trace>
  <inkml:trace contextRef="#ctx0" brushRef="#br0" timeOffset="48375.97">6103 9719 0,'-18'0'31,"-158"71"-16,-53-54 1,-18-17 0,88 0-1,-247 0 17,142 18-17,70-18 1,106 17-1,-1-17 1,-69 0 0,-19 0-1,1-17 1,35-1 0,123 18-1,18-17 48,0-1 30,-71-88-77,19 18 0,16 53-1,36-18 1,-17-18 0,17 18-16,0 18 15,-18-53 1,18 35-1,0 0-15,0 0 16,0-35 0,0 0-1,71 88 157,-1 35-156,-17-35-16,35 0 15,177 0 1,-1 0 0,1 0-1,-53 0-15,229 0 32,-177 0-32,18 0 15,89 0 1,-177 0-16,-106 0 15,18 0 1,-88 0-16,17 0 63,-18 0-17,19 70 111,-19-17-142,1 53 1,-18-18 0,18-52-16,-18 17 15,0 17 1,0-35-16,-18-35 15,18 36 1,-18-1-16,1 36 31,17-54 1</inkml:trace>
  <inkml:trace contextRef="#ctx0" brushRef="#br0" timeOffset="51601.13">13670 11800 0,'-18'18'62,"-52"335"-31,17-159 1,0 0-1,53-176 0</inkml:trace>
  <inkml:trace contextRef="#ctx0" brushRef="#br0" timeOffset="52550.47">13441 11642 0,'70'53'79,"89"35"-64,-106-53 1,53 0-1,0-17 1,-71-18 0,-17 0-1,-18 106 110,-71 158-93,36-193-17,-36 35 1,54-71-16,-1-17 15,18 17 1,-18 0 0,18 1-1</inkml:trace>
  <inkml:trace contextRef="#ctx0" brushRef="#br0" timeOffset="53091.17">13335 12506 0,'0'0'0,"123"18"32,19 17-17,34 18 1,-105-36-1</inkml:trace>
  <inkml:trace contextRef="#ctx0" brushRef="#br0" timeOffset="55772.06">11342 11536 0,'-18'-124'78,"-17"-105"-46,35 194-32,0-1 15,0-34 1,0 35-1,-18-18 1,18 17-16,-17 1 16,-1-53-1,18 70-15,0 1 32,0-19 93,0-105-94,0 106-16,0 17 1,35 18 187,-17 0-187,0 0-1,17 0 1,18 0 0,0 18-1,-36 0 1,1-18 0,-18 35 93,0 36-93,0 17-1,0 123 1,-18-34-1,1-71 1,-1-71-16,0 0 16,18 18-1,0-18-15,0 18 16,0 53 0,18-35-1,-18-54 1,35-17 124,-17 0-124,0 0 0</inkml:trace>
  <inkml:trace contextRef="#ctx0" brushRef="#br0" timeOffset="57705.05">12065 10707 0,'0'0'0,"-35"0"15,-36 0-15,1 0 16,-213 0-1,89-18 1,71 18 0,35 0-16,-71 0 15,-70 0 1,-54 0 0,54-35-1,88 17 1,106 1-1,-1 17 1,19 0 0,-18-18-1,17 18 1,0 0 15,1-106 94,-54-282-94,53 212-15,18 70 0,0 0-1,142 106 173,157 0-173,-122 0 1,193 0-16,-35 0 16,-141 18-1,212-1 17,-159-17-17,-53 0 1,-35 18-1,-71 0 1,-53-18 47,18 0-48,-18 0-15,18 17 16,0 1-1,-17-18 1,-19 0 0,1 0 62,17 88-63,-17-17-15,-1 17 16,1 141 0,-36 0-1,1-140-15,-1-1 16,-17 18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7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35119" units="1/cm"/>
          <inkml:channelProperty channel="T" name="resolution" value="1" units="1/dev"/>
        </inkml:channelProperties>
      </inkml:inkSource>
      <inkml:timestamp xml:id="ts0" timeString="2025-11-20T01:33:37.43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00B0F0"/>
    </inkml:brush>
    <inkml:brush xml:id="br3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4833 4639 0,'0'18'16,"0"17"77,0 0-61,0-17-17,-18 88 1,18 0 0,-17-54-1,17-34 1,0 0-1,-36 88 1,-34-18 0,35-53-1,17-17-15,0-1 16,1-17 0,-36 18-1,-18 0 16,-17-18-15,0 0 0,35 0-1,-18 0 1,71-18-16,-17 18 31,-1-35-15,-17 17-1,17 0 1,-35-70 0,36 35-1,17 36-15,-18-36 16,18 17 0,-18 1-1,18-18 1,0 18 15,0 17-15,0-17-1,0-18 1,18-17 0,17-19-1,1 36 1,-1 18-1,-17 18 1,17-1 15,35-17-15,1 17 0,-18 18-1,-18-18 1,0 18 15,-17 0-15,17 0-1,-17 18 1,0 0 15,34 17-15,1 0-1,-35-17 1,0 17 0,17 0-1,0 1 1,-17-1 0,-1 0-1,1-17 16,-18 17-15,35 0 0,-35 1-1,18-19 1,-18 1 15,18-18 16,17 0-31</inkml:trace>
  <inkml:trace contextRef="#ctx0" brushRef="#br0" timeOffset="2135.84">4815 4798 0,'36'-18'63,"-19"18"-48,1 0 16,17-18-15,-17 18 0,0 0-1,-1 0 32,1-17-31,17-1-16,0-35 15,18 18 1,-35 17-16,17 1 16,18-1-1,0-17 1,35-36 0,18-17-1,0 18 16,17-1-15,-52 0 0,-18 54-16,-18-18 15,0-1-15,-17 19 16,35-19 0,-35-17-1,17 36 1,-18-1-1,19 0 1,17-17 0,35 0-1,0 17 1,0 1 0,-17-19-1,17 1 1,0 0 15,-35 17-15,-18 1-1,1-1 1</inkml:trace>
  <inkml:trace contextRef="#ctx0" brushRef="#br0" timeOffset="3700.04">5380 3563 0,'0'18'31,"-18"88"-15,18-1 0,0-16-1,0-54 1,0 53 0,-17-53-1,17-17 16,0 0-15</inkml:trace>
  <inkml:trace contextRef="#ctx0" brushRef="#br0" timeOffset="4082.51">5362 3598 0,'0'18'15,"53"17"1,18 36 0,17-1-1,0-17 1,-70-53-1,-36 0 64,0 0-64</inkml:trace>
  <inkml:trace contextRef="#ctx0" brushRef="#br0" timeOffset="4633.78">5398 3881 0,'0'-18'109,"52"-70"-93,1 0-1,-35 52 1,0 36 109</inkml:trace>
  <inkml:trace contextRef="#ctx0" brushRef="#br0" timeOffset="5072.24">5856 3634 0,'0'17'47,"18"36"-32,17 35 1,-35-70-1,18-18-15</inkml:trace>
  <inkml:trace contextRef="#ctx0" brushRef="#br0" timeOffset="6213.55">5062 4992 0,'194'35'31,"-388"-70"-31,565 88 16,-301-53-16,36 17 16,-18 1-1,-52 17 1,-19 1 0,19-19-16,-19-17 15,89 18 1,-71-1-1,71 1 1,-35-18 0,52 18-1,-52-18 1,35 0 0,-54 17-1,-16-17 1,-19 0 15,1 0 78</inkml:trace>
  <inkml:trace contextRef="#ctx0" brushRef="#br0" timeOffset="6821.89">5450 5609 0,'-17'35'31,"34"-70"-31,-34 159 16,17-107-16,0 36 15,-18 0 1,18-35 0,0-1-1,0-87 48</inkml:trace>
  <inkml:trace contextRef="#ctx0" brushRef="#br0" timeOffset="7151.32">5644 5503 0,'0'0'0,"71"106"15,-36-35-15,18-1 16,-18 18 0,1-35-1,-36-70 63,0-19-78</inkml:trace>
  <inkml:trace contextRef="#ctx0" brushRef="#br0" timeOffset="7515.94">5450 5733 0,'53'-18'47,"71"-17"-31,-54 17-16,1 0 15,-53 1 1,-18-1 0</inkml:trace>
  <inkml:trace contextRef="#ctx0" brushRef="#br0" timeOffset="8133.67">6015 5803 0,'35'-17'62,"-17"-1"-46,17 0-16,-17 1 16,-1 17-1,-17 17 1,18 89 0,-18-35-16,0-18 15,0-1 1,-18-52-16,1 18 15,-1 0 1,36-18 47,35 17-32,-36-17 0,-34-70-15,-1 35-16</inkml:trace>
  <inkml:trace contextRef="#ctx0" brushRef="#br0" timeOffset="8867.9">4710 5680 0,'52'35'31,"19"53"-15,-18-35-1,0 0-15,0 0 16,141 176 0,-124-141-1,19 1 1,-19-19 15,18 1-15,-35-18-1,53 0 1,-35-18 0,-1 0-1,1 18 1,17 0-1,-35-18 1,-36-17 47,-34-18-1,-36 18-46</inkml:trace>
  <inkml:trace contextRef="#ctx0" brushRef="#br0" timeOffset="9416.08">5274 6738 0,'0'0'0,"-35"35"15,17 18 1,-17 35 0,-36 18-1,36-35 16,17-54-15,1-52 31,17 0-47</inkml:trace>
  <inkml:trace contextRef="#ctx0" brushRef="#br0" timeOffset="9716.08">5151 6720 0,'52'36'15,"125"158"16,-124-159-31,0 36 16,0-36 0,-36-35 15,-70 0 0,0-35-15,18-1-1</inkml:trace>
  <inkml:trace contextRef="#ctx0" brushRef="#br0" timeOffset="10016.42">5045 6932 0,'53'-18'62,"35"1"-46,18-36-1,-71 35 1,-35 36 15</inkml:trace>
  <inkml:trace contextRef="#ctx0" brushRef="#br0" timeOffset="11049.91">5697 7003 0,'18'0'47,"0"-18"-31,17 18-1,-17 0 1,-18 35 31,0 1-32,0-19-15,0 1 16,0 52 0,0-52-1,-18 0 1,0-18 0,-17 0-1,17-18 16,1 0 16,17-17-15,17 17-17,19 18 1,-1-17-1,0 17 1,0 17 0,1 19-1,-1-1 1,-17-17-16,-1-1 16,1 19-1,-18 16 16,0 19-15,-18-53-16,18-1 16,-35 19-1,17-36-15,1 0 16,-1 0-16,-17 0 47,0-18-32,-18 0 1,17 18 0,36-17 15,-17-19-15</inkml:trace>
  <inkml:trace contextRef="#ctx0" brushRef="#br0" timeOffset="12883.89">6897 6985 0,'0'35'16,"0"1"0,-18-1 62,-17 0-63,0-35 1,-1 35 0,19-17-1,-1 0 1,0-18 0,1 0 46,-1 0-46,1 0-16,-1 0 15,0 0-15,1 0 16,-1 0 0,18-18-1,-18 18-15,-17-18 31,-18-35-15,18 36 0,17-1-16,-17-17 15,-18 0 1,35 17 0,1 0-1,-1 18 16,0-53 32,1 18-47,34 0 15,1 0 0,17 17-15,1-35-1,-1 18 1,-17 17 0,17 1-1,-35-1-15,17 18 16,19-35-1,-19 17 1,1 18 0,-18-18-1,35 18 1,1-17 0,-1-1-1,0 18 1,0 0 15,-17 0-15,0 0-1,17 18 1,0-1 0,1 19-16,-1-1 15,71 35 1,-71-34-1,-17-1 1,-18-17 0,0-1-1,0 36 1,17 0 0,1-18-1,-36-70 48,18-53-63</inkml:trace>
  <inkml:trace contextRef="#ctx0" brushRef="#br0" timeOffset="14433.87">7038 5380 0,'0'0'0,"0"70"15,0 1 1,-18-53-16,1 17 16,-1-35-16,0 0 78,-17 18-63,-35 17 1,17-35 0,17 0-1,-17-35 1,1-1-1,16-17 1,1-17 0,17 52-1,1 1-15,-1-19 16,-17 1 0,35 0 30,-18-1-30,18 19 0,-18-19-1,36 1 1,17 0 0,18 0-1,18-1 1,-1 1-1,-17 17 1,-17-17 0,-19 35-1,19-17 17,-1 17-17,-18 0 1,1 0-16,17 0 31,-17 0-31,0 0 16,17 0-1,0 0 1,-17 17 0,-1 18-1,19 18 1,-1-17-1,-17 17 1,-1-18 0,-17 0-1,18-35 1,-18 18 0,0-1-1,0 19 16,0-19-15,-18 1 0,18 17-1,0 1 1,-17-36 15</inkml:trace>
  <inkml:trace contextRef="#ctx0" brushRef="#br0" timeOffset="16357.99">7250 4039 0,'0'0'16,"-18"18"0,-17 0-1,-1-1 1,1-17 0,17 0-1,1 0 1,-1 0-16,-17 0 15,0 0 1,17-17 0,0 17-1,1-18 32,-19-17-31,-34-1-1,35 1 1,35 17 0,-18 1-1,0-1 1,1-17 0,-1 0-1,0-36 16,1 1-15,17 17 0,0 17-1,0 1 32,35 17-31,18-35-1,18 18 1,-54 18-16,1-1 16,17 0-1,-17 18 1,-1 0 31,54 0-16,-36 0-15,0 0-1,1 36 1,-1-19 0,-17 1-1,-1-1 1,1 36 46,17 18-30,-17-36-1,-18-17 0,0 0 0,0 70-15,0-71 0,0 19 234,0-19-235,-18 54 1,1-36-1,-1-17-15</inkml:trace>
  <inkml:trace contextRef="#ctx0" brushRef="#br0" timeOffset="19309.03">7355 3634 0,'18'0'16,"123"-36"-1,106-70 1,-53 54 0,53 16-1,-88-17 1,-36 0 15,-17 18-15,-53 18-16,-18-1 15,36 0 1,-18 1-16,-18-1 16</inkml:trace>
  <inkml:trace contextRef="#ctx0" brushRef="#br0" timeOffset="20350.77">9437 3193 0,'0'0'0,"0"53"47,-18 17-31,1-35-16,-19 18 15,-17-17 1,18-19-1,-18 18 1,36-35 0,-54 0-1,0-17 1,-17-36 0,0 18-1,17-1 1,36 36 15,35-35-15,-17 17-1,17 1 1,-18-54 15,-17 1-15,35 17-1,0 0 1,0-18 0,35-17-1,18 18 1,17-1 0,36 18-1,-71 35 16,-17 18-31,0 0 16,17 0-16,0 18 16,71 35-1,-71-35 1,-17-1 0,0 1-16,17 53 15,0-19 1,1-16-16,-19-19 15,1 1 1,-18 0 78,-71 35-79</inkml:trace>
  <inkml:trace contextRef="#ctx0" brushRef="#br0" timeOffset="20935.66">7726 2434 0,'0'0'0,"53"247"16,0-123 0,-36-54-1,-17 1 16,0-54-15,0-87 47</inkml:trace>
  <inkml:trace contextRef="#ctx0" brushRef="#br0" timeOffset="21284.36">7743 2505 0,'53'70'47,"89"18"-31,-1-35-1,-36 0 1,-52-35 0,-53 17 62,0-17-47</inkml:trace>
  <inkml:trace contextRef="#ctx0" brushRef="#br0" timeOffset="21617.31">7779 2946 0,'17'0'63,"19"0"-48,122-124 1,-52 36 0,0 17-1,-88 54 1</inkml:trace>
  <inkml:trace contextRef="#ctx0" brushRef="#br0" timeOffset="22000.95">8273 2522 0,'17'0'31,"1"18"-15,35 53-1,-18 34 1,-17-69 0,-18-1-16,17 18 15,-17 0 1,0-106 31</inkml:trace>
  <inkml:trace contextRef="#ctx0" brushRef="#br0" timeOffset="23118.45">7602 3916 0,'89'106'32,"34"0"-17,-17-18-15,123 35 32,18-35-17,-18 1 1,-70-37-1,-88-34 1,-36 0 0,-17-18-1,-1 17 1,1-17-16,-18 18 16,18-18-1,-54-18 32</inkml:trace>
  <inkml:trace contextRef="#ctx0" brushRef="#br0" timeOffset="23842.03">9454 4533 0,'0'0'16,"53"106"15,-53 0-15,0-36-1,-17 54 1,-19-71 0,-16 0-1,-19-18 1,36-17-1,-1-18 1,-52-18 0,-53-35-1,53 0 1,17-17 0,1-36-1,35 18 16,17 35-31,18 35 16,-18-17 0,18-71-1,36-18 1,34 19 0,-35 69-16,18 19 15,0-1 1,35 18-1,1 0-15,-1 18 16,35-18 0,-105 0-16</inkml:trace>
  <inkml:trace contextRef="#ctx0" brushRef="#br0" timeOffset="25266.34">9613 4657 0,'35'0'15,"18"-18"1,-17 0-1,-19-17 1,-17 0 0,0 17-1,0 1 1,0-1 15,18 0 0,52 18 79,125-88-95,104-159 17,-69 124-1,-142 87-15,141-105-1,-70 53 1,-36 53 15,-34 0-15</inkml:trace>
  <inkml:trace contextRef="#ctx0" brushRef="#br0" timeOffset="26294.89">11712 3528 0,'18'17'15,"-18"19"-15,18-1 16,-1 18 0,-17 17-1,0-34 16,-17 17-15,-1-36-16,0 19 16,-35 16-1,0-16 1,18-19-16,-18 19 16,18-19-16,-18 1 15,-18 17 1,54-35-16,-1 0 31,-52-53-15,-36-53-1,35 18 1,36 35 0,0 0-1,35 18 1,0 0 15,17-18-15,1 0-1,17-18 1,18-17 0,-18 53-16,1-18 15,70-17 1,-18 34-1,-18 1 1,-52 35 15,35 35-15,0 18 0,-18 0-1,-35 18 1,18-1 15,-1 36-15,-17-35-1,0-54 1,0 1 0</inkml:trace>
  <inkml:trace contextRef="#ctx0" brushRef="#br1" timeOffset="33870.16">4180 5203 0,'0'0'0,"18"-35"93,35-18-77,18 0 0,-1 0-1,36-70 1,35-53 0,0 52-1,0-17 16,-53 88-15,1-35 0,69 0-1,19 17 1,17-17 0,0 0-1,-106 35-15,-17 0 16,-1 0-1,-52 35 1,-1 1 0,1-19-1,0 19-15,-1-1 16,1 1 15,17 17 0,-35-18-15,36 18 0,-19-18-16,1 18 15,70-53 1,-35 18 0,123-53-1,-105 70-15,70-35 16,-123 53-1,-1 0 1,1 0 0,0 18-1,-1 0 298,212 211-282,-87-141-31,-37 0 16,195 89-1,-123-89 1,-89-18 0,-35 1-1,35 17 1,53 18-1,0-18 1,-88-70-16,18 17 16,34 18-1,-52-18 1,-17-17 15,34 0 0,-34-1-15,-1-17 0,-18 35-1,36 1 1,-35-19 0,0-17-1,17 18 16,0 0-15,18-1 0,-18 1-1,-17-18 1,0 18 0,-1-36 124,89-106-124,0-52-1,35-71 1,106-17 0,53 122-1,35 19 1,71 0 0,-159 17-1,-53 17 1,-124 72 15,-70-1 141</inkml:trace>
  <inkml:trace contextRef="#ctx0" brushRef="#br1" timeOffset="35017.72">3687 5168 0,'0'194'31,"0"-17"-15,-18-107 0,18-52-1</inkml:trace>
  <inkml:trace contextRef="#ctx0" brushRef="#br1" timeOffset="35518.62">3969 5697 0,'0'36'31,"-88"34"-15,-1-52 0,-52-18-1,18-88 1,-1-18 0,89 35-1,53-35 16,52-35-15,1 18 0,-18 52-1,-18 18 1,53 142 15,36 52-15,-54-35-1,-35-89 1,-35 1-16</inkml:trace>
  <inkml:trace contextRef="#ctx0" brushRef="#br1" timeOffset="36172.66">6385 4322 0</inkml:trace>
  <inkml:trace contextRef="#ctx0" brushRef="#br1" timeOffset="36585.57">6385 4322 0,'18'0'31,"52"-53"-15,142 17-1,-88 19 1,-107 17 0,1 88-1,-53-35 1,-18 17-1,-53 19 1,35-54-16,1 0 16,17-17-1,70-18 63,125 0-46,-72 0-32,36-36 31,-106 19 0,-18 17-15</inkml:trace>
  <inkml:trace contextRef="#ctx0" brushRef="#br1" timeOffset="37168.25">6791 4745 0,'0'0'31,"0"17"-31,-88 1 16,-36 0-1,-34-1 1,34-17 15,71 0-15,0-70-1,18-71 1,-36-53 0,36 53-1,35 52 1,18 54-16,-1 18 15,19-1 1,17 18-16,-18 0 16,88 18-1,1 34-15,-36-16 16,36 34 0,-36 1-1,-71-18 1,-17 0-16,-17 88 31,-1-88-31,0-36 16,1 19-1,-1-36 1</inkml:trace>
  <inkml:trace contextRef="#ctx0" brushRef="#br1" timeOffset="38068.67">8819 5309 0,'36'-17'47,"-1"-1"-31,-17-17-16,17 17 16,0-17-1,0 17-15,-17 1 16,-18 52 31,-18 0-32,1 0 1,-1 1 0,1-1 15,-19 0-16,19-35 17,34 0-17,54 53 1,17 0 0,-35-18-16,-53-17 15,0 17 1,0 18-1,-71-18 1,18-35 0,-35 0-1,35 0 1,36-17 0,17-18-1</inkml:trace>
  <inkml:trace contextRef="#ctx0" brushRef="#br1" timeOffset="38602.33">9278 5803 0,'-18'35'16,"36"-70"-16,-159 123 15,106-70-15,-18 0 16,-53 17 0,-18-35-1,72-35 1,-54-36-16,-53-70 31,106 88-31,18 0 16,35 18-16,-18 0 15,18-142 1,35 107 0,71-54-1,-18 71-15,54 0 16,-54 36-1,-53 34 1,0 124 0,1 36-1,-19-36 1,-17-88 0,0-35-1,-17-107 1,-1 1-1</inkml:trace>
  <inkml:trace contextRef="#ctx0" brushRef="#br1" timeOffset="39327.15">11553 4410 0,'0'0'31,"-52"106"-31,-19-1 16,-35 19 0,36-1-1,70-105 1,88-18 31,71-53-32,17-35 1,-35 0 0,-88 35-1</inkml:trace>
  <inkml:trace contextRef="#ctx0" brushRef="#br1" timeOffset="39668.83">11377 4286 0,'0'0'31,"35"247"-31,36-35 16,-53-177-1,17 106 1,-18-105 15,1-1-15,-18 0-1,0-17 1</inkml:trace>
  <inkml:trace contextRef="#ctx0" brushRef="#br1" timeOffset="40556.73">11871 5098 0,'0'0'0,"0"35"16,-53 0-1,-53 0 1,36-17-16,-1 0 16,-105-18-1,105 0-15,18 0 16,-53-88-1,71 52-15,-18 1 16,18-18 0,35 35-1,-18-17 1,18 0-16,-17 0 16,-19-124-1,19 106 1,17-53-16,17-70 31,36 123-15,18-18-1,88 36 1,-36 0 0,1-1-1,-54 36 1,18 0-1,-52 0 1,-19 36 0,71 52-1,1-18 1,-36 19 0,-36-1-1,-17 35 16,-17 18-15,-19-52 0,36-1-1,-17-53 1,-1 0 0</inkml:trace>
  <inkml:trace contextRef="#ctx0" brushRef="#br1" timeOffset="48952.64">6526 7885 0,'-35'0'47,"-18"0"-31,-17 17-16,17 1 15,-18-18 1,36 0-16,17 0 15,1 0-15,-1 0 16,-70 0 0,52 0-1,-158 0 1,106 0 0,0 0-1,35 0 16,-158 0-15,87-18 0,-17 1-1,53-1 1,70 18 0,0 0 124,-140 88-109,87-88-15,18 0 0,36 0-1,-1 0 17,-123-35-17,0 17 1,105 18-1,36-17 48,71 34 31,-36-17-79,18 0 1,35-17 0,53 17-1,89 0 1,-124 0-16,17 0 15,71-18 1,-70 18 0,-54 0-1,-123 0 251,-105 0-235,-178 0-15,178 18 15,-36-1-15,35 1-1,53 0 1,88-18 0,36 0 93,0-53-93,-18-124-1,0-52 16,0-106-15,0 35 0,-18-106-1,18 177 1,0 35 0,0 17-1,0-52 1,0-35-1,0 175-15,0-34 16,0-106 0,18 140-16,-18-16 15,17 16-15,1-69 16,-18-36 0,18 53-16,-18 35 15,17-53 1,18 71-1,-35 52 1,36-34 0,-36 17-16,0-18 15,35-140 1,-17 105 0,-1 88-1,1 18 1,-18-17 15,0-1-15,0 0-1,18 18 126,34 0-110,19 0 16,-36-17-47,142-36 16,52 35-1,-35 18 1,35 0 0,-52 0-1,17 0 16,-35-17-15,-71 17 0,-35-18-1,0 18 1,-18 0 0,53 0-1,-17-18 1,-36 1-1,-17 17 1,-18 35 140,17 35-140,-17 54 0,0 70-1,-17-53 1,-1-17-1,18-54 1,-18 1 0,18 17-1,0 18 1,0 70 0,0-35-1,0 53 1,-17-35 15,-1-124-31,18 36 16,0 17-1,-18-70-15,1 17 16,-1-17-16,18 17 16,-35 53-1,17-35-15,0 17 16,1-34-16,-1 34 15,1-17-15,-1 71 16,18-18 0,0-54-1,0 178 1,0-107 0,0 18-1,0-52 16,0 52-15,0-71 0,0 54-1,0 34 1,0-34 0,0-36-1,0-17 1,0 52-1,0 36 1,-18-53 0,18-71-1,-17 18 1,17-35 0,0-1-16,0 18 15,-18 124 16,0-71-15,18-17 0,0-53-1,-17 17 1,-1-35 46,0 0 17,1 0-48</inkml:trace>
  <inkml:trace contextRef="#ctx0" brushRef="#br1" timeOffset="50435.94">5186 5309 0,'0'0'32,"-71"36"-32,36-19 15,-53 19 1,-89-1 15,36-18-15,53-17-1,35 0 1,36 0 0,-19 0 15,-52-35-16,70 18-15,-34-36 32,34 53-17,0-18 1,-88-70 0,54 17-1,-1-35 16,53 18-15,17 18 0,-17 34-1,0 1 1,18-36 0,0-34-1,52 16 1,1 37-1,-1-1 1,-35 35 0,-17 18-1,0 0 1,35 35 15,52 71 0,1-18-15,-53-35 0,0 0-16,-35-35 15,17 52 1,-17-34 0,-18-1-1,0 18 1,-18 35-1,18 0 1,0-53 0,0-17-1,0 17 1,0-17 0,-18 0-1,54-18 79,-19 0-78</inkml:trace>
  <inkml:trace contextRef="#ctx0" brushRef="#br2" timeOffset="164086.75">4322 5062 0,'17'0'16,"36"0"-1,-18 0-15,1 0 16,17-17 0,-18 17-16,-18 0 15,107 17 16,-71 1-31,53-18 16,123 0 0,-106-18-16,1 18 15,176-17 1,-212 34 0,-53 1-1,1 0 1,16-1-1,-16-17-15,17 0 16,35-17 0,-35 17-16,17 0 15,71 17 1,-35 19 0,-53-19-1,18-17 16,-36 0-15,36 35 0,17 1-1,35-36 17,-105 0-17</inkml:trace>
  <inkml:trace contextRef="#ctx0" brushRef="#br2" timeOffset="164895.63">7091 5433 0,'-18'0'32,"36"0"-32,-89 53 15,18-18 1,36 0-1,-19-35 1,-34 18 0,52-18-16,-17-18 15,-53-105 1,35 70 0,35 35-1,-35 1 1,36-1 15,-1-35-15,18 18-1,0-1 1,71-87 0,-36 88-16,0-18 15,53-18 1,-70 71-16,176 265 140</inkml:trace>
  <inkml:trace contextRef="#ctx0" brushRef="#br2" timeOffset="165689.47">7056 5521 0,'0'18'63,"123"105"-48,18-17 1,53 70 15,-35-52-15,35-1-1,-141-87 1,35 34-16,88 54 16,-105-72-16,52 19 15,160 53 1,-177-72-16,35-16 15,0 34 1,-18-17 0,-70-35-1</inkml:trace>
  <inkml:trace contextRef="#ctx0" brushRef="#br2" timeOffset="166545.57">9384 7285 0,'-18'0'15,"-35"0"1,-35 0 0,35-35-1,36 35 1,-19-18-16,-17 0 31,36 1-31,-36-36 16,18 0-1,-36-35-15,18 17 16,-35-70 0,53 53-1,17 53 1,18-1-16,0 19 15,53-19 1,-18 1-16,18-18 16,0 18-16,0-18 15,53 18 1,-89 35 0,19 17-1,-19-17 1,1 18-16,53 70 31,-36-53-31,0-17 16,53 106-1,-52-89 1,34 71 0,-35-53-16,-17-18 15,17 35 1,-35 19-1,0-19 1,-17-70 0,-19 0-1,19 0-15,-1 0 16</inkml:trace>
  <inkml:trace contextRef="#ctx0" brushRef="#br2" timeOffset="167055.79">9437 6967 0,'17'0'16,"1"0"-1,17-35-15,1 0 16,87-53 0,-17-1-16,35 1 15,177-18 1,-1 18 0,-70 18 15,-18-1-16,-17 1 1,-89 34-16,-34 1 16,140-18-1,-53 18 1,-17 17 0,-88 0-1,-71 1-15</inkml:trace>
  <inkml:trace contextRef="#ctx0" brushRef="#br2" timeOffset="167774.72">12471 5997 0,'0'0'31,"53"88"-31,0 106 16,-18-88 0,-18 18-1,-69-36 16,-19-17-15,-17-54 0,17 1-1,-17-53 1,17-18 0,1 0-16,-1 17 15,36-52 1,17 18-1,1-36 1,-1 53-16,18 18 16,18-18-1,35 0 1,53-71 0,-36 71-1,-35 36 1,1 17-1,-19 0 17,19 88-17,-1-18 1,-18-70-16,-17 18 16</inkml:trace>
  <inkml:trace contextRef="#ctx0" brushRef="#br3" timeOffset="173179.68">6879 6932 0,'124'141'46,"-19"0"-30,-34-53-16,-18-35 16,194 159-1,-106-88-15,0-1 16,159 124 0,-159-141-16,-17 0 15,17 35 1,-71-53-16,-35-35 15,36 35 1,-36-35-16,-35-35 16,18-18-1,0 0 63,35 35-46,-36-35-32</inkml:trace>
  <inkml:trace contextRef="#ctx0" brushRef="#br3" timeOffset="173927.19">9278 8925 0,'0'0'0,"0"18"15,18 35 1,-18 53 0,-53 17-1,-18-35 1,-17-35-1,0-35 1,53-18-16,-36-18 16,-35-35-16,36 18 15,-54-35 1,71 17-16,0 0 16,36 35-16,-1-17 15,-17-71 1,35 53 15,35 0-15,0 18-16,106-106 15,1 52 1,34 1 0,-88 53-1,-17 17 1,-54 54 15,19 105-15,-19-71-16,1 1 15,0 17 1,-1-53 0</inkml:trace>
  <inkml:trace contextRef="#ctx0" brushRef="#br3" timeOffset="175762.61">9507 7126 0,'0'18'78,"141"105"-62,-52-70-16,-1 18 16,124 52-1,-71-35-15,-53-52 16,176 105 0,-105-53-16,141 71 15,0-1 1,-124-69-1,-35-36 1,1 17 0,16 36-1,-34-36 1,-54-17 0,-52-35-1,35 70 48,-18-70-48,-17 35 1,-1-36 0</inkml:trace>
  <inkml:trace contextRef="#ctx0" brushRef="#br3" timeOffset="176429.9">12559 8925 0,'0'0'0,"35"71"16,-17-1-1,-18 1 1,-35 17 0,-18-35-1,-36 0 1,-52-35 0,-53-54-1,-17-34 1,87-18 15,36-18-15,17-18-1,18-34 1,36-1 0,87 0-1,-34 106-15,17 0 16,105 0-1,54 18 1,-89 35 0,-52 35-16,-18 1 15,35 122 1,-70-87 0,35 52-1,-53-87-15,17-19 16,1 54 15,0-54-15</inkml:trace>
  <inkml:trace contextRef="#ctx0" brushRef="#br3" timeOffset="176906.19">12665 8943 0,'17'0'79,"36"-88"-64,106-53 1,70-36-1,36 1 1,-1 17 0,-87 71-1,-54 35 1,-105 35 0,-18 54 77</inkml:trace>
  <inkml:trace contextRef="#ctx0" brushRef="#br3" timeOffset="177828.85">14764 8237 0,'0'0'0,"0"159"32,-53-53-17,0-53 1,-18-36 0,-34-17-1,-54 0 1,-18-35-1,54-18 1,-1-17 0,19-36-1,52 0 1,53 18 0,0 0-1,0-53 1,88 35 15,0 0-15,36 35-1,52 54 1,-141 17 0,-17 17-16,35 142 15,0 0 1,17-18-1,1 0 1,-36-70 0,-35-36-1,0-17 1,0-1 31,-18 1-16,1-1-15</inkml:trace>
  <inkml:trace contextRef="#ctx0" brushRef="#br3" timeOffset="201821.2">8467 15381 0,'0'0'0,"88"18"31,-18-18-15,-17 17-1,36-17 1,-1 0 0,18 0-1,-1 18 1,-69-18-16,-1 0 15,18 0 1,-18 0 0,-17 0-1,35 0 1,-36 0-16,19 0 16,-1 18-16,0-18 15,36 0 1,-18 0-1,35 0 17,-35-18-32,0 18 15,52-18 1,-52 18-16,-17 0 16,52 0-1,-70 0-15,-1 0 16,1 0 15,-1 0 0,19 0-15,-19 0-16,1 0 16,53-17-1,-54 17-15,71-18 31,1 0-15,-36 18 0,35-35-1,-53 35-15,18-17 16,-18 17 0,-17 0-1,-159 17 235,70-17-234,-88 18-1,54-18 1,52 17-16,17-17 16,-34 0-1,52 0-15,-17 0 16,-18 0 0,0 0-16,-18 0 15,-246 0 1,141 0 15,87 0-15,37 0-16,-90 0 15,54 0 1,0 0 0,0 0-1,0 18 1,-71-18-1,35 18 1,-17-18 0,71 0-1,34 0 1,54 0 234,282 0-219,53-36 0,-195 36 1,-105 0-17,18 0 1,-36 0-16,36 0 16,-18 0-16,-18 0 15,53 0 1,-17 0-1,-18 0 1,-18 0 0,-17 0-1,17 0 1,18 0 0,0 0-1,0 0 1,17 0 15,-17 0-15,0 0-1,0 0 1,0-17 0,0-1-1,0 1 1,-18 17-1,0 0 1,-17 0 0,35 0 77,-18 0-77,36-18 0,-1 18-1</inkml:trace>
  <inkml:trace contextRef="#ctx0" brushRef="#br3" timeOffset="205360.87">15840 12859 0,'17'0'93,"36"0"-77,-17 0-16,-19 0 16,54-18-1,-1 0 1,-34 18 0,-1 0-1,0-17 16,36 17-31,-18-18 16,-18 18 0,88 0-1,-87 0-15,-1 0 16,0 0-16,-17 0 16,17 0-1,-17 18 1,35-18-1,-36 0 1,19 0 0,-19 0-1,19 0 1,-19 0 0,1 0-1,-1 0 126,54 0-94,105 0-16,-35 0-15,-88 0 15,-17 0 63,-1 0-79,71 17 1,35-17-1,-18 0 1,-17 0 0,-53-17-16,0 17 15,35 0 1,-52 0-16,16 0 16,-16 17-16,34 1 15,-17-18-15,0 18 16,88-18 15,-70 0-31,-18 0 16,70 0-1,-88 0 1,54 0 0,-54 0-16,53-18 15,-53 0 1,-17 18-1,0 0 1,-54 0 453,-281 18-438,211-18-31,-211 0 31,52 0 1,194 18-17,-87 17 16,87-35-15,-17 0 0,0 0-16,17 18 15,-17-18 1,53 0-16,17 17 16,-17-17 62,-1 0-63,-34 18 1,-18-18 0,35 0-16,-35 0 15,-1 0 1,37 0-1,-1 0 1,-53 0 0,70 0-16,-52 0 15,71 0 1,-1 0 0,0 0-16,-35-18 15,18 18 1,-35 0-16,17 0 15,17 0-15,-17 0 16,36 0 0</inkml:trace>
  <inkml:trace contextRef="#ctx0" brushRef="#br3" timeOffset="207682.54">14129 7814 0,'35'0'31,"53"53"0,-17 18 1,-54-36-17,-17 35 1,-35 36 0,-35-18-1,17-17 1,17-53-1,19 17 1,17-18-16,0-34 47,35-107-31,-17 36-16,-1 0 15,1-124 1,35 159 15,-53 71 0,-35 123-15,-1-17 0,-17-1-1,0-70 1,18-35-1,35-36 1,0-17 0,0-36-16,18-17 15,70-141 1,-35 140 0,-35 89-1,-18 18 1,-89 176 15,-69 0-15,69-106-1,72-123 17,17-106-17,17-88 1,54 70-1,-36 141 1,-17 36 0,0 123-1,-1 18 1,-17 0 0,0-89-1,0-52 1,35-18 15,54-106-15,34-35-1,18 106 1,-105 35 0,-19 88-1,1 18 1,-18 35-1,0-71 1,0-52 0,-18-18 46,-17-18-46,35 1-1,-18 17 1</inkml:trace>
  <inkml:trace contextRef="#ctx0" brushRef="#br3" timeOffset="209465.78">12030 6050 0,'0'0'0,"0"53"16,0 18-1,0-36 1,0-17-1,0-1 1,-18 1 0,0-71-1,18-18 1,71-17 0,-36 35-1,1 36 1,-36-1-1,17 18-15,-17 35 16,18 89 0,17-36-1,-35-35 1,18-18 0,-18-194 46,53-52-31,-36 281 1,-140 248-17,105-265 16,1-53 16,-1-53-31,-35-71 0,35 18-1,18 124 16,-17 211-15,-19-140 0,19-54-1,-1-18-15,18-34 32,0-54-17,71-17 1,35-35 15,-36 87-31,-17 1 16,-18 35-1,-35 124 1,-35 17 0,17-53-16,18-71 15,0 1 1,-35-18 15,0-123-15,35-1-1,0 89 1,53 70 15,-18 36 0,-17-36-31,-18-17 16,17-1 0,1-105 31,0 53-32,-18 0-15,0 17 16</inkml:trace>
  <inkml:trace contextRef="#ctx0" brushRef="#br3" timeOffset="210732.82">8749 8908 0,'-88'264'31,"17"-105"0,53-141-31,18-142 32,18-70-17,88-53 1,-35 88 0,-1 106-1,-52 36 1,-1 52-1,1 124 1,-18-89-16,0 1 16,0 0-16,0-36 15,35-247 48,106-70-32,-123 405 0,-71 107-15,0-54 0,53-105-1,-17-71 16,-1-141-15,18-1 0,18 72-1,-1 70 1,36 53 0,0 70-1,-18-70 16,-35-18-15,53-264 62,0 88-62</inkml:trace>
  <inkml:trace contextRef="#ctx0" brushRef="#br3" timeOffset="211599">11342 3404 0,'0'36'32,"-159"281"-17,88-158 1,36-89-1,35-228 48,71-125-32,-18 178-31</inkml:trace>
  <inkml:trace contextRef="#ctx0" brushRef="#br3" timeOffset="212648.99">11289 3404 0,'18'106'31,"-18"88"-15,0-106-16,0-17 16,0 17-1,17-70 1,1-36-1,88-123 1,52-53 0,19-18-1,-71 159 1,-71 106 0,-17 141-1,-18-88 1,-36-18-16,-17 71 31,0-88-15,1-54-1,52 1-15,-18-18 32,-35-124-17,53 72-15,-35-72 16,17 71-16,0-17 15,18 52 1,0 53 15,-17 71-15,-19-53-16,1 0 16,-18 0-1,53-36 1,-17-52 15,17-88-15,0-54-1,53 1 1,-18 123 0,-35 141 15,-18 36-16,-17-71-15,0 0 16,-54-18 0,54-18-1,18-69 1,-19-143 0,19 37-1,-1 122 1,53 89 31,53 159-32,-88-159 1,-35 53 0,0-71-16,0-17 15,17-36 16,71-176-15,35 35-16,0 71 16,53-18-1,-105 89 1,-19 87 0,1 36-16,-18-18 15,0 0 1,0-52-1,0-19 1,-18-17-16,-17-17 16</inkml:trace>
  <inkml:trace contextRef="#ctx0" brushRef="#br3" timeOffset="-214415">9049 2840 0,'-18'70'16,"0"36"-1,18 0 1,18-88-1,-36-18 32,-34 0-31,34 0-16,0-18 16,1 0-1,52-34 1,35 16-16,160-70 31,-177 89-15,-36 17-1,-17 70 1,0 71 0,0 36-1,0-54 1,0-87-1,18-36 17,88-159-17,53-35 1,-36 70 0,-123 107-1,-18 70 1,-140 141 15,17-53-15,52-53-1,72-88 1,-1-35 15,-52-89-15,34 54-16,-34-36 15,34 18-15,-17 35 16,53 70 15,18 124-15,-18-88 0,0-17-1,88-230 48,36 70-48,105 1 1,-53 123 0,-140 123-1,-36 54 1,-106-1-1,18-70 1,17-89 0,36-17-1,17 0-15,-35-53 16,-88-123 0,53 88-1,17 88 1,71 18 15,18 34-15,0-34-1,-36-53 32,0 0-31,-17-36-1,0 36 1,17 70-16,18 36 16,-17 70-1,17-106-15,17 0 16,1-141 46,70-35-30,-70 229-1,-18-35-15,0 0-16,17-17 15,19 34 1,-36-88 15,0-87-15,17-54-1,1 106 1,-18 71 0,-35 140-1,35-87 1,0-36-16,0 36 31,17-71-31,-34 0 47,-1-71-31,18 1-16,35-1 15,89-17 1,-71 70-1,-36 124 1,-52 0 0,17-88-16,1-1 15,17 1 1,-35-53 0,17-18-1</inkml:trace>
  <inkml:trace contextRef="#ctx0" brushRef="#br3" timeOffset="-205746.33">4710 5186 0,'0'0'0,"0"53"16,0-36-16,-18-17 62,-88 0-31,36 0-15,17-17 0,-36-36-1,-52 18 1,53 17-1,35 0 1,53 1 0,0-1-1,-17-17-15,17 17 16,-36-35 0,19 18-16,17-36 31,0 1 0,0-1-15,-18-52-1,18 87 1,0 19 0,0-1-1,71 1 1,-36 17-16,0-36 15,53 36 1,-70-17-16,17-1 16,36 18-1,-36 0-15,-17 0 16,17 0-16,18-18 16,35 18-1,-35 0 1,-18 0-16,53 18 31,-70-18-31,0 18 16,-1-18-16,-17 17 15,36 1 1,-1 0-16,-17-1 16,-1 18-1,19 1 1,-19-1-1,1 0 1,17 18 15,-17-18-15,-1 18 0,1-35-1,-18 0 1,0 17 15,18 18 0,-18 0-15,0-36-16,0 1 16,-18 35-1,0-18 1,1 1-1,-1-19-15,0 1 16,18-1 0,-17-17-1,17 18 1,-18-18 15,-17 0 32,17 0-32</inkml:trace>
  <inkml:trace contextRef="#ctx0" brushRef="#br3" timeOffset="-202839.33">4886 4727 0,'0'0'0,"0"-17"16,18-1-16,17 0 16,35-35-1,-52 36 1,35-36-16,18 0 31,-54 35-31,18 1 16,1-19-16,52-34 15,0-1 1,-17 1 0,52 17-1,-52 35 1,-1 18-1,-52 0 1,35-35 0,17-18-1,19 18 1,-19 17 0,-17 0-1,0-17 1,0 17 15,17 1-15,-34-1-1,-19 18 1,1 0 0,0-17-16,35-19 15,-18 19 1,0-1-16,-35 0 15,35 1 1,-35-1 0</inkml:trace>
  <inkml:trace contextRef="#ctx0" brushRef="#br3" timeOffset="-196291.36">4939 4957 0,'35'35'16,"53"0"-1,18 0 1,0 18-1,-18-17-15,0-1 16,-35-18-16,18 1 16,35 0-16,17-18 15,-35 0 1,-17 0 0,-53 0-1,17 0 1,18 0 15,35 0-15,-17 0-1,-36 0 1,-18 0 0,1 0 30,17 0-30,18 0 0,-35 0-16,0 0 15,-1 0 32,1 17-31,17-17 15</inkml:trace>
  <inkml:trace contextRef="#ctx0" brushRef="#br3" timeOffset="-195116.81">4780 5697 0,'0'0'0,"35"18"16,1 17 0,140 124-1,-105-106 1,105 70 0,-141-105-1,54 53 1,-37-36 15,1-17-15,-17 34-1,17-16 1,35 17 0,-35-18-1,0 0 1,-18 0-1,0-17 1,18 17 0,-35-17-1,17 0 1,-35-1 0,35 19-1,-17-36-15,35 35 16,0-17 15,-53-1-15,17-17-1,1 18 1,0-18 0,-1 17-1,-52-52 157</inkml:trace>
  <inkml:trace contextRef="#ctx0" brushRef="#br3" timeOffset="-189345.47">29863 18574 0,'-18'0'62,"-176"-53"-30,176 53-32,-158-35 15,35 35 16,70 0 1,1 0-17,-18 17 1,-18 18 0,-53-17-1,18 0 1,35-1-1,0-17 1,18 0 0,-18-17-1,36-1 1,-1 18-16,-35 0 16,18 0-1,0 0 1,53 0-16,-71 0 31,53 0-31,0 0 16,-35 18-1,52-18-15,-17 0 16,-52 0 0,69 0-16,19 0 15,-36 0 1,-18-18-1,54 0-15,-19 18 16,-52 0 0,53 0-16,0 0 15,-1 0-15,-17 0 16,18 0 0,17 0-16,1 0 78,-1 0-63,1 0 17,34-17 61,54-406-61,-71 52-17,35 177 16,-35 141 1,0-70-17,0-1 1,35 36 0,-17 35-1,17-70 1,1 105-1,-1 0 1,-35 1 31,17-36-31,1 35-1,0 1-15,17-54 47,-17 71 0,-1-18-31,36 18-1,71-35 1,-71 35-16,-1 0 15,19 0-15,17 0 16,36 0 0,-1 0-1,-17 0 1,-71 0-16,18 0 16,88-18-1,-17 1 1,-18 17-16,70 0 31,-70 0-31,-36 0 16,36 0-1,-88 0 1,35 0 0,0 0-16,35-18 15,18 18 1,-71 0-1,-17 0 48,-1 0-47,142 35-1,-53 18 16,-36-17-31,1-19 16,0 19 0,-54-36-16,-17 17 62,0 54-46,0 52-1,-17 89 1,-1-1 0,18-69-1,0-37 1,18 1 0,-18-18-1,35 36 1,-35-1 15,17 36 0,1-159-31,-18 18 235,0 17-126,0 89-78,18-124 16,-1 0 188,1 0-220,0 0 235,-1 0 250,1 0-484</inkml:trace>
  <inkml:trace contextRef="#ctx0" brushRef="#br3" timeOffset="-185661.93">14041 16281 0,'0'0'15,"-36"0"48,1 0-48,-36 17-15,-17-17 16,53 18 0,-36 0-1,18-18-15,-17 35 16,-71-17 15,53-1-15,-89 1-1,36-18 1,18-35 0,52 17-1,53 18 1,1 0-16,-1 0 15,-52 0 1,-19 0 0,-16 18-1,16-18 1,36 0 0,-17 0 15,-18-18 0,-53 18-31,52 0 16,-87 0-1,141 0 1,52 0 62,1 0-62,35 0-1,0 0 1,-35 0 0,87 18-1,-34-1 1,35 18-16,70-17 31,-52-18-31,-19 0 16,107 0-1,-18 0-15,-106 0 16,159 0 0,-106 0-16,53 18 15,-105-1 1,-19-17-16,-35 0 15,1 0 1,-19 0 15,89 0-15,35 0 0,-52 0-1,-37 0 1,-34 0 31,0 0 62,-1 0-78,1-70 47,17-71-46,-17 123-32,-18 0 31,-18 18 110,-17 0-126</inkml:trace>
  <inkml:trace contextRef="#ctx0" brushRef="#br3" timeOffset="-183295.24">14252 15311 0,'-17'17'47,"-54"1"-32,18-1-15,35-17 16,-123 0 0,106 0-1,-106 0 1,88 0-1,-35 0 1,70 0 0,1 0-1,-1-17-15,-70 17 16,0-18 0,-1 18-1,-16 0 1,52-17 15,35 17-15,0 0-16,1 0 31,-1 0 16,-52 0-32,52 0-15,0 0 16,-17 0-16,0 0 16,-54 0-1,54 0-15,18-18 16,-36 0 0,53 1 62,-53 17-63,0-18 1,18 0 0,17 18 15,18-17 47,0-36-62,18 0-1,-1 18 1,1 17-1,-1 18 17,1 0 15,35-18-32,88-35 1,0 0-1,0 36 1,0-1 0,-35 1-1,-18 17 1,-52 0 46,-1-18-46,53 18 0,36 0-1,-71 0-15,-18 18 16,18-18 0,-36 17 30,36 18-30,-35-17-16,35 35 16,17 0-1,-52-18-15,0-17 16,-1-18 0,-17 18-16,0-1 31,-17 18 0,-1-17-31,18 0 16,-18 17-1,1-35 1,-18 18 0,-18-1-1,0 19 1,17-19-1,19-17 1,-1 0 0,1 0-1,-19-17 1,1-1 0,-36 18-1,1 0 16,-1 0-15,18 0 0,18 18-1,0 17 1</inkml:trace>
  <inkml:trace contextRef="#ctx0" brushRef="#br3" timeOffset="-175469.07">7373 4057 0,'-18'0'31,"-52"18"0,35-18-15,-1 0 0,1-18-16,-18 18 15,-17-18 1,17-17 0,35 35-16,0-18 15,-52-17 1,-1 0-1,36 0 1,17 17 0,1-17-1,-19-18 1,-16 0 0,34 35-1,-17-17 1,35 17-1,0-17 17,0-36-17,17 36 1,19-18 0,-19 36-1,-17-1 1,18 18 15,17-18-15,18 18-16,0 0 15,53 0 1,-53 0-16,0 0 16,35 18-1,-71 0 1,19-1-1,-36 1 17,17-1-32,19 1 15,52 35 1,-71-35 0,19-1-1</inkml:trace>
  <inkml:trace contextRef="#ctx0" brushRef="#br3" timeOffset="-171128.1">5115 5168 0,'0'0'0,"-17"0"16,-19 0-1,19 0 1,-71 53 0,-89 18-1,18-36 1,89-17-1,-54-18 1,-34 0 0,69 0-1,19-36 1,17-34 0,0-1-1,-18-17 16,36 35-15,0 0 0,17-17-1,1-19 1,17 19 0,0-54-1,35 36 1,-35 53-1,18 0-15,17-1 16,18 1-16,-18 17 16,53-17-1,71 0 17,-124 17-17,1 18 1,16 0-1,-34 0 17,123 88-17,0 1 1,-88-72 0,53 54-1,-18-36 1,-70-17-1,17 17 1,-35 0 0,35 1-1,1 52 1,-19-18 0,1 1-1,0-1 1,-18-17 15,0 0-15,0 18-1,-36-18 1,1-18 0,-71 36-1,-35-54 1,106-17-1,-18 0-15,-35 0 16,0-17 0,35-19-1,-18 1 1,36 17-16,-18 1 16,-18-36-1,36 35 1,-18-35 15,0 0-15,-35-88-1,53 88 1,17 0 0,0 18-1,1 0 1,17 0-1,0-1-15,17-17 16,1 0 15,70-88-15,-70 141 0,70 0-1,-17 0 1,87 53 15,-34 18 0,-71-36-15,-18 0 0,-17 71-1,-89 88 16,-70-106-15,71-35 0,17-35-1,17-18 1,1-35 0,35-89-1,0-70 16,35 88-15,18 18 0,-53 106 15,0 35-15,0 0-16,-35 70 15,-18 1 1,35-71-1,1-71 17,-1-88-17,1-70 1,52 70 0,35 88-1,36 124 1,-35 0 15,52 176-15,-105-229-1,-18 53 1,0-89 0,-71-34-1,36-54 1,-18-193-1,53 175-15,35 37 16,54-19 0,-72 71-1,-17 53 1,18 317 0,17-211-1,-17-18 1,-18-123 15,-36-195 0,19-87-15,123 105 0,-53 141-1,-36 18 1,18 89-1,-17-19-15,-18 1 16,0 70 0,0-123-16,0-1 15,-18-17 1,-52-35 0,52-124-1,18 36 1,53 34 15,-53 72-15,35 52-1,-17 124 1,0-53 0,-1-71-1,1-17 1,-18-124 15,0-53-15,18 141-16,-1-17 15,1 17 1,-18 54 0,-53 17 30</inkml:trace>
  <inkml:trace contextRef="#ctx0" brushRef="#br3" timeOffset="-165327.45">3757 3634 0,'0'17'78,"0"177"-62,0-141 0,0 71-1,0-89-15,0 36 16,18 17 15,-18-53-15,17 194-1,-17-105 1,-17 34 0,-1-69-1,-17 34 1,17 1-1,1-1 1,17 54 0,0-1-1,-18-123 1,0 70-16,1 18 16,-1 36-1,18-18 1,18-54 15,-1-16-15,1-54-1,-18 0 1,0 18 0,18 35-1,-1 36 1,-17-1-1,18-35 1,-18-70 0,0-53 109,-53-53-110</inkml:trace>
  <inkml:trace contextRef="#ctx0" brushRef="#br3" timeOffset="-163186.92">3810 3528 0,'53'17'31,"88"19"-16,106 34 1,53-17 0,-177-18-1,142 36 1,-177-53 0,-70-18-1,-1 0 1,1 17 15,70-17-15,36 0-1,-89 0 1,-35 36 31,18-1-32,-1 53 1,-17 18 0,0-53-16,0 0 15,-17 211 1,17-176 0,-18 54-1,18 52 1,0-89 15,-18-34-15,1 158-1,-19-70 1,1-18 0,35-35-1,0-18 1,0-35-1,0 0 1,0 0 0,18 0-1,-18-36 1,0 1 0,0 0-1,0 17 1,0-17 31,0 35 0,-18-53 78,-17 0-94,17 0 16,-52 0 0,-54 0-32,-105 0 1,88 0-1,0 0 1,52 0 0,37-18-1,34 18 1,0 0 0,-70 18-1,-71-18 1,71 0 15,35 0-15</inkml:trace>
  <inkml:trace contextRef="#ctx0" brushRef="#br3" timeOffset="-160310.52">2469 9066 0,'0'36'62,"-35"122"-46,-18 54-1,18-18 1,-53 124 0,52-107-1,36-175-15,0 52 16,0 0-1,36 88 1,-1 18 0,-35-105-16,0-19 15,-35 36 1,35-71 0,-36 0-1,36-17-15,-17 0 16,-18-54 46,-1-16-46</inkml:trace>
  <inkml:trace contextRef="#ctx0" brushRef="#br3" timeOffset="-158652.4">2275 9190 0,'18'0'16,"70"0"0,36 0-1,-36 0-15,35 0 16,89 0-1,-124 0 1,71-18 0,-71 18-16,53-35 15,36 0 1,-89 35 0,176 0-1,1 0 1,53 0-1,17 0 1,17 0 0,-175 0-1,52 35 1,-141 0 0,18-17-1,53-18 1,106 0 15,-71 0-15,-18 0-1,-105 0 1,-54 35 78,-17 53-79,0 36 1,0 35 0,0-1-1,-17 89 16,-19-88-15,36-71 0,-17 0-1,17 71 1,0-53-16,17-35 16,19 87-1,-19-140 1,-17 0-1,-35-18 79,-159-36-63,106 36-31,-283 0 32,107-17-17,-36-1 1,0 18 0,-123 0-1,70 0 1,88 0-1,1-18 1,87 1 0,18 17-1,18 0 1,0 0 0,18 17-1,-18 19 1,105-36 15,19 0-15,-36 17-1,18-17-15,-18 18 16,0-18-16,0 0 16,-18 0-1,54 0 1,-1 0 15,-35 35-15,53-70 62</inkml:trace>
  <inkml:trace contextRef="#ctx0" brushRef="#br3" timeOffset="-157376.08">1693 8643 0,'0'-18'16,"-35"18"31,-18-17-16,18 17-31,0 0 16,-1 17-1,19 19 1,17 52 0,0-53-16,0 36 15,35 17 1,0-35-16,1-18 15,16 0 1,-34-52 0,0-89-1,-18 0 1,0 71 0,0 17-1,0 1 32,0 34 0,0 18-31,0 71-1,0 88 1,0-105-16,0-37 15,17 54 1,1-70 0,-18-19-1,0 1-15,-18-18 32,1 0-17,-19-71 1,19-35-1</inkml:trace>
  <inkml:trace contextRef="#ctx0" brushRef="#br3" timeOffset="-156393.79">1817 8625 0,'17'0'15,"1"18"1,-18 17 0,18 18-1,-1 53 1,1-18-1,0-17 17,-1-54-17,-17 1 1,18-18 31,0-18-16,17-52-15,18-1-1,-18 36 1,-35 17 0,18-17-1,-18 18 1,0-19-16,0-52 31,-18 35-31,18 18 16,0 0-1,18 35 1,17 52 0,0 90-1,-17-37 1,-1-34-1,1 17 1,0-53-16,-71-70 78,18-35-62</inkml:trace>
  <inkml:trace contextRef="#ctx0" brushRef="#br3" timeOffset="-155793.97">2346 8643 0,'18'0'16,"-36"0"0,53 0-16,1 18 15,-1-1 1,35-17 0,-70 18-1,18-71 32,0-53-31,-18 53-16,17 0 15,-17 36 17,-17-1-1,-36 18-16,-18 35 1,36 54 0,17-19-16,1-17 15,17 71 1,0-72-16,0-16 16,35 34-1,35-34 1,-17-19 15,18-17-31,-18 0 16,35 0-1,-70-17 1,-18-36 0,-18 35-16,18 0 0</inkml:trace>
  <inkml:trace contextRef="#ctx0" brushRef="#br3" timeOffset="-154877.12">2875 8484 0,'0'71'31,"0"-1"-15,0-17-16,35 71 15,1-18 1,-1-36-1,-35-52 1,18-18 0,-18-53 15,53-71-15,-36 89-16,1 18 15,17-54 1,-35 36-1,18 17-15,-18-17 16,17-18 0,1 18-1,0 35 17,-18 70-17,17 71 1,-17-35-1,18 0 1,0-53 0,-36-53 62,0 0-78</inkml:trace>
  <inkml:trace contextRef="#ctx0" brushRef="#br3" timeOffset="-154027.08">3404 8731 0,'18'0'16,"0"18"31,17-18-16,18 18-15,17-18-1,19 0 1,-54 0 0,-18-53-1,-17-36 1,0 1-1,-17 18 1,17 52-16,0 0 16,-18 1-1,1-1 1,-1 18 0,-17 0-1,-1 0 1,1 18 15,-36 17-15,54 0-1,-1 18 1,18 18 0,-17 35-1,34-53 1,18 52-1,18-34 1,0-18 0,18 17-1,-1-70 1,36-17 0,-35-19-1,-18 19 1,-18-1-16,0 18 15,-35-17 1,18 17 0,-18-71 15,0 0-15,0 54-16,0-1 15</inkml:trace>
  <inkml:trace contextRef="#ctx0" brushRef="#br3" timeOffset="-153311.67">2840 9596 0,'0'-18'16,"-35"71"62,-1-36-62</inkml:trace>
  <inkml:trace contextRef="#ctx0" brushRef="#br3" timeOffset="-152943.89">2611 10195 0,'0'0'0,"0"71"15,17-1 17,36 1-17,-35-18 1,-1-18 0,-17-17-1,0-36 63</inkml:trace>
  <inkml:trace contextRef="#ctx0" brushRef="#br3" timeOffset="-150560.02">2822 10513 0,'0'0'0,"0"17"31,-70-69 32,17-54-32,35 70-15,0-34-1,1 17 1,-1 18 0,18-1-1,0-17 1,0-17 0,0-1-1,35 1 1,-35 52 15,0-17-15,18 0-16,0-18 15,-1 35 1,1 18-16,0-18 16,35-35-1,-36 1 1,1 16-1,17 36-15,-17-35 16,-1 35 47,54 18-32,0 35 0,-54-36-15,18 54-1,18-18 1,-35 17 0,0-17-1,-18 18 1,0-1-1,0 18 1,0-35 0,0-35-16,-18 0 15,0 17 1,1 0-16,17-17 16,-18-1-1,0 1 1,1 17 15,-1-17 0,-35 17 16,18-17-31,0 0-16,-1-18 15,1 17 1,18-17 62,-54-53-47,53 36-15,-17-19 0,17-17-1,18 1 1,0-19 0,0-17-1,-17 0 1,-1-36-1,18 54 1,18 34 0,-1 1-1,-17 17 1,0 1 0,18-19 46,17 19-46,36-18-1,-36 35 1,-17 0 0,-1 17 15,19 1-16,-19-18 1,1 35 0,17-17-1,1 35 1,-1-18 0,-18-17-1,-17-1-15,0 1 16,0-1 15,0 19-15,18-19-1,-18 19 1,18-19 0,-18 1-16,0 0 15,0 35 1,0 17-1,0-35 1,0-17 0,0 0-1,-18-18 110</inkml:trace>
  <inkml:trace contextRef="#ctx0" brushRef="#br0" timeOffset="-143760.48">4145 10231 0,'0'0'0,"-35"70"31,17-52-31,-52 17 31,34-35 32,1-18-48,0 1 1,0-36 0,-1 18-1,19 17 1,-1 18 15,0-35-15,1-1 15,17-17-15,0-17-1,0 17 1,0 18 0,0-1-1,17 1 1,19-35-1,-1 17 1,18 0 0,-18 35-1,0 0 1,-17 18 0,0 0 15,17 18 0,0 0-31,18-1 16,18 19-1,-36-36-15,-35 17 16,18 19 31,-1-1-32,1 35 1,0-34 0,-18-19-1,0 54 1,-18-1 0,18-34-1,-35 34 1,17 1 15,-17-1-15,17-34-1,18-54 48</inkml:trace>
  <inkml:trace contextRef="#ctx0" brushRef="#br0" timeOffset="-142453.77">5027 10266 0,'0'0'0,"0"17"16,0 19 0,0 17-1,-18-18 1,18-17 0,-105-18 30,69 0-30,1-18 0,0 0-1,-1-17 1,1 0 0,18-1-1,-19 1 1,36 0-1,-17 0 17,17-1-17,-18-17 1,18 1 0,18-37-1,-1 36 1,1 18-1,0 17-15,-18 1 16,17-18 0,1 17-1,-1-17 1,19 17 0,17 0-1,17 18 16,18 18-15,-35 0 0,-35-1-1,0-17 1,-1 18-16,19 17 31,-19-17-15,1-1-1,-1 19 1,19-1 0,-36 0-1,0 1 1,17 34 0,-17-35-1,0 18 1,0-17 15,-17-1-15,-1 0-1,-17 0 1,17 1 0,1 17-1,-1-53-15,18 17 16</inkml:trace>
  <inkml:trace contextRef="#ctx0" brushRef="#br0" timeOffset="-141039.61">6227 10301 0,'0'0'0,"0"35"16,-18-17-1,-17 17 1,17 1-16,0-19 15,-35 1 1,36-18 0,-19 18-1,1-18-15,-18 0 16,0-18 0,18 0-1,0-17 16,17 17-31,1-17 32,-19 17-17,19-17 1,-1 0 0,-17 0-1,35 17-15,-18 18 16,18-18-1,0-17 1,-18-18 0,18 0-1,0 18 1,18 0 0,17-18-1,18 17 1,0 19 15,-18-1-15,1 0-1,-19 1 1,1 17 0,17 0 46,18 0-46,0 17-1,-18 19 1,-17-36-16,-18 17 16,18 1-1,-1 17 1,19 1 15,-19-1-15,1-17-1,0 34 1,-18-34-16,0 0 16,17 35-1,-17-18 1,0 0-1,0-17 1,0-1 0,18 1-1,-18 0 1</inkml:trace>
  <inkml:trace contextRef="#ctx0" brushRef="#br0" timeOffset="-138309.56">3281 9490 0,'0'17'16,"-18"19"-1,1-1 1,-1 35 0,-35 1-1,0 0 1,35-36-16,-17 0 15,35-17-15,-17 35 16,-19 17 0,1-52-16,-18 35 15,-35 70 1,53-87 0,-18 16-1,17-16 1,19-19 15,-1 36-15,0 18-1,1-53 1,17-1 0,0 18 30,0 18-30,0-35 0</inkml:trace>
  <inkml:trace contextRef="#ctx0" brushRef="#br0" timeOffset="-137275.79">2346 9772 0,'18'0'32,"17"18"-17,18 17 1,0 18-1,0 0 1,17 0 0,18 17-1,18 1 1,-53-18 0,0 17-1,-18-35 1,1 1-1,-1-19 17,-35 1-17,35 0 32,0-1-31,1 1-1,-1-18 1,-35 18 0,18-18-1,-1 17 1,-17 1 0,36 0-1,-36-1 1,17-17 15</inkml:trace>
  <inkml:trace contextRef="#ctx0" brushRef="#br0" timeOffset="-113952.77">7197 3528 0,'17'0'62,"36"88"-31,-53-70-31,0 17 32,0 35-1,0-17-16,0-17 1,0-1 0,0 53-1,0-53 1,-17 1 0,-1-1-1,0-35 32,1 0-31,-1 0-16,0 18 15,-35 17 1,36-17 0,-1-18-16,-35 17 15,36 1 1,-1-18-16,0 17 0,-35 1 31,36-18-15,-1 18-1,1-18 1,-19 0 31,-17-36-32,36 19-15,-19-18 16,19-1 0,17 19-16,-18-19 15,18 1 1,0 0-16,0-18 16,0 18-1,-17-1-15,17 1 16,-18 0-1,18 17 17,0 0-1,-18-17-15,18 18-16,0-1 15,0-35 1,0 35-16,0 1 15,36-36 1,-36 35 0,17-17-1,1 35-15,-1-18 16,1 18 0,53 0 46,-18 0-46,-1 0-1,1 0 1,-35 0 0,17 0-1,1 0 1,34 18-1,-52-1 1,17-17 0,-17 0-1,-1 0 1,19 0 0,-19 18-1,1-18 32,-18 18-31,17-18-16,-17 17 15,18-17 1,0 18-16,-1 0 31,1 35-15,-18-36-16,18 1 15,-18 52 1,0-52 0,0 0-1,0 17 1,0 0 15,0 1 0,0-19-15,0 1 0,0-1-1,0 1 79,-18 0-78,-17 35-1,35-36 1,-18 1 0,0-18-1,18 18 1,-17-1 15,-18 1 0,35 17 94,0 0-125</inkml:trace>
  <inkml:trace contextRef="#ctx0" brushRef="#br0" timeOffset="-112725.02">4022 9807 0,'17'18'16,"1"35"-1,0-18 1,-1-17-1,-17-1 1,0 1 15,0 0-15,0-1-16,-17 19 16,17-1-1,-18-18 1,18 36-16,0-17 31,0-19-31,0 19 16,0-72 62,-18 19-63</inkml:trace>
  <inkml:trace contextRef="#ctx0" brushRef="#br0" timeOffset="-110805.71">9578 3246 0,'18'70'47,"-18"-52"-16,-18-18-15,0 0-16,-52 0 16,-124 17-1,88 1 1,-35 0-1,105-18-15,-16 0 63,-54-36-47,18-34-1,52-71 1,19 35-1,17 53 17,0-18-17,0 36 1,0 18 0,17-36-1,36 17 1,18 36-1,87-17 1,37-19 0,-107 36-1,0 0 1,-70 0 0,-18 18-1,17 17 1,1-17 15,-18 0-15</inkml:trace>
  <inkml:trace contextRef="#ctx0" brushRef="#br0" timeOffset="-109371.64">9384 5062 0,'0'0'16,"-18"18"0,1-18 31,-19 18-32,-52-1 1,0 1-1,0-18 1,35-18 0,0-17-1,53 17 1,-18 18-16,1-17 16,-1-1-1,-17 0 1,-18-52 15,-35-1-15,17-17-1,36 35 1,17-35 0,18 53-1,0-36 1,0 1-1,0-1 1,18 53 0,-1-17-1,-17 18 1,18 17 0,17-36-1,-17 19 1,17-19-16,18-17 31,0 18-15,-18 18-1,-17 17 1,17 0 0,-17 0-1,35 0 1,-18 0-16,0 17 15,36 18 1,0 1 0,-36-19-1,0 1 1,-17-18 0,17 53-1,-17-35 1,-1-1 15,-17 18-31,18 1 16,0-1-1,-18 18 1,17 17 0,-17-52-1,18 70 1,-1-52-16,-17-19 15,18 18 1,0-17-16,-18 0 16,0-1-1</inkml:trace>
  <inkml:trace contextRef="#ctx0" brushRef="#br0" timeOffset="-105323.21">7232 9984 0,'0'17'46,"18"54"-30,-1-1 0,-17-17-1,0 18 1,-17-36 0,17-17-16,-18-1 15,0 1 1,1-18 15,-19 35-15,-17-35-1,1 0 1,16-17 46,-17-54-46,36 36 0,17-18-1,-18 35 1,18-35 0,0 36-1,-18 17-15,18-36 0,0-34 16,0 35 15,18-124 0,17 88-15,1 54 0,-1 17-1,-17 0 1,17 0-16,0 0 15,36 0 1,-1 35 0,-52-17-1,-1-1-15,-17 1 16,18 52 0,0 1-1,-18-53 1</inkml:trace>
  <inkml:trace contextRef="#ctx0" brushRef="#br0" timeOffset="-104307.71">8184 9648 0,'0'0'0,"53"18"16,-17-18-16,-19 35 15,36 1 1,18 52 0,35 18-1,-71-71 1,0 36 15,-17-36 0,-18 141-15,-88-17 15,52-124-15,1 1-1,-36-19 1,-17-17 0,-18-53-1,54 0 1,-37 18 0,54 17-1,0 1 1,-18-1-16,35 0 31,18 1 0,-35-71-15,17 35 0,1-35-1,17 35-15,35-18 16,-35 36-1,88-89 1,-88 107 15,53-19-15,-53 19 0,18 17-1,35 0 1,0 17-16,-1-17 31,-16 0-31,-19 0 16,1 0-1,-36 0 1</inkml:trace>
  <inkml:trace contextRef="#ctx0" brushRef="#br0" timeOffset="-103399.89">6826 10213 0,'-17'0'31,"-1"0"-15,-53 0 0,-17 0-1,-35-18 1,-1 18 15,71-17-15,36 17 15</inkml:trace>
  <inkml:trace contextRef="#ctx0" brushRef="#br0" timeOffset="-102741.37">6544 9948 0,'0'18'47,"-53"35"-31,0 0 15,0-18-15,0 18-1,18-18 1,0-17 0,141-18 30,-18 0-14,-71 0-17,36 35 1,-17 0 0,17 18-1,0 0 1,17 18 15,-17-18-15,-18 0-1,-17-53 1,-36-36 15,18-34-15,-17-1-1,17 36 1</inkml:trace>
  <inkml:trace contextRef="#ctx0" brushRef="#br0" timeOffset="-101540.85">4339 9648 0,'-35'106'47,"17"-70"-31,-35 34-16,18-35 15,-18 71 1,18-53-16,17-18 15,1 1-15,17-1 16,-18 18 0,18-18-1,-35 0 1,35-17-16,-18-18 16,0 18-1,1-18 63,-19 17-62,-34-17 0,52 0-16</inkml:trace>
  <inkml:trace contextRef="#ctx0" brushRef="#br0" timeOffset="-100707.06">3704 9895 0,'0'0'0,"18"0"16,35 0-1,35 53 1,-35 0-16,0 0 16,35 18-1,-35-1-15,-18-52 16,0 0 0,-17-1-16,0 1 15,52 52 1,-34-34 15,16 34-15,-16-34-16,-19-1 15,1-35 79</inkml:trace>
  <inkml:trace contextRef="#ctx0" brushRef="#br0" timeOffset="-98457.04">9507 10089 0,'0'0'0,"18"36"16,-18-19 0,0 36-1,0-35 1,-35 0-16,-18 17 31,0-18-15,18 1-1,-1-18 1,19 0 0,-1 0 15,-17 0-16,0-18-15,17 1 16,-35-18 0,35-1-1,1 1 1,17-18 0,0 18-1,0 17 1,17 1-1,1-19 1,88-52 15,-89 53-15,19 52 46,-1 1-46,-17 0 0,140 70-16</inkml:trace>
  <inkml:trace contextRef="#ctx0" brushRef="#br0" timeOffset="-97757.03">10248 10142 0,'0'0'0,"0"71"16,-17-18-1,-1 0 1,-17-53 31,-106 0-32,88 0 1,-53 17 0,70-17-16,19 0 15,17-17 1,-18-19-16,18-16 15,-17-37 1,-1-52 0,18 53-1,18 17 1,-1 54 0,1-1-16,-1 18 15,19 0 16,-19 0-31,1 0 16,53 18 0,-1-1-1,-52 1 1,-1-18 0,1 18-1,17-1 1,1 36-1</inkml:trace>
  <inkml:trace contextRef="#ctx0" brushRef="#br0" timeOffset="-95955.54">9737 3157 0,'-18'89'31,"0"-72"-15,-35 1 0,-35-1-1,-70-17 1,69 0 0,-16 0-16,-19-17 15,-193-54 1,105 18-1,141 18 1,54-18-16,52-106 31,53 18-15,-53 88 0,1 53-1,17 0 1,141 36-1,-106-19 17,71 36-17,-106-17 1,-36-19 0,-17 18-16,35 36 15,-35-36 1,18 1 15,0 281 0</inkml:trace>
  <inkml:trace contextRef="#ctx0" brushRef="#br0" timeOffset="-95373.84">9331 5115 0,'-53'141'32,"-35"-52"-1,35-54-31,35-17 0,1-1 31,-54-52-15,-52-53-1,-18-1 1,52 1 0,19 0-16,34-53 15,54-18 1,70 36-1,1 17 1,52-18 0,-36 36-1,-52 71 1,-17 17-16,-1 0 16,-17 53 15,35 52-16</inkml:trace>
  <inkml:trace contextRef="#ctx0" brushRef="#br0" timeOffset="-94590.39">9402 6809 0,'0'0'0,"0"105"15,17-16 1,-17-36-16,0 35 15,0-53 17,-35 0-17,-36 18 1,-17-35 0,53-18-16,0 0 15,-1 0-15,-34-35 16,34-18-16,-16 0 15,-37-35 1,54 35-16,0 0 16,0-88-1,70 35 1,106 0 0,-35 71-1,-36 17 1,-70 89 31,18-1-47</inkml:trace>
  <inkml:trace contextRef="#ctx0" brushRef="#br0" timeOffset="-93790.88">9402 9419 0,'0'0'16,"0"18"-1,-18-18 17,0 53-17,-52 17 1,34-52-16,-69 52 15,52-52 17,-36-36-17,54-17 1,-88-35 0,52 34-1,-17-34 1,35 35-16,0-18 15,-53-53 1,18 35-16,35 1 16,36 17-1,17 35-15,0-35 16,0 0 0,17 18-16,1-18 15,88-106 1,70 89-1,-35 52 17,-88 18-17</inkml:trace>
  <inkml:trace contextRef="#ctx0" brushRef="#br0" timeOffset="-92786.11">10989 10195 0,'18'53'31,"-36"-106"-31,53 141 15,-35-35 1,-17-17 0,-36-1-1,-18-35 1,-17 0 0,0-18-1,53 1 1,-18-36-1,35-35 17,18-18-17,0 35 1,18-17 0,35-18-1,35 0 1,0 36-1,0 34 1,-35 19 0,18 52-1,-54 18-15,18-18 16,36 53 0,17 18-1,-35-17 1,-35-37-1,-1-16 1,-17-1-16,0-17 16,-17-18 46</inkml:trace>
  <inkml:trace contextRef="#ctx0" brushRef="#br0" timeOffset="-91857.07">12224 10195 0,'0'53'16,"-53"0"-1,-18 18 1,-17-36 0,0-35-1,35 0 1,0-71 0,35 54-1,-34-54 1,16 36-1,36 17 1,-17-52 0,17 34-16,0-69 15,17 52 1,-17-18-16,18 18 16,17-53-1,0 71 1,1 17-1,-1 18-15,71-17 16,-36 17 0,19 53-1,-19 17 1,18-17 0,-35-18-1,-18-17 1,1 17 15,-36 107 0,0-72-15,0-52 0,0-1 109,0 1-110,0 0 1,-18-18 15</inkml:trace>
  <inkml:trace contextRef="#ctx0" brushRef="#br0" timeOffset="-88461.41">9490 3157 0,'-18'0'62,"0"0"-46,-17 53 0,-35 18-1,70-54 32,-89 36 0,54-35-31,18-18-16,17 18 15,-18-18 1,0 0-1,-70-53 1,-18-53 0,71 53-1,0 0-15,-18-35 16,35 35 0,18 18-1,0-53 1,0 17-1,0 0 17,35 18-17,1 36 1,34-18 0,-35 17-1,1 18 1,-19 0-1,36 0 1,36 18 0,-1-1-1,-18 1 1,71 88 78,-35-36-63,-18-34-15,-70-1-1,-18 71 32,18-18-16,-1 0-15,-17-53 0,0-17-1,-17 17 1,-19-35 15,1 35-15,35-17-1,-18-18-15,18 18 16,-17-1 0,-1-17 93,-17 0-93,17 0-1,1 18 1</inkml:trace>
  <inkml:trace contextRef="#ctx0" brushRef="#br0" timeOffset="-83422.93">26864 14358 0,'0'0'0,"18"35"16,-1 54 0,19-19-1,-19 18 1,19 0-1,-19 71 1,-17 18 0,18 34-1,-18-123 1,0-70 0,0 17-1,17-17 1,-17 0-1,18-18 173</inkml:trace>
  <inkml:trace contextRef="#ctx0" brushRef="#br0" timeOffset="-81102.75">26688 14517 0,'0'0'0,"0"88"31,35 0-31,53 177 16,-35-18-1,-18-53 1,1-35 0,34-36-1,-17-35 1,0 18-1,-18 0 1,-35-89 0,0 1-1,88-18 220,195-18-204,546 36 0,53 35 0,-212-53 1,-300 0-17,-17 18 1,-124-1 0,-87-17-1,-125 0 1,-34-17 62,-125-142-47,54 35-15,53 107-1,-71-160 17,0 19-17,36 17-15,34 52 16,-122-246 0,140 265-16,-17-19 15,-36-69 1,54 122-1,-19 1 1,19 35 31,-54 18-31,-17-18-1,-141 0 16,-159-18-31,35 18 32,-35 0-17,-36 0 1,142 18 0,70 17-1,160-17-15,16-18 16,1 17-1,0-17-15,-36 18 16,18 0-16,18-18 16,-36 17-1</inkml:trace>
  <inkml:trace contextRef="#ctx0" brushRef="#br0" timeOffset="-78439.99">11730 3351 0,'0'36'32,"70"87"-17,-52-52-15,0-1 16,17 36 0,-35-35-16,18-36 15,-18 53 1,-36-70-1,-34 17 1,-54 18 0,18-18-1,-105 18 1,158-53-16,0 0 16,-35-106-1,70 71 1,-35-106 15,18 88-15,-18-123-1,53 140 1,18 36 0,17 0-1,35-17 1,-34-1-16,-19 18 15,1 0 17,0 0-17,-1 18 1</inkml:trace>
  <inkml:trace contextRef="#ctx0" brushRef="#br0" timeOffset="-77601.69">11871 3492 0,'0'-17'31,"35"-1"-15,-35 1-16,36-19 15,122-70 1,54-17 15,17 52-15,-35 1-1,-35 17 1,-53 0 0,-36 18-1,-52 35 16</inkml:trace>
  <inkml:trace contextRef="#ctx0" brushRef="#br0" timeOffset="-76987.91">13476 2628 0,'0'0'16,"-35"53"0,-18 71-1,0-19 1,-18 19 15,-17-18-15,35-53-1,0 17 1,53-52 0,-17-71 30,-71-88-30</inkml:trace>
  <inkml:trace contextRef="#ctx0" brushRef="#br0" timeOffset="-76636.08">13018 2699 0,'0'0'0,"35"0"32,141 194-17,-17-53 1,0 0-1,-89-88 1,-17 0 0,-35-53-1,-54 0 63</inkml:trace>
  <inkml:trace contextRef="#ctx0" brushRef="#br0" timeOffset="-76069.85">12065 3510 0,'35'18'31,"36"35"-15,52 53-1,-35-54-15,-35-16 16,212 87 0,-177-88-16,53 1 15,71-1 1,-53-17 0,-36-1-1,-52 1-15,-36 0 16,-17-1 15</inkml:trace>
  <inkml:trace contextRef="#ctx0" brushRef="#br0" timeOffset="-75621.66">13723 3757 0,'0'0'0,"-71"124"16,1-1 0,-36-17-1,0-18 1,18-35-1,35-35 1,18-18 0,0 0-1,-1-18 48,19-70-48</inkml:trace>
  <inkml:trace contextRef="#ctx0" brushRef="#br0" timeOffset="-75320.84">13123 3757 0,'53'35'16,"-106"-70"-16,388 282 15,-264-212-15,0 18 16,52 18 0,-70-36-16,-18-17 15,-17-71 48,-18 0-32</inkml:trace>
  <inkml:trace contextRef="#ctx0" brushRef="#br0" timeOffset="-73521.99">23530 14993 0,'300'-71'31,"-600"142"-31,847-177 16,-353 106-1,-35 0 1,-18-53-1,0 0 1,-53 0 0,-52 36-1,-19 34 157,1 54-156</inkml:trace>
  <inkml:trace contextRef="#ctx0" brushRef="#br0" timeOffset="-68939.29">12330 4092 0,'-71'0'32,"36"36"-17,-36-19 1,1-17 0,-19 0-1,-16-17 1,-36 17-1,35 0 1,0 0 0,88 0-1,-17-18 1,-36-53 0,-34-17-1,69 53 1,19-18-1,17 18 17,0-1-17,0 1 1,0-18 0,0 0-1,0-17 1,0-1-1,0 18 1,17 18 0,19-18-1,-1 35 1,-18 1-16,1-1 16,17 18-16,-17-18 15,17 18 1,-17 0 31,70 53-32,-17-17 1,17-1 0,-35-17-1,-53-1 1,35 1-1,18 35 1,0 0 0,17 17-1,-34-34 1,-19-36 0,-17 35 15,0 0 0,0-17-31,0 17 16,-17 18-1,-1-18 1,0-17 0,1-18 62,34 0 687</inkml:trace>
  <inkml:trace contextRef="#ctx0" brushRef="#br0" timeOffset="-66838.1">10037 10037 0,'17'35'15,"1"53"1,-18-17 15,0-54-15,-18-17-1,-52-53 1,-1 18 0,18 0-1,0-18 1,36-53-1,34-35 1,107 35 0,17 35-1,-35 36 1,35 35 0,-53 53-1,-88 53 1,0 0-1,-53 0 17,0-53-17,18-36-15,-18 1 16,0-18-16,18 0 16,-36-35-1,36-1-15,0 1 16,35 0-16,0-1 15,0-34 1,0 52-16,17 1 16,1 17-16,0 0 15,17 0 1,-18 17-16,1 36 16,0 53-1,-18-71 1,-36-52 46</inkml:trace>
  <inkml:trace contextRef="#ctx0" brushRef="#br0" timeOffset="-66151.53">9931 9948 0,'35'36'47,"18"17"-31,0 52-1,-18 1 1,0 0 0,18 53-1,-17-71 1,-1 18-1,0-36 1,0 36 0,1-18-1,-1-35 1,0 0 0,-17-18-16,17 36 15,-17 17 1,35 0 15,-18 36-15,0-71-16,-17 0 15,0-18 1,-18-17 46,17-1-46,1 1 0,-36-53 62</inkml:trace>
  <inkml:trace contextRef="#ctx0" brushRef="#br0" timeOffset="-65771.98">10037 11501 0,'194'35'32,"-388"-70"-32,652 158 15,-370-88 1,89 54-16,-71-37 31,-124-52 32</inkml:trace>
  <inkml:trace contextRef="#ctx0" brushRef="#br0" timeOffset="-65388.7">11042 11307 0,'0'17'16,"0"-34"-16,0 87 16,-35-35-16,-1 18 15,-34 71 1,17-54-16,18-17 15,-1 18 1,36-54 0,0-34 46,53-89-46</inkml:trace>
  <inkml:trace contextRef="#ctx0" brushRef="#br0" timeOffset="-63455.19">10795 12065 0,'0'0'0,"53"0"15,123-53 1,107 0 0,122 36-1,389 34 1,-71-17-1,-194 0 1,-141 0 0,-335 0-1,-88 0 17,17 0-17,1 0 110,17 53-109,-18 88-1,18 88 1,-18-34-16,1-37 16,17 213-1,17-301 1,-17-52 0,-70-18 124,-18 0-124,-36-18-1,-70-17 1,-106 0 0,-52 17-1,-19 18 1,-17 0 0,159 0-1,88 35 1,88-17-1,0-18-15,-53 18 32,-53-1-17,1 1 1,34-18-16,1 0 16,-107 0-1,213 0 1,-1 0-1,-53 0 32,-52 18-31,52-18-16,54 0 16,-36 0-1,35-36 95,18-17-95,0 18-15,0-18 16,0-88-1,18 70-15,-18 1 16,35-142 0,-35 142-16,0-19 15,18-105 1,-18 142 0,0-19-1,0 36-15,17-1 16,-17-16 15,0 34-15,0-17-1,18 17 1,0 18 46,17 0-30,-17 18-17</inkml:trace>
  <inkml:trace contextRef="#ctx0" brushRef="#br0" timeOffset="-61755.39">10054 10001 0,'0'0'0,"35"0"16,36 0-1,-36 0 1,-35-17 0,18 34-1,35 89 1,-18 35-1,-35-70 1,-18-18 0,1-36-1,-18 1 1,-1-18 0,19 0-1,-36-53-15,-53-53 16,-18 18-1,71 70 17,36 18-17,17-35 1,35-18 0,-35-17-1,18-19 1,-1 72-1,19-19 1,-19 19 0,19-1-1,-1 18 1,53 0 0,-53 0-16,18 0 15,-17 106 48,-1-35-48,18 52 1,-36-17 0,-17-36-1,0-52 1,-17 0-1,-54-1 1,1 1 0,-36-53-1,-35-71 1,35-35 0,71 70-1,-1 36 1,36 0-1,0-1 17,0-52-17,18 18 1,35-1 0,17 18-1,-34 36-15,-1-1 16,0 18-1,1 0 1,-1 53 0,35 35-1,1 35 1,-1 19 0,-52-54-1,-18 18 1,-35-53 15,17-53-15,18 17-16,-17-34 47,-19-19-16,19 19-16</inkml:trace>
  <inkml:trace contextRef="#ctx0" brushRef="#br0" timeOffset="-60101.99">11077 12435 0,'35'0'32,"-17"0"-17,0 0-15,-1 18 63,36 106-48,-17-72 17,-36-16-17,0-19 1,-18 19 0,0-1-1,-35 0 1,36 0-1,-1-35 1,0 0 47,-34-17-48,-1-1 1,0-35 15,0 0-15,18 18-1,17 17 1,0-17 0,1 18-16,17-19 15,-18 1 1,18 0-1,-18-1 1,36 1 0,17 0-1,1-18 1,-1 35 0,-18 18-1,1 0 1,17 0 15,1 0-15,-1 18-1,0 0 1,0-1 0,-17 18-1,17 18 1,1 0-1,-19-35 1,1 17 0,-18-17-16</inkml:trace>
  <inkml:trace contextRef="#ctx0" brushRef="#br0" timeOffset="-58358.52">12594 6703 0,'0'0'0,"0"17"31,-53 54-15,-53-71 15,71 0-15,-106 0 0,70-18-1,36 1 1,-18-1 15,0-17-15,18 17-1,0-35 1,-18 0 0,0-17-1,35 34 1,18 19-1,0-18 1,0-18 0,0 0-1,0 17 1,0 1 0,0 18-1,0-1 1,0 0-1,18-17-15,17-36 32,1 1-17,-1 35 1,-18 35 0,1-18-1,17-17 1,-17 35-16,0 0 31,-1 0-15,19 35-16,-1 0 15,141 71 1,-105-71 0,-54-35-1,19 18 48,17 17-48,-18-17-15,0 17 16,-17-35-16,-1 18 16,19-1-1,-19 19 1,19 17-1,-19 0 1,-17 35 0,0-53-1,71 124 79</inkml:trace>
  <inkml:trace contextRef="#ctx0" brushRef="#br0" timeOffset="-56605">11889 12418 0,'88'70'31,"-176"-140"-31,176 158 15,-71-88-15,-17 18 16,0-1 15,0 36-15,0-18 0,-17 18-1,-1-17 1,1-19 15,17 1-31,-36 0 31,1-1-15,-18 1 0,0-1-1,0-17 1,-35-17-1,0-36 1,35 18 0,18 17-1,17 0 1,18-35 46,-18-52-30,18-1-17,36 35 1,-1-17 0,0 53-1,0 17 1,-17 18-1,17 0 1,-17-18 0,0 18-1,-1 0 1,1 0 15,70 18-15,-35 0-1,-35-1 17,-1-17-1,1 53-15,0 0-16,-18-18 15,17 1 1,-17-19-16,0 1 15,0 35 1,0-35-16,-17-18 109,-1 0-93</inkml:trace>
  <inkml:trace contextRef="#ctx0" brushRef="#br0" timeOffset="-55602.8">12735 12541 0,'0'36'16,"-17"52"0,-1-53-1,18-17 1,-35-1-1,-18 1 17,-18 0-17,1-18 1,34 17 0,1-34-1,-35-36 1,52 0-1,18 0 1,0 0 0,0-18-1,0 18 1,0 36-16,0-19 16,0 1-1,18 18 1,34-1-1,1-35 17,0 18-17,0 35 1,0 0 0,-35 0-1,-1 0-15,19 17 16,-19 1-16,1 0 15,35 52 1,-53-35 0,18 54-1,-18-54-15,0 18 16,0-35 0</inkml:trace>
  <inkml:trace contextRef="#ctx0" brushRef="#br0" timeOffset="-54099.58">13600 12753 0,'-36'-18'31,"19"18"-31,-1 0 0,-70 0 16,0 0 0,52 0-1,1-17 1,0-36-1,0-18 17,17 54-32,18-19 15,0 19 1,0-1-16,0 0 16,0-52-1,0-1 1,0 36-16,0 0 15,0 17-15,18 0 16,17 1 0,-18-1-16,1 0 15,35 1 1,-18-1-16,-17 18 16,17 0-16,-17 0 31,17 18 0,36 52-15,-18-17-1,-18-17 1,-18-36 0,1 35 30,0 35-30,-18-17 0,17-17-1,1-1 1,-18-17 0,0-1-1,0 18 1,-18 71 15,-17-35-15,0-36-1,0-35 1,17 18 0</inkml:trace>
  <inkml:trace contextRef="#ctx0" brushRef="#br0" timeOffset="-52823.82">14041 11060 0,'0'0'0,"-142"0"15,90 0 1,-72 17 15,18 1-15,-17 17-1,70 18 1,-18 35 0,1-17-1,17-18 1,18 17-1,17-17 1,-17 35 0,-1 18-1,19 0 1,-1-35 0</inkml:trace>
  <inkml:trace contextRef="#ctx0" brushRef="#br0" timeOffset="-52021.26">12912 11289 0,'0'0'0,"35"35"15,0 18-15,18 53 16,-18-18 0,-17-35-16,-18 0 15,0 35 1,18-70-16,-18-1 15,0 19 1,17-1 0,-17 0-1,18-35 1,17 0 125,18-17-126,-18-19 1,54-52-1,34 0 17,-105 88-17,-1 0 157,1 0-156</inkml:trace>
  <inkml:trace contextRef="#ctx0" brushRef="#br0" timeOffset="-41603.95">10460 13847 0,'35'88'31,"-70"-176"-31,158 264 15,-52-141 1,-53-17 0,-1-18 15,1-53 0,-1-35-15,1 52-1,-18-16-15,0-90 32,-18 72-32,1-1 15,-36-35 1,18 54-16,17 16 16,18-52-1,35 70 1,1 18 15,-1 36-15,18-1-1,-18-17 1,-17-1 0,-18 1 15,0 0 0,-18-18-31,-35 35 0</inkml:trace>
  <inkml:trace contextRef="#ctx0" brushRef="#br0" timeOffset="-41166.58">10530 13670 0,'18'18'31,"88"-1"-15,0 1 0,-18 17-1,-53-35 1,-17 0 0</inkml:trace>
  <inkml:trace contextRef="#ctx0" brushRef="#br0" timeOffset="-40805.07">10989 13406 0,'0'17'31,"0"18"-15,0-17-1,0 17 1,-18-35-16</inkml:trace>
  <inkml:trace contextRef="#ctx0" brushRef="#br0" timeOffset="-40570.67">10883 14023 0,'0'0'31,"35"70"0,-35-34-31,0-1 16,18-88-1</inkml:trace>
  <inkml:trace contextRef="#ctx0" brushRef="#br0" timeOffset="-40296.04">11201 13794 0,'0'70'32,"0"-17"-32,0-176 0,0 458 15,17-300 1,-17-88 46,53-194-30</inkml:trace>
  <inkml:trace contextRef="#ctx0" brushRef="#br0" timeOffset="-40120.87">11377 13847 0,'0'0'0,"35"141"16,-17-106-16,0-17 15,-1 17 1,1-35 31,17 0-47</inkml:trace>
  <inkml:trace contextRef="#ctx0" brushRef="#br0" timeOffset="-39620.62">11783 13935 0,'-35'35'63,"-1"36"-48,19-36 1,-1 0 0,18 0-1,18-158 48,17 88-48,0-1 1,-35 1 0,0-18-1,0 36 1,53 52 15,0 53-15,35 18-1,-17-36 1,-36-70-16,-35 18 16,18-18-1,-18-18 1,0-17-16,0-18 15,0 0-15</inkml:trace>
  <inkml:trace contextRef="#ctx0" brushRef="#br0" timeOffset="-39104.06">12206 14146 0,'0'0'16,"18"-70"15,-18-107-15,0-52-1,0 159 17,0 17-17,-18 141 63,-17 159-62,88-106 0,17-53-1,-17-53 1,-35-35 0,-1-17-1,-17-71 1,0-89-1,-52 1 1</inkml:trace>
  <inkml:trace contextRef="#ctx0" brushRef="#br0" timeOffset="-37903.9">15575 12047 0,'0'0'0,"88"159"16,18 123-1,-18-17 1,18 158-1,-35-282 1,-54-105 0,-17-107 31,0-70-32</inkml:trace>
  <inkml:trace contextRef="#ctx0" brushRef="#br0" timeOffset="-37267.73">15505 11818 0,'299'35'31,"89"-35"-15,442-70-1,-337 52 1,-105-17 15,-70 0-15,-124 17-1,-141 18 1,-35 0 0,-1 53-1,1-18 1,-1 36-1,1 87 1,17 54 0,-17 88-1,0-71 1,17-105 0,-35-18-1,-18-18 1,-17 71-1,0 35 17,35-124-17,-18-140 32,18-1-31,-35 18-16</inkml:trace>
  <inkml:trace contextRef="#ctx0" brushRef="#br0" timeOffset="-36920.9">16122 13247 0,'35'0'32,"-17"0"-17,88 0 1,158 0-1,107 0 1,52 0 0,-141-71-1,-141-52 1,-105 35 0</inkml:trace>
  <inkml:trace contextRef="#ctx0" brushRef="#br0" timeOffset="-35992.44">18415 12188 0,'18'-123'46,"87"-71"-14,-69 159-32,105-53 15,18 17 1,52 36 0,19-1-1,17-17 1,52 18-1,-34 18 1,35 34 0,17 18-1,-87 1 1,-125-19 0,1 36-1,-35 0 1,-36-17-1,-17-19 17</inkml:trace>
  <inkml:trace contextRef="#ctx0" brushRef="#br0" timeOffset="-35653.81">20796 12118 0,'18'0'31,"17"0"0,36 0-15,17-18-1,18-17 1,-89 17 0,1 1-16,0-1 15</inkml:trace>
  <inkml:trace contextRef="#ctx0" brushRef="#br0" timeOffset="-35188.47">21061 11165 0,'53'247'15,"-106"-494"-15,159 759 16,-53-283 0,-18-88-1,-35-141-15,0 0 47</inkml:trace>
  <inkml:trace contextRef="#ctx0" brushRef="#br0" timeOffset="-35175.5">21237 11977 0</inkml:trace>
  <inkml:trace contextRef="#ctx0" brushRef="#br0" timeOffset="-10519.03">10742 18203 0,'53'0'125,"88"0"-110,-35 0 1,211 0-1,-193 0-15,52 0 16,54 0 0,34 18-1,1 0 1,-177-18 0,35 17-16,71 1 15,-17-18 1,-1 0 15,-88 0-31,71 0 16,-18 0-1,-35 0-15,0 0 16,282 0 0,-70 0-1,-89 18 1,-106-18-1,160 17 1,-107-17 0,18 0-1,-18 0 1,71 18 0,-70-1-1,-19-17 1,1 0-1,-35 18 17,34-18-17,19 0 1,87 0 0,-34 35-1,17-17 1,-53-18-1,53 0 1,0 0 0,-1 0-1,1 0 1,71 0 0,17 0-1,0 0 1,-17 0-1,-54 0 17,54 0-17,-142 0-15,-35 0 16,212 0 0,17-18-1,-52 18 1,-195 0-16,19 0 15,122 0 1,-105 0-16,-18-17 16,388 17-1,-35 0 1,-282 0 0,-71 0-16,18 0 15,387 0 1,-52 0-1,-335 0 17,106 0-32,70 0 15,-35 0 1,-53 0 0,-18-18-1,18 18 1,88 0-1,18 0 1,-36 18 0,-17-1-1,-71-17 1,89 0 0,-54 0-1,-34-35 1,-71 0-1,-54 17 17,1 1-17,-18 17 1,-52 0 0,-19 0 15,36 0-16,53 0 1,18-36 0,-54-17-1,-17 0 1,0 18 0,-18-18-1,0-70 1,-17-124-1,0 0 17,17 0-17,53-88 1,18-18 0,-35-35-1,-18-141 1,-36 105-1,-17 107 1,35 70 0,-17 35-1,-18 54 1,0 52 0,0 0-1,0-70 1,0 70-1,0 17 1,0-16-16,-18 16 0,-17-105 31,0 18-15,35 88 0,-18 70-16,1 18 46,-36 0-30,0 0-16,-53 0 16,-194 0-1,159 0-15,-141 0 16,-283 0 0,301 0-16,-19 0 15,-493 0 1,459 0-1,-89 0-15,-635 0 32,354 0-17,369 0 1,-88 0-16,18 0 16,-741 0-1,353 18 1,53 0-1,0 34 1,176 1 0,0-17-1,142-1 1,-142 18 0,-71-36-1,54-17 1,70 18-1,36 17 17,17-17-17,-212 0 1,124-18 0,70 0-1,53 35 1,71 18-1,71-18 1,140-35 0,36-18-1,35 1 1,-17 17 0,-107 17-1,-70 19 1,-88-1-1,0 53 17,141-17-17,159-54 1,17-17 31,-88 0-32,0 36 1,1 52 0,52-35-1,17-18 1,-17 0 0,36 1-1,-18 34 1,-18 54-1,17 87 17,19 54-17,17-71 1,0 0 0,-18-18-1,-88 89 1,36-89-16,17-87 15,-124 228 1,36-35 0,18-17-1,17-1 1,53-158-16,35-35 16,1-1-1,-1 19-15,18 16 16,0-69-1,18-36 17,-1 0-17,1 0-15,0 0 32</inkml:trace>
  <inkml:trace contextRef="#ctx0" brushRef="#br0" timeOffset="-9352.52">23407 11042 0,'0'0'0,"0"53"15,17 70 1,36 36-1,-17 106 1,-36-54 0,0 1-1,0-106 1,0-89-16,0 1 16,-18-18 15,-35-123 0,35 34-31</inkml:trace>
  <inkml:trace contextRef="#ctx0" brushRef="#br0" timeOffset="-8702.54">23266 11060 0,'0'0'16,"70"35"0,1-18-1,17-17 1,-35 18-1,-18-18-15,0 0 32,-35 18-1,0 158-15,0-17-16,-52 35 15,-19-71 1,36-87-1,-18-19 1,18-70 15,35-35-15,35 35 0,106 53-1,0 0 1,-70 53-1,-54 0 17,-17 88-17,0-88-15,-35-18 16,-36 18 0,-17-17-1,-18-19 1,71-17-1,35-17 1,0-19 0,0 19-1</inkml:trace>
  <inkml:trace contextRef="#ctx0" brushRef="#br0" timeOffset="-8219.05">23865 11042 0,'53'0'109,"0"0"-93,71 0 0,-1 0-1,-35 0 1,-70 0-1,0 0-15,-1 53 16,-17-36 0</inkml:trace>
  <inkml:trace contextRef="#ctx0" brushRef="#br0" timeOffset="-7868.97">24042 11130 0,'0'0'0,"17"53"16,19 53-1,-1 106 1,-35-18-1,0 0 1,0-106 0,0-53-1,0-53 48,0-87-48</inkml:trace>
  <inkml:trace contextRef="#ctx0" brushRef="#br0" timeOffset="-7636.02">24059 11677 0,'0'-18'16,"36"-17"-1,-19 17-15,54 1 16,70-19 0,-106 19-16,18-1 15,-35 18 1,17 0 15,-17-17-15</inkml:trace>
  <inkml:trace contextRef="#ctx0" brushRef="#br0" timeOffset="-6784.24">25294 10954 0,'-17'0'16,"-36"0"-1,-53 0 1,53 0-16,18 17 16,-54 19-1,1-1-15,-53 35 16,53 1 0,35-36-16,18 1 15,-89 105 1,124-124-1,18 19 17,70 17-17,18-36 1,88-17 0,0 0-1,-88 0 1,-71 71-1,-35-36-15,0 0 16,0 1 0,0-19-16,-18 1 15,-52 17 1,35-17-16,-1-1 16,-70 19-1,71-36 1,-35-36 15,52 19-31,18-1 31</inkml:trace>
  <inkml:trace contextRef="#ctx0" brushRef="#br0" timeOffset="-4102.03">25612 11501 0,'141'-36'31,"-53"1"-15,35-36 0,71 1-1,-70 52 1,-106 18 0</inkml:trace>
  <inkml:trace contextRef="#ctx0" brushRef="#br0" timeOffset="-3668.69">26053 10901 0,'17'159'31,"19"-18"-15,-1 194 0,-18-141-1,-17-141-15,0 0 16,18-36-1,-18-105 48</inkml:trace>
  <inkml:trace contextRef="#ctx0" brushRef="#br0" timeOffset="-3101.97">26882 10954 0,'-18'106'31,"-35"35"-15,0 53-1,18-53 1,17-71 0,1-70-1,34-53 32</inkml:trace>
  <inkml:trace contextRef="#ctx0" brushRef="#br0" timeOffset="-2885.75">27234 11836 0,'18'17'31,"-36"-34"-31</inkml:trace>
  <inkml:trace contextRef="#ctx0" brushRef="#br0" timeOffset="-2238.58">27005 11342 0,'35'0'156,"71"0"-140,35 53 0,-52-36-1,-37 1 1,-34-18-1,-36 0 48</inkml:trace>
  <inkml:trace contextRef="#ctx0" brushRef="#br0" timeOffset="-1851.86">27358 10918 0,'0'18'31,"18"70"-31,17 89 16,-18-107-1,19 89 1,-36-124 0,0-17-1</inkml:trace>
  <inkml:trace contextRef="#ctx0" brushRef="#br0" timeOffset="-1095.72">26899 11430 0,'0'35'15,"53"71"1,18 0-1,-18 17 1,-36-52 0,1-36-1,35-105 110,17-1-109,-17 54 0,-35 17-1,0 0 48,70 0-32,-53 0-31,-17 0 16</inkml:trace>
  <inkml:trace contextRef="#ctx0" brushRef="#br0" timeOffset="-314.08">27905 11042 0,'35'18'47,"124"-18"-16,-106 0-15</inkml:trace>
  <inkml:trace contextRef="#ctx0" brushRef="#br0" timeOffset="98.19">27728 11201 0,'0'0'0,"18"176"15,17-70 1,1 0-1,-1-53 17,0-18-17,0 0 1,1-17 0,-1 0-1,-17-1 1,-1-17-1,-34 0 64,-1-17-79</inkml:trace>
  <inkml:trace contextRef="#ctx0" brushRef="#br0" timeOffset="414.22">27728 11501 0,'36'0'31,"17"0"-15,35-18-1,-18-17 1,-34 17-1,-19 0 17</inkml:trace>
  <inkml:trace contextRef="#ctx0" brushRef="#br0" timeOffset="881.31">28593 11007 0,'0'17'16,"0"160"-1,0-19 1,0 19-1,17-71 1,-17 17 0,18-70-1,-36-106 48,18 18-63</inkml:trace>
  <inkml:trace contextRef="#ctx0" brushRef="#br0" timeOffset="1364.47">28875 11395 0,'17'70'31,"-17"-34"-15</inkml:trace>
  <inkml:trace contextRef="#ctx0" brushRef="#br0" timeOffset="1888.3">28698 11642 0,'36'53'16,"-72"-106"-16,89 106 16,-35-53-1</inkml:trace>
  <inkml:trace contextRef="#ctx0" brushRef="#br0" timeOffset="2998.39">28857 11148 0,'0'0'0,"18"70"16,-1 71 0,-17 1-1,-17 16 1,17-52 15,0-53-31,0-35 16,0-1-1</inkml:trace>
  <inkml:trace contextRef="#ctx0" brushRef="#br0" timeOffset="3831.47">28399 12065 0,'141'0'78,"-71"-35"-62,54-1-1,-36 19 1,-53 17 0,0 35 30,-17-35-14,-18 35-1,18 54-15,-18-37-1,0 1-15,0 36 16,0-72-1,0 1-15,17-18 188,36 0-172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3FC5F-5702-4B0B-B5D5-496E779B1FCF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1E5BC6-F1F5-4DA6-8AEE-4D42C0373D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8427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7AF0069-13E6-41AF-8FEB-7A7C34BE48DC}" type="slidenum">
              <a:rPr lang="en-US" altLang="ko-KR" sz="1300" smtClean="0"/>
              <a:pPr>
                <a:spcBef>
                  <a:spcPct val="0"/>
                </a:spcBef>
              </a:pPr>
              <a:t>1</a:t>
            </a:fld>
            <a:endParaRPr lang="en-US" altLang="ko-KR" sz="130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ko-KR" altLang="en-US"/>
              <a:t>안녕하세요 차량조립공법서 자동생성 시스템의 중간 발표를 </a:t>
            </a:r>
            <a:r>
              <a:rPr lang="ko-KR" altLang="en-US" err="1"/>
              <a:t>맡게된</a:t>
            </a:r>
            <a:r>
              <a:rPr lang="ko-KR" altLang="en-US"/>
              <a:t> 오윤선입니다</a:t>
            </a:r>
            <a:r>
              <a:rPr lang="en-US" altLang="ko-KR"/>
              <a:t>.</a:t>
            </a:r>
            <a:endParaRPr lang="ko-KR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/>
              <a:t>전체 순서는 다음과 같습니다</a:t>
            </a:r>
            <a:r>
              <a:rPr kumimoji="1" lang="en-US" altLang="ko-KR"/>
              <a:t>.</a:t>
            </a:r>
          </a:p>
          <a:p>
            <a:r>
              <a:rPr kumimoji="1" lang="ko-KR" altLang="en-US"/>
              <a:t>연구 추진 배경</a:t>
            </a:r>
            <a:r>
              <a:rPr kumimoji="1" lang="en-US" altLang="ko-KR"/>
              <a:t>,</a:t>
            </a:r>
            <a:r>
              <a:rPr kumimoji="1" lang="ko-KR" altLang="en-US"/>
              <a:t> 연구 목표 및 기대 효과</a:t>
            </a:r>
            <a:r>
              <a:rPr kumimoji="1" lang="en-US" altLang="ko-KR"/>
              <a:t>,</a:t>
            </a:r>
            <a:r>
              <a:rPr kumimoji="1" lang="ko-KR" altLang="en-US"/>
              <a:t> 연구 계획 대비 진행 현황</a:t>
            </a:r>
            <a:r>
              <a:rPr kumimoji="1" lang="en-US" altLang="ko-KR"/>
              <a:t>,</a:t>
            </a:r>
            <a:r>
              <a:rPr kumimoji="1" lang="ko-KR" altLang="en-US"/>
              <a:t> 주요 연구내용 및 향후 연구계획에 대해 발표하겠습니다</a:t>
            </a:r>
            <a:r>
              <a:rPr kumimoji="1" lang="en-US" altLang="ko-KR"/>
              <a:t>.</a:t>
            </a:r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086F8A-2B1A-489E-AD0B-192A02C5D776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15482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74778-F665-D200-9DBC-64799EE08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8E78856-7D90-5DE0-B911-035443C158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9D10E54-DB00-0CEF-AC2B-75D8123AA1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D465AB-6218-6CFA-4A3B-D33A7668C5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8829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54BB9-5AD8-888A-4110-2EDF753BA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8F32C1-BA01-BB7E-0262-FBAD546626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FB774D-426F-29E5-689C-FF45A30249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42FA36-C824-C0C7-9CDB-A348971C13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75728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B279F-EFB3-C6BF-EEFC-F96C86ECA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5E5B25-9652-D9AF-D7EE-C17E9308D1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684637-C960-F45B-E119-0E89DCDB1A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30B255-0E54-5B2C-5907-A5DFB45ABC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52066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861C9-5BB8-C2CF-98E4-5CFE947F5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1102B7-1DE7-5979-7840-24E8D40FD4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75E525-7BE6-C699-8C68-8FBC52888D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A8F3E2-CADE-D21D-08C6-125A008B22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11645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53CB1-A2B1-7FA2-8CCC-E1C6E2C3D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4F27F6-6C4D-A539-ED82-46ECE61296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47A3D8-218B-7C81-BAEF-C4C6D9FA59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5ED541-EF75-44FB-2AFA-8F4793FB9B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77138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0D4B0-BA95-DF8E-E2BE-8B4B9E55F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30D5513-8F0B-C5F5-B146-4916C9132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D5979B-96D9-A0F5-0B31-ABA70A98A0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1B07F9-60DE-667D-E75C-3DB2E27D5F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35584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5AD66-6C8D-F756-6B91-425290BC2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A3D02F-9A50-7D98-AE69-0BCE7773AC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2F241C-336E-1E40-E20F-01B4FFC17C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0477DB-0E8F-8AF3-3791-F8011D402F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2421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F2837-066F-0BF4-857B-6D4B47DAC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C8F0CF1-CDBE-D311-6E3F-E9CDF8C502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8375EB-E711-B573-DD38-C8BB595CB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8EAF07-D808-751F-DB81-265417135B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1600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BBEC3-3530-9213-7334-ABB9B5850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E27B791-E113-5E4A-D188-6007D115EA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66C28C-657F-801F-0BE1-76E4DFB277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28F8E4-9165-4318-6C32-AB3AD44D7D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67741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C5CA4-E310-25C3-5463-76228848A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C63E57-1802-1767-D671-B5C6F36B66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9DCD3F1-D6E7-5B27-F0E7-467FB9256E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BC1C5-C2C7-BF4D-1DEE-0249ACF93B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04988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62605-2A3F-9C0F-D030-7C0B2FE01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7C15BCE3-122B-553D-1EFC-55B12BE9B9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7AF0069-13E6-41AF-8FEB-7A7C34BE48DC}" type="slidenum">
              <a:rPr lang="en-US" altLang="ko-KR" sz="1300" smtClean="0"/>
              <a:pPr>
                <a:spcBef>
                  <a:spcPct val="0"/>
                </a:spcBef>
              </a:pPr>
              <a:t>13</a:t>
            </a:fld>
            <a:endParaRPr lang="en-US" altLang="ko-KR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DAA5B521-E44A-8C06-E336-8A3C106273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0B9FC24E-D3D3-C362-263E-5F21503432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ko-KR" altLang="en-US"/>
              <a:t>안녕하세요 차량조립공법서 자동생성 시스템의 중간 발표를 </a:t>
            </a:r>
            <a:r>
              <a:rPr lang="ko-KR" altLang="en-US" err="1"/>
              <a:t>맡게된</a:t>
            </a:r>
            <a:r>
              <a:rPr lang="ko-KR" altLang="en-US"/>
              <a:t> 오윤선입니다</a:t>
            </a:r>
            <a:r>
              <a:rPr lang="en-US" altLang="ko-KR"/>
              <a:t>.</a:t>
            </a: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4770359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D054D-8BB2-E3AE-DA2F-0B3B47344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360D5A38-F3BC-5066-0F2D-130320A212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7AF0069-13E6-41AF-8FEB-7A7C34BE48DC}" type="slidenum">
              <a:rPr lang="en-US" altLang="ko-KR" sz="1300" smtClean="0"/>
              <a:pPr>
                <a:spcBef>
                  <a:spcPct val="0"/>
                </a:spcBef>
              </a:pPr>
              <a:t>14</a:t>
            </a:fld>
            <a:endParaRPr lang="en-US" altLang="ko-KR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CB5B3C62-CF86-72B6-B94B-4E3FDB15C7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531D2479-95C2-DB5B-B5E0-ED7095B469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ko-KR" altLang="en-US"/>
              <a:t>안녕하세요 차량조립공법서 자동생성 시스템의 중간 발표를 </a:t>
            </a:r>
            <a:r>
              <a:rPr lang="ko-KR" altLang="en-US" err="1"/>
              <a:t>맡게된</a:t>
            </a:r>
            <a:r>
              <a:rPr lang="ko-KR" altLang="en-US"/>
              <a:t> 오윤선입니다</a:t>
            </a:r>
            <a:r>
              <a:rPr lang="en-US" altLang="ko-KR"/>
              <a:t>.</a:t>
            </a: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920044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4274BB-C19D-D2A3-764D-F5D000F2AD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077933B-BACF-4C33-2393-C5E4B72AA4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CEEB14-2AB1-CD36-5FA9-74AB544AA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80ED85-F358-0BB9-6341-58563E1B1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8F2EE-262E-6EE1-F2A5-C50A3A48B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98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FC9558-B69D-6D5D-4E65-FCE4D4849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E5D0F7-7F26-8901-DC6F-D0E102B05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CA1FC4-EB5B-1019-B7E6-CD96B1A1A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7931DE-356D-E77B-EA7A-7162EA3B2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FB41C5-AE60-EBB5-D54F-C7EAC0F4F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5884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A01EEF-1AF5-9740-C0CA-85E9EF5B7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4F660E-4E44-0921-ED96-5FB51704C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8E6C25-C63E-AB53-B27E-1E7A2C703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F266FC-4E4E-205B-F3D2-D51155347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595E7C-3C81-7567-2267-F10AAC9C3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7607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F74204-F6D6-5238-A556-7C426F35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636576-CA3C-6609-B688-CBCD4A5DEB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023D3A-127E-0A3E-A351-CA47B3DA26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DFB231-4E69-3ED6-364B-B7ADA146A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9000AD-77BA-635B-61F8-49632EB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2AC710-D345-B3EA-28BF-DAA278B02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9570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A92C63-332D-614F-CC15-B72D5A0AB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61CCF3-0E20-F62C-C116-2BBD0C619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87FF96-BD66-9BFA-31B6-7920F7CD3B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9A292BB-9769-06B9-5792-A6375731F3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75E7107-D959-BD60-4529-CC7D151A56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109FD17-A170-4CD6-6B81-984D8B5E4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09A735C-E736-576D-3C63-5310D3FE2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E96F1DA-C6EC-BA8D-D41A-87E0F974A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928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C9D7CA-6C64-8383-E6E8-1048CD6CB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B63DA2C-5A4C-2D83-80F5-7E2A88331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D45B4DA-B1AE-7FFD-C9A4-CF4EF8AB2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96765EA-D923-2388-513D-C31849FEF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461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85F7BFA-74BB-D0B8-0445-9822AFA4C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C3E65EB-200A-471B-BCAD-3F39D5CE8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22E625-9E4C-3A57-D5A7-13A887A4E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9588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A1C026-4A44-D119-90AB-56955D384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73814D-02A5-DA03-C0DD-7D22CB6A7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FC3840-D21D-A154-D28E-AFAF88642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460933-2E6C-139A-305D-102D73572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CCEA99-2149-CF72-0946-273CEE369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2B1F4E-EBFE-EBFE-8765-F5E0F9AB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389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A25D45-611B-D7CE-8CE7-201EB0186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81290AA-F1F2-28FB-12D6-070E3F8CA6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4EC16D-3337-CCCA-233C-AC4F97848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29C3CF-3166-0132-EF7D-BAFD1CA0F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BA61DC-C9B9-08B2-F16D-8428995EE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13B8224-4FDD-58D4-8357-BE1F65B3B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148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3796AD-EB9A-6505-E2BD-6A8080D15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C2FD6B3-80E5-0F64-790C-DC37B1E39F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C22BB0-DE8E-20BE-6C10-0A329904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602798-ACBB-F039-C7E5-A58EF9704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07E35D-0A98-32DB-C772-71F4D4805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867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70B8E79-FFF1-440F-8AEC-1890247B09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681B5A-F0D2-0F77-38E4-C32A30809A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4CC2C9-A7D3-84E2-0093-B61881DD2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BCB6ED-48C3-9B9D-6D79-0006F3496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97B91F-F134-FB63-0C86-FF31E6B49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357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10049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709401" y="6588126"/>
            <a:ext cx="482599" cy="269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C6A06-F61C-421D-9AC3-65F82C1A74F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84555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" preserve="1">
  <p:cSld name="제목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6;p25">
            <a:extLst>
              <a:ext uri="{FF2B5EF4-FFF2-40B4-BE49-F238E27FC236}">
                <a16:creationId xmlns:a16="http://schemas.microsoft.com/office/drawing/2014/main" id="{135264EB-8C21-BE83-F344-DE34559E195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218912" y="5322266"/>
            <a:ext cx="2973088" cy="1186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5"/>
          <p:cNvSpPr txBox="1">
            <a:spLocks noGrp="1"/>
          </p:cNvSpPr>
          <p:nvPr>
            <p:ph type="title"/>
          </p:nvPr>
        </p:nvSpPr>
        <p:spPr>
          <a:xfrm>
            <a:off x="838200" y="117146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cxnSp>
        <p:nvCxnSpPr>
          <p:cNvPr id="18" name="Google Shape;18;p25"/>
          <p:cNvCxnSpPr/>
          <p:nvPr/>
        </p:nvCxnSpPr>
        <p:spPr>
          <a:xfrm>
            <a:off x="2344271" y="3057895"/>
            <a:ext cx="7503471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" name="Google Shape;19;p25"/>
          <p:cNvSpPr txBox="1">
            <a:spLocks noGrp="1"/>
          </p:cNvSpPr>
          <p:nvPr>
            <p:ph type="body" idx="1"/>
          </p:nvPr>
        </p:nvSpPr>
        <p:spPr>
          <a:xfrm>
            <a:off x="838200" y="3162971"/>
            <a:ext cx="10515598" cy="2078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57163" lvl="0" indent="-192872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514325" lvl="1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771487" lvl="2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028649" lvl="3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285811" lvl="4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542973" lvl="5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135" lvl="6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298" lvl="7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460" lvl="8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741EA1-6378-5061-2A35-946455077CB4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4" name="날짜 개체 틀 5">
            <a:extLst>
              <a:ext uri="{FF2B5EF4-FFF2-40B4-BE49-F238E27FC236}">
                <a16:creationId xmlns:a16="http://schemas.microsoft.com/office/drawing/2014/main" id="{50AB7BAA-C109-8E2B-8F6F-B4876F04976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6">
            <a:extLst>
              <a:ext uri="{FF2B5EF4-FFF2-40B4-BE49-F238E27FC236}">
                <a16:creationId xmlns:a16="http://schemas.microsoft.com/office/drawing/2014/main" id="{B3E88550-9D35-BC2C-E09B-5DE90B41603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312E76E7-FF23-D042-F0FB-5AA868107E2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Google Shape;23;p26">
            <a:extLst>
              <a:ext uri="{FF2B5EF4-FFF2-40B4-BE49-F238E27FC236}">
                <a16:creationId xmlns:a16="http://schemas.microsoft.com/office/drawing/2014/main" id="{469093B8-7EAC-7220-15C0-3FC80B248F2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08963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" preserve="1">
  <p:cSld name="1_제목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6;p25">
            <a:extLst>
              <a:ext uri="{FF2B5EF4-FFF2-40B4-BE49-F238E27FC236}">
                <a16:creationId xmlns:a16="http://schemas.microsoft.com/office/drawing/2014/main" id="{135264EB-8C21-BE83-F344-DE34559E195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218912" y="5322266"/>
            <a:ext cx="2973088" cy="1186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5"/>
          <p:cNvSpPr txBox="1">
            <a:spLocks noGrp="1"/>
          </p:cNvSpPr>
          <p:nvPr>
            <p:ph type="title"/>
          </p:nvPr>
        </p:nvSpPr>
        <p:spPr>
          <a:xfrm>
            <a:off x="838200" y="354143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741EA1-6378-5061-2A35-946455077CB4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4" name="날짜 개체 틀 5">
            <a:extLst>
              <a:ext uri="{FF2B5EF4-FFF2-40B4-BE49-F238E27FC236}">
                <a16:creationId xmlns:a16="http://schemas.microsoft.com/office/drawing/2014/main" id="{50AB7BAA-C109-8E2B-8F6F-B4876F04976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6">
            <a:extLst>
              <a:ext uri="{FF2B5EF4-FFF2-40B4-BE49-F238E27FC236}">
                <a16:creationId xmlns:a16="http://schemas.microsoft.com/office/drawing/2014/main" id="{B3E88550-9D35-BC2C-E09B-5DE90B41603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312E76E7-FF23-D042-F0FB-5AA868107E2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Google Shape;23;p26">
            <a:extLst>
              <a:ext uri="{FF2B5EF4-FFF2-40B4-BE49-F238E27FC236}">
                <a16:creationId xmlns:a16="http://schemas.microsoft.com/office/drawing/2014/main" id="{C5D93729-6095-90F7-E9BF-C144C8067D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9516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3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sp>
        <p:nvSpPr>
          <p:cNvPr id="25" name="Google Shape;25;p26"/>
          <p:cNvSpPr txBox="1">
            <a:spLocks noGrp="1"/>
          </p:cNvSpPr>
          <p:nvPr>
            <p:ph type="body" idx="1"/>
          </p:nvPr>
        </p:nvSpPr>
        <p:spPr>
          <a:xfrm>
            <a:off x="147600" y="874336"/>
            <a:ext cx="11890800" cy="5377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57163" lvl="0" indent="-22859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514325" lvl="1" indent="-21430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/>
            </a:lvl2pPr>
            <a:lvl3pPr marL="771487" lvl="2" indent="-20001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/>
            </a:lvl3pPr>
            <a:lvl4pPr marL="1028649" lvl="3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/>
            </a:lvl4pPr>
            <a:lvl5pPr marL="1285811" lvl="4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/>
            </a:lvl5pPr>
            <a:lvl6pPr marL="1542973" lvl="5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135" lvl="6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298" lvl="7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460" lvl="8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7883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9084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38B9D78-07D9-6EC3-5A7E-759306BFD78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6131" y="1155700"/>
            <a:ext cx="10599738" cy="46672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1705796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FAAB264-30E5-FA58-2217-75F2DD368C6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61139" y="830262"/>
            <a:ext cx="10266363" cy="36798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8582873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C3B3236C-5B2B-4117-BA69-4EA0237DFE96}" type="datetime1">
              <a:rPr lang="ko-KR" altLang="en-US" smtClean="0"/>
              <a:t>2025-11-20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FAAB264-30E5-FA58-2217-75F2DD368C6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61139" y="830262"/>
            <a:ext cx="10266363" cy="44898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2653975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8022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88022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1584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C08EAAD-B637-40EB-9DC8-1ECAB49B323D}" type="datetime1">
              <a:rPr lang="ko-KR" altLang="en-US" smtClean="0"/>
              <a:t>2025-11-20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5999" y="4794648"/>
            <a:ext cx="5144545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794648"/>
            <a:ext cx="514454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5998" y="1047553"/>
            <a:ext cx="5144545" cy="353574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8"/>
            <a:ext cx="5144544" cy="353574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25171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5999" y="5522436"/>
            <a:ext cx="5144545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5522436"/>
            <a:ext cx="514454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59672" y="1246161"/>
            <a:ext cx="5462620" cy="37543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79039" y="1234156"/>
            <a:ext cx="5462618" cy="375435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69489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AAA8E08B-129E-4F93-B846-00D2C0812368}" type="datetime1">
              <a:rPr lang="ko-KR" altLang="en-US" smtClean="0"/>
              <a:t>2025-11-20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8022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88022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9818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84283" y="1223040"/>
            <a:ext cx="5263434" cy="296068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44283" y="1223041"/>
            <a:ext cx="5263433" cy="29606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86262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1B6E0DAD-78D5-4684-95D4-0BB1FE5B7025}" type="datetime1">
              <a:rPr lang="ko-KR" altLang="en-US" smtClean="0"/>
              <a:t>2025-11-20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47717" y="1223039"/>
            <a:ext cx="5400001" cy="395999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44283" y="1223040"/>
            <a:ext cx="5400000" cy="396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46719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01936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8506F4A-6AAC-F214-DC58-DF8711612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624461F-B59C-96AD-D1AD-7FC2A2715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0D7F3D-996F-2B9F-74C6-E7D87C6A0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42007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709401" y="6588126"/>
            <a:ext cx="482599" cy="269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C6A06-F61C-421D-9AC3-65F82C1A74F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624185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7DCD19-A97A-7137-064A-0F1BB152D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86AAB7-3780-E6ED-DCE3-0E60EE36D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5B4728-27C9-215B-3426-0948AC094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3E4D23-FAE5-30C8-80F7-C8406D1DD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1098AB-F609-51A8-C423-BF1EB71C4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404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041EA8F-3ADE-2E8F-560B-6E6794F03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715929-BB41-B14E-00F0-6DA1D6112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7DFD1E-22B2-7A92-9E99-CEC49AA27F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89DE5B-460E-68BF-D0FA-89C10FFE47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B50689-F13D-D12D-09A3-F716F13A0B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7532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3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1" name="Google Shape;11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2" name="Google Shape;12;p24"/>
          <p:cNvSpPr txBox="1">
            <a:spLocks noGrp="1"/>
          </p:cNvSpPr>
          <p:nvPr>
            <p:ph type="dt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13" name="Google Shape;13;p24"/>
          <p:cNvSpPr txBox="1">
            <a:spLocks noGrp="1"/>
          </p:cNvSpPr>
          <p:nvPr>
            <p:ph type="ftr" idx="11"/>
          </p:nvPr>
        </p:nvSpPr>
        <p:spPr>
          <a:xfrm>
            <a:off x="3801687" y="6356360"/>
            <a:ext cx="45886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ko-KR" altLang="en-US"/>
          </a:p>
        </p:txBody>
      </p:sp>
      <p:sp>
        <p:nvSpPr>
          <p:cNvPr id="14" name="Google Shape;14;p24"/>
          <p:cNvSpPr txBox="1">
            <a:spLocks noGrp="1"/>
          </p:cNvSpPr>
          <p:nvPr>
            <p:ph type="sldNum" idx="12"/>
          </p:nvPr>
        </p:nvSpPr>
        <p:spPr>
          <a:xfrm>
            <a:off x="8610600" y="63563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59708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  <p:sldLayoutId id="2147483844" r:id="rId12"/>
    <p:sldLayoutId id="2147483845" r:id="rId13"/>
    <p:sldLayoutId id="2147483846" r:id="rId14"/>
    <p:sldLayoutId id="2147483847" r:id="rId15"/>
    <p:sldLayoutId id="2147483848" r:id="rId16"/>
    <p:sldLayoutId id="2147483849" r:id="rId17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+mj-ea"/>
          <a:ea typeface="+mj-ea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맑은 고딕" panose="020B0503020000020004" pitchFamily="34" charset="-127"/>
          <a:ea typeface="맑은 고딕" panose="020B0503020000020004" pitchFamily="34" charset="-127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12.png"/><Relationship Id="rId4" Type="http://schemas.openxmlformats.org/officeDocument/2006/relationships/customXml" Target="../ink/ink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0.png"/><Relationship Id="rId5" Type="http://schemas.openxmlformats.org/officeDocument/2006/relationships/customXml" Target="../ink/ink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23.sv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직사각형 13"/>
          <p:cNvSpPr>
            <a:spLocks noChangeArrowheads="1"/>
          </p:cNvSpPr>
          <p:nvPr/>
        </p:nvSpPr>
        <p:spPr bwMode="auto">
          <a:xfrm>
            <a:off x="114300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ko-KR" altLang="en-US"/>
          </a:p>
        </p:txBody>
      </p:sp>
      <p:pic>
        <p:nvPicPr>
          <p:cNvPr id="5123" name="Picture 11" descr="D:\그룹로고\현대자동차그룹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825" y="5930901"/>
            <a:ext cx="1733550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4" name="그룹 15"/>
          <p:cNvGrpSpPr>
            <a:grpSpLocks/>
          </p:cNvGrpSpPr>
          <p:nvPr/>
        </p:nvGrpSpPr>
        <p:grpSpPr bwMode="auto">
          <a:xfrm>
            <a:off x="2560210" y="1082995"/>
            <a:ext cx="7046180" cy="1941194"/>
            <a:chOff x="2330010" y="1083169"/>
            <a:chExt cx="5220900" cy="1940786"/>
          </a:xfrm>
        </p:grpSpPr>
        <p:grpSp>
          <p:nvGrpSpPr>
            <p:cNvPr id="5135" name="그룹 16"/>
            <p:cNvGrpSpPr>
              <a:grpSpLocks/>
            </p:cNvGrpSpPr>
            <p:nvPr/>
          </p:nvGrpSpPr>
          <p:grpSpPr bwMode="auto">
            <a:xfrm>
              <a:off x="2612741" y="1534384"/>
              <a:ext cx="4680520" cy="1170130"/>
              <a:chOff x="3962890" y="1358770"/>
              <a:chExt cx="2295255" cy="1035115"/>
            </a:xfrm>
          </p:grpSpPr>
          <p:cxnSp>
            <p:nvCxnSpPr>
              <p:cNvPr id="5139" name="직선 연결선 20"/>
              <p:cNvCxnSpPr>
                <a:cxnSpLocks noChangeShapeType="1"/>
              </p:cNvCxnSpPr>
              <p:nvPr/>
            </p:nvCxnSpPr>
            <p:spPr bwMode="auto">
              <a:xfrm>
                <a:off x="3962890" y="1358770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40" name="직선 연결선 21"/>
              <p:cNvCxnSpPr>
                <a:cxnSpLocks noChangeShapeType="1"/>
              </p:cNvCxnSpPr>
              <p:nvPr/>
            </p:nvCxnSpPr>
            <p:spPr bwMode="auto">
              <a:xfrm>
                <a:off x="3962890" y="2393885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5136" name="자유형 17"/>
            <p:cNvSpPr>
              <a:spLocks/>
            </p:cNvSpPr>
            <p:nvPr/>
          </p:nvSpPr>
          <p:spPr bwMode="auto">
            <a:xfrm>
              <a:off x="234271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7" name="자유형 18"/>
            <p:cNvSpPr>
              <a:spLocks/>
            </p:cNvSpPr>
            <p:nvPr/>
          </p:nvSpPr>
          <p:spPr bwMode="auto">
            <a:xfrm rot="10800000">
              <a:off x="738327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8" name="TextBox 13"/>
            <p:cNvSpPr txBox="1">
              <a:spLocks noChangeArrowheads="1"/>
            </p:cNvSpPr>
            <p:nvPr/>
          </p:nvSpPr>
          <p:spPr bwMode="auto">
            <a:xfrm>
              <a:off x="2330010" y="1083169"/>
              <a:ext cx="5220580" cy="404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9pPr>
            </a:lstStyle>
            <a:p>
              <a:pPr algn="ctr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endParaRPr kumimoji="0" lang="ko-KR" altLang="en-US" sz="1400" b="1">
                <a:solidFill>
                  <a:srgbClr val="3333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25" name="TextBox 13"/>
          <p:cNvSpPr txBox="1">
            <a:spLocks noChangeArrowheads="1"/>
          </p:cNvSpPr>
          <p:nvPr/>
        </p:nvSpPr>
        <p:spPr bwMode="auto">
          <a:xfrm>
            <a:off x="3530600" y="1905764"/>
            <a:ext cx="5130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ko-KR" altLang="en-US"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심볼릭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플레너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기본 원리 설명 자료</a:t>
            </a:r>
          </a:p>
        </p:txBody>
      </p:sp>
      <p:sp>
        <p:nvSpPr>
          <p:cNvPr id="24" name="TextBox 13"/>
          <p:cNvSpPr txBox="1">
            <a:spLocks noChangeArrowheads="1"/>
          </p:cNvSpPr>
          <p:nvPr/>
        </p:nvSpPr>
        <p:spPr bwMode="auto">
          <a:xfrm>
            <a:off x="3486150" y="2767014"/>
            <a:ext cx="521970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ko-KR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한양대학교 융합전자공학과  오윤선 교수</a:t>
            </a:r>
          </a:p>
        </p:txBody>
      </p:sp>
      <p:sp>
        <p:nvSpPr>
          <p:cNvPr id="5127" name="TextBox 13"/>
          <p:cNvSpPr txBox="1">
            <a:spLocks noChangeArrowheads="1"/>
          </p:cNvSpPr>
          <p:nvPr/>
        </p:nvSpPr>
        <p:spPr bwMode="auto">
          <a:xfrm>
            <a:off x="3709989" y="5175250"/>
            <a:ext cx="4772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2025. 11. 13</a:t>
            </a:r>
            <a:endParaRPr kumimoji="0" lang="ko-KR" altLang="en-US" sz="16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28" name="그룹 25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9906000" cy="6858000"/>
          </a:xfrm>
        </p:grpSpPr>
        <p:sp>
          <p:nvSpPr>
            <p:cNvPr id="27" name="직사각형 26"/>
            <p:cNvSpPr/>
            <p:nvPr/>
          </p:nvSpPr>
          <p:spPr bwMode="auto">
            <a:xfrm>
              <a:off x="0" y="0"/>
              <a:ext cx="9906000" cy="6858000"/>
            </a:xfrm>
            <a:prstGeom prst="rect">
              <a:avLst/>
            </a:prstGeom>
            <a:noFill/>
            <a:ln w="190500" cap="flat" cmpd="sng" algn="ctr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8" name="직각 삼각형 27"/>
            <p:cNvSpPr/>
            <p:nvPr/>
          </p:nvSpPr>
          <p:spPr bwMode="auto">
            <a:xfrm rot="5400000">
              <a:off x="11113" y="0"/>
              <a:ext cx="1304925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9" name="직각 삼각형 28"/>
            <p:cNvSpPr/>
            <p:nvPr/>
          </p:nvSpPr>
          <p:spPr bwMode="auto">
            <a:xfrm rot="16200000">
              <a:off x="8600282" y="5545931"/>
              <a:ext cx="1306512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</p:grpSp>
      <p:pic>
        <p:nvPicPr>
          <p:cNvPr id="5" name="그림 4" descr="텍스트, 폰트, 스크린샷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458387A-067E-7178-BE1A-353E928E5F4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878" y="6055099"/>
            <a:ext cx="2264360" cy="3786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685"/>
          <p:cNvSpPr txBox="1">
            <a:spLocks noChangeArrowheads="1"/>
          </p:cNvSpPr>
          <p:nvPr/>
        </p:nvSpPr>
        <p:spPr bwMode="auto">
          <a:xfrm>
            <a:off x="1458914" y="173039"/>
            <a:ext cx="1621752" cy="5302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ko-KR" altLang="en-US" sz="2200" b="1" ker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목 차</a:t>
            </a:r>
          </a:p>
        </p:txBody>
      </p:sp>
      <p:graphicFrame>
        <p:nvGraphicFramePr>
          <p:cNvPr id="8" name="Group 6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858228"/>
              </p:ext>
            </p:extLst>
          </p:nvPr>
        </p:nvGraphicFramePr>
        <p:xfrm>
          <a:off x="3774997" y="1493838"/>
          <a:ext cx="4642008" cy="3247080"/>
        </p:xfrm>
        <a:graphic>
          <a:graphicData uri="http://schemas.openxmlformats.org/drawingml/2006/table">
            <a:tbl>
              <a:tblPr/>
              <a:tblGrid>
                <a:gridCol w="4642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11770">
                <a:tc>
                  <a:txBody>
                    <a:bodyPr/>
                    <a:lstStyle/>
                    <a:p>
                      <a:pPr marL="0" marR="0" lvl="1" indent="0" algn="l" defTabSz="957263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+mj-lt"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부품 데이터 정의</a:t>
                      </a: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770">
                <a:tc>
                  <a:txBody>
                    <a:bodyPr/>
                    <a:lstStyle/>
                    <a:p>
                      <a:pPr marL="0" marR="0" lvl="1" indent="0" algn="l" defTabSz="957263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Planning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을 위한 정의</a:t>
                      </a: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1770">
                <a:tc>
                  <a:txBody>
                    <a:bodyPr/>
                    <a:lstStyle/>
                    <a:p>
                      <a:pPr marL="0" marR="0" lvl="1" indent="0" algn="l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None/>
                      </a:pPr>
                      <a:r>
                        <a:rPr kumimoji="1" lang="ko-KR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조립부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 매칭 알고리즘</a:t>
                      </a:r>
                      <a:endParaRPr kumimoji="1" lang="en-US" altLang="ko-KR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1770">
                <a:tc>
                  <a:txBody>
                    <a:bodyPr/>
                    <a:lstStyle/>
                    <a:p>
                      <a:pPr marL="0" marR="0" lvl="1" indent="0" algn="l" defTabSz="957263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Planning</a:t>
                      </a:r>
                      <a:r>
                        <a:rPr kumimoji="1" lang="ko-KR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알고리즘</a:t>
                      </a:r>
                      <a:endParaRPr kumimoji="1" lang="ko-KR" alt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9F28746-6CA1-4001-7598-557D91353377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BD31268F-6194-3867-EE69-B339254CE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97757-8758-C703-ED28-A6D12D59E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551CD1ED-6295-7A63-A437-18BD203CA886}"/>
              </a:ext>
            </a:extLst>
          </p:cNvPr>
          <p:cNvGrpSpPr/>
          <p:nvPr/>
        </p:nvGrpSpPr>
        <p:grpSpPr>
          <a:xfrm>
            <a:off x="441569" y="2051446"/>
            <a:ext cx="5261294" cy="2755108"/>
            <a:chOff x="629374" y="2349981"/>
            <a:chExt cx="5261294" cy="2755108"/>
          </a:xfrm>
        </p:grpSpPr>
        <p:pic>
          <p:nvPicPr>
            <p:cNvPr id="7" name="그림 6" descr="공구, 레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3ED96CB-E5D2-B292-F01E-4FEFBECC55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7021" y="2457175"/>
              <a:ext cx="3033410" cy="2647914"/>
            </a:xfrm>
            <a:prstGeom prst="rect">
              <a:avLst/>
            </a:prstGeom>
          </p:spPr>
        </p:pic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722CF8FC-EAB7-14DC-A135-9176CEC6E0BD}"/>
                </a:ext>
              </a:extLst>
            </p:cNvPr>
            <p:cNvSpPr/>
            <p:nvPr/>
          </p:nvSpPr>
          <p:spPr>
            <a:xfrm>
              <a:off x="646543" y="2349981"/>
              <a:ext cx="1619288" cy="535399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>
                  <a:latin typeface="+mj-ea"/>
                  <a:ea typeface="+mj-ea"/>
                </a:rPr>
                <a:t>M8 </a:t>
              </a:r>
              <a:r>
                <a:rPr lang="ko-KR" altLang="en-US" sz="1200">
                  <a:latin typeface="+mj-ea"/>
                  <a:ea typeface="+mj-ea"/>
                </a:rPr>
                <a:t>나사</a:t>
              </a: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0EF6F04D-9899-1398-7478-83BBE9DDAFEA}"/>
                </a:ext>
              </a:extLst>
            </p:cNvPr>
            <p:cNvSpPr/>
            <p:nvPr/>
          </p:nvSpPr>
          <p:spPr>
            <a:xfrm>
              <a:off x="4427689" y="2679831"/>
              <a:ext cx="1462979" cy="56369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>
                  <a:latin typeface="+mj-ea"/>
                  <a:ea typeface="+mj-ea"/>
                </a:rPr>
                <a:t>나사구멍</a:t>
              </a:r>
              <a:r>
                <a:rPr lang="en-US" altLang="ko-KR" sz="1200">
                  <a:latin typeface="+mj-ea"/>
                  <a:ea typeface="+mj-ea"/>
                </a:rPr>
                <a:t>:</a:t>
              </a:r>
              <a:r>
                <a:rPr lang="ko-KR" altLang="en-US" sz="1200">
                  <a:latin typeface="+mj-ea"/>
                  <a:ea typeface="+mj-ea"/>
                </a:rPr>
                <a:t> </a:t>
              </a:r>
              <a:r>
                <a:rPr lang="en-US" altLang="ko-KR" sz="1200">
                  <a:latin typeface="+mj-ea"/>
                  <a:ea typeface="+mj-ea"/>
                </a:rPr>
                <a:t>Ø8mm</a:t>
              </a:r>
              <a:endParaRPr lang="ko-KR" altLang="en-US" sz="1200">
                <a:latin typeface="+mj-ea"/>
                <a:ea typeface="+mj-ea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9E988333-4FEE-1CDE-8494-CF2FA6F20ADB}"/>
                </a:ext>
              </a:extLst>
            </p:cNvPr>
            <p:cNvSpPr/>
            <p:nvPr/>
          </p:nvSpPr>
          <p:spPr>
            <a:xfrm>
              <a:off x="3042933" y="3429855"/>
              <a:ext cx="261792" cy="24259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+mj-ea"/>
                <a:ea typeface="+mj-ea"/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4B9CDCAF-4974-2BFE-62B2-0A936BAE8357}"/>
                </a:ext>
              </a:extLst>
            </p:cNvPr>
            <p:cNvSpPr/>
            <p:nvPr/>
          </p:nvSpPr>
          <p:spPr>
            <a:xfrm>
              <a:off x="2879010" y="4028005"/>
              <a:ext cx="261792" cy="24259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+mj-ea"/>
                <a:ea typeface="+mj-ea"/>
              </a:endParaRP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38A02995-5132-160E-0833-EC6AB3E239CB}"/>
                </a:ext>
              </a:extLst>
            </p:cNvPr>
            <p:cNvSpPr/>
            <p:nvPr/>
          </p:nvSpPr>
          <p:spPr>
            <a:xfrm>
              <a:off x="629374" y="3045926"/>
              <a:ext cx="1619288" cy="535399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>
                  <a:latin typeface="+mj-ea"/>
                  <a:ea typeface="+mj-ea"/>
                </a:rPr>
                <a:t>M8 </a:t>
              </a:r>
              <a:r>
                <a:rPr lang="ko-KR" altLang="en-US" sz="1200">
                  <a:latin typeface="+mj-ea"/>
                  <a:ea typeface="+mj-ea"/>
                </a:rPr>
                <a:t>나사</a:t>
              </a:r>
            </a:p>
          </p:txBody>
        </p: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AF2286BF-BABF-925D-3E15-E9749BE52F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61568" y="3243526"/>
              <a:ext cx="97611" cy="456208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264065F9-EA46-C85C-11D6-F85687F50FD1}"/>
                </a:ext>
              </a:extLst>
            </p:cNvPr>
            <p:cNvCxnSpPr>
              <a:cxnSpLocks/>
            </p:cNvCxnSpPr>
            <p:nvPr/>
          </p:nvCxnSpPr>
          <p:spPr>
            <a:xfrm>
              <a:off x="2028692" y="2806973"/>
              <a:ext cx="1052580" cy="65840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0FFEF8D0-A150-F725-B333-2E4ECE45AEB1}"/>
                </a:ext>
              </a:extLst>
            </p:cNvPr>
            <p:cNvCxnSpPr>
              <a:cxnSpLocks/>
            </p:cNvCxnSpPr>
            <p:nvPr/>
          </p:nvCxnSpPr>
          <p:spPr>
            <a:xfrm>
              <a:off x="2011523" y="3502918"/>
              <a:ext cx="905826" cy="560614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B7AEB44-1F76-ED9E-8672-CDA5A9F5BC69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  <a:ea typeface="+mj-ea"/>
              </a:rPr>
              <a:t>부품 데이터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24986B12-1524-C74B-F590-F465652209F2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81A8C56E-6B3D-A78C-C3D1-8BB18E4D8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630B5D5-36ED-3AF4-7225-89D5E52EFB26}"/>
              </a:ext>
            </a:extLst>
          </p:cNvPr>
          <p:cNvSpPr txBox="1"/>
          <p:nvPr/>
        </p:nvSpPr>
        <p:spPr>
          <a:xfrm>
            <a:off x="350982" y="716826"/>
            <a:ext cx="11212368" cy="97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800" dirty="0">
                <a:latin typeface="+mj-ea"/>
                <a:ea typeface="+mj-ea"/>
              </a:rPr>
              <a:t>부품의 정의 기본 콘셉트</a:t>
            </a:r>
            <a:endParaRPr lang="en-US" altLang="ko-KR" sz="1800" dirty="0">
              <a:latin typeface="+mj-ea"/>
              <a:ea typeface="+mj-ea"/>
            </a:endParaRPr>
          </a:p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dirty="0">
                <a:latin typeface="+mj-ea"/>
                <a:ea typeface="+mj-ea"/>
              </a:rPr>
              <a:t>부품의 특성은 부품이 가진 </a:t>
            </a:r>
            <a:r>
              <a:rPr lang="ko-KR" altLang="en-US" dirty="0" err="1">
                <a:latin typeface="+mj-ea"/>
                <a:ea typeface="+mj-ea"/>
              </a:rPr>
              <a:t>조립부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en-US" altLang="ko-KR" dirty="0" err="1">
                <a:latin typeface="+mj-ea"/>
                <a:ea typeface="+mj-ea"/>
              </a:rPr>
              <a:t>AssemblyType</a:t>
            </a:r>
            <a:r>
              <a:rPr lang="en-US" altLang="ko-KR" dirty="0">
                <a:latin typeface="+mj-ea"/>
                <a:ea typeface="+mj-ea"/>
              </a:rPr>
              <a:t>)</a:t>
            </a:r>
            <a:r>
              <a:rPr lang="ko-KR" altLang="en-US" dirty="0">
                <a:latin typeface="+mj-ea"/>
                <a:ea typeface="+mj-ea"/>
              </a:rPr>
              <a:t>에 의하여 결정됨</a:t>
            </a:r>
            <a:r>
              <a:rPr lang="en-US" altLang="ko-KR" dirty="0">
                <a:latin typeface="+mj-ea"/>
                <a:ea typeface="+mj-ea"/>
              </a:rPr>
              <a:t>.</a:t>
            </a:r>
            <a:endParaRPr lang="en-US" altLang="ko-KR" sz="1800" dirty="0">
              <a:latin typeface="+mj-ea"/>
              <a:ea typeface="+mj-ea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D264A2E-E343-9EA2-E33E-8F16DD637C20}"/>
              </a:ext>
            </a:extLst>
          </p:cNvPr>
          <p:cNvGrpSpPr/>
          <p:nvPr/>
        </p:nvGrpSpPr>
        <p:grpSpPr>
          <a:xfrm>
            <a:off x="7134765" y="2477540"/>
            <a:ext cx="4751316" cy="816518"/>
            <a:chOff x="6736302" y="1760258"/>
            <a:chExt cx="5226969" cy="969351"/>
          </a:xfrm>
        </p:grpSpPr>
        <p:sp>
          <p:nvSpPr>
            <p:cNvPr id="104" name="타원 103">
              <a:extLst>
                <a:ext uri="{FF2B5EF4-FFF2-40B4-BE49-F238E27FC236}">
                  <a16:creationId xmlns:a16="http://schemas.microsoft.com/office/drawing/2014/main" id="{1928591B-00A8-9C15-A1DC-670CCE4AAE56}"/>
                </a:ext>
              </a:extLst>
            </p:cNvPr>
            <p:cNvSpPr/>
            <p:nvPr/>
          </p:nvSpPr>
          <p:spPr>
            <a:xfrm>
              <a:off x="8860446" y="2062192"/>
              <a:ext cx="1505785" cy="53004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200" dirty="0">
                  <a:latin typeface="+mj-ea"/>
                  <a:ea typeface="+mj-ea"/>
                </a:rPr>
                <a:t>도어 </a:t>
              </a:r>
              <a:r>
                <a:rPr lang="ko-KR" altLang="en-US" sz="1200" dirty="0" err="1">
                  <a:latin typeface="+mj-ea"/>
                  <a:ea typeface="+mj-ea"/>
                </a:rPr>
                <a:t>체커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012BEFF8-714C-B76F-8F9E-BBCD6DE4E7E6}"/>
                </a:ext>
              </a:extLst>
            </p:cNvPr>
            <p:cNvSpPr/>
            <p:nvPr/>
          </p:nvSpPr>
          <p:spPr>
            <a:xfrm>
              <a:off x="10573205" y="2100664"/>
              <a:ext cx="1390066" cy="4469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>
                  <a:latin typeface="+mj-ea"/>
                  <a:ea typeface="+mj-ea"/>
                </a:rPr>
                <a:t>Type D : I</a:t>
              </a:r>
              <a:endParaRPr lang="ko-KR" altLang="en-US" sz="1200">
                <a:latin typeface="+mj-ea"/>
                <a:ea typeface="+mj-ea"/>
              </a:endParaRPr>
            </a:p>
          </p:txBody>
        </p:sp>
        <p:cxnSp>
          <p:nvCxnSpPr>
            <p:cNvPr id="106" name="직선 연결선 105">
              <a:extLst>
                <a:ext uri="{FF2B5EF4-FFF2-40B4-BE49-F238E27FC236}">
                  <a16:creationId xmlns:a16="http://schemas.microsoft.com/office/drawing/2014/main" id="{323702AF-5EF0-7211-839F-E44B34F77C19}"/>
                </a:ext>
              </a:extLst>
            </p:cNvPr>
            <p:cNvCxnSpPr>
              <a:cxnSpLocks/>
              <a:endCxn id="104" idx="2"/>
            </p:cNvCxnSpPr>
            <p:nvPr/>
          </p:nvCxnSpPr>
          <p:spPr>
            <a:xfrm flipV="1">
              <a:off x="8642340" y="2327213"/>
              <a:ext cx="218106" cy="8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39738F50-5C36-61C6-8254-D633371DCD7E}"/>
                </a:ext>
              </a:extLst>
            </p:cNvPr>
            <p:cNvCxnSpPr>
              <a:cxnSpLocks/>
              <a:stCxn id="105" idx="2"/>
              <a:endCxn id="104" idx="6"/>
            </p:cNvCxnSpPr>
            <p:nvPr/>
          </p:nvCxnSpPr>
          <p:spPr>
            <a:xfrm flipH="1">
              <a:off x="10366230" y="2324121"/>
              <a:ext cx="206975" cy="3093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8" name="그룹 107">
              <a:extLst>
                <a:ext uri="{FF2B5EF4-FFF2-40B4-BE49-F238E27FC236}">
                  <a16:creationId xmlns:a16="http://schemas.microsoft.com/office/drawing/2014/main" id="{15A9066B-1F8E-A999-ED55-7114DD094549}"/>
                </a:ext>
              </a:extLst>
            </p:cNvPr>
            <p:cNvGrpSpPr/>
            <p:nvPr/>
          </p:nvGrpSpPr>
          <p:grpSpPr>
            <a:xfrm>
              <a:off x="6736302" y="1760258"/>
              <a:ext cx="1906038" cy="969351"/>
              <a:chOff x="6399204" y="1325911"/>
              <a:chExt cx="2157076" cy="1451500"/>
            </a:xfrm>
          </p:grpSpPr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AE3D3F88-A1B6-B795-B33E-6DBE01F3A345}"/>
                  </a:ext>
                </a:extLst>
              </p:cNvPr>
              <p:cNvSpPr/>
              <p:nvPr/>
            </p:nvSpPr>
            <p:spPr>
              <a:xfrm>
                <a:off x="6399204" y="1572343"/>
                <a:ext cx="2157076" cy="1205068"/>
              </a:xfrm>
              <a:prstGeom prst="roundRect">
                <a:avLst/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110" name="타원 109">
                <a:extLst>
                  <a:ext uri="{FF2B5EF4-FFF2-40B4-BE49-F238E27FC236}">
                    <a16:creationId xmlns:a16="http://schemas.microsoft.com/office/drawing/2014/main" id="{8F8EE6BF-08C5-3C9B-C5CE-5EB0EC15C33E}"/>
                  </a:ext>
                </a:extLst>
              </p:cNvPr>
              <p:cNvSpPr/>
              <p:nvPr/>
            </p:nvSpPr>
            <p:spPr>
              <a:xfrm>
                <a:off x="6637025" y="1325911"/>
                <a:ext cx="1704107" cy="524164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Type C : M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9C24E465-3FAA-B45B-E92E-C646401FEBE9}"/>
                  </a:ext>
                </a:extLst>
              </p:cNvPr>
              <p:cNvSpPr/>
              <p:nvPr/>
            </p:nvSpPr>
            <p:spPr>
              <a:xfrm>
                <a:off x="6529506" y="2000693"/>
                <a:ext cx="890695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M8 </a:t>
                </a:r>
                <a:r>
                  <a:rPr lang="ko-KR" altLang="en-US" sz="1200">
                    <a:latin typeface="+mj-ea"/>
                    <a:ea typeface="+mj-ea"/>
                  </a:rPr>
                  <a:t>나사</a:t>
                </a:r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05C3FE88-3AA6-9917-EA81-53866FC65BAF}"/>
                  </a:ext>
                </a:extLst>
              </p:cNvPr>
              <p:cNvSpPr/>
              <p:nvPr/>
            </p:nvSpPr>
            <p:spPr>
              <a:xfrm>
                <a:off x="7514250" y="2000693"/>
                <a:ext cx="890695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M8 </a:t>
                </a:r>
                <a:r>
                  <a:rPr lang="ko-KR" altLang="en-US" sz="1200">
                    <a:latin typeface="+mj-ea"/>
                    <a:ea typeface="+mj-ea"/>
                  </a:rPr>
                  <a:t>나사</a:t>
                </a:r>
              </a:p>
            </p:txBody>
          </p:sp>
        </p:grp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3AD753F7-6124-DCC6-CF00-B358E3ED60E8}"/>
              </a:ext>
            </a:extLst>
          </p:cNvPr>
          <p:cNvGrpSpPr/>
          <p:nvPr/>
        </p:nvGrpSpPr>
        <p:grpSpPr>
          <a:xfrm>
            <a:off x="425247" y="4131711"/>
            <a:ext cx="5526178" cy="2131102"/>
            <a:chOff x="217046" y="4520735"/>
            <a:chExt cx="6079400" cy="2529994"/>
          </a:xfrm>
        </p:grpSpPr>
        <p:pic>
          <p:nvPicPr>
            <p:cNvPr id="87" name="Picture 2">
              <a:extLst>
                <a:ext uri="{FF2B5EF4-FFF2-40B4-BE49-F238E27FC236}">
                  <a16:creationId xmlns:a16="http://schemas.microsoft.com/office/drawing/2014/main" id="{1BA97D1A-5D78-CFB5-602C-9FE752A00B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17667" y1="33250" x2="13333" y2="45625"/>
                          <a14:foregroundMark x1="13333" y1="45625" x2="12417" y2="53375"/>
                          <a14:foregroundMark x1="12417" y1="53375" x2="13333" y2="61000"/>
                          <a14:foregroundMark x1="13333" y1="61000" x2="16417" y2="69375"/>
                          <a14:foregroundMark x1="16417" y1="69375" x2="25750" y2="75500"/>
                          <a14:foregroundMark x1="18833" y1="64625" x2="27000" y2="65250"/>
                          <a14:foregroundMark x1="27000" y1="65250" x2="24083" y2="61875"/>
                          <a14:foregroundMark x1="30917" y1="63750" x2="30917" y2="63750"/>
                          <a14:foregroundMark x1="30417" y1="61250" x2="23167" y2="60750"/>
                          <a14:foregroundMark x1="23167" y1="60750" x2="17750" y2="54250"/>
                          <a14:foregroundMark x1="17750" y1="54250" x2="17750" y2="51500"/>
                          <a14:foregroundMark x1="31583" y1="63250" x2="17917" y2="65625"/>
                          <a14:foregroundMark x1="26917" y1="74250" x2="27917" y2="75375"/>
                          <a14:foregroundMark x1="28750" y1="74500" x2="27667" y2="76750"/>
                          <a14:foregroundMark x1="28250" y1="76250" x2="27833" y2="76875"/>
                          <a14:foregroundMark x1="84500" y1="38625" x2="87833" y2="38125"/>
                          <a14:foregroundMark x1="77083" y1="34250" x2="79417" y2="33125"/>
                          <a14:foregroundMark x1="28083" y1="60250" x2="24000" y2="56000"/>
                          <a14:foregroundMark x1="24000" y1="56000" x2="20500" y2="44125"/>
                          <a14:foregroundMark x1="20500" y1="44125" x2="23917" y2="39250"/>
                          <a14:foregroundMark x1="23917" y1="39250" x2="29500" y2="37625"/>
                          <a14:foregroundMark x1="29500" y1="37625" x2="42667" y2="38125"/>
                          <a14:foregroundMark x1="26167" y1="66375" x2="32417" y2="64875"/>
                          <a14:foregroundMark x1="24000" y1="72250" x2="23250" y2="73375"/>
                          <a14:foregroundMark x1="23750" y1="72250" x2="23750" y2="72250"/>
                          <a14:foregroundMark x1="23167" y1="72250" x2="24250" y2="71500"/>
                          <a14:foregroundMark x1="28417" y1="74125" x2="27083" y2="77000"/>
                          <a14:foregroundMark x1="11000" y1="50375" x2="13000" y2="36500"/>
                          <a14:foregroundMark x1="13000" y1="36500" x2="13250" y2="35500"/>
                          <a14:backgroundMark x1="58167" y1="44875" x2="57667" y2="44875"/>
                          <a14:backgroundMark x1="18500" y1="68000" x2="29083" y2="690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7559" y="4520735"/>
              <a:ext cx="3794991" cy="25299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98D2DF24-80CA-33DC-776F-5800A69F4C43}"/>
                </a:ext>
              </a:extLst>
            </p:cNvPr>
            <p:cNvGrpSpPr/>
            <p:nvPr/>
          </p:nvGrpSpPr>
          <p:grpSpPr>
            <a:xfrm>
              <a:off x="217046" y="4564005"/>
              <a:ext cx="6079400" cy="2039392"/>
              <a:chOff x="217046" y="4564005"/>
              <a:chExt cx="6079400" cy="2039392"/>
            </a:xfrm>
          </p:grpSpPr>
          <p:sp>
            <p:nvSpPr>
              <p:cNvPr id="89" name="타원 88">
                <a:extLst>
                  <a:ext uri="{FF2B5EF4-FFF2-40B4-BE49-F238E27FC236}">
                    <a16:creationId xmlns:a16="http://schemas.microsoft.com/office/drawing/2014/main" id="{77D61DC0-252A-299B-58C4-3063195C33AA}"/>
                  </a:ext>
                </a:extLst>
              </p:cNvPr>
              <p:cNvSpPr/>
              <p:nvPr/>
            </p:nvSpPr>
            <p:spPr>
              <a:xfrm>
                <a:off x="2591376" y="5771708"/>
                <a:ext cx="288000" cy="287999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0" name="타원 89">
                <a:extLst>
                  <a:ext uri="{FF2B5EF4-FFF2-40B4-BE49-F238E27FC236}">
                    <a16:creationId xmlns:a16="http://schemas.microsoft.com/office/drawing/2014/main" id="{5AA6481C-0878-AD04-3B2F-A021D4BA6C17}"/>
                  </a:ext>
                </a:extLst>
              </p:cNvPr>
              <p:cNvSpPr/>
              <p:nvPr/>
            </p:nvSpPr>
            <p:spPr>
              <a:xfrm>
                <a:off x="2151456" y="5248150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1" name="타원 90">
                <a:extLst>
                  <a:ext uri="{FF2B5EF4-FFF2-40B4-BE49-F238E27FC236}">
                    <a16:creationId xmlns:a16="http://schemas.microsoft.com/office/drawing/2014/main" id="{79FCD634-5A3A-208E-247A-EAB0BFD69135}"/>
                  </a:ext>
                </a:extLst>
              </p:cNvPr>
              <p:cNvSpPr/>
              <p:nvPr/>
            </p:nvSpPr>
            <p:spPr>
              <a:xfrm>
                <a:off x="1975923" y="5692556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2" name="타원 91">
                <a:extLst>
                  <a:ext uri="{FF2B5EF4-FFF2-40B4-BE49-F238E27FC236}">
                    <a16:creationId xmlns:a16="http://schemas.microsoft.com/office/drawing/2014/main" id="{5C87CC76-D2B7-BF3A-8EFC-60252F37B185}"/>
                  </a:ext>
                </a:extLst>
              </p:cNvPr>
              <p:cNvSpPr/>
              <p:nvPr/>
            </p:nvSpPr>
            <p:spPr>
              <a:xfrm>
                <a:off x="2022702" y="5877784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3" name="타원 92">
                <a:extLst>
                  <a:ext uri="{FF2B5EF4-FFF2-40B4-BE49-F238E27FC236}">
                    <a16:creationId xmlns:a16="http://schemas.microsoft.com/office/drawing/2014/main" id="{E2921218-116F-E1B7-EEDD-42723C0CB715}"/>
                  </a:ext>
                </a:extLst>
              </p:cNvPr>
              <p:cNvSpPr/>
              <p:nvPr/>
            </p:nvSpPr>
            <p:spPr>
              <a:xfrm>
                <a:off x="4790387" y="5111225"/>
                <a:ext cx="400737" cy="422799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4" name="타원 93">
                <a:extLst>
                  <a:ext uri="{FF2B5EF4-FFF2-40B4-BE49-F238E27FC236}">
                    <a16:creationId xmlns:a16="http://schemas.microsoft.com/office/drawing/2014/main" id="{DE1B3702-16D2-5363-8F77-D62B2271E23A}"/>
                  </a:ext>
                </a:extLst>
              </p:cNvPr>
              <p:cNvSpPr/>
              <p:nvPr/>
            </p:nvSpPr>
            <p:spPr>
              <a:xfrm>
                <a:off x="217046" y="4564005"/>
                <a:ext cx="1332338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M6</a:t>
                </a:r>
                <a:endParaRPr lang="ko-KR" altLang="en-US" sz="1200">
                  <a:latin typeface="+mj-ea"/>
                  <a:ea typeface="+mj-ea"/>
                </a:endParaRPr>
              </a:p>
              <a:p>
                <a:pPr algn="ctr"/>
                <a:r>
                  <a:rPr lang="ko-KR" altLang="en-US" sz="1200" err="1">
                    <a:latin typeface="+mj-ea"/>
                    <a:ea typeface="+mj-ea"/>
                  </a:rPr>
                  <a:t>나사탭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id="{94F2615B-AA8D-2C1C-4950-8297BB579BEE}"/>
                  </a:ext>
                </a:extLst>
              </p:cNvPr>
              <p:cNvSpPr/>
              <p:nvPr/>
            </p:nvSpPr>
            <p:spPr>
              <a:xfrm>
                <a:off x="217046" y="5265895"/>
                <a:ext cx="1332338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M6</a:t>
                </a:r>
                <a:endParaRPr lang="ko-KR" altLang="en-US" sz="1200">
                  <a:latin typeface="+mj-ea"/>
                  <a:ea typeface="+mj-ea"/>
                </a:endParaRPr>
              </a:p>
              <a:p>
                <a:pPr algn="ctr"/>
                <a:r>
                  <a:rPr lang="ko-KR" altLang="en-US" sz="1200" err="1">
                    <a:latin typeface="+mj-ea"/>
                    <a:ea typeface="+mj-ea"/>
                  </a:rPr>
                  <a:t>나사탭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A384308B-2F5F-B0CD-B854-48797F6E7758}"/>
                  </a:ext>
                </a:extLst>
              </p:cNvPr>
              <p:cNvSpPr/>
              <p:nvPr/>
            </p:nvSpPr>
            <p:spPr>
              <a:xfrm>
                <a:off x="217046" y="5967784"/>
                <a:ext cx="1332338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M6 </a:t>
                </a:r>
                <a:r>
                  <a:rPr lang="ko-KR" altLang="en-US" sz="1200">
                    <a:latin typeface="+mj-ea"/>
                    <a:ea typeface="+mj-ea"/>
                  </a:rPr>
                  <a:t>규격 </a:t>
                </a:r>
              </a:p>
              <a:p>
                <a:pPr algn="ctr"/>
                <a:r>
                  <a:rPr lang="ko-KR" altLang="en-US" sz="1200" err="1">
                    <a:latin typeface="+mj-ea"/>
                    <a:ea typeface="+mj-ea"/>
                  </a:rPr>
                  <a:t>나사탭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7" name="타원 96">
                <a:extLst>
                  <a:ext uri="{FF2B5EF4-FFF2-40B4-BE49-F238E27FC236}">
                    <a16:creationId xmlns:a16="http://schemas.microsoft.com/office/drawing/2014/main" id="{770098C2-DACC-061B-C8E2-31CCF8BA066C}"/>
                  </a:ext>
                </a:extLst>
              </p:cNvPr>
              <p:cNvSpPr/>
              <p:nvPr/>
            </p:nvSpPr>
            <p:spPr>
              <a:xfrm>
                <a:off x="3266368" y="5926678"/>
                <a:ext cx="1332338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200">
                    <a:latin typeface="+mj-ea"/>
                    <a:ea typeface="+mj-ea"/>
                  </a:rPr>
                  <a:t>도어 래치 커넥터</a:t>
                </a:r>
              </a:p>
            </p:txBody>
          </p:sp>
          <p:sp>
            <p:nvSpPr>
              <p:cNvPr id="98" name="타원 97">
                <a:extLst>
                  <a:ext uri="{FF2B5EF4-FFF2-40B4-BE49-F238E27FC236}">
                    <a16:creationId xmlns:a16="http://schemas.microsoft.com/office/drawing/2014/main" id="{56F31259-9FFD-1900-179E-C6CD9C307355}"/>
                  </a:ext>
                </a:extLst>
              </p:cNvPr>
              <p:cNvSpPr/>
              <p:nvPr/>
            </p:nvSpPr>
            <p:spPr>
              <a:xfrm>
                <a:off x="4964108" y="5782556"/>
                <a:ext cx="1332338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200" dirty="0">
                    <a:latin typeface="+mj-ea"/>
                    <a:ea typeface="+mj-ea"/>
                  </a:rPr>
                  <a:t>래치 케이블</a:t>
                </a:r>
              </a:p>
            </p:txBody>
          </p:sp>
          <p:cxnSp>
            <p:nvCxnSpPr>
              <p:cNvPr id="99" name="직선 화살표 연결선 98">
                <a:extLst>
                  <a:ext uri="{FF2B5EF4-FFF2-40B4-BE49-F238E27FC236}">
                    <a16:creationId xmlns:a16="http://schemas.microsoft.com/office/drawing/2014/main" id="{B5FDA5C2-ABDD-3AF7-D4E9-8D74A499819F}"/>
                  </a:ext>
                </a:extLst>
              </p:cNvPr>
              <p:cNvCxnSpPr>
                <a:cxnSpLocks/>
                <a:stCxn id="94" idx="6"/>
                <a:endCxn id="90" idx="1"/>
              </p:cNvCxnSpPr>
              <p:nvPr/>
            </p:nvCxnSpPr>
            <p:spPr>
              <a:xfrm>
                <a:off x="1549384" y="4881812"/>
                <a:ext cx="628432" cy="392698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화살표 연결선 99">
                <a:extLst>
                  <a:ext uri="{FF2B5EF4-FFF2-40B4-BE49-F238E27FC236}">
                    <a16:creationId xmlns:a16="http://schemas.microsoft.com/office/drawing/2014/main" id="{C850D6D4-8D48-F52D-8B4F-6590F5AB01DD}"/>
                  </a:ext>
                </a:extLst>
              </p:cNvPr>
              <p:cNvCxnSpPr>
                <a:cxnSpLocks/>
                <a:stCxn id="95" idx="6"/>
                <a:endCxn id="91" idx="1"/>
              </p:cNvCxnSpPr>
              <p:nvPr/>
            </p:nvCxnSpPr>
            <p:spPr>
              <a:xfrm>
                <a:off x="1549384" y="5583702"/>
                <a:ext cx="452899" cy="135214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직선 화살표 연결선 100">
                <a:extLst>
                  <a:ext uri="{FF2B5EF4-FFF2-40B4-BE49-F238E27FC236}">
                    <a16:creationId xmlns:a16="http://schemas.microsoft.com/office/drawing/2014/main" id="{C9F1DE5B-70D6-57C3-FC18-55A847546758}"/>
                  </a:ext>
                </a:extLst>
              </p:cNvPr>
              <p:cNvCxnSpPr>
                <a:cxnSpLocks/>
                <a:stCxn id="96" idx="6"/>
                <a:endCxn id="92" idx="3"/>
              </p:cNvCxnSpPr>
              <p:nvPr/>
            </p:nvCxnSpPr>
            <p:spPr>
              <a:xfrm flipV="1">
                <a:off x="1549384" y="6031424"/>
                <a:ext cx="499678" cy="254167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직선 화살표 연결선 101">
                <a:extLst>
                  <a:ext uri="{FF2B5EF4-FFF2-40B4-BE49-F238E27FC236}">
                    <a16:creationId xmlns:a16="http://schemas.microsoft.com/office/drawing/2014/main" id="{ECDADB0F-BFF0-3EB1-96D8-4DA80C75A68D}"/>
                  </a:ext>
                </a:extLst>
              </p:cNvPr>
              <p:cNvCxnSpPr>
                <a:cxnSpLocks/>
                <a:stCxn id="97" idx="1"/>
                <a:endCxn id="89" idx="6"/>
              </p:cNvCxnSpPr>
              <p:nvPr/>
            </p:nvCxnSpPr>
            <p:spPr>
              <a:xfrm flipH="1" flipV="1">
                <a:off x="2879375" y="5915707"/>
                <a:ext cx="582109" cy="104054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직선 화살표 연결선 102">
                <a:extLst>
                  <a:ext uri="{FF2B5EF4-FFF2-40B4-BE49-F238E27FC236}">
                    <a16:creationId xmlns:a16="http://schemas.microsoft.com/office/drawing/2014/main" id="{F62BB9B3-81BD-172D-525A-A118BB73039A}"/>
                  </a:ext>
                </a:extLst>
              </p:cNvPr>
              <p:cNvCxnSpPr>
                <a:cxnSpLocks/>
                <a:stCxn id="87" idx="3"/>
                <a:endCxn id="93" idx="5"/>
              </p:cNvCxnSpPr>
              <p:nvPr/>
            </p:nvCxnSpPr>
            <p:spPr>
              <a:xfrm flipH="1" flipV="1">
                <a:off x="5132437" y="5472107"/>
                <a:ext cx="280113" cy="313625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35C43935-ACD6-F95D-4C07-0CFA88D448A8}"/>
              </a:ext>
            </a:extLst>
          </p:cNvPr>
          <p:cNvGrpSpPr/>
          <p:nvPr/>
        </p:nvGrpSpPr>
        <p:grpSpPr>
          <a:xfrm>
            <a:off x="7378811" y="3793417"/>
            <a:ext cx="4395608" cy="2386158"/>
            <a:chOff x="7075904" y="3613607"/>
            <a:chExt cx="4835651" cy="2832789"/>
          </a:xfrm>
        </p:grpSpPr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D576B4CF-B0E6-D0FD-4AA0-52E135AB0F88}"/>
                </a:ext>
              </a:extLst>
            </p:cNvPr>
            <p:cNvSpPr/>
            <p:nvPr/>
          </p:nvSpPr>
          <p:spPr>
            <a:xfrm>
              <a:off x="8860446" y="5411163"/>
              <a:ext cx="1505785" cy="53004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200" dirty="0">
                  <a:latin typeface="+mj-ea"/>
                  <a:ea typeface="+mj-ea"/>
                </a:rPr>
                <a:t>도어 래치</a:t>
              </a:r>
            </a:p>
          </p:txBody>
        </p:sp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E4CAB46F-FE08-87C3-1ED0-F28AD2779E68}"/>
                </a:ext>
              </a:extLst>
            </p:cNvPr>
            <p:cNvGrpSpPr/>
            <p:nvPr/>
          </p:nvGrpSpPr>
          <p:grpSpPr>
            <a:xfrm>
              <a:off x="7075904" y="3613607"/>
              <a:ext cx="2459138" cy="1497799"/>
              <a:chOff x="6879404" y="4238877"/>
              <a:chExt cx="2459138" cy="1497799"/>
            </a:xfrm>
          </p:grpSpPr>
          <p:sp>
            <p:nvSpPr>
              <p:cNvPr id="81" name="사각형: 둥근 모서리 80">
                <a:extLst>
                  <a:ext uri="{FF2B5EF4-FFF2-40B4-BE49-F238E27FC236}">
                    <a16:creationId xmlns:a16="http://schemas.microsoft.com/office/drawing/2014/main" id="{8A4B99DA-6A1F-828F-5651-914AAA0595A6}"/>
                  </a:ext>
                </a:extLst>
              </p:cNvPr>
              <p:cNvSpPr/>
              <p:nvPr/>
            </p:nvSpPr>
            <p:spPr>
              <a:xfrm>
                <a:off x="6879404" y="4399477"/>
                <a:ext cx="2459138" cy="1337199"/>
              </a:xfrm>
              <a:prstGeom prst="roundRect">
                <a:avLst/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grpSp>
            <p:nvGrpSpPr>
              <p:cNvPr id="82" name="그룹 81">
                <a:extLst>
                  <a:ext uri="{FF2B5EF4-FFF2-40B4-BE49-F238E27FC236}">
                    <a16:creationId xmlns:a16="http://schemas.microsoft.com/office/drawing/2014/main" id="{106FFB7E-36C3-43A4-0368-D4F4D7F19157}"/>
                  </a:ext>
                </a:extLst>
              </p:cNvPr>
              <p:cNvGrpSpPr/>
              <p:nvPr/>
            </p:nvGrpSpPr>
            <p:grpSpPr>
              <a:xfrm>
                <a:off x="7040432" y="4685541"/>
                <a:ext cx="2137083" cy="945573"/>
                <a:chOff x="7027954" y="4685541"/>
                <a:chExt cx="2137083" cy="945573"/>
              </a:xfrm>
            </p:grpSpPr>
            <p:sp>
              <p:nvSpPr>
                <p:cNvPr id="84" name="타원 83">
                  <a:extLst>
                    <a:ext uri="{FF2B5EF4-FFF2-40B4-BE49-F238E27FC236}">
                      <a16:creationId xmlns:a16="http://schemas.microsoft.com/office/drawing/2014/main" id="{FB2F4A43-018E-2BDB-22C9-C0AA3762697D}"/>
                    </a:ext>
                  </a:extLst>
                </p:cNvPr>
                <p:cNvSpPr/>
                <p:nvPr/>
              </p:nvSpPr>
              <p:spPr>
                <a:xfrm>
                  <a:off x="7027954" y="4685541"/>
                  <a:ext cx="1014443" cy="4244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M6 </a:t>
                  </a:r>
                  <a:r>
                    <a:rPr lang="ko-KR" altLang="en-US" sz="1200">
                      <a:latin typeface="+mj-ea"/>
                      <a:ea typeface="+mj-ea"/>
                    </a:rPr>
                    <a:t>나사탭</a:t>
                  </a:r>
                </a:p>
              </p:txBody>
            </p:sp>
            <p:sp>
              <p:nvSpPr>
                <p:cNvPr id="85" name="타원 84">
                  <a:extLst>
                    <a:ext uri="{FF2B5EF4-FFF2-40B4-BE49-F238E27FC236}">
                      <a16:creationId xmlns:a16="http://schemas.microsoft.com/office/drawing/2014/main" id="{CB4F5E59-B07E-6337-7CB5-3542C8B8303C}"/>
                    </a:ext>
                  </a:extLst>
                </p:cNvPr>
                <p:cNvSpPr/>
                <p:nvPr/>
              </p:nvSpPr>
              <p:spPr>
                <a:xfrm>
                  <a:off x="8150594" y="4685541"/>
                  <a:ext cx="1014443" cy="4244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M6 </a:t>
                  </a:r>
                  <a:r>
                    <a:rPr lang="ko-KR" altLang="en-US" sz="1200" err="1">
                      <a:latin typeface="+mj-ea"/>
                      <a:ea typeface="+mj-ea"/>
                    </a:rPr>
                    <a:t>나사탭</a:t>
                  </a:r>
                  <a:endParaRPr lang="ko-KR" altLang="en-US" sz="1200">
                    <a:latin typeface="+mj-ea"/>
                    <a:ea typeface="+mj-ea"/>
                  </a:endParaRPr>
                </a:p>
              </p:txBody>
            </p:sp>
            <p:sp>
              <p:nvSpPr>
                <p:cNvPr id="86" name="타원 85">
                  <a:extLst>
                    <a:ext uri="{FF2B5EF4-FFF2-40B4-BE49-F238E27FC236}">
                      <a16:creationId xmlns:a16="http://schemas.microsoft.com/office/drawing/2014/main" id="{4F6F8205-CF08-6AF7-9521-0856BD41E2AE}"/>
                    </a:ext>
                  </a:extLst>
                </p:cNvPr>
                <p:cNvSpPr/>
                <p:nvPr/>
              </p:nvSpPr>
              <p:spPr>
                <a:xfrm>
                  <a:off x="7589274" y="5206634"/>
                  <a:ext cx="1014443" cy="4244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M6 </a:t>
                  </a:r>
                  <a:r>
                    <a:rPr lang="ko-KR" altLang="en-US" sz="1200" err="1">
                      <a:latin typeface="+mj-ea"/>
                      <a:ea typeface="+mj-ea"/>
                    </a:rPr>
                    <a:t>나사탭</a:t>
                  </a:r>
                  <a:endParaRPr lang="ko-KR" altLang="en-US" sz="1200"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83" name="타원 82">
                <a:extLst>
                  <a:ext uri="{FF2B5EF4-FFF2-40B4-BE49-F238E27FC236}">
                    <a16:creationId xmlns:a16="http://schemas.microsoft.com/office/drawing/2014/main" id="{8D9A10E9-7506-7AD6-7013-BF8E314E9DBE}"/>
                  </a:ext>
                </a:extLst>
              </p:cNvPr>
              <p:cNvSpPr/>
              <p:nvPr/>
            </p:nvSpPr>
            <p:spPr>
              <a:xfrm>
                <a:off x="7356081" y="4238877"/>
                <a:ext cx="1505785" cy="350051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Type B : F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</p:grpSp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BA44FD7F-2A15-6E6A-F08A-70F3E70D64D1}"/>
                </a:ext>
              </a:extLst>
            </p:cNvPr>
            <p:cNvSpPr/>
            <p:nvPr/>
          </p:nvSpPr>
          <p:spPr>
            <a:xfrm>
              <a:off x="10342428" y="4651123"/>
              <a:ext cx="1475561" cy="4469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>
                  <a:latin typeface="+mj-ea"/>
                  <a:ea typeface="+mj-ea"/>
                </a:rPr>
                <a:t>Type A : F</a:t>
              </a:r>
              <a:endParaRPr lang="ko-KR" altLang="en-US" sz="1200">
                <a:latin typeface="+mj-ea"/>
                <a:ea typeface="+mj-ea"/>
              </a:endParaRPr>
            </a:p>
          </p:txBody>
        </p: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59922138-F607-F817-C4BC-2E1229DF564C}"/>
                </a:ext>
              </a:extLst>
            </p:cNvPr>
            <p:cNvSpPr/>
            <p:nvPr/>
          </p:nvSpPr>
          <p:spPr>
            <a:xfrm>
              <a:off x="10435994" y="5990700"/>
              <a:ext cx="1475561" cy="4469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>
                  <a:latin typeface="+mj-ea"/>
                  <a:ea typeface="+mj-ea"/>
                </a:rPr>
                <a:t>Type E : M</a:t>
              </a:r>
              <a:endParaRPr lang="ko-KR" altLang="en-US" sz="1200">
                <a:latin typeface="+mj-ea"/>
                <a:ea typeface="+mj-ea"/>
              </a:endParaRPr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D6D6160A-5720-2711-59B1-E1A3453531A7}"/>
                </a:ext>
              </a:extLst>
            </p:cNvPr>
            <p:cNvSpPr/>
            <p:nvPr/>
          </p:nvSpPr>
          <p:spPr>
            <a:xfrm>
              <a:off x="7425192" y="5999483"/>
              <a:ext cx="1536214" cy="4469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>
                  <a:latin typeface="+mj-ea"/>
                  <a:ea typeface="+mj-ea"/>
                </a:rPr>
                <a:t>Type F : M </a:t>
              </a:r>
              <a:endParaRPr lang="ko-KR" altLang="en-US" sz="1200">
                <a:latin typeface="+mj-ea"/>
                <a:ea typeface="+mj-ea"/>
              </a:endParaRPr>
            </a:p>
          </p:txBody>
        </p: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998696DC-D650-5725-CDAD-0F0416EBC1AC}"/>
                </a:ext>
              </a:extLst>
            </p:cNvPr>
            <p:cNvCxnSpPr>
              <a:cxnSpLocks/>
              <a:endCxn id="71" idx="1"/>
            </p:cNvCxnSpPr>
            <p:nvPr/>
          </p:nvCxnSpPr>
          <p:spPr>
            <a:xfrm>
              <a:off x="8305473" y="5111406"/>
              <a:ext cx="775490" cy="37738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F1AA3F38-C726-C028-5594-03B604C84D06}"/>
                </a:ext>
              </a:extLst>
            </p:cNvPr>
            <p:cNvCxnSpPr>
              <a:cxnSpLocks/>
              <a:stCxn id="71" idx="7"/>
              <a:endCxn id="73" idx="3"/>
            </p:cNvCxnSpPr>
            <p:nvPr/>
          </p:nvCxnSpPr>
          <p:spPr>
            <a:xfrm flipV="1">
              <a:off x="10145714" y="5032587"/>
              <a:ext cx="412805" cy="456199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A0B4B257-03B3-514B-FE6E-A8F109A8D120}"/>
                </a:ext>
              </a:extLst>
            </p:cNvPr>
            <p:cNvCxnSpPr>
              <a:cxnSpLocks/>
              <a:stCxn id="74" idx="1"/>
              <a:endCxn id="71" idx="5"/>
            </p:cNvCxnSpPr>
            <p:nvPr/>
          </p:nvCxnSpPr>
          <p:spPr>
            <a:xfrm flipH="1" flipV="1">
              <a:off x="10145714" y="5863583"/>
              <a:ext cx="506370" cy="19256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EE513D6C-AC8F-7ED0-01AE-99CFBFA4EBBE}"/>
                </a:ext>
              </a:extLst>
            </p:cNvPr>
            <p:cNvCxnSpPr>
              <a:cxnSpLocks/>
              <a:stCxn id="75" idx="7"/>
              <a:endCxn id="71" idx="3"/>
            </p:cNvCxnSpPr>
            <p:nvPr/>
          </p:nvCxnSpPr>
          <p:spPr>
            <a:xfrm flipV="1">
              <a:off x="8736432" y="5863583"/>
              <a:ext cx="344530" cy="20135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59992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8C8D1-8B62-D9CD-D35B-5CF15CCDE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1F2C2C-312D-85A4-1CA6-B927DAB2B0FB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</a:rPr>
              <a:t>부품 데이터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6A89349D-7095-ECED-8205-AC4B2192B41D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418DE212-B951-7887-75D3-DE655AB0C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3ACF34C-8859-1C02-F2C1-C1ED351333D1}"/>
              </a:ext>
            </a:extLst>
          </p:cNvPr>
          <p:cNvSpPr txBox="1"/>
          <p:nvPr/>
        </p:nvSpPr>
        <p:spPr>
          <a:xfrm>
            <a:off x="350982" y="716826"/>
            <a:ext cx="11104418" cy="1658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dirty="0">
                <a:latin typeface="+mj-ea"/>
                <a:ea typeface="+mj-ea"/>
              </a:rPr>
              <a:t>부품의 조립 관련 정보를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en-US" altLang="ko-KR" dirty="0" err="1">
                <a:latin typeface="+mj-ea"/>
                <a:ea typeface="+mj-ea"/>
              </a:rPr>
              <a:t>AssemblyType</a:t>
            </a:r>
            <a:r>
              <a:rPr lang="ko-KR" altLang="en-US" dirty="0">
                <a:latin typeface="+mj-ea"/>
                <a:ea typeface="+mj-ea"/>
              </a:rPr>
              <a:t> 객체와 </a:t>
            </a:r>
            <a:r>
              <a:rPr lang="en-US" altLang="ko-KR" dirty="0">
                <a:latin typeface="+mj-ea"/>
                <a:ea typeface="+mj-ea"/>
              </a:rPr>
              <a:t>Item </a:t>
            </a:r>
            <a:r>
              <a:rPr lang="ko-KR" altLang="en-US" dirty="0">
                <a:latin typeface="+mj-ea"/>
                <a:ea typeface="+mj-ea"/>
              </a:rPr>
              <a:t>객체로 모델링하여 </a:t>
            </a:r>
            <a:endParaRPr lang="en-US" altLang="ko-KR" dirty="0">
              <a:latin typeface="+mj-ea"/>
              <a:ea typeface="+mj-ea"/>
            </a:endParaRPr>
          </a:p>
          <a:p>
            <a:pPr lvl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400" dirty="0">
                <a:latin typeface="+mj-ea"/>
                <a:ea typeface="+mj-ea"/>
              </a:rPr>
              <a:t>조립의 단위인 부품을 소프트웨어적으로 모방함</a:t>
            </a:r>
            <a:endParaRPr lang="en-US" altLang="ko-KR" sz="1400" dirty="0">
              <a:latin typeface="+mj-ea"/>
              <a:ea typeface="+mj-ea"/>
            </a:endParaRPr>
          </a:p>
          <a:p>
            <a:pPr lvl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>
                <a:latin typeface="+mj-ea"/>
                <a:ea typeface="+mj-ea"/>
              </a:rPr>
              <a:t>- </a:t>
            </a:r>
            <a:r>
              <a:rPr lang="en-US" altLang="ko-KR" sz="1400" dirty="0" err="1">
                <a:latin typeface="+mj-ea"/>
              </a:rPr>
              <a:t>AssemblyType</a:t>
            </a:r>
            <a:r>
              <a:rPr lang="en-US" altLang="ko-KR" sz="1400" dirty="0">
                <a:latin typeface="+mj-ea"/>
              </a:rPr>
              <a:t>: </a:t>
            </a:r>
            <a:r>
              <a:rPr lang="ko-KR" altLang="en-US" sz="1400" dirty="0">
                <a:latin typeface="+mj-ea"/>
              </a:rPr>
              <a:t>조립 가능 여부를 판단하는 역할</a:t>
            </a:r>
            <a:endParaRPr lang="en-US" altLang="ko-KR" sz="1400" dirty="0">
              <a:latin typeface="+mj-ea"/>
              <a:ea typeface="+mj-ea"/>
            </a:endParaRPr>
          </a:p>
          <a:p>
            <a:pPr lvl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>
                <a:latin typeface="+mj-ea"/>
                <a:ea typeface="+mj-ea"/>
              </a:rPr>
              <a:t>- </a:t>
            </a:r>
            <a:r>
              <a:rPr lang="en-US" altLang="ko-KR" sz="1400" dirty="0"/>
              <a:t>Item : </a:t>
            </a:r>
            <a:r>
              <a:rPr lang="ko-KR" altLang="en-US" sz="1400" dirty="0"/>
              <a:t>조립 단위인 부품을 설명하는 역할</a:t>
            </a:r>
            <a:endParaRPr lang="ko-KR" altLang="en-US" sz="1400" dirty="0">
              <a:latin typeface="+mj-ea"/>
              <a:ea typeface="+mj-ea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EB639EB8-9BAF-4F0C-64FB-FCC44CD8AE09}"/>
              </a:ext>
            </a:extLst>
          </p:cNvPr>
          <p:cNvGrpSpPr/>
          <p:nvPr/>
        </p:nvGrpSpPr>
        <p:grpSpPr>
          <a:xfrm>
            <a:off x="314315" y="2713230"/>
            <a:ext cx="3433919" cy="3835063"/>
            <a:chOff x="494909" y="3429000"/>
            <a:chExt cx="3433919" cy="3835063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5EC3DFD7-5270-48EA-EBCA-0A441984A5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4909" y="3429000"/>
              <a:ext cx="3433919" cy="2726936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B3D987F-437B-C85B-61D5-2E898185D2BA}"/>
                </a:ext>
              </a:extLst>
            </p:cNvPr>
            <p:cNvSpPr txBox="1"/>
            <p:nvPr/>
          </p:nvSpPr>
          <p:spPr>
            <a:xfrm>
              <a:off x="622163" y="6248400"/>
              <a:ext cx="317941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 err="1"/>
                <a:t>Assembly</a:t>
              </a:r>
              <a:r>
                <a:rPr lang="en-US" altLang="ko-KR" b="1" dirty="0" err="1"/>
                <a:t>'Type</a:t>
              </a:r>
              <a:r>
                <a:rPr lang="en-US" altLang="ko-KR" b="1" dirty="0"/>
                <a:t>’</a:t>
              </a:r>
              <a:r>
                <a:rPr lang="en-US" altLang="ko-KR" dirty="0"/>
                <a:t> </a:t>
              </a:r>
              <a:r>
                <a:rPr lang="ko-KR" altLang="en-US" dirty="0"/>
                <a:t>객체</a:t>
              </a:r>
              <a:endParaRPr lang="en-US" altLang="ko-KR" dirty="0"/>
            </a:p>
            <a:p>
              <a:r>
                <a:rPr lang="ko-KR" altLang="en-US" sz="1400" dirty="0"/>
                <a:t>조립의 종류</a:t>
              </a:r>
              <a:r>
                <a:rPr lang="en-US" altLang="ko-KR" sz="1400" dirty="0"/>
                <a:t>(Type)</a:t>
              </a:r>
              <a:r>
                <a:rPr lang="ko-KR" altLang="en-US" sz="1400" dirty="0"/>
                <a:t>을</a:t>
              </a:r>
              <a:r>
                <a:rPr lang="en-US" altLang="ko-KR" sz="1400" dirty="0"/>
                <a:t> </a:t>
              </a:r>
              <a:r>
                <a:rPr lang="ko-KR" altLang="en-US" sz="1400" dirty="0"/>
                <a:t>표현하는 코드</a:t>
              </a:r>
            </a:p>
            <a:p>
              <a:r>
                <a:rPr lang="ko-KR" altLang="en-US" sz="1400" dirty="0"/>
                <a:t>같은 </a:t>
              </a:r>
              <a:r>
                <a:rPr lang="en-US" altLang="ko-KR" sz="1400" dirty="0"/>
                <a:t>Type</a:t>
              </a:r>
              <a:r>
                <a:rPr lang="ko-KR" altLang="en-US" sz="1400" dirty="0"/>
                <a:t>의 조립만 연결되도록 </a:t>
              </a:r>
              <a:endParaRPr lang="en-US" altLang="ko-KR" sz="1400" dirty="0"/>
            </a:p>
            <a:p>
              <a:r>
                <a:rPr lang="ko-KR" altLang="en-US" sz="1400" dirty="0"/>
                <a:t>조립부의 분류 정보를 저장하는 역할</a:t>
              </a:r>
              <a:endParaRPr lang="en-US" altLang="ko-KR" sz="1400" dirty="0"/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C9073BC5-946F-6C86-6E53-2BAA70626E57}"/>
              </a:ext>
            </a:extLst>
          </p:cNvPr>
          <p:cNvGrpSpPr/>
          <p:nvPr/>
        </p:nvGrpSpPr>
        <p:grpSpPr>
          <a:xfrm>
            <a:off x="7950200" y="2517698"/>
            <a:ext cx="3973500" cy="3780196"/>
            <a:chOff x="8061227" y="3483867"/>
            <a:chExt cx="3973500" cy="378019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54C751B1-950F-F419-4AE4-7D2B30DFCC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49431" y="3483867"/>
              <a:ext cx="3397093" cy="2672069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54DCB9B-9754-F740-3E12-536113D75EC2}"/>
                </a:ext>
              </a:extLst>
            </p:cNvPr>
            <p:cNvSpPr txBox="1"/>
            <p:nvPr/>
          </p:nvSpPr>
          <p:spPr>
            <a:xfrm>
              <a:off x="8061227" y="6248400"/>
              <a:ext cx="39735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Item </a:t>
              </a:r>
              <a:r>
                <a:rPr lang="ko-KR" altLang="en-US" dirty="0"/>
                <a:t>객체</a:t>
              </a:r>
              <a:endParaRPr lang="en-US" altLang="ko-KR" dirty="0"/>
            </a:p>
            <a:p>
              <a:r>
                <a:rPr lang="ko-KR" altLang="en-US" sz="1400" dirty="0"/>
                <a:t>부품의 조립의 기본 단위인 부품을 </a:t>
              </a:r>
              <a:endParaRPr lang="en-US" altLang="ko-KR" sz="1400" dirty="0"/>
            </a:p>
            <a:p>
              <a:r>
                <a:rPr lang="ko-KR" altLang="en-US" sz="1400" dirty="0"/>
                <a:t>컴퓨터가 이해할 수 있도록</a:t>
              </a:r>
              <a:r>
                <a:rPr lang="en-US" altLang="ko-KR" sz="1400" dirty="0"/>
                <a:t>,</a:t>
              </a:r>
              <a:r>
                <a:rPr lang="ko-KR" altLang="en-US" sz="1400" dirty="0"/>
                <a:t> 관련 정보인 </a:t>
              </a:r>
              <a:endParaRPr lang="en-US" altLang="ko-KR" sz="1400" dirty="0"/>
            </a:p>
            <a:p>
              <a:r>
                <a:rPr lang="ko-KR" altLang="en-US" sz="1400" dirty="0" err="1"/>
                <a:t>부품명</a:t>
              </a:r>
              <a:r>
                <a:rPr lang="en-US" altLang="ko-KR" sz="1400" dirty="0"/>
                <a:t>,</a:t>
              </a:r>
              <a:r>
                <a:rPr lang="ko-KR" altLang="en-US" sz="1400" dirty="0"/>
                <a:t> </a:t>
              </a:r>
              <a:r>
                <a:rPr lang="en-US" altLang="ko-KR" sz="1400" dirty="0" err="1">
                  <a:latin typeface="+mj-ea"/>
                </a:rPr>
                <a:t>AssemblyType</a:t>
              </a:r>
              <a:r>
                <a:rPr lang="ko-KR" altLang="en-US" sz="1400" dirty="0">
                  <a:latin typeface="+mj-ea"/>
                </a:rPr>
                <a:t>을 내부에 저장하고 있음</a:t>
              </a:r>
              <a:r>
                <a:rPr lang="en-US" altLang="ko-KR" sz="1400" dirty="0">
                  <a:latin typeface="+mj-ea"/>
                </a:rPr>
                <a:t>.</a:t>
              </a:r>
              <a:endParaRPr lang="en-US" altLang="ko-KR" sz="1400" dirty="0"/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278B094E-C237-B275-E750-69C7CBAD01F4}"/>
              </a:ext>
            </a:extLst>
          </p:cNvPr>
          <p:cNvGrpSpPr/>
          <p:nvPr/>
        </p:nvGrpSpPr>
        <p:grpSpPr>
          <a:xfrm>
            <a:off x="4564885" y="3429000"/>
            <a:ext cx="2810608" cy="1216084"/>
            <a:chOff x="3989788" y="1203729"/>
            <a:chExt cx="3825953" cy="1655400"/>
          </a:xfrm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EBA3652E-7475-2907-79A4-0FD970D2230B}"/>
                </a:ext>
              </a:extLst>
            </p:cNvPr>
            <p:cNvSpPr/>
            <p:nvPr/>
          </p:nvSpPr>
          <p:spPr>
            <a:xfrm>
              <a:off x="6446982" y="2020247"/>
              <a:ext cx="1368759" cy="4464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700" dirty="0">
                  <a:latin typeface="+mj-ea"/>
                  <a:ea typeface="+mj-ea"/>
                </a:rPr>
                <a:t>도어 </a:t>
              </a:r>
              <a:r>
                <a:rPr lang="ko-KR" altLang="en-US" sz="700" dirty="0" err="1">
                  <a:latin typeface="+mj-ea"/>
                  <a:ea typeface="+mj-ea"/>
                </a:rPr>
                <a:t>체커</a:t>
              </a:r>
              <a:endParaRPr lang="ko-KR" altLang="en-US" sz="700" dirty="0">
                <a:latin typeface="+mj-ea"/>
                <a:ea typeface="+mj-ea"/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88FC700D-2CF3-95B7-3711-A4BC229AB7B4}"/>
                </a:ext>
              </a:extLst>
            </p:cNvPr>
            <p:cNvSpPr/>
            <p:nvPr/>
          </p:nvSpPr>
          <p:spPr>
            <a:xfrm>
              <a:off x="4166347" y="2482680"/>
              <a:ext cx="1263570" cy="376449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>
                  <a:latin typeface="+mj-ea"/>
                  <a:ea typeface="+mj-ea"/>
                </a:rPr>
                <a:t>Type D : I</a:t>
              </a:r>
              <a:endParaRPr lang="ko-KR" altLang="en-US" sz="700">
                <a:latin typeface="+mj-ea"/>
                <a:ea typeface="+mj-ea"/>
              </a:endParaRPr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CDAC0F-513E-3CC1-D633-B6A010B8C430}"/>
                </a:ext>
              </a:extLst>
            </p:cNvPr>
            <p:cNvCxnSpPr>
              <a:cxnSpLocks/>
              <a:stCxn id="15" idx="3"/>
              <a:endCxn id="10" idx="1"/>
            </p:cNvCxnSpPr>
            <p:nvPr/>
          </p:nvCxnSpPr>
          <p:spPr>
            <a:xfrm>
              <a:off x="5722377" y="1681301"/>
              <a:ext cx="925055" cy="40433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61407BAB-4CFF-D106-E4A2-DA6FE1D4F978}"/>
                </a:ext>
              </a:extLst>
            </p:cNvPr>
            <p:cNvCxnSpPr>
              <a:cxnSpLocks/>
              <a:stCxn id="11" idx="6"/>
              <a:endCxn id="10" idx="3"/>
            </p:cNvCxnSpPr>
            <p:nvPr/>
          </p:nvCxnSpPr>
          <p:spPr>
            <a:xfrm flipV="1">
              <a:off x="5429916" y="2401336"/>
              <a:ext cx="1217516" cy="269568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A4A9F3DD-523D-428E-3E7E-CDA7E8B5E26A}"/>
                </a:ext>
              </a:extLst>
            </p:cNvPr>
            <p:cNvGrpSpPr/>
            <p:nvPr/>
          </p:nvGrpSpPr>
          <p:grpSpPr>
            <a:xfrm>
              <a:off x="3989788" y="1203729"/>
              <a:ext cx="1732589" cy="816518"/>
              <a:chOff x="6399204" y="1325911"/>
              <a:chExt cx="2157076" cy="1451500"/>
            </a:xfrm>
          </p:grpSpPr>
          <p:sp>
            <p:nvSpPr>
              <p:cNvPr id="15" name="사각형: 둥근 모서리 14">
                <a:extLst>
                  <a:ext uri="{FF2B5EF4-FFF2-40B4-BE49-F238E27FC236}">
                    <a16:creationId xmlns:a16="http://schemas.microsoft.com/office/drawing/2014/main" id="{232C0A3C-E007-393E-1D5F-7A31A1891757}"/>
                  </a:ext>
                </a:extLst>
              </p:cNvPr>
              <p:cNvSpPr/>
              <p:nvPr/>
            </p:nvSpPr>
            <p:spPr>
              <a:xfrm>
                <a:off x="6399204" y="1572343"/>
                <a:ext cx="2157076" cy="1205068"/>
              </a:xfrm>
              <a:prstGeom prst="roundRect">
                <a:avLst/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700" dirty="0">
                  <a:latin typeface="+mj-ea"/>
                  <a:ea typeface="+mj-ea"/>
                </a:endParaRPr>
              </a:p>
            </p:txBody>
          </p:sp>
          <p:sp>
            <p:nvSpPr>
              <p:cNvPr id="16" name="타원 15">
                <a:extLst>
                  <a:ext uri="{FF2B5EF4-FFF2-40B4-BE49-F238E27FC236}">
                    <a16:creationId xmlns:a16="http://schemas.microsoft.com/office/drawing/2014/main" id="{520C5BCD-CF41-4E90-7CF1-56A6DE8DDEF2}"/>
                  </a:ext>
                </a:extLst>
              </p:cNvPr>
              <p:cNvSpPr/>
              <p:nvPr/>
            </p:nvSpPr>
            <p:spPr>
              <a:xfrm>
                <a:off x="6637025" y="1325911"/>
                <a:ext cx="1704107" cy="524164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>
                    <a:latin typeface="+mj-ea"/>
                    <a:ea typeface="+mj-ea"/>
                  </a:rPr>
                  <a:t>Type C : M</a:t>
                </a:r>
                <a:endParaRPr lang="ko-KR" altLang="en-US" sz="700">
                  <a:latin typeface="+mj-ea"/>
                  <a:ea typeface="+mj-ea"/>
                </a:endParaRPr>
              </a:p>
            </p:txBody>
          </p:sp>
          <p:sp>
            <p:nvSpPr>
              <p:cNvPr id="17" name="타원 16">
                <a:extLst>
                  <a:ext uri="{FF2B5EF4-FFF2-40B4-BE49-F238E27FC236}">
                    <a16:creationId xmlns:a16="http://schemas.microsoft.com/office/drawing/2014/main" id="{AC37ECE3-CFAD-05AB-BF78-046C6E02D0F2}"/>
                  </a:ext>
                </a:extLst>
              </p:cNvPr>
              <p:cNvSpPr/>
              <p:nvPr/>
            </p:nvSpPr>
            <p:spPr>
              <a:xfrm>
                <a:off x="6529506" y="2000693"/>
                <a:ext cx="890695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>
                    <a:latin typeface="+mj-ea"/>
                    <a:ea typeface="+mj-ea"/>
                  </a:rPr>
                  <a:t>M8 </a:t>
                </a:r>
                <a:r>
                  <a:rPr lang="ko-KR" altLang="en-US" sz="700">
                    <a:latin typeface="+mj-ea"/>
                    <a:ea typeface="+mj-ea"/>
                  </a:rPr>
                  <a:t>나사</a:t>
                </a:r>
              </a:p>
            </p:txBody>
          </p:sp>
          <p:sp>
            <p:nvSpPr>
              <p:cNvPr id="18" name="타원 17">
                <a:extLst>
                  <a:ext uri="{FF2B5EF4-FFF2-40B4-BE49-F238E27FC236}">
                    <a16:creationId xmlns:a16="http://schemas.microsoft.com/office/drawing/2014/main" id="{9363BC8C-A011-17BB-77D4-01C5AD8F241A}"/>
                  </a:ext>
                </a:extLst>
              </p:cNvPr>
              <p:cNvSpPr/>
              <p:nvPr/>
            </p:nvSpPr>
            <p:spPr>
              <a:xfrm>
                <a:off x="7514250" y="2000693"/>
                <a:ext cx="890695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>
                    <a:latin typeface="+mj-ea"/>
                    <a:ea typeface="+mj-ea"/>
                  </a:rPr>
                  <a:t>M8 </a:t>
                </a:r>
                <a:r>
                  <a:rPr lang="ko-KR" altLang="en-US" sz="700">
                    <a:latin typeface="+mj-ea"/>
                    <a:ea typeface="+mj-ea"/>
                  </a:rPr>
                  <a:t>나사</a:t>
                </a:r>
              </a:p>
            </p:txBody>
          </p:sp>
        </p:grpSp>
      </p:grpSp>
      <p:sp>
        <p:nvSpPr>
          <p:cNvPr id="30" name="화살표: 오른쪽 29">
            <a:extLst>
              <a:ext uri="{FF2B5EF4-FFF2-40B4-BE49-F238E27FC236}">
                <a16:creationId xmlns:a16="http://schemas.microsoft.com/office/drawing/2014/main" id="{A333D390-0FC5-F3C8-7B1F-35DA85D5D3F2}"/>
              </a:ext>
            </a:extLst>
          </p:cNvPr>
          <p:cNvSpPr/>
          <p:nvPr/>
        </p:nvSpPr>
        <p:spPr>
          <a:xfrm>
            <a:off x="3875057" y="3808550"/>
            <a:ext cx="569490" cy="536295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화살표: 왼쪽 31">
            <a:extLst>
              <a:ext uri="{FF2B5EF4-FFF2-40B4-BE49-F238E27FC236}">
                <a16:creationId xmlns:a16="http://schemas.microsoft.com/office/drawing/2014/main" id="{B9E07A46-867B-4332-1AB5-9F41210A2939}"/>
              </a:ext>
            </a:extLst>
          </p:cNvPr>
          <p:cNvSpPr/>
          <p:nvPr/>
        </p:nvSpPr>
        <p:spPr>
          <a:xfrm>
            <a:off x="7495424" y="3863849"/>
            <a:ext cx="589195" cy="54394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918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100E0-2D9E-B78B-5BF8-9B53DC1C6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B4C823-C5B4-3E62-1F35-1F97B3783FF3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</a:rPr>
              <a:t>부품 데이터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6F9BC0BC-773E-7F3C-F34B-A3E6826F111B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9466D95D-D80A-2F70-2520-07F41B4CAB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A61847E-4F45-A45E-E521-A06D1E849923}"/>
              </a:ext>
            </a:extLst>
          </p:cNvPr>
          <p:cNvSpPr txBox="1"/>
          <p:nvPr/>
        </p:nvSpPr>
        <p:spPr>
          <a:xfrm>
            <a:off x="350982" y="716826"/>
            <a:ext cx="11395542" cy="882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Item</a:t>
            </a:r>
            <a:r>
              <a:rPr lang="ko-KR" altLang="en-US" sz="1800" dirty="0">
                <a:latin typeface="+mj-ea"/>
                <a:ea typeface="+mj-ea"/>
              </a:rPr>
              <a:t> 객체 사용 사례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코드 예시</a:t>
            </a:r>
            <a:endParaRPr lang="en-US" altLang="ko-KR" dirty="0">
              <a:latin typeface="+mj-ea"/>
              <a:ea typeface="+mj-ea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>
                <a:latin typeface="+mj-ea"/>
                <a:ea typeface="+mj-ea"/>
              </a:rPr>
              <a:t>	Item </a:t>
            </a:r>
            <a:r>
              <a:rPr lang="ko-KR" altLang="en-US" sz="1400" dirty="0">
                <a:latin typeface="+mj-ea"/>
                <a:ea typeface="+mj-ea"/>
              </a:rPr>
              <a:t>객체로 부품을 표현함</a:t>
            </a:r>
            <a:r>
              <a:rPr lang="en-US" altLang="ko-KR" sz="1400" dirty="0">
                <a:latin typeface="+mj-ea"/>
                <a:ea typeface="+mj-ea"/>
              </a:rPr>
              <a:t>.</a:t>
            </a:r>
            <a:r>
              <a:rPr lang="ko-KR" altLang="en-US" sz="1400" dirty="0">
                <a:latin typeface="+mj-ea"/>
                <a:ea typeface="+mj-ea"/>
              </a:rPr>
              <a:t> 부품의 이름을 넣어주고</a:t>
            </a:r>
            <a:r>
              <a:rPr lang="en-US" altLang="ko-KR" sz="1400" dirty="0">
                <a:latin typeface="+mj-ea"/>
                <a:ea typeface="+mj-ea"/>
              </a:rPr>
              <a:t>, </a:t>
            </a:r>
            <a:r>
              <a:rPr lang="en-US" altLang="ko-KR" sz="1400" dirty="0" err="1">
                <a:latin typeface="+mj-ea"/>
                <a:ea typeface="+mj-ea"/>
              </a:rPr>
              <a:t>add_type</a:t>
            </a:r>
            <a:r>
              <a:rPr lang="en-US" altLang="ko-KR" sz="1400" dirty="0">
                <a:latin typeface="+mj-ea"/>
                <a:ea typeface="+mj-ea"/>
              </a:rPr>
              <a:t>() </a:t>
            </a:r>
            <a:r>
              <a:rPr lang="ko-KR" altLang="en-US" sz="1400" dirty="0">
                <a:latin typeface="+mj-ea"/>
                <a:ea typeface="+mj-ea"/>
              </a:rPr>
              <a:t>함수로 </a:t>
            </a:r>
            <a:r>
              <a:rPr lang="en-US" altLang="ko-KR" sz="1400" dirty="0"/>
              <a:t>Type(</a:t>
            </a:r>
            <a:r>
              <a:rPr lang="ko-KR" altLang="en-US" sz="1400" dirty="0" err="1"/>
              <a:t>조립부</a:t>
            </a:r>
            <a:r>
              <a:rPr lang="en-US" altLang="ko-KR" sz="1400" dirty="0"/>
              <a:t>)</a:t>
            </a:r>
            <a:r>
              <a:rPr lang="ko-KR" altLang="en-US" sz="1400" dirty="0"/>
              <a:t>에 대한 설명을</a:t>
            </a:r>
            <a:r>
              <a:rPr lang="en-US" altLang="ko-KR" sz="1400" dirty="0"/>
              <a:t> </a:t>
            </a:r>
            <a:r>
              <a:rPr lang="ko-KR" altLang="en-US" sz="1400" dirty="0"/>
              <a:t>추가함</a:t>
            </a:r>
            <a:r>
              <a:rPr lang="ko-KR" altLang="en-US" sz="1400" dirty="0">
                <a:latin typeface="+mj-ea"/>
                <a:ea typeface="+mj-ea"/>
              </a:rPr>
              <a:t> </a:t>
            </a:r>
            <a:endParaRPr lang="en-US" altLang="ko-KR" sz="1400" dirty="0">
              <a:latin typeface="+mj-ea"/>
              <a:ea typeface="+mj-ea"/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9A8CCEB2-F192-E760-4896-F9D7AEE59A05}"/>
              </a:ext>
            </a:extLst>
          </p:cNvPr>
          <p:cNvGrpSpPr/>
          <p:nvPr/>
        </p:nvGrpSpPr>
        <p:grpSpPr>
          <a:xfrm>
            <a:off x="205270" y="1700868"/>
            <a:ext cx="7797000" cy="2133918"/>
            <a:chOff x="211620" y="1321181"/>
            <a:chExt cx="7797000" cy="2133918"/>
          </a:xfrm>
        </p:grpSpPr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A1C82915-80E5-7914-2AA5-6B83DEF29C68}"/>
                </a:ext>
              </a:extLst>
            </p:cNvPr>
            <p:cNvSpPr/>
            <p:nvPr/>
          </p:nvSpPr>
          <p:spPr>
            <a:xfrm>
              <a:off x="211620" y="1321181"/>
              <a:ext cx="7797000" cy="2133918"/>
            </a:xfrm>
            <a:prstGeom prst="roundRect">
              <a:avLst>
                <a:gd name="adj" fmla="val 7383"/>
              </a:avLst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35954D11-1222-D531-4A34-489E979796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57604" y="2112307"/>
              <a:ext cx="2574565" cy="602382"/>
            </a:xfrm>
            <a:prstGeom prst="rect">
              <a:avLst/>
            </a:prstGeom>
          </p:spPr>
        </p:pic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F9B26683-510C-1226-6A3D-B04B38921704}"/>
                </a:ext>
              </a:extLst>
            </p:cNvPr>
            <p:cNvGrpSpPr/>
            <p:nvPr/>
          </p:nvGrpSpPr>
          <p:grpSpPr>
            <a:xfrm>
              <a:off x="396094" y="2013887"/>
              <a:ext cx="4751316" cy="816518"/>
              <a:chOff x="6736302" y="1760258"/>
              <a:chExt cx="5226969" cy="969351"/>
            </a:xfrm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BB0869AE-1714-0F38-D297-43801976285D}"/>
                  </a:ext>
                </a:extLst>
              </p:cNvPr>
              <p:cNvSpPr/>
              <p:nvPr/>
            </p:nvSpPr>
            <p:spPr>
              <a:xfrm>
                <a:off x="8860446" y="2062192"/>
                <a:ext cx="1505785" cy="53004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200" dirty="0">
                    <a:latin typeface="+mj-ea"/>
                    <a:ea typeface="+mj-ea"/>
                  </a:rPr>
                  <a:t>도어 </a:t>
                </a:r>
                <a:r>
                  <a:rPr lang="ko-KR" altLang="en-US" sz="1200" dirty="0" err="1">
                    <a:latin typeface="+mj-ea"/>
                    <a:ea typeface="+mj-ea"/>
                  </a:rPr>
                  <a:t>체커</a:t>
                </a:r>
                <a:endParaRPr lang="ko-KR" altLang="en-US" sz="1200" dirty="0">
                  <a:latin typeface="+mj-ea"/>
                  <a:ea typeface="+mj-ea"/>
                </a:endParaRPr>
              </a:p>
            </p:txBody>
          </p:sp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28607CE7-376B-705D-2AD5-FF9B689FFC1E}"/>
                  </a:ext>
                </a:extLst>
              </p:cNvPr>
              <p:cNvSpPr/>
              <p:nvPr/>
            </p:nvSpPr>
            <p:spPr>
              <a:xfrm>
                <a:off x="10573205" y="2100664"/>
                <a:ext cx="1390066" cy="4469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Type D : I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8937558F-1BFB-5565-2E88-E6B37C1A8832}"/>
                  </a:ext>
                </a:extLst>
              </p:cNvPr>
              <p:cNvCxnSpPr>
                <a:cxnSpLocks/>
                <a:endCxn id="24" idx="2"/>
              </p:cNvCxnSpPr>
              <p:nvPr/>
            </p:nvCxnSpPr>
            <p:spPr>
              <a:xfrm flipV="1">
                <a:off x="8642340" y="2327213"/>
                <a:ext cx="218106" cy="8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E1694ADF-FF8E-32F8-135E-19FEBC8F21B2}"/>
                  </a:ext>
                </a:extLst>
              </p:cNvPr>
              <p:cNvCxnSpPr>
                <a:cxnSpLocks/>
                <a:stCxn id="25" idx="2"/>
                <a:endCxn id="24" idx="6"/>
              </p:cNvCxnSpPr>
              <p:nvPr/>
            </p:nvCxnSpPr>
            <p:spPr>
              <a:xfrm flipH="1">
                <a:off x="10366230" y="2324121"/>
                <a:ext cx="206975" cy="3093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28" name="그룹 27">
                <a:extLst>
                  <a:ext uri="{FF2B5EF4-FFF2-40B4-BE49-F238E27FC236}">
                    <a16:creationId xmlns:a16="http://schemas.microsoft.com/office/drawing/2014/main" id="{C3D7B46D-FFA3-7E43-4D8E-12C07DC41D67}"/>
                  </a:ext>
                </a:extLst>
              </p:cNvPr>
              <p:cNvGrpSpPr/>
              <p:nvPr/>
            </p:nvGrpSpPr>
            <p:grpSpPr>
              <a:xfrm>
                <a:off x="6736302" y="1760258"/>
                <a:ext cx="1906038" cy="969351"/>
                <a:chOff x="6399204" y="1325911"/>
                <a:chExt cx="2157076" cy="1451500"/>
              </a:xfrm>
            </p:grpSpPr>
            <p:sp>
              <p:nvSpPr>
                <p:cNvPr id="29" name="사각형: 둥근 모서리 28">
                  <a:extLst>
                    <a:ext uri="{FF2B5EF4-FFF2-40B4-BE49-F238E27FC236}">
                      <a16:creationId xmlns:a16="http://schemas.microsoft.com/office/drawing/2014/main" id="{8F9AAD70-DDA6-391F-1784-40CD3B67C2FB}"/>
                    </a:ext>
                  </a:extLst>
                </p:cNvPr>
                <p:cNvSpPr/>
                <p:nvPr/>
              </p:nvSpPr>
              <p:spPr>
                <a:xfrm>
                  <a:off x="6399204" y="1572343"/>
                  <a:ext cx="2157076" cy="1205068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200">
                    <a:latin typeface="+mj-ea"/>
                    <a:ea typeface="+mj-ea"/>
                  </a:endParaRPr>
                </a:p>
              </p:txBody>
            </p:sp>
            <p:sp>
              <p:nvSpPr>
                <p:cNvPr id="30" name="타원 29">
                  <a:extLst>
                    <a:ext uri="{FF2B5EF4-FFF2-40B4-BE49-F238E27FC236}">
                      <a16:creationId xmlns:a16="http://schemas.microsoft.com/office/drawing/2014/main" id="{A5707BB1-0E5A-582C-875B-FDF18738033A}"/>
                    </a:ext>
                  </a:extLst>
                </p:cNvPr>
                <p:cNvSpPr/>
                <p:nvPr/>
              </p:nvSpPr>
              <p:spPr>
                <a:xfrm>
                  <a:off x="6637025" y="1325911"/>
                  <a:ext cx="1704107" cy="524164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Type C : M</a:t>
                  </a:r>
                  <a:endParaRPr lang="ko-KR" altLang="en-US" sz="1200">
                    <a:latin typeface="+mj-ea"/>
                    <a:ea typeface="+mj-ea"/>
                  </a:endParaRPr>
                </a:p>
              </p:txBody>
            </p:sp>
            <p:sp>
              <p:nvSpPr>
                <p:cNvPr id="31" name="타원 30">
                  <a:extLst>
                    <a:ext uri="{FF2B5EF4-FFF2-40B4-BE49-F238E27FC236}">
                      <a16:creationId xmlns:a16="http://schemas.microsoft.com/office/drawing/2014/main" id="{6FB7DAC8-4F6F-2A1E-5921-553FF67FCB01}"/>
                    </a:ext>
                  </a:extLst>
                </p:cNvPr>
                <p:cNvSpPr/>
                <p:nvPr/>
              </p:nvSpPr>
              <p:spPr>
                <a:xfrm>
                  <a:off x="6529506" y="2000693"/>
                  <a:ext cx="890695" cy="6356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M8 </a:t>
                  </a:r>
                  <a:r>
                    <a:rPr lang="ko-KR" altLang="en-US" sz="1200">
                      <a:latin typeface="+mj-ea"/>
                      <a:ea typeface="+mj-ea"/>
                    </a:rPr>
                    <a:t>나사</a:t>
                  </a:r>
                </a:p>
              </p:txBody>
            </p:sp>
            <p:sp>
              <p:nvSpPr>
                <p:cNvPr id="32" name="타원 31">
                  <a:extLst>
                    <a:ext uri="{FF2B5EF4-FFF2-40B4-BE49-F238E27FC236}">
                      <a16:creationId xmlns:a16="http://schemas.microsoft.com/office/drawing/2014/main" id="{BCF4E1FC-1288-C243-310A-0E2D12CA3A02}"/>
                    </a:ext>
                  </a:extLst>
                </p:cNvPr>
                <p:cNvSpPr/>
                <p:nvPr/>
              </p:nvSpPr>
              <p:spPr>
                <a:xfrm>
                  <a:off x="7514250" y="2000693"/>
                  <a:ext cx="890695" cy="6356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M8 </a:t>
                  </a:r>
                  <a:r>
                    <a:rPr lang="ko-KR" altLang="en-US" sz="1200">
                      <a:latin typeface="+mj-ea"/>
                      <a:ea typeface="+mj-ea"/>
                    </a:rPr>
                    <a:t>나사</a:t>
                  </a:r>
                </a:p>
              </p:txBody>
            </p:sp>
          </p:grpSp>
        </p:grp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67CE8E3A-74DB-A0F2-60F0-6B2791EAAA83}"/>
              </a:ext>
            </a:extLst>
          </p:cNvPr>
          <p:cNvSpPr txBox="1"/>
          <p:nvPr/>
        </p:nvSpPr>
        <p:spPr>
          <a:xfrm>
            <a:off x="8377765" y="2352328"/>
            <a:ext cx="37434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/>
              <a:t>도어체커</a:t>
            </a:r>
            <a:r>
              <a:rPr lang="ko-KR" altLang="en-US" sz="1600" dirty="0" err="1"/>
              <a:t>는</a:t>
            </a:r>
            <a:r>
              <a:rPr lang="en-US" altLang="ko-KR" sz="1600" dirty="0"/>
              <a:t> </a:t>
            </a:r>
            <a:r>
              <a:rPr lang="ko-KR" altLang="en-US" sz="1600" dirty="0"/>
              <a:t>아래의 </a:t>
            </a:r>
            <a:r>
              <a:rPr lang="en-US" altLang="ko-KR" sz="1600" b="1" dirty="0"/>
              <a:t>Type(</a:t>
            </a:r>
            <a:r>
              <a:rPr lang="ko-KR" altLang="en-US" sz="1600" dirty="0" err="1"/>
              <a:t>조립부</a:t>
            </a:r>
            <a:r>
              <a:rPr lang="en-US" altLang="ko-KR" sz="1600" b="1" dirty="0"/>
              <a:t>)</a:t>
            </a:r>
            <a:r>
              <a:rPr lang="ko-KR" altLang="en-US" sz="1600" dirty="0"/>
              <a:t>를 가짐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_1: </a:t>
            </a:r>
            <a:r>
              <a:rPr lang="en-US" altLang="ko-KR" sz="1600" dirty="0" err="1"/>
              <a:t>Type_C</a:t>
            </a:r>
            <a:r>
              <a:rPr lang="en-US" altLang="ko-KR" sz="1600" dirty="0"/>
              <a:t>-Male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_2: </a:t>
            </a:r>
            <a:r>
              <a:rPr lang="en-US" altLang="ko-KR" sz="1600" dirty="0" err="1"/>
              <a:t>Type_D</a:t>
            </a:r>
            <a:r>
              <a:rPr lang="en-US" altLang="ko-KR" sz="1600" dirty="0"/>
              <a:t>-Inter</a:t>
            </a: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44C3F541-9CDB-C2C6-793B-940C48723B68}"/>
              </a:ext>
            </a:extLst>
          </p:cNvPr>
          <p:cNvGrpSpPr/>
          <p:nvPr/>
        </p:nvGrpSpPr>
        <p:grpSpPr>
          <a:xfrm>
            <a:off x="211620" y="4086845"/>
            <a:ext cx="7797000" cy="2492896"/>
            <a:chOff x="211620" y="4147805"/>
            <a:chExt cx="7797000" cy="2492896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43EC453A-79D8-3F26-468E-0D9A4AC3D908}"/>
                </a:ext>
              </a:extLst>
            </p:cNvPr>
            <p:cNvGrpSpPr/>
            <p:nvPr/>
          </p:nvGrpSpPr>
          <p:grpSpPr>
            <a:xfrm>
              <a:off x="387593" y="4364476"/>
              <a:ext cx="4622531" cy="2133918"/>
              <a:chOff x="7075904" y="3613607"/>
              <a:chExt cx="4835651" cy="2832789"/>
            </a:xfrm>
          </p:grpSpPr>
          <p:sp>
            <p:nvSpPr>
              <p:cNvPr id="3" name="타원 2">
                <a:extLst>
                  <a:ext uri="{FF2B5EF4-FFF2-40B4-BE49-F238E27FC236}">
                    <a16:creationId xmlns:a16="http://schemas.microsoft.com/office/drawing/2014/main" id="{FB3C07E7-B6DD-1DD1-0FDB-41416D16EB4C}"/>
                  </a:ext>
                </a:extLst>
              </p:cNvPr>
              <p:cNvSpPr/>
              <p:nvPr/>
            </p:nvSpPr>
            <p:spPr>
              <a:xfrm>
                <a:off x="8860446" y="5411163"/>
                <a:ext cx="1505785" cy="53004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200" dirty="0">
                    <a:latin typeface="+mj-ea"/>
                    <a:ea typeface="+mj-ea"/>
                  </a:rPr>
                  <a:t>도어 래치</a:t>
                </a:r>
              </a:p>
            </p:txBody>
          </p:sp>
          <p:grpSp>
            <p:nvGrpSpPr>
              <p:cNvPr id="4" name="그룹 3">
                <a:extLst>
                  <a:ext uri="{FF2B5EF4-FFF2-40B4-BE49-F238E27FC236}">
                    <a16:creationId xmlns:a16="http://schemas.microsoft.com/office/drawing/2014/main" id="{E09161C9-4E2A-927E-526A-341BA6105F21}"/>
                  </a:ext>
                </a:extLst>
              </p:cNvPr>
              <p:cNvGrpSpPr/>
              <p:nvPr/>
            </p:nvGrpSpPr>
            <p:grpSpPr>
              <a:xfrm>
                <a:off x="7075904" y="3613607"/>
                <a:ext cx="2459138" cy="1497799"/>
                <a:chOff x="6879404" y="4238877"/>
                <a:chExt cx="2459138" cy="1497799"/>
              </a:xfrm>
            </p:grpSpPr>
            <p:sp>
              <p:nvSpPr>
                <p:cNvPr id="13" name="사각형: 둥근 모서리 12">
                  <a:extLst>
                    <a:ext uri="{FF2B5EF4-FFF2-40B4-BE49-F238E27FC236}">
                      <a16:creationId xmlns:a16="http://schemas.microsoft.com/office/drawing/2014/main" id="{EF178070-911D-90E1-9D43-A0BCC5F2A27C}"/>
                    </a:ext>
                  </a:extLst>
                </p:cNvPr>
                <p:cNvSpPr/>
                <p:nvPr/>
              </p:nvSpPr>
              <p:spPr>
                <a:xfrm>
                  <a:off x="6879404" y="4399477"/>
                  <a:ext cx="2459138" cy="1337199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2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4" name="그룹 13">
                  <a:extLst>
                    <a:ext uri="{FF2B5EF4-FFF2-40B4-BE49-F238E27FC236}">
                      <a16:creationId xmlns:a16="http://schemas.microsoft.com/office/drawing/2014/main" id="{E52145AA-F4C2-413D-AB8A-91F778162314}"/>
                    </a:ext>
                  </a:extLst>
                </p:cNvPr>
                <p:cNvGrpSpPr/>
                <p:nvPr/>
              </p:nvGrpSpPr>
              <p:grpSpPr>
                <a:xfrm>
                  <a:off x="7040432" y="4685541"/>
                  <a:ext cx="2137083" cy="945573"/>
                  <a:chOff x="7027954" y="4685541"/>
                  <a:chExt cx="2137083" cy="945573"/>
                </a:xfrm>
              </p:grpSpPr>
              <p:sp>
                <p:nvSpPr>
                  <p:cNvPr id="16" name="타원 15">
                    <a:extLst>
                      <a:ext uri="{FF2B5EF4-FFF2-40B4-BE49-F238E27FC236}">
                        <a16:creationId xmlns:a16="http://schemas.microsoft.com/office/drawing/2014/main" id="{ED2E98CF-A23E-201F-ABE3-5B82B2CE1EDC}"/>
                      </a:ext>
                    </a:extLst>
                  </p:cNvPr>
                  <p:cNvSpPr/>
                  <p:nvPr/>
                </p:nvSpPr>
                <p:spPr>
                  <a:xfrm>
                    <a:off x="7027954" y="4685541"/>
                    <a:ext cx="1014443" cy="42448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altLang="ko-KR" sz="1200">
                        <a:latin typeface="+mj-ea"/>
                        <a:ea typeface="+mj-ea"/>
                      </a:rPr>
                      <a:t>M6 </a:t>
                    </a:r>
                    <a:r>
                      <a:rPr lang="ko-KR" altLang="en-US" sz="1200">
                        <a:latin typeface="+mj-ea"/>
                        <a:ea typeface="+mj-ea"/>
                      </a:rPr>
                      <a:t>나사탭</a:t>
                    </a:r>
                  </a:p>
                </p:txBody>
              </p:sp>
              <p:sp>
                <p:nvSpPr>
                  <p:cNvPr id="17" name="타원 16">
                    <a:extLst>
                      <a:ext uri="{FF2B5EF4-FFF2-40B4-BE49-F238E27FC236}">
                        <a16:creationId xmlns:a16="http://schemas.microsoft.com/office/drawing/2014/main" id="{E019AE18-7209-4FA1-CDF6-BF79D7F26198}"/>
                      </a:ext>
                    </a:extLst>
                  </p:cNvPr>
                  <p:cNvSpPr/>
                  <p:nvPr/>
                </p:nvSpPr>
                <p:spPr>
                  <a:xfrm>
                    <a:off x="8150594" y="4685541"/>
                    <a:ext cx="1014443" cy="42448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altLang="ko-KR" sz="1200">
                        <a:latin typeface="+mj-ea"/>
                        <a:ea typeface="+mj-ea"/>
                      </a:rPr>
                      <a:t>M6 </a:t>
                    </a:r>
                    <a:r>
                      <a:rPr lang="ko-KR" altLang="en-US" sz="1200" err="1">
                        <a:latin typeface="+mj-ea"/>
                        <a:ea typeface="+mj-ea"/>
                      </a:rPr>
                      <a:t>나사탭</a:t>
                    </a:r>
                    <a:endParaRPr lang="ko-KR" altLang="en-US" sz="12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8" name="타원 17">
                    <a:extLst>
                      <a:ext uri="{FF2B5EF4-FFF2-40B4-BE49-F238E27FC236}">
                        <a16:creationId xmlns:a16="http://schemas.microsoft.com/office/drawing/2014/main" id="{50032794-5AA9-26E2-777E-682FAFA531B9}"/>
                      </a:ext>
                    </a:extLst>
                  </p:cNvPr>
                  <p:cNvSpPr/>
                  <p:nvPr/>
                </p:nvSpPr>
                <p:spPr>
                  <a:xfrm>
                    <a:off x="7589274" y="5206634"/>
                    <a:ext cx="1014443" cy="42448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altLang="ko-KR" sz="1200">
                        <a:latin typeface="+mj-ea"/>
                        <a:ea typeface="+mj-ea"/>
                      </a:rPr>
                      <a:t>M6 </a:t>
                    </a:r>
                    <a:r>
                      <a:rPr lang="ko-KR" altLang="en-US" sz="1200" err="1">
                        <a:latin typeface="+mj-ea"/>
                        <a:ea typeface="+mj-ea"/>
                      </a:rPr>
                      <a:t>나사탭</a:t>
                    </a:r>
                    <a:endParaRPr lang="ko-KR" altLang="en-US" sz="120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5" name="타원 14">
                  <a:extLst>
                    <a:ext uri="{FF2B5EF4-FFF2-40B4-BE49-F238E27FC236}">
                      <a16:creationId xmlns:a16="http://schemas.microsoft.com/office/drawing/2014/main" id="{FF1F94C0-AC9F-A291-6983-1D27058CE906}"/>
                    </a:ext>
                  </a:extLst>
                </p:cNvPr>
                <p:cNvSpPr/>
                <p:nvPr/>
              </p:nvSpPr>
              <p:spPr>
                <a:xfrm>
                  <a:off x="7356081" y="4238877"/>
                  <a:ext cx="1505785" cy="350051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Type B : F</a:t>
                  </a:r>
                  <a:endParaRPr lang="ko-KR" altLang="en-US" sz="1200"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6" name="타원 5">
                <a:extLst>
                  <a:ext uri="{FF2B5EF4-FFF2-40B4-BE49-F238E27FC236}">
                    <a16:creationId xmlns:a16="http://schemas.microsoft.com/office/drawing/2014/main" id="{46406C2C-AA84-76EF-B985-7D3021D03C9C}"/>
                  </a:ext>
                </a:extLst>
              </p:cNvPr>
              <p:cNvSpPr/>
              <p:nvPr/>
            </p:nvSpPr>
            <p:spPr>
              <a:xfrm>
                <a:off x="10342428" y="4651123"/>
                <a:ext cx="1475561" cy="4469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 dirty="0">
                    <a:latin typeface="+mj-ea"/>
                    <a:ea typeface="+mj-ea"/>
                  </a:rPr>
                  <a:t>Type A : F</a:t>
                </a:r>
                <a:endParaRPr lang="ko-KR" altLang="en-US" sz="1200" dirty="0">
                  <a:latin typeface="+mj-ea"/>
                  <a:ea typeface="+mj-ea"/>
                </a:endParaRPr>
              </a:p>
            </p:txBody>
          </p:sp>
          <p:sp>
            <p:nvSpPr>
              <p:cNvPr id="7" name="타원 6">
                <a:extLst>
                  <a:ext uri="{FF2B5EF4-FFF2-40B4-BE49-F238E27FC236}">
                    <a16:creationId xmlns:a16="http://schemas.microsoft.com/office/drawing/2014/main" id="{47451B07-B5BF-FEAD-C6C7-C5FF93DA1ACA}"/>
                  </a:ext>
                </a:extLst>
              </p:cNvPr>
              <p:cNvSpPr/>
              <p:nvPr/>
            </p:nvSpPr>
            <p:spPr>
              <a:xfrm>
                <a:off x="10435994" y="5990700"/>
                <a:ext cx="1475561" cy="4469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Type E : M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A211C320-5670-BEF8-FC99-CFF097346105}"/>
                  </a:ext>
                </a:extLst>
              </p:cNvPr>
              <p:cNvSpPr/>
              <p:nvPr/>
            </p:nvSpPr>
            <p:spPr>
              <a:xfrm>
                <a:off x="7425192" y="5999483"/>
                <a:ext cx="1536214" cy="4469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Type F : M 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cxnSp>
            <p:nvCxnSpPr>
              <p:cNvPr id="9" name="직선 연결선 8">
                <a:extLst>
                  <a:ext uri="{FF2B5EF4-FFF2-40B4-BE49-F238E27FC236}">
                    <a16:creationId xmlns:a16="http://schemas.microsoft.com/office/drawing/2014/main" id="{070668AD-8445-3FD4-DF76-6F69930CD993}"/>
                  </a:ext>
                </a:extLst>
              </p:cNvPr>
              <p:cNvCxnSpPr>
                <a:cxnSpLocks/>
                <a:endCxn id="3" idx="1"/>
              </p:cNvCxnSpPr>
              <p:nvPr/>
            </p:nvCxnSpPr>
            <p:spPr>
              <a:xfrm>
                <a:off x="8305473" y="5111406"/>
                <a:ext cx="775490" cy="37738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직선 연결선 9">
                <a:extLst>
                  <a:ext uri="{FF2B5EF4-FFF2-40B4-BE49-F238E27FC236}">
                    <a16:creationId xmlns:a16="http://schemas.microsoft.com/office/drawing/2014/main" id="{965A47BD-C95A-4885-A08F-8CE381103151}"/>
                  </a:ext>
                </a:extLst>
              </p:cNvPr>
              <p:cNvCxnSpPr>
                <a:cxnSpLocks/>
                <a:stCxn id="3" idx="7"/>
                <a:endCxn id="6" idx="3"/>
              </p:cNvCxnSpPr>
              <p:nvPr/>
            </p:nvCxnSpPr>
            <p:spPr>
              <a:xfrm flipV="1">
                <a:off x="10145714" y="5032587"/>
                <a:ext cx="412805" cy="456199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직선 연결선 10">
                <a:extLst>
                  <a:ext uri="{FF2B5EF4-FFF2-40B4-BE49-F238E27FC236}">
                    <a16:creationId xmlns:a16="http://schemas.microsoft.com/office/drawing/2014/main" id="{3058BF38-478B-2D37-FC8B-21B9CF00E7F6}"/>
                  </a:ext>
                </a:extLst>
              </p:cNvPr>
              <p:cNvCxnSpPr>
                <a:cxnSpLocks/>
                <a:stCxn id="7" idx="1"/>
                <a:endCxn id="3" idx="5"/>
              </p:cNvCxnSpPr>
              <p:nvPr/>
            </p:nvCxnSpPr>
            <p:spPr>
              <a:xfrm flipH="1" flipV="1">
                <a:off x="10145714" y="5863583"/>
                <a:ext cx="506370" cy="192566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5DFD75F1-8659-7821-96D2-9A87A004278A}"/>
                  </a:ext>
                </a:extLst>
              </p:cNvPr>
              <p:cNvCxnSpPr>
                <a:cxnSpLocks/>
                <a:stCxn id="8" idx="7"/>
                <a:endCxn id="3" idx="3"/>
              </p:cNvCxnSpPr>
              <p:nvPr/>
            </p:nvCxnSpPr>
            <p:spPr>
              <a:xfrm flipV="1">
                <a:off x="8736432" y="5863583"/>
                <a:ext cx="344530" cy="20135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C1012585-D204-FC46-C996-8747CF4945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57604" y="5230348"/>
              <a:ext cx="2574564" cy="901551"/>
            </a:xfrm>
            <a:prstGeom prst="rect">
              <a:avLst/>
            </a:prstGeom>
          </p:spPr>
        </p:pic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CFEA49BD-005D-FD1F-09F7-90B386420358}"/>
                </a:ext>
              </a:extLst>
            </p:cNvPr>
            <p:cNvSpPr/>
            <p:nvPr/>
          </p:nvSpPr>
          <p:spPr>
            <a:xfrm>
              <a:off x="211620" y="4147805"/>
              <a:ext cx="7797000" cy="2492896"/>
            </a:xfrm>
            <a:prstGeom prst="roundRect">
              <a:avLst>
                <a:gd name="adj" fmla="val 7383"/>
              </a:avLst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2DCE9ED0-B6EB-8E5E-52D7-7AB393D1ECC2}"/>
              </a:ext>
            </a:extLst>
          </p:cNvPr>
          <p:cNvSpPr txBox="1"/>
          <p:nvPr/>
        </p:nvSpPr>
        <p:spPr>
          <a:xfrm>
            <a:off x="8384115" y="4671573"/>
            <a:ext cx="37434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/>
              <a:t>도어래치</a:t>
            </a:r>
            <a:r>
              <a:rPr lang="ko-KR" altLang="en-US" sz="1600" dirty="0" err="1"/>
              <a:t>는</a:t>
            </a:r>
            <a:r>
              <a:rPr lang="en-US" altLang="ko-KR" sz="1600" dirty="0"/>
              <a:t> </a:t>
            </a:r>
            <a:r>
              <a:rPr lang="ko-KR" altLang="en-US" sz="1600" dirty="0"/>
              <a:t>아래의 </a:t>
            </a:r>
            <a:r>
              <a:rPr lang="en-US" altLang="ko-KR" sz="1600" b="1" dirty="0"/>
              <a:t>Type(</a:t>
            </a:r>
            <a:r>
              <a:rPr lang="ko-KR" altLang="en-US" sz="1600" dirty="0" err="1"/>
              <a:t>조립부</a:t>
            </a:r>
            <a:r>
              <a:rPr lang="en-US" altLang="ko-KR" sz="1600" b="1" dirty="0"/>
              <a:t>)</a:t>
            </a:r>
            <a:r>
              <a:rPr lang="ko-KR" altLang="en-US" sz="1600" dirty="0"/>
              <a:t>를 가짐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_1: </a:t>
            </a:r>
            <a:r>
              <a:rPr lang="en-US" altLang="ko-KR" sz="1600" dirty="0" err="1"/>
              <a:t>Type_A</a:t>
            </a:r>
            <a:r>
              <a:rPr lang="en-US" altLang="ko-KR" sz="1600" dirty="0"/>
              <a:t>-Female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_2: </a:t>
            </a:r>
            <a:r>
              <a:rPr lang="en-US" altLang="ko-KR" sz="1600" dirty="0" err="1"/>
              <a:t>Type_B</a:t>
            </a:r>
            <a:r>
              <a:rPr lang="en-US" altLang="ko-KR" sz="1600" dirty="0"/>
              <a:t>-Female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_3: </a:t>
            </a:r>
            <a:r>
              <a:rPr lang="en-US" altLang="ko-KR" sz="1600" dirty="0" err="1"/>
              <a:t>Type_E</a:t>
            </a:r>
            <a:r>
              <a:rPr lang="en-US" altLang="ko-KR" sz="1600" dirty="0"/>
              <a:t>-Male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_4: </a:t>
            </a:r>
            <a:r>
              <a:rPr lang="en-US" altLang="ko-KR" sz="1600" dirty="0" err="1"/>
              <a:t>Type_F</a:t>
            </a:r>
            <a:r>
              <a:rPr lang="en-US" altLang="ko-KR" sz="1600" dirty="0"/>
              <a:t>-Male</a:t>
            </a:r>
          </a:p>
        </p:txBody>
      </p:sp>
    </p:spTree>
    <p:extLst>
      <p:ext uri="{BB962C8B-B14F-4D97-AF65-F5344CB8AC3E}">
        <p14:creationId xmlns:p14="http://schemas.microsoft.com/office/powerpoint/2010/main" val="803157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5A3B3-7A5E-8F41-20D9-1190A55D4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F971DC8-C469-A9EC-341D-47BA9FEE4260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</a:rPr>
              <a:t>Planning</a:t>
            </a:r>
            <a:r>
              <a:rPr kumimoji="1" lang="ko-KR" altLang="en-US" sz="2400" b="1" dirty="0">
                <a:latin typeface="+mj-ea"/>
              </a:rPr>
              <a:t>을 위한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0DB9CBEB-1E7A-BBB0-179E-1C5FBB65A553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B50B7EEE-A36E-1945-CB0F-7070C7D07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4A0BDE2-513E-E424-7943-E4FC73B6B92A}"/>
              </a:ext>
            </a:extLst>
          </p:cNvPr>
          <p:cNvSpPr txBox="1"/>
          <p:nvPr/>
        </p:nvSpPr>
        <p:spPr>
          <a:xfrm>
            <a:off x="350982" y="716826"/>
            <a:ext cx="11304954" cy="1749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dirty="0" err="1">
                <a:latin typeface="+mj-ea"/>
              </a:rPr>
              <a:t>AssemblyGroupDataBase</a:t>
            </a:r>
            <a:r>
              <a:rPr lang="ko-KR" altLang="en-US" sz="1800" dirty="0">
                <a:latin typeface="+mj-ea"/>
                <a:ea typeface="+mj-ea"/>
              </a:rPr>
              <a:t> 객체</a:t>
            </a:r>
            <a:endParaRPr lang="en-US" altLang="ko-KR" sz="1800" dirty="0">
              <a:latin typeface="+mj-ea"/>
              <a:ea typeface="+mj-ea"/>
            </a:endParaRPr>
          </a:p>
          <a:p>
            <a:pPr lvl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 err="1">
                <a:latin typeface="+mj-ea"/>
              </a:rPr>
              <a:t>AssemblyType</a:t>
            </a:r>
            <a:r>
              <a:rPr lang="ko-KR" altLang="en-US" sz="1400" dirty="0">
                <a:latin typeface="+mj-ea"/>
              </a:rPr>
              <a:t>연결 정보를 부여하고 기억하는 역할을 한다</a:t>
            </a:r>
            <a:r>
              <a:rPr lang="en-US" altLang="ko-KR" sz="1400" dirty="0">
                <a:latin typeface="+mj-ea"/>
              </a:rPr>
              <a:t>.</a:t>
            </a:r>
          </a:p>
          <a:p>
            <a:pPr lvl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400" dirty="0">
                <a:latin typeface="+mj-ea"/>
              </a:rPr>
              <a:t>주어진 </a:t>
            </a:r>
            <a:r>
              <a:rPr lang="en-US" altLang="ko-KR" sz="1400" dirty="0" err="1">
                <a:latin typeface="+mj-ea"/>
              </a:rPr>
              <a:t>AssemblyType</a:t>
            </a:r>
            <a:r>
              <a:rPr lang="en-US" altLang="ko-KR" sz="1400" dirty="0">
                <a:latin typeface="+mj-ea"/>
              </a:rPr>
              <a:t> </a:t>
            </a:r>
            <a:r>
              <a:rPr lang="ko-KR" altLang="en-US" sz="1400" dirty="0">
                <a:latin typeface="+mj-ea"/>
              </a:rPr>
              <a:t>객체들이 서로 조립 실제로 가능한지 여부를 </a:t>
            </a:r>
            <a:r>
              <a:rPr lang="en-US" altLang="ko-KR" sz="1400" dirty="0" err="1">
                <a:latin typeface="+mj-ea"/>
              </a:rPr>
              <a:t>AssemblyGroupDataBase</a:t>
            </a:r>
            <a:r>
              <a:rPr lang="ko-KR" altLang="en-US" sz="1400" dirty="0">
                <a:latin typeface="+mj-ea"/>
              </a:rPr>
              <a:t>의 데이터를 조회하여 판단한다</a:t>
            </a:r>
            <a:r>
              <a:rPr lang="en-US" altLang="ko-KR" sz="1400" dirty="0">
                <a:latin typeface="+mj-ea"/>
              </a:rPr>
              <a:t>.</a:t>
            </a:r>
            <a:r>
              <a:rPr lang="ko-KR" altLang="en-US" sz="1400" dirty="0">
                <a:latin typeface="+mj-ea"/>
              </a:rPr>
              <a:t> </a:t>
            </a:r>
            <a:endParaRPr lang="en-US" altLang="ko-KR" sz="1400" dirty="0">
              <a:latin typeface="+mj-ea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endParaRPr lang="en-US" altLang="ko-KR" sz="1800" dirty="0">
              <a:latin typeface="+mj-ea"/>
              <a:ea typeface="+mj-ea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EB7F7B50-8A50-F8AC-5502-73BF14C52145}"/>
              </a:ext>
            </a:extLst>
          </p:cNvPr>
          <p:cNvGrpSpPr/>
          <p:nvPr/>
        </p:nvGrpSpPr>
        <p:grpSpPr>
          <a:xfrm>
            <a:off x="306629" y="3073598"/>
            <a:ext cx="11393659" cy="2921590"/>
            <a:chOff x="350982" y="2040786"/>
            <a:chExt cx="11393659" cy="2921590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6B9A7975-DF0B-B842-0937-D21FC68860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50294" y="2660583"/>
              <a:ext cx="5694347" cy="1319720"/>
            </a:xfrm>
            <a:prstGeom prst="rect">
              <a:avLst/>
            </a:prstGeom>
          </p:spPr>
        </p:pic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90D94FE6-600E-5B45-FED0-8107C48A3F1D}"/>
                </a:ext>
              </a:extLst>
            </p:cNvPr>
            <p:cNvCxnSpPr>
              <a:cxnSpLocks/>
              <a:stCxn id="51" idx="4"/>
              <a:endCxn id="53" idx="0"/>
            </p:cNvCxnSpPr>
            <p:nvPr/>
          </p:nvCxnSpPr>
          <p:spPr>
            <a:xfrm>
              <a:off x="4135696" y="2801905"/>
              <a:ext cx="0" cy="1177675"/>
            </a:xfrm>
            <a:prstGeom prst="line">
              <a:avLst/>
            </a:prstGeom>
            <a:ln w="28575">
              <a:solidFill>
                <a:srgbClr val="FF79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2DECCC2C-4A2F-220C-B4D3-FD77D2D7E3AA}"/>
                </a:ext>
              </a:extLst>
            </p:cNvPr>
            <p:cNvSpPr/>
            <p:nvPr/>
          </p:nvSpPr>
          <p:spPr>
            <a:xfrm>
              <a:off x="2667451" y="3054466"/>
              <a:ext cx="686134" cy="53195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/>
                <a:t>도어</a:t>
              </a:r>
              <a:endParaRPr lang="en-US" altLang="ko-KR" sz="900" dirty="0"/>
            </a:p>
            <a:p>
              <a:pPr algn="ctr"/>
              <a:r>
                <a:rPr lang="ko-KR" altLang="en-US" sz="900" dirty="0" err="1"/>
                <a:t>체커</a:t>
              </a:r>
              <a:endParaRPr lang="ko-KR" altLang="en-US" sz="900" dirty="0"/>
            </a:p>
          </p:txBody>
        </p: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380D5CCF-89FD-E056-76E6-658308253CD8}"/>
                </a:ext>
              </a:extLst>
            </p:cNvPr>
            <p:cNvCxnSpPr>
              <a:cxnSpLocks/>
              <a:stCxn id="50" idx="2"/>
              <a:endCxn id="39" idx="6"/>
            </p:cNvCxnSpPr>
            <p:nvPr/>
          </p:nvCxnSpPr>
          <p:spPr>
            <a:xfrm flipH="1">
              <a:off x="3353586" y="3320443"/>
              <a:ext cx="231889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39BEC943-7E81-5509-34F0-926E658DCD0C}"/>
                </a:ext>
              </a:extLst>
            </p:cNvPr>
            <p:cNvSpPr/>
            <p:nvPr/>
          </p:nvSpPr>
          <p:spPr>
            <a:xfrm>
              <a:off x="350982" y="2040786"/>
              <a:ext cx="758050" cy="52520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/>
                <a:t>프론트 도어</a:t>
              </a:r>
            </a:p>
          </p:txBody>
        </p: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28B0554D-0DFD-8EA9-B042-AE1AAF796681}"/>
                </a:ext>
              </a:extLst>
            </p:cNvPr>
            <p:cNvCxnSpPr>
              <a:cxnSpLocks/>
              <a:stCxn id="47" idx="1"/>
              <a:endCxn id="43" idx="6"/>
            </p:cNvCxnSpPr>
            <p:nvPr/>
          </p:nvCxnSpPr>
          <p:spPr>
            <a:xfrm flipH="1" flipV="1">
              <a:off x="1109032" y="2303390"/>
              <a:ext cx="165443" cy="189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C386DE43-B258-3E1D-5119-173558BB46E7}"/>
                </a:ext>
              </a:extLst>
            </p:cNvPr>
            <p:cNvSpPr/>
            <p:nvPr/>
          </p:nvSpPr>
          <p:spPr>
            <a:xfrm>
              <a:off x="4815179" y="2396877"/>
              <a:ext cx="686134" cy="464579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/>
                <a:t>바디</a:t>
              </a:r>
            </a:p>
          </p:txBody>
        </p: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43E42A17-DB15-C1E8-97A9-A2D43691065E}"/>
                </a:ext>
              </a:extLst>
            </p:cNvPr>
            <p:cNvCxnSpPr>
              <a:cxnSpLocks/>
              <a:stCxn id="51" idx="6"/>
              <a:endCxn id="45" idx="2"/>
            </p:cNvCxnSpPr>
            <p:nvPr/>
          </p:nvCxnSpPr>
          <p:spPr>
            <a:xfrm>
              <a:off x="4739518" y="2629166"/>
              <a:ext cx="75660" cy="1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0E75030A-58EA-C4BD-6221-B509EF1EF1E4}"/>
                </a:ext>
              </a:extLst>
            </p:cNvPr>
            <p:cNvSpPr/>
            <p:nvPr/>
          </p:nvSpPr>
          <p:spPr>
            <a:xfrm>
              <a:off x="1274475" y="2183019"/>
              <a:ext cx="1069672" cy="241120"/>
            </a:xfrm>
            <a:prstGeom prst="roundRect">
              <a:avLst/>
            </a:prstGeom>
            <a:solidFill>
              <a:srgbClr val="70AD4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Type C : F </a:t>
              </a:r>
              <a:endParaRPr lang="ko-KR" altLang="en-US" sz="900"/>
            </a:p>
          </p:txBody>
        </p:sp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B3A70029-D26B-E90F-8F0B-293BB67A62EA}"/>
                </a:ext>
              </a:extLst>
            </p:cNvPr>
            <p:cNvSpPr/>
            <p:nvPr/>
          </p:nvSpPr>
          <p:spPr>
            <a:xfrm>
              <a:off x="1274475" y="3199883"/>
              <a:ext cx="1069672" cy="241120"/>
            </a:xfrm>
            <a:prstGeom prst="roundRect">
              <a:avLst/>
            </a:prstGeom>
            <a:solidFill>
              <a:srgbClr val="70AD4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Type C : M </a:t>
              </a:r>
              <a:endParaRPr lang="ko-KR" altLang="en-US" sz="900"/>
            </a:p>
          </p:txBody>
        </p: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11A56962-D736-F8E1-BA9E-8AFF7807A6F2}"/>
                </a:ext>
              </a:extLst>
            </p:cNvPr>
            <p:cNvCxnSpPr>
              <a:cxnSpLocks/>
              <a:stCxn id="48" idx="3"/>
              <a:endCxn id="39" idx="2"/>
            </p:cNvCxnSpPr>
            <p:nvPr/>
          </p:nvCxnSpPr>
          <p:spPr>
            <a:xfrm>
              <a:off x="2344147" y="3320443"/>
              <a:ext cx="323304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C0BE02FE-7902-234A-AC60-784CED5A2A72}"/>
                </a:ext>
              </a:extLst>
            </p:cNvPr>
            <p:cNvSpPr/>
            <p:nvPr/>
          </p:nvSpPr>
          <p:spPr>
            <a:xfrm>
              <a:off x="3585475" y="3147704"/>
              <a:ext cx="1100442" cy="34547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Type D : I</a:t>
              </a:r>
              <a:endParaRPr lang="ko-KR" altLang="en-US" sz="900"/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0D7A5B1B-48C4-6B7A-D14B-CD22D0803929}"/>
                </a:ext>
              </a:extLst>
            </p:cNvPr>
            <p:cNvSpPr/>
            <p:nvPr/>
          </p:nvSpPr>
          <p:spPr>
            <a:xfrm>
              <a:off x="3531874" y="2456427"/>
              <a:ext cx="1207644" cy="34547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Type D : F</a:t>
              </a:r>
              <a:endParaRPr lang="ko-KR" altLang="en-US" sz="900"/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CB5F2F28-1AB7-B4CF-4BB3-8ACEA47B1F7F}"/>
                </a:ext>
              </a:extLst>
            </p:cNvPr>
            <p:cNvSpPr/>
            <p:nvPr/>
          </p:nvSpPr>
          <p:spPr>
            <a:xfrm>
              <a:off x="3736077" y="4497797"/>
              <a:ext cx="799236" cy="46457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/>
                <a:t>볼트</a:t>
              </a: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2452D9A6-19CB-9B81-A6DD-8ABAB41E7ED6}"/>
                </a:ext>
              </a:extLst>
            </p:cNvPr>
            <p:cNvSpPr/>
            <p:nvPr/>
          </p:nvSpPr>
          <p:spPr>
            <a:xfrm>
              <a:off x="3531873" y="3979580"/>
              <a:ext cx="1207646" cy="34547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Type D : M</a:t>
              </a:r>
              <a:endParaRPr lang="ko-KR" altLang="en-US" sz="900"/>
            </a:p>
          </p:txBody>
        </p: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36FFBD7E-63F7-BE68-B3A0-4AFDF5239F64}"/>
                </a:ext>
              </a:extLst>
            </p:cNvPr>
            <p:cNvCxnSpPr>
              <a:cxnSpLocks/>
              <a:stCxn id="53" idx="4"/>
              <a:endCxn id="52" idx="0"/>
            </p:cNvCxnSpPr>
            <p:nvPr/>
          </p:nvCxnSpPr>
          <p:spPr>
            <a:xfrm>
              <a:off x="4135696" y="4325058"/>
              <a:ext cx="0" cy="172739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64E0FB5C-7B30-6921-582B-C6BE8D0D4BD1}"/>
                </a:ext>
              </a:extLst>
            </p:cNvPr>
            <p:cNvCxnSpPr>
              <a:cxnSpLocks/>
              <a:stCxn id="47" idx="2"/>
              <a:endCxn id="48" idx="0"/>
            </p:cNvCxnSpPr>
            <p:nvPr/>
          </p:nvCxnSpPr>
          <p:spPr>
            <a:xfrm>
              <a:off x="1809311" y="2424139"/>
              <a:ext cx="0" cy="775744"/>
            </a:xfrm>
            <a:prstGeom prst="line">
              <a:avLst/>
            </a:prstGeom>
            <a:ln w="28575">
              <a:solidFill>
                <a:srgbClr val="FF79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사각형: 둥근 모서리 58">
              <a:extLst>
                <a:ext uri="{FF2B5EF4-FFF2-40B4-BE49-F238E27FC236}">
                  <a16:creationId xmlns:a16="http://schemas.microsoft.com/office/drawing/2014/main" id="{B60B47C0-751A-AD25-001C-055803DCC771}"/>
                </a:ext>
              </a:extLst>
            </p:cNvPr>
            <p:cNvSpPr/>
            <p:nvPr/>
          </p:nvSpPr>
          <p:spPr>
            <a:xfrm>
              <a:off x="9242676" y="3210259"/>
              <a:ext cx="1674850" cy="192547"/>
            </a:xfrm>
            <a:prstGeom prst="roundRect">
              <a:avLst>
                <a:gd name="adj" fmla="val 7435"/>
              </a:avLst>
            </a:prstGeom>
            <a:noFill/>
            <a:ln w="28575">
              <a:solidFill>
                <a:srgbClr val="FF79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29AA447B-4DBD-5BBD-08C4-801E88FA5B9E}"/>
                </a:ext>
              </a:extLst>
            </p:cNvPr>
            <p:cNvSpPr/>
            <p:nvPr/>
          </p:nvSpPr>
          <p:spPr>
            <a:xfrm>
              <a:off x="9242675" y="3402807"/>
              <a:ext cx="2413261" cy="183614"/>
            </a:xfrm>
            <a:prstGeom prst="roundRect">
              <a:avLst>
                <a:gd name="adj" fmla="val 7435"/>
              </a:avLst>
            </a:prstGeom>
            <a:noFill/>
            <a:ln w="28575">
              <a:solidFill>
                <a:srgbClr val="FF79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3C02C5A7-C063-A127-FEE9-89AE65328309}"/>
                  </a:ext>
                </a:extLst>
              </p14:cNvPr>
              <p14:cNvContentPartPr/>
              <p14:nvPr/>
            </p14:nvContentPartPr>
            <p14:xfrm>
              <a:off x="539640" y="3003480"/>
              <a:ext cx="4496400" cy="255960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3C02C5A7-C063-A127-FEE9-89AE6532830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0280" y="2994120"/>
                <a:ext cx="4515120" cy="257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2704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10F0B-AD36-11F9-1E35-4FCD139DC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03CC806-B60C-6397-7758-0E6122E88C01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</a:rPr>
              <a:t>부품 데이터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43CD5A40-4498-A621-7EE4-B49A50910E65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6F70C93F-DCA3-DDF7-8EF1-750B5219A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F4EAC81-3CA3-E2ED-AB02-8BE787E984E8}"/>
              </a:ext>
            </a:extLst>
          </p:cNvPr>
          <p:cNvSpPr txBox="1"/>
          <p:nvPr/>
        </p:nvSpPr>
        <p:spPr>
          <a:xfrm>
            <a:off x="350982" y="716826"/>
            <a:ext cx="11304954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dirty="0" err="1">
                <a:latin typeface="+mj-ea"/>
              </a:rPr>
              <a:t>AssemblyType</a:t>
            </a:r>
            <a:r>
              <a:rPr lang="ko-KR" altLang="en-US" sz="1800" dirty="0">
                <a:latin typeface="+mj-ea"/>
                <a:ea typeface="+mj-ea"/>
              </a:rPr>
              <a:t> 객체 사용 사례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코드 예시</a:t>
            </a:r>
            <a:endParaRPr lang="en-US" altLang="ko-KR" sz="1800" dirty="0">
              <a:latin typeface="+mj-ea"/>
              <a:ea typeface="+mj-ea"/>
            </a:endParaRPr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CC29875C-952F-6BC2-5148-9652EE9BD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099" y="2610751"/>
            <a:ext cx="4101687" cy="3184584"/>
          </a:xfrm>
          <a:prstGeom prst="rect">
            <a:avLst/>
          </a:prstGeom>
        </p:spPr>
      </p:pic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BBF80FC9-A556-1E65-611A-9BA7892E4A98}"/>
              </a:ext>
            </a:extLst>
          </p:cNvPr>
          <p:cNvSpPr/>
          <p:nvPr/>
        </p:nvSpPr>
        <p:spPr>
          <a:xfrm>
            <a:off x="3950099" y="3759200"/>
            <a:ext cx="4101687" cy="365759"/>
          </a:xfrm>
          <a:prstGeom prst="roundRect">
            <a:avLst>
              <a:gd name="adj" fmla="val 7435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29E57334-2F0C-605B-260F-96F0A79355AE}"/>
              </a:ext>
            </a:extLst>
          </p:cNvPr>
          <p:cNvSpPr/>
          <p:nvPr/>
        </p:nvSpPr>
        <p:spPr>
          <a:xfrm>
            <a:off x="786161" y="4505121"/>
            <a:ext cx="699697" cy="6465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도어</a:t>
            </a:r>
            <a:endParaRPr lang="en-US" altLang="ko-KR" sz="1200"/>
          </a:p>
          <a:p>
            <a:pPr algn="ctr"/>
            <a:r>
              <a:rPr lang="ko-KR" altLang="en-US" sz="1200" err="1"/>
              <a:t>체커</a:t>
            </a:r>
            <a:endParaRPr lang="ko-KR" altLang="en-US" sz="1200"/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FBB2F22A-4DCE-31B0-8487-4F45C0FE86A8}"/>
              </a:ext>
            </a:extLst>
          </p:cNvPr>
          <p:cNvCxnSpPr>
            <a:cxnSpLocks/>
            <a:stCxn id="72" idx="2"/>
            <a:endCxn id="60" idx="5"/>
          </p:cNvCxnSpPr>
          <p:nvPr/>
        </p:nvCxnSpPr>
        <p:spPr>
          <a:xfrm flipH="1" flipV="1">
            <a:off x="1383390" y="5057005"/>
            <a:ext cx="421554" cy="16844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타원 61">
            <a:extLst>
              <a:ext uri="{FF2B5EF4-FFF2-40B4-BE49-F238E27FC236}">
                <a16:creationId xmlns:a16="http://schemas.microsoft.com/office/drawing/2014/main" id="{94E5FEE2-34D6-7509-E6D0-9AE9B436AC1B}"/>
              </a:ext>
            </a:extLst>
          </p:cNvPr>
          <p:cNvSpPr/>
          <p:nvPr/>
        </p:nvSpPr>
        <p:spPr>
          <a:xfrm>
            <a:off x="674947" y="2837321"/>
            <a:ext cx="922125" cy="6383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프론트 도어</a:t>
            </a: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A7802535-6F28-72E6-48EF-9D9BC99E2913}"/>
              </a:ext>
            </a:extLst>
          </p:cNvPr>
          <p:cNvCxnSpPr>
            <a:cxnSpLocks/>
            <a:stCxn id="66" idx="1"/>
            <a:endCxn id="62" idx="6"/>
          </p:cNvCxnSpPr>
          <p:nvPr/>
        </p:nvCxnSpPr>
        <p:spPr>
          <a:xfrm flipH="1" flipV="1">
            <a:off x="1597072" y="3156507"/>
            <a:ext cx="305735" cy="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19FCE3D6-6E92-89DC-B57A-BA548AF45219}"/>
              </a:ext>
            </a:extLst>
          </p:cNvPr>
          <p:cNvSpPr/>
          <p:nvPr/>
        </p:nvSpPr>
        <p:spPr>
          <a:xfrm>
            <a:off x="1902807" y="3009971"/>
            <a:ext cx="1090817" cy="293074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Type C : F </a:t>
            </a:r>
            <a:endParaRPr lang="ko-KR" altLang="en-US" sz="1200" dirty="0"/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25B4D5E7-D2CF-F5E7-E222-16D88FB1F551}"/>
              </a:ext>
            </a:extLst>
          </p:cNvPr>
          <p:cNvSpPr/>
          <p:nvPr/>
        </p:nvSpPr>
        <p:spPr>
          <a:xfrm>
            <a:off x="1902807" y="4234552"/>
            <a:ext cx="1090817" cy="293074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Type C : M </a:t>
            </a:r>
            <a:endParaRPr lang="ko-KR" altLang="en-US" sz="1200" dirty="0"/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BACD0732-FBBD-F2F6-2A31-41309A1F0F6B}"/>
              </a:ext>
            </a:extLst>
          </p:cNvPr>
          <p:cNvCxnSpPr>
            <a:cxnSpLocks/>
            <a:stCxn id="69" idx="1"/>
            <a:endCxn id="60" idx="7"/>
          </p:cNvCxnSpPr>
          <p:nvPr/>
        </p:nvCxnSpPr>
        <p:spPr>
          <a:xfrm flipH="1">
            <a:off x="1383390" y="4381089"/>
            <a:ext cx="519417" cy="21872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타원 71">
            <a:extLst>
              <a:ext uri="{FF2B5EF4-FFF2-40B4-BE49-F238E27FC236}">
                <a16:creationId xmlns:a16="http://schemas.microsoft.com/office/drawing/2014/main" id="{147410F7-BD92-EECB-A188-3BCD3FD95A51}"/>
              </a:ext>
            </a:extLst>
          </p:cNvPr>
          <p:cNvSpPr/>
          <p:nvPr/>
        </p:nvSpPr>
        <p:spPr>
          <a:xfrm>
            <a:off x="1804944" y="5015491"/>
            <a:ext cx="1286543" cy="4199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D : I</a:t>
            </a:r>
            <a:endParaRPr lang="ko-KR" altLang="en-US" sz="1200"/>
          </a:p>
        </p:txBody>
      </p: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473FEAB6-F60D-35C1-C936-C6C860CB1DB0}"/>
              </a:ext>
            </a:extLst>
          </p:cNvPr>
          <p:cNvGrpSpPr/>
          <p:nvPr/>
        </p:nvGrpSpPr>
        <p:grpSpPr>
          <a:xfrm>
            <a:off x="9281833" y="4961807"/>
            <a:ext cx="2316434" cy="564681"/>
            <a:chOff x="9372421" y="4276007"/>
            <a:chExt cx="2316434" cy="564681"/>
          </a:xfrm>
        </p:grpSpPr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7DAD3165-7A3F-9695-7A89-6E79C125E0BA}"/>
                </a:ext>
              </a:extLst>
            </p:cNvPr>
            <p:cNvSpPr/>
            <p:nvPr/>
          </p:nvSpPr>
          <p:spPr>
            <a:xfrm>
              <a:off x="10989158" y="4276007"/>
              <a:ext cx="699697" cy="564681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바디</a:t>
              </a:r>
            </a:p>
          </p:txBody>
        </p:sp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EEA81E7A-12C4-184B-B063-95CBAAE90A4B}"/>
                </a:ext>
              </a:extLst>
            </p:cNvPr>
            <p:cNvCxnSpPr>
              <a:cxnSpLocks/>
              <a:stCxn id="73" idx="6"/>
              <a:endCxn id="64" idx="2"/>
            </p:cNvCxnSpPr>
            <p:nvPr/>
          </p:nvCxnSpPr>
          <p:spPr>
            <a:xfrm>
              <a:off x="10785751" y="4558347"/>
              <a:ext cx="203407" cy="1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947A6066-8FC1-32A6-350B-8ACDE77B83B4}"/>
                </a:ext>
              </a:extLst>
            </p:cNvPr>
            <p:cNvSpPr/>
            <p:nvPr/>
          </p:nvSpPr>
          <p:spPr>
            <a:xfrm>
              <a:off x="9372421" y="4348388"/>
              <a:ext cx="1413330" cy="419917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Type D : F</a:t>
              </a:r>
              <a:endParaRPr lang="ko-KR" altLang="en-US" sz="1200" dirty="0"/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7DDD5C30-A62B-93AC-A563-71EBD9D61C83}"/>
              </a:ext>
            </a:extLst>
          </p:cNvPr>
          <p:cNvGrpSpPr/>
          <p:nvPr/>
        </p:nvGrpSpPr>
        <p:grpSpPr>
          <a:xfrm>
            <a:off x="9295583" y="2925758"/>
            <a:ext cx="2360353" cy="564681"/>
            <a:chOff x="9386171" y="2239958"/>
            <a:chExt cx="2360353" cy="564681"/>
          </a:xfrm>
        </p:grpSpPr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23D388BF-4F49-C0BB-8BA9-16B57138C3DF}"/>
                </a:ext>
              </a:extLst>
            </p:cNvPr>
            <p:cNvSpPr/>
            <p:nvPr/>
          </p:nvSpPr>
          <p:spPr>
            <a:xfrm>
              <a:off x="10931489" y="2239958"/>
              <a:ext cx="815035" cy="564681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볼트</a:t>
              </a:r>
              <a:r>
                <a:rPr lang="en-US" altLang="ko-KR" sz="1200" dirty="0"/>
                <a:t>1</a:t>
              </a:r>
              <a:endParaRPr lang="ko-KR" altLang="en-US" sz="1200" dirty="0"/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85C1A4E0-BE31-FC35-7251-37168122034B}"/>
                </a:ext>
              </a:extLst>
            </p:cNvPr>
            <p:cNvSpPr/>
            <p:nvPr/>
          </p:nvSpPr>
          <p:spPr>
            <a:xfrm>
              <a:off x="9386171" y="2312341"/>
              <a:ext cx="1385831" cy="419917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Type B : M</a:t>
              </a:r>
              <a:endParaRPr lang="ko-KR" altLang="en-US" sz="1200" dirty="0"/>
            </a:p>
          </p:txBody>
        </p: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B934A762-AFB2-B4F1-3AF1-C3F60B0445C4}"/>
                </a:ext>
              </a:extLst>
            </p:cNvPr>
            <p:cNvCxnSpPr>
              <a:cxnSpLocks/>
              <a:stCxn id="75" idx="6"/>
              <a:endCxn id="74" idx="2"/>
            </p:cNvCxnSpPr>
            <p:nvPr/>
          </p:nvCxnSpPr>
          <p:spPr>
            <a:xfrm flipV="1">
              <a:off x="10772002" y="2522299"/>
              <a:ext cx="159487" cy="1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F94D18D6-7A61-0AEE-5B2E-4EA57AFEFD9F}"/>
              </a:ext>
            </a:extLst>
          </p:cNvPr>
          <p:cNvSpPr/>
          <p:nvPr/>
        </p:nvSpPr>
        <p:spPr>
          <a:xfrm>
            <a:off x="3950098" y="4260850"/>
            <a:ext cx="4101687" cy="510409"/>
          </a:xfrm>
          <a:prstGeom prst="roundRect">
            <a:avLst>
              <a:gd name="adj" fmla="val 7435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0FC40398-470E-4835-C676-3D6E073F0B81}"/>
              </a:ext>
            </a:extLst>
          </p:cNvPr>
          <p:cNvSpPr/>
          <p:nvPr/>
        </p:nvSpPr>
        <p:spPr>
          <a:xfrm>
            <a:off x="3950098" y="3106707"/>
            <a:ext cx="4101687" cy="171450"/>
          </a:xfrm>
          <a:prstGeom prst="roundRect">
            <a:avLst>
              <a:gd name="adj" fmla="val 7435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776DB08C-B759-0E6B-0550-6E61DDF35CCC}"/>
              </a:ext>
            </a:extLst>
          </p:cNvPr>
          <p:cNvGrpSpPr/>
          <p:nvPr/>
        </p:nvGrpSpPr>
        <p:grpSpPr>
          <a:xfrm>
            <a:off x="9295583" y="3943783"/>
            <a:ext cx="2360353" cy="564681"/>
            <a:chOff x="9386171" y="3156818"/>
            <a:chExt cx="2360353" cy="564681"/>
          </a:xfrm>
        </p:grpSpPr>
        <p:sp>
          <p:nvSpPr>
            <p:cNvPr id="97" name="타원 96">
              <a:extLst>
                <a:ext uri="{FF2B5EF4-FFF2-40B4-BE49-F238E27FC236}">
                  <a16:creationId xmlns:a16="http://schemas.microsoft.com/office/drawing/2014/main" id="{E536AFBD-DAD3-A5A3-33B9-196929F66FE0}"/>
                </a:ext>
              </a:extLst>
            </p:cNvPr>
            <p:cNvSpPr/>
            <p:nvPr/>
          </p:nvSpPr>
          <p:spPr>
            <a:xfrm>
              <a:off x="10931489" y="3156818"/>
              <a:ext cx="815035" cy="564681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볼트</a:t>
              </a:r>
              <a:r>
                <a:rPr lang="en-US" altLang="ko-KR" sz="1200" dirty="0"/>
                <a:t>2</a:t>
              </a:r>
              <a:endParaRPr lang="ko-KR" altLang="en-US" sz="1200" dirty="0"/>
            </a:p>
          </p:txBody>
        </p:sp>
        <p:sp>
          <p:nvSpPr>
            <p:cNvPr id="98" name="타원 97">
              <a:extLst>
                <a:ext uri="{FF2B5EF4-FFF2-40B4-BE49-F238E27FC236}">
                  <a16:creationId xmlns:a16="http://schemas.microsoft.com/office/drawing/2014/main" id="{4A5C85D6-B182-4B44-FA96-8E22E61FFC7C}"/>
                </a:ext>
              </a:extLst>
            </p:cNvPr>
            <p:cNvSpPr/>
            <p:nvPr/>
          </p:nvSpPr>
          <p:spPr>
            <a:xfrm>
              <a:off x="9386171" y="3229201"/>
              <a:ext cx="1385831" cy="419917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Type D : M</a:t>
              </a:r>
              <a:endParaRPr lang="ko-KR" altLang="en-US" sz="1200" dirty="0"/>
            </a:p>
          </p:txBody>
        </p:sp>
        <p:cxnSp>
          <p:nvCxnSpPr>
            <p:cNvPr id="99" name="직선 연결선 98">
              <a:extLst>
                <a:ext uri="{FF2B5EF4-FFF2-40B4-BE49-F238E27FC236}">
                  <a16:creationId xmlns:a16="http://schemas.microsoft.com/office/drawing/2014/main" id="{458419D8-D593-458A-8AA7-E18A6C286344}"/>
                </a:ext>
              </a:extLst>
            </p:cNvPr>
            <p:cNvCxnSpPr>
              <a:cxnSpLocks/>
              <a:stCxn id="98" idx="6"/>
              <a:endCxn id="97" idx="2"/>
            </p:cNvCxnSpPr>
            <p:nvPr/>
          </p:nvCxnSpPr>
          <p:spPr>
            <a:xfrm flipV="1">
              <a:off x="10772002" y="3439159"/>
              <a:ext cx="159487" cy="1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DA4D4606-D0EB-E710-E9B3-75DD8F66906C}"/>
              </a:ext>
            </a:extLst>
          </p:cNvPr>
          <p:cNvCxnSpPr>
            <a:stCxn id="66" idx="3"/>
            <a:endCxn id="58" idx="1"/>
          </p:cNvCxnSpPr>
          <p:nvPr/>
        </p:nvCxnSpPr>
        <p:spPr>
          <a:xfrm>
            <a:off x="2993624" y="3156508"/>
            <a:ext cx="956475" cy="78557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326FC150-013C-00C8-A129-CCE40FACAD9A}"/>
              </a:ext>
            </a:extLst>
          </p:cNvPr>
          <p:cNvCxnSpPr>
            <a:cxnSpLocks/>
            <a:stCxn id="69" idx="3"/>
            <a:endCxn id="58" idx="1"/>
          </p:cNvCxnSpPr>
          <p:nvPr/>
        </p:nvCxnSpPr>
        <p:spPr>
          <a:xfrm flipV="1">
            <a:off x="2993624" y="3942080"/>
            <a:ext cx="956475" cy="43900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DD060E09-F440-58F0-BD32-F5AC6FB40A17}"/>
              </a:ext>
            </a:extLst>
          </p:cNvPr>
          <p:cNvCxnSpPr>
            <a:cxnSpLocks/>
            <a:stCxn id="72" idx="6"/>
            <a:endCxn id="95" idx="1"/>
          </p:cNvCxnSpPr>
          <p:nvPr/>
        </p:nvCxnSpPr>
        <p:spPr>
          <a:xfrm flipV="1">
            <a:off x="3091487" y="4516055"/>
            <a:ext cx="858611" cy="70939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2C67A3ED-BDD6-4200-BB78-49CD564B1805}"/>
              </a:ext>
            </a:extLst>
          </p:cNvPr>
          <p:cNvCxnSpPr>
            <a:cxnSpLocks/>
            <a:stCxn id="73" idx="2"/>
            <a:endCxn id="95" idx="3"/>
          </p:cNvCxnSpPr>
          <p:nvPr/>
        </p:nvCxnSpPr>
        <p:spPr>
          <a:xfrm flipH="1" flipV="1">
            <a:off x="8051785" y="4516055"/>
            <a:ext cx="1230048" cy="72809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89214523-B748-6604-BC84-B6F2B4B58B32}"/>
              </a:ext>
            </a:extLst>
          </p:cNvPr>
          <p:cNvCxnSpPr>
            <a:cxnSpLocks/>
            <a:stCxn id="98" idx="2"/>
            <a:endCxn id="95" idx="3"/>
          </p:cNvCxnSpPr>
          <p:nvPr/>
        </p:nvCxnSpPr>
        <p:spPr>
          <a:xfrm flipH="1">
            <a:off x="8051785" y="4226125"/>
            <a:ext cx="1243798" cy="28993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1F4EAA09-28F6-ACF8-5BB0-8875864992E3}"/>
              </a:ext>
            </a:extLst>
          </p:cNvPr>
          <p:cNvCxnSpPr>
            <a:cxnSpLocks/>
            <a:stCxn id="75" idx="2"/>
            <a:endCxn id="96" idx="3"/>
          </p:cNvCxnSpPr>
          <p:nvPr/>
        </p:nvCxnSpPr>
        <p:spPr>
          <a:xfrm flipH="1" flipV="1">
            <a:off x="8051785" y="3192432"/>
            <a:ext cx="1243798" cy="1566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4204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B0700-0E51-AD28-D8C4-63A3CB8C3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234CB19-7C9E-FC53-8753-23330A27D5E9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</a:rPr>
              <a:t>Planning</a:t>
            </a:r>
            <a:r>
              <a:rPr kumimoji="1" lang="ko-KR" altLang="en-US" sz="2400" b="1" dirty="0">
                <a:latin typeface="+mj-ea"/>
              </a:rPr>
              <a:t>을 위한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4BA9C952-B4BE-A46D-A24D-7DCAE09D23E7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16F5B9F1-2B66-5B0D-FAF4-63D44F2B4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52D71D7-C46D-741A-7463-E7BDA493B4C2}"/>
              </a:ext>
            </a:extLst>
          </p:cNvPr>
          <p:cNvSpPr txBox="1"/>
          <p:nvPr/>
        </p:nvSpPr>
        <p:spPr>
          <a:xfrm>
            <a:off x="350982" y="716826"/>
            <a:ext cx="11304954" cy="1749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dirty="0" err="1">
                <a:latin typeface="+mj-ea"/>
              </a:rPr>
              <a:t>AssemblyGroupDataBase</a:t>
            </a:r>
            <a:r>
              <a:rPr lang="ko-KR" altLang="en-US" sz="1800" dirty="0">
                <a:latin typeface="+mj-ea"/>
                <a:ea typeface="+mj-ea"/>
              </a:rPr>
              <a:t> 객체</a:t>
            </a:r>
            <a:endParaRPr lang="en-US" altLang="ko-KR" sz="1800" dirty="0">
              <a:latin typeface="+mj-ea"/>
              <a:ea typeface="+mj-ea"/>
            </a:endParaRPr>
          </a:p>
          <a:p>
            <a:pPr lvl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 err="1">
                <a:latin typeface="+mj-ea"/>
              </a:rPr>
              <a:t>AssemblyType</a:t>
            </a:r>
            <a:r>
              <a:rPr lang="ko-KR" altLang="en-US" sz="1400" dirty="0">
                <a:latin typeface="+mj-ea"/>
              </a:rPr>
              <a:t>연결 정보를 부여하고 기억하는 역할을 한다</a:t>
            </a:r>
            <a:r>
              <a:rPr lang="en-US" altLang="ko-KR" sz="1400" dirty="0">
                <a:latin typeface="+mj-ea"/>
              </a:rPr>
              <a:t>.</a:t>
            </a:r>
          </a:p>
          <a:p>
            <a:pPr lvl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400" dirty="0">
                <a:latin typeface="+mj-ea"/>
              </a:rPr>
              <a:t>주어진 </a:t>
            </a:r>
            <a:r>
              <a:rPr lang="en-US" altLang="ko-KR" sz="1400" dirty="0" err="1">
                <a:latin typeface="+mj-ea"/>
              </a:rPr>
              <a:t>AssemblyType</a:t>
            </a:r>
            <a:r>
              <a:rPr lang="en-US" altLang="ko-KR" sz="1400" dirty="0">
                <a:latin typeface="+mj-ea"/>
              </a:rPr>
              <a:t> </a:t>
            </a:r>
            <a:r>
              <a:rPr lang="ko-KR" altLang="en-US" sz="1400" dirty="0">
                <a:latin typeface="+mj-ea"/>
              </a:rPr>
              <a:t>객체들이 서로 조립 실제로 가능한지 여부를 </a:t>
            </a:r>
            <a:r>
              <a:rPr lang="en-US" altLang="ko-KR" sz="1400" dirty="0" err="1">
                <a:latin typeface="+mj-ea"/>
              </a:rPr>
              <a:t>AssemblyGroupDataBase</a:t>
            </a:r>
            <a:r>
              <a:rPr lang="ko-KR" altLang="en-US" sz="1400" dirty="0">
                <a:latin typeface="+mj-ea"/>
              </a:rPr>
              <a:t>의 데이터를 조회하여 판단한다</a:t>
            </a:r>
            <a:r>
              <a:rPr lang="en-US" altLang="ko-KR" sz="1400" dirty="0">
                <a:latin typeface="+mj-ea"/>
              </a:rPr>
              <a:t>.</a:t>
            </a:r>
            <a:r>
              <a:rPr lang="ko-KR" altLang="en-US" sz="1400" dirty="0">
                <a:latin typeface="+mj-ea"/>
              </a:rPr>
              <a:t> </a:t>
            </a:r>
            <a:endParaRPr lang="en-US" altLang="ko-KR" sz="1400" dirty="0">
              <a:latin typeface="+mj-ea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endParaRPr lang="en-US" altLang="ko-KR" sz="1800" dirty="0">
              <a:latin typeface="+mj-ea"/>
              <a:ea typeface="+mj-ea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9A38743-144C-500D-DC2C-FA8AC3E0706C}"/>
              </a:ext>
            </a:extLst>
          </p:cNvPr>
          <p:cNvGrpSpPr/>
          <p:nvPr/>
        </p:nvGrpSpPr>
        <p:grpSpPr>
          <a:xfrm>
            <a:off x="306629" y="2813417"/>
            <a:ext cx="11393659" cy="3181771"/>
            <a:chOff x="350982" y="1780605"/>
            <a:chExt cx="11393659" cy="3181771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216C9A7D-8960-F632-6386-17AAD09CCE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50294" y="2660583"/>
              <a:ext cx="5694347" cy="1319720"/>
            </a:xfrm>
            <a:prstGeom prst="rect">
              <a:avLst/>
            </a:prstGeom>
          </p:spPr>
        </p:pic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8A22A585-1D9C-34C4-CA3B-F237FCFBD38C}"/>
                </a:ext>
              </a:extLst>
            </p:cNvPr>
            <p:cNvCxnSpPr>
              <a:cxnSpLocks/>
              <a:stCxn id="51" idx="4"/>
              <a:endCxn id="53" idx="0"/>
            </p:cNvCxnSpPr>
            <p:nvPr/>
          </p:nvCxnSpPr>
          <p:spPr>
            <a:xfrm>
              <a:off x="4135696" y="2801905"/>
              <a:ext cx="0" cy="1177675"/>
            </a:xfrm>
            <a:prstGeom prst="line">
              <a:avLst/>
            </a:prstGeom>
            <a:ln w="28575">
              <a:solidFill>
                <a:srgbClr val="FF79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165B73F7-2491-75D1-2DED-B24D19CFBA82}"/>
                </a:ext>
              </a:extLst>
            </p:cNvPr>
            <p:cNvSpPr/>
            <p:nvPr/>
          </p:nvSpPr>
          <p:spPr>
            <a:xfrm>
              <a:off x="2667451" y="3054466"/>
              <a:ext cx="686134" cy="53195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/>
                <a:t>도어</a:t>
              </a:r>
              <a:endParaRPr lang="en-US" altLang="ko-KR" sz="900" dirty="0"/>
            </a:p>
            <a:p>
              <a:pPr algn="ctr"/>
              <a:r>
                <a:rPr lang="ko-KR" altLang="en-US" sz="900" dirty="0" err="1"/>
                <a:t>체커</a:t>
              </a:r>
              <a:endParaRPr lang="ko-KR" altLang="en-US" sz="900" dirty="0"/>
            </a:p>
          </p:txBody>
        </p: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BC8299A6-CC94-8CF5-1DDE-B04974EE5A42}"/>
                </a:ext>
              </a:extLst>
            </p:cNvPr>
            <p:cNvCxnSpPr>
              <a:cxnSpLocks/>
              <a:stCxn id="50" idx="2"/>
              <a:endCxn id="39" idx="6"/>
            </p:cNvCxnSpPr>
            <p:nvPr/>
          </p:nvCxnSpPr>
          <p:spPr>
            <a:xfrm flipH="1">
              <a:off x="3353586" y="3320443"/>
              <a:ext cx="231889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361480CE-27A5-2FFB-E4CC-4800E16D6AEC}"/>
                </a:ext>
              </a:extLst>
            </p:cNvPr>
            <p:cNvSpPr/>
            <p:nvPr/>
          </p:nvSpPr>
          <p:spPr>
            <a:xfrm>
              <a:off x="350982" y="2040786"/>
              <a:ext cx="758050" cy="52520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/>
                <a:t>프론트 도어</a:t>
              </a:r>
            </a:p>
          </p:txBody>
        </p: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9B1921D3-04ED-4D1E-CAF8-789FA488CCE2}"/>
                </a:ext>
              </a:extLst>
            </p:cNvPr>
            <p:cNvCxnSpPr>
              <a:cxnSpLocks/>
              <a:stCxn id="47" idx="1"/>
              <a:endCxn id="43" idx="6"/>
            </p:cNvCxnSpPr>
            <p:nvPr/>
          </p:nvCxnSpPr>
          <p:spPr>
            <a:xfrm flipH="1" flipV="1">
              <a:off x="1109032" y="2303390"/>
              <a:ext cx="165443" cy="189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AD9CBA88-2623-6E27-4768-DD35C194717E}"/>
                </a:ext>
              </a:extLst>
            </p:cNvPr>
            <p:cNvSpPr/>
            <p:nvPr/>
          </p:nvSpPr>
          <p:spPr>
            <a:xfrm>
              <a:off x="4815179" y="2396877"/>
              <a:ext cx="686134" cy="464579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/>
                <a:t>바디</a:t>
              </a:r>
            </a:p>
          </p:txBody>
        </p: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FE5A65B3-6D79-ED7E-5418-F499CAFFA7E1}"/>
                </a:ext>
              </a:extLst>
            </p:cNvPr>
            <p:cNvCxnSpPr>
              <a:cxnSpLocks/>
              <a:stCxn id="51" idx="6"/>
              <a:endCxn id="45" idx="2"/>
            </p:cNvCxnSpPr>
            <p:nvPr/>
          </p:nvCxnSpPr>
          <p:spPr>
            <a:xfrm>
              <a:off x="4739518" y="2629166"/>
              <a:ext cx="75660" cy="1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A8B9EC4F-4A88-8810-4597-B377B5977D1D}"/>
                </a:ext>
              </a:extLst>
            </p:cNvPr>
            <p:cNvSpPr/>
            <p:nvPr/>
          </p:nvSpPr>
          <p:spPr>
            <a:xfrm>
              <a:off x="1274475" y="2183019"/>
              <a:ext cx="1069672" cy="241120"/>
            </a:xfrm>
            <a:prstGeom prst="roundRect">
              <a:avLst/>
            </a:prstGeom>
            <a:solidFill>
              <a:srgbClr val="70AD4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Type C : F </a:t>
              </a:r>
              <a:endParaRPr lang="ko-KR" altLang="en-US" sz="900"/>
            </a:p>
          </p:txBody>
        </p:sp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DD708F37-078E-E594-2E8A-1293DC669E7F}"/>
                </a:ext>
              </a:extLst>
            </p:cNvPr>
            <p:cNvSpPr/>
            <p:nvPr/>
          </p:nvSpPr>
          <p:spPr>
            <a:xfrm>
              <a:off x="1274475" y="3199883"/>
              <a:ext cx="1069672" cy="241120"/>
            </a:xfrm>
            <a:prstGeom prst="roundRect">
              <a:avLst/>
            </a:prstGeom>
            <a:solidFill>
              <a:srgbClr val="70AD4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Type C : M </a:t>
              </a:r>
              <a:endParaRPr lang="ko-KR" altLang="en-US" sz="900"/>
            </a:p>
          </p:txBody>
        </p: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0E79C5AA-F75D-E651-9CFC-37E82A5CB6D8}"/>
                </a:ext>
              </a:extLst>
            </p:cNvPr>
            <p:cNvCxnSpPr>
              <a:cxnSpLocks/>
              <a:stCxn id="48" idx="3"/>
              <a:endCxn id="39" idx="2"/>
            </p:cNvCxnSpPr>
            <p:nvPr/>
          </p:nvCxnSpPr>
          <p:spPr>
            <a:xfrm>
              <a:off x="2344147" y="3320443"/>
              <a:ext cx="323304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C2E65446-56CF-96D8-421E-5564C90FAE38}"/>
                </a:ext>
              </a:extLst>
            </p:cNvPr>
            <p:cNvSpPr/>
            <p:nvPr/>
          </p:nvSpPr>
          <p:spPr>
            <a:xfrm>
              <a:off x="3585475" y="3147704"/>
              <a:ext cx="1100442" cy="34547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Type D : I</a:t>
              </a:r>
              <a:endParaRPr lang="ko-KR" altLang="en-US" sz="900"/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8CFF9342-44D2-5942-025C-53C202F89802}"/>
                </a:ext>
              </a:extLst>
            </p:cNvPr>
            <p:cNvSpPr/>
            <p:nvPr/>
          </p:nvSpPr>
          <p:spPr>
            <a:xfrm>
              <a:off x="3531874" y="2456427"/>
              <a:ext cx="1207644" cy="34547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Type D : F</a:t>
              </a:r>
              <a:endParaRPr lang="ko-KR" altLang="en-US" sz="900"/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9B7E307B-58C7-D25C-041F-1EBD65AB6416}"/>
                </a:ext>
              </a:extLst>
            </p:cNvPr>
            <p:cNvSpPr/>
            <p:nvPr/>
          </p:nvSpPr>
          <p:spPr>
            <a:xfrm>
              <a:off x="3736077" y="4497797"/>
              <a:ext cx="799236" cy="46457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/>
                <a:t>볼트</a:t>
              </a: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A7E5943B-44E0-CC3F-DD4C-6AD04EB60C10}"/>
                </a:ext>
              </a:extLst>
            </p:cNvPr>
            <p:cNvSpPr/>
            <p:nvPr/>
          </p:nvSpPr>
          <p:spPr>
            <a:xfrm>
              <a:off x="3531873" y="3979580"/>
              <a:ext cx="1207646" cy="34547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Type D : M</a:t>
              </a:r>
              <a:endParaRPr lang="ko-KR" altLang="en-US" sz="900"/>
            </a:p>
          </p:txBody>
        </p: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A1A8F6F7-4D0A-EAC7-4057-CE22CC608231}"/>
                </a:ext>
              </a:extLst>
            </p:cNvPr>
            <p:cNvCxnSpPr>
              <a:cxnSpLocks/>
              <a:stCxn id="53" idx="4"/>
              <a:endCxn id="52" idx="0"/>
            </p:cNvCxnSpPr>
            <p:nvPr/>
          </p:nvCxnSpPr>
          <p:spPr>
            <a:xfrm>
              <a:off x="4135696" y="4325058"/>
              <a:ext cx="0" cy="172739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586D33A2-0495-4FF8-7055-0F9E1CFEB956}"/>
                </a:ext>
              </a:extLst>
            </p:cNvPr>
            <p:cNvCxnSpPr>
              <a:cxnSpLocks/>
              <a:stCxn id="47" idx="2"/>
              <a:endCxn id="48" idx="0"/>
            </p:cNvCxnSpPr>
            <p:nvPr/>
          </p:nvCxnSpPr>
          <p:spPr>
            <a:xfrm>
              <a:off x="1809311" y="2424139"/>
              <a:ext cx="0" cy="775744"/>
            </a:xfrm>
            <a:prstGeom prst="line">
              <a:avLst/>
            </a:prstGeom>
            <a:ln w="28575">
              <a:solidFill>
                <a:srgbClr val="FF79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사각형: 둥근 모서리 58">
              <a:extLst>
                <a:ext uri="{FF2B5EF4-FFF2-40B4-BE49-F238E27FC236}">
                  <a16:creationId xmlns:a16="http://schemas.microsoft.com/office/drawing/2014/main" id="{41B14475-D20F-199E-F1C8-EA8DF9FD4719}"/>
                </a:ext>
              </a:extLst>
            </p:cNvPr>
            <p:cNvSpPr/>
            <p:nvPr/>
          </p:nvSpPr>
          <p:spPr>
            <a:xfrm>
              <a:off x="9242676" y="3210259"/>
              <a:ext cx="1674850" cy="192547"/>
            </a:xfrm>
            <a:prstGeom prst="roundRect">
              <a:avLst>
                <a:gd name="adj" fmla="val 7435"/>
              </a:avLst>
            </a:prstGeom>
            <a:noFill/>
            <a:ln w="28575">
              <a:solidFill>
                <a:srgbClr val="FF79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F548C3D4-ABBC-27B4-DB8A-E08F3429E557}"/>
                </a:ext>
              </a:extLst>
            </p:cNvPr>
            <p:cNvSpPr/>
            <p:nvPr/>
          </p:nvSpPr>
          <p:spPr>
            <a:xfrm>
              <a:off x="9242675" y="3402807"/>
              <a:ext cx="2413261" cy="183614"/>
            </a:xfrm>
            <a:prstGeom prst="roundRect">
              <a:avLst>
                <a:gd name="adj" fmla="val 7435"/>
              </a:avLst>
            </a:prstGeom>
            <a:noFill/>
            <a:ln w="28575">
              <a:solidFill>
                <a:srgbClr val="FF79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21C58672-CB54-7B27-0508-BEBA549EA3B5}"/>
                </a:ext>
              </a:extLst>
            </p:cNvPr>
            <p:cNvGrpSpPr/>
            <p:nvPr/>
          </p:nvGrpSpPr>
          <p:grpSpPr>
            <a:xfrm>
              <a:off x="1809310" y="1780605"/>
              <a:ext cx="8281981" cy="1417505"/>
              <a:chOff x="1809310" y="1780605"/>
              <a:chExt cx="7383252" cy="1438609"/>
            </a:xfrm>
          </p:grpSpPr>
          <p:cxnSp>
            <p:nvCxnSpPr>
              <p:cNvPr id="7" name="연결선: 구부러짐 6">
                <a:extLst>
                  <a:ext uri="{FF2B5EF4-FFF2-40B4-BE49-F238E27FC236}">
                    <a16:creationId xmlns:a16="http://schemas.microsoft.com/office/drawing/2014/main" id="{D7051C3C-F3F7-E165-900C-8BE3689950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99149" y="1789560"/>
                <a:ext cx="3293413" cy="1429654"/>
              </a:xfrm>
              <a:prstGeom prst="curvedConnector2">
                <a:avLst/>
              </a:prstGeom>
              <a:ln w="28575">
                <a:solidFill>
                  <a:srgbClr val="FF79A9"/>
                </a:solidFill>
                <a:tailEnd type="triangle" w="lg" len="lg"/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자유형: 도형 10">
                <a:extLst>
                  <a:ext uri="{FF2B5EF4-FFF2-40B4-BE49-F238E27FC236}">
                    <a16:creationId xmlns:a16="http://schemas.microsoft.com/office/drawing/2014/main" id="{E4E45981-E431-B94E-393F-06FBD06F2FAF}"/>
                  </a:ext>
                </a:extLst>
              </p:cNvPr>
              <p:cNvSpPr/>
              <p:nvPr/>
            </p:nvSpPr>
            <p:spPr>
              <a:xfrm>
                <a:off x="1809310" y="1780605"/>
                <a:ext cx="4089831" cy="1197546"/>
              </a:xfrm>
              <a:custGeom>
                <a:avLst/>
                <a:gdLst>
                  <a:gd name="connsiteX0" fmla="*/ 0 w 4089400"/>
                  <a:gd name="connsiteY0" fmla="*/ 1193800 h 1193800"/>
                  <a:gd name="connsiteX1" fmla="*/ 1943100 w 4089400"/>
                  <a:gd name="connsiteY1" fmla="*/ 298450 h 1193800"/>
                  <a:gd name="connsiteX2" fmla="*/ 4089400 w 4089400"/>
                  <a:gd name="connsiteY2" fmla="*/ 0 h 1193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89400" h="1193800">
                    <a:moveTo>
                      <a:pt x="0" y="1193800"/>
                    </a:moveTo>
                    <a:cubicBezTo>
                      <a:pt x="630766" y="845608"/>
                      <a:pt x="1261533" y="497417"/>
                      <a:pt x="1943100" y="298450"/>
                    </a:cubicBezTo>
                    <a:cubicBezTo>
                      <a:pt x="2624667" y="99483"/>
                      <a:pt x="3607858" y="13758"/>
                      <a:pt x="4089400" y="0"/>
                    </a:cubicBezTo>
                  </a:path>
                </a:pathLst>
              </a:custGeom>
              <a:noFill/>
              <a:ln w="28575">
                <a:solidFill>
                  <a:srgbClr val="FF79A9"/>
                </a:solidFill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1C8F6166-00F8-E4DF-79B5-95BD5D8EE1A4}"/>
                </a:ext>
              </a:extLst>
            </p:cNvPr>
            <p:cNvGrpSpPr/>
            <p:nvPr/>
          </p:nvGrpSpPr>
          <p:grpSpPr>
            <a:xfrm>
              <a:off x="4135695" y="3586421"/>
              <a:ext cx="6313611" cy="691731"/>
              <a:chOff x="4135696" y="3569123"/>
              <a:chExt cx="6313611" cy="1336186"/>
            </a:xfrm>
          </p:grpSpPr>
          <p:cxnSp>
            <p:nvCxnSpPr>
              <p:cNvPr id="16" name="연결선: 구부러짐 15">
                <a:extLst>
                  <a:ext uri="{FF2B5EF4-FFF2-40B4-BE49-F238E27FC236}">
                    <a16:creationId xmlns:a16="http://schemas.microsoft.com/office/drawing/2014/main" id="{354728B5-CD57-EB3F-DC43-F949A0319B0E}"/>
                  </a:ext>
                </a:extLst>
              </p:cNvPr>
              <p:cNvCxnSpPr>
                <a:cxnSpLocks/>
                <a:endCxn id="4" idx="2"/>
              </p:cNvCxnSpPr>
              <p:nvPr/>
            </p:nvCxnSpPr>
            <p:spPr>
              <a:xfrm flipV="1">
                <a:off x="6216650" y="3569123"/>
                <a:ext cx="4232657" cy="1336186"/>
              </a:xfrm>
              <a:prstGeom prst="curvedConnector2">
                <a:avLst/>
              </a:prstGeom>
              <a:ln w="28575">
                <a:solidFill>
                  <a:srgbClr val="FF79A9"/>
                </a:solidFill>
                <a:tailEnd type="triangle" w="lg" len="lg"/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자유형: 도형 18">
                <a:extLst>
                  <a:ext uri="{FF2B5EF4-FFF2-40B4-BE49-F238E27FC236}">
                    <a16:creationId xmlns:a16="http://schemas.microsoft.com/office/drawing/2014/main" id="{06E4BCA4-FEAA-53B7-ACD5-A2F69D12E254}"/>
                  </a:ext>
                </a:extLst>
              </p:cNvPr>
              <p:cNvSpPr/>
              <p:nvPr/>
            </p:nvSpPr>
            <p:spPr>
              <a:xfrm flipV="1">
                <a:off x="4135696" y="3594423"/>
                <a:ext cx="2080954" cy="1307467"/>
              </a:xfrm>
              <a:custGeom>
                <a:avLst/>
                <a:gdLst>
                  <a:gd name="connsiteX0" fmla="*/ 0 w 4089400"/>
                  <a:gd name="connsiteY0" fmla="*/ 1193800 h 1193800"/>
                  <a:gd name="connsiteX1" fmla="*/ 1943100 w 4089400"/>
                  <a:gd name="connsiteY1" fmla="*/ 298450 h 1193800"/>
                  <a:gd name="connsiteX2" fmla="*/ 4089400 w 4089400"/>
                  <a:gd name="connsiteY2" fmla="*/ 0 h 1193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89400" h="1193800">
                    <a:moveTo>
                      <a:pt x="0" y="1193800"/>
                    </a:moveTo>
                    <a:cubicBezTo>
                      <a:pt x="630766" y="845608"/>
                      <a:pt x="1261533" y="497417"/>
                      <a:pt x="1943100" y="298450"/>
                    </a:cubicBezTo>
                    <a:cubicBezTo>
                      <a:pt x="2624667" y="99483"/>
                      <a:pt x="3607858" y="13758"/>
                      <a:pt x="4089400" y="0"/>
                    </a:cubicBezTo>
                  </a:path>
                </a:pathLst>
              </a:custGeom>
              <a:noFill/>
              <a:ln w="28575">
                <a:solidFill>
                  <a:srgbClr val="FF79A9"/>
                </a:solidFill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39605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A8129-8F6E-4B20-0011-12CC3D45B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D8C97D8-CAC7-9274-26FD-6C1708B262A0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  <a:ea typeface="+mj-ea"/>
              </a:rPr>
              <a:t>Planning</a:t>
            </a:r>
            <a:r>
              <a:rPr kumimoji="1" lang="ko-KR" altLang="en-US" sz="2400" b="1" dirty="0">
                <a:latin typeface="+mj-ea"/>
                <a:ea typeface="+mj-ea"/>
              </a:rPr>
              <a:t>을 위한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043B9363-8F9E-BFD3-871D-E694EC730298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92B401F0-C2D3-D496-9CBB-EEA767A419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FAA270E-1CC4-1870-01EE-C62054604287}"/>
              </a:ext>
            </a:extLst>
          </p:cNvPr>
          <p:cNvSpPr txBox="1"/>
          <p:nvPr/>
        </p:nvSpPr>
        <p:spPr>
          <a:xfrm>
            <a:off x="350982" y="716826"/>
            <a:ext cx="11625118" cy="1159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State </a:t>
            </a:r>
            <a:r>
              <a:rPr lang="ko-KR" altLang="en-US" sz="1800" dirty="0">
                <a:latin typeface="+mj-ea"/>
                <a:ea typeface="+mj-ea"/>
              </a:rPr>
              <a:t>객체</a:t>
            </a:r>
            <a:endParaRPr lang="en-US" altLang="ko-KR" dirty="0">
              <a:latin typeface="+mj-ea"/>
              <a:ea typeface="+mj-ea"/>
            </a:endParaRPr>
          </a:p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200" dirty="0">
                <a:latin typeface="+mj-ea"/>
                <a:ea typeface="+mj-ea"/>
              </a:rPr>
              <a:t>모든 부품의 정보를 묶어 하나의 상태</a:t>
            </a:r>
            <a:r>
              <a:rPr lang="en-US" altLang="ko-KR" sz="1200" dirty="0">
                <a:latin typeface="+mj-ea"/>
                <a:ea typeface="+mj-ea"/>
              </a:rPr>
              <a:t>(State)</a:t>
            </a:r>
            <a:r>
              <a:rPr lang="ko-KR" altLang="en-US" sz="1200" dirty="0">
                <a:latin typeface="+mj-ea"/>
                <a:ea typeface="+mj-ea"/>
              </a:rPr>
              <a:t>로 다루게 만드는 객체</a:t>
            </a:r>
            <a:endParaRPr lang="en-US" altLang="ko-KR" sz="1200" dirty="0">
              <a:latin typeface="+mj-ea"/>
              <a:ea typeface="+mj-ea"/>
            </a:endParaRPr>
          </a:p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200" dirty="0">
                <a:latin typeface="+mj-ea"/>
                <a:ea typeface="+mj-ea"/>
              </a:rPr>
              <a:t>Planner</a:t>
            </a:r>
            <a:r>
              <a:rPr lang="ko-KR" altLang="en-US" sz="1200" dirty="0">
                <a:latin typeface="+mj-ea"/>
                <a:ea typeface="+mj-ea"/>
              </a:rPr>
              <a:t>가 전체적인 상태를 한번에 보고 판단할 수 있도록 하므로</a:t>
            </a:r>
            <a:r>
              <a:rPr lang="en-US" altLang="ko-KR" sz="1200" dirty="0">
                <a:latin typeface="+mj-ea"/>
                <a:ea typeface="+mj-ea"/>
              </a:rPr>
              <a:t>, </a:t>
            </a:r>
            <a:r>
              <a:rPr lang="ko-KR" altLang="en-US" sz="1200" dirty="0">
                <a:latin typeface="+mj-ea"/>
                <a:ea typeface="+mj-ea"/>
              </a:rPr>
              <a:t>일부만 보고 잘못된 결정을 내는 것을 방지한다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AAACAFC-8678-DD29-7F2B-687F58717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2647" y="6000731"/>
            <a:ext cx="6982799" cy="257211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762758D-E2CD-7ED7-20FE-0A7238F19C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0016" y="2085170"/>
            <a:ext cx="5268060" cy="27721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DAFFD02-92D3-799C-501A-715C5879236C}"/>
              </a:ext>
            </a:extLst>
          </p:cNvPr>
          <p:cNvSpPr txBox="1"/>
          <p:nvPr/>
        </p:nvSpPr>
        <p:spPr>
          <a:xfrm>
            <a:off x="350982" y="5299668"/>
            <a:ext cx="70563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State </a:t>
            </a:r>
            <a:r>
              <a:rPr lang="ko-KR" altLang="en-US" dirty="0"/>
              <a:t>객체 사용 예시</a:t>
            </a:r>
            <a:endParaRPr lang="en-US" altLang="ko-KR" dirty="0"/>
          </a:p>
          <a:p>
            <a:r>
              <a:rPr lang="ko-KR" altLang="en-US" sz="1400" dirty="0"/>
              <a:t>객체에 </a:t>
            </a:r>
            <a:r>
              <a:rPr lang="en-US" altLang="ko-KR" sz="1400" dirty="0"/>
              <a:t>6</a:t>
            </a:r>
            <a:r>
              <a:rPr lang="ko-KR" altLang="en-US" sz="1400" dirty="0"/>
              <a:t>가지 부품</a:t>
            </a:r>
            <a:r>
              <a:rPr lang="en-US" altLang="ko-KR" sz="1400" dirty="0"/>
              <a:t>(item_0~5)</a:t>
            </a:r>
            <a:r>
              <a:rPr lang="ko-KR" altLang="en-US" sz="1400" dirty="0"/>
              <a:t>을 담아 하나의 </a:t>
            </a:r>
            <a:r>
              <a:rPr lang="en-US" altLang="ko-KR" sz="1400" dirty="0"/>
              <a:t>State</a:t>
            </a:r>
            <a:r>
              <a:rPr lang="ko-KR" altLang="en-US" sz="1400" dirty="0"/>
              <a:t>로 묶음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365838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7D9BC-5E52-2072-23AF-31A23E18E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6C19A9-4A2E-85D3-4AF8-9431D80A8C10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조립부</a:t>
            </a:r>
            <a:r>
              <a:rPr kumimoji="1" lang="ko-KR" altLang="en-US" sz="2400" b="1" dirty="0">
                <a:latin typeface="+mj-ea"/>
                <a:ea typeface="+mj-ea"/>
              </a:rPr>
              <a:t> 매칭 알고리즘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624E4D03-D76B-A635-4A42-66591D17565A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6554C03F-11B4-13E6-C9EA-FB79E44EA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4CBF1CE-C8A4-7A00-A2BE-D01E7B1B7AB6}"/>
              </a:ext>
            </a:extLst>
          </p:cNvPr>
          <p:cNvSpPr txBox="1"/>
          <p:nvPr/>
        </p:nvSpPr>
        <p:spPr>
          <a:xfrm>
            <a:off x="350982" y="716826"/>
            <a:ext cx="11625118" cy="1492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800" dirty="0">
                <a:latin typeface="+mj-ea"/>
                <a:ea typeface="+mj-ea"/>
              </a:rPr>
              <a:t>매칭 알고리즘의 역할 </a:t>
            </a:r>
            <a:endParaRPr lang="en-US" altLang="ko-KR" sz="1800" dirty="0">
              <a:latin typeface="+mj-ea"/>
              <a:ea typeface="+mj-ea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200" dirty="0">
                <a:latin typeface="+mj-ea"/>
                <a:ea typeface="+mj-ea"/>
              </a:rPr>
              <a:t>매칭 알고리즘은 부품이 가진 </a:t>
            </a:r>
            <a:r>
              <a:rPr lang="en-US" altLang="ko-KR" sz="1200" dirty="0" err="1">
                <a:latin typeface="+mj-ea"/>
              </a:rPr>
              <a:t>AssemblyType</a:t>
            </a:r>
            <a:r>
              <a:rPr lang="ko-KR" altLang="en-US" sz="1200" dirty="0">
                <a:latin typeface="+mj-ea"/>
              </a:rPr>
              <a:t>을 보고</a:t>
            </a:r>
            <a:r>
              <a:rPr lang="en-US" altLang="ko-KR" sz="1200" dirty="0">
                <a:latin typeface="+mj-ea"/>
              </a:rPr>
              <a:t>, </a:t>
            </a:r>
            <a:r>
              <a:rPr lang="ko-KR" altLang="en-US" sz="1200" b="1" dirty="0">
                <a:latin typeface="+mj-ea"/>
              </a:rPr>
              <a:t>부품 간 </a:t>
            </a:r>
            <a:r>
              <a:rPr lang="ko-KR" altLang="en-US" sz="1200" b="1" dirty="0">
                <a:latin typeface="+mj-ea"/>
                <a:ea typeface="+mj-ea"/>
              </a:rPr>
              <a:t>조립가능 여부를 확인</a:t>
            </a:r>
            <a:r>
              <a:rPr lang="ko-KR" altLang="en-US" sz="1200" dirty="0">
                <a:latin typeface="+mj-ea"/>
                <a:ea typeface="+mj-ea"/>
              </a:rPr>
              <a:t>하는 중요한 시스템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200" dirty="0">
                <a:latin typeface="+mj-ea"/>
                <a:ea typeface="+mj-ea"/>
              </a:rPr>
              <a:t>알고리즘을 활용하면</a:t>
            </a:r>
            <a:r>
              <a:rPr lang="en-US" altLang="ko-KR" sz="1200" dirty="0">
                <a:latin typeface="+mj-ea"/>
                <a:ea typeface="+mj-ea"/>
              </a:rPr>
              <a:t>, </a:t>
            </a:r>
            <a:r>
              <a:rPr lang="ko-KR" altLang="en-US" sz="1200" dirty="0">
                <a:latin typeface="+mj-ea"/>
                <a:ea typeface="+mj-ea"/>
              </a:rPr>
              <a:t>조립하여 만들 수 있는 모든 공법의 경우의 수를 소프트웨어로 재현할 수 있다</a:t>
            </a:r>
            <a:r>
              <a:rPr lang="en-US" altLang="ko-KR" sz="1200" dirty="0">
                <a:latin typeface="+mj-ea"/>
                <a:ea typeface="+mj-ea"/>
              </a:rPr>
              <a:t>. </a:t>
            </a: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200" dirty="0">
                <a:latin typeface="+mj-ea"/>
                <a:ea typeface="+mj-ea"/>
              </a:rPr>
              <a:t>이는 </a:t>
            </a:r>
            <a:r>
              <a:rPr lang="ko-KR" altLang="en-US" sz="1200" dirty="0">
                <a:latin typeface="+mj-ea"/>
              </a:rPr>
              <a:t>현실의 </a:t>
            </a:r>
            <a:r>
              <a:rPr lang="ko-KR" altLang="en-US" sz="1200" b="1" dirty="0">
                <a:latin typeface="+mj-ea"/>
                <a:ea typeface="+mj-ea"/>
              </a:rPr>
              <a:t>조립 시스템에 대한 일종의 소프트웨어 모델링</a:t>
            </a:r>
            <a:r>
              <a:rPr lang="ko-KR" altLang="en-US" sz="1200" dirty="0">
                <a:latin typeface="+mj-ea"/>
                <a:ea typeface="+mj-ea"/>
              </a:rPr>
              <a:t>과 같아서</a:t>
            </a:r>
            <a:r>
              <a:rPr lang="en-US" altLang="ko-KR" sz="1200" dirty="0">
                <a:latin typeface="+mj-ea"/>
                <a:ea typeface="+mj-ea"/>
              </a:rPr>
              <a:t>, </a:t>
            </a:r>
            <a:r>
              <a:rPr lang="en-US" altLang="ko-KR" sz="1200" dirty="0">
                <a:latin typeface="+mj-ea"/>
              </a:rPr>
              <a:t>Planning</a:t>
            </a:r>
            <a:r>
              <a:rPr lang="ko-KR" altLang="en-US" sz="1200" dirty="0">
                <a:latin typeface="+mj-ea"/>
              </a:rPr>
              <a:t>이론의 필수요소인 </a:t>
            </a:r>
            <a:r>
              <a:rPr lang="en-US" altLang="ko-KR" sz="1200" b="1" dirty="0">
                <a:latin typeface="+mj-ea"/>
                <a:ea typeface="+mj-ea"/>
              </a:rPr>
              <a:t>State Transition model(</a:t>
            </a:r>
            <a:r>
              <a:rPr lang="ko-KR" altLang="en-US" sz="1200" b="1" dirty="0">
                <a:latin typeface="+mj-ea"/>
                <a:ea typeface="+mj-ea"/>
              </a:rPr>
              <a:t>상태전이모델</a:t>
            </a:r>
            <a:r>
              <a:rPr lang="en-US" altLang="ko-KR" sz="1200" b="1" dirty="0">
                <a:latin typeface="+mj-ea"/>
                <a:ea typeface="+mj-ea"/>
              </a:rPr>
              <a:t>)</a:t>
            </a:r>
            <a:r>
              <a:rPr lang="ko-KR" altLang="en-US" sz="1200" dirty="0">
                <a:latin typeface="+mj-ea"/>
                <a:ea typeface="+mj-ea"/>
              </a:rPr>
              <a:t>으로 사용 될 수 있다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16E14FF6-F4A8-CCCD-D187-73D333B51CCA}"/>
              </a:ext>
            </a:extLst>
          </p:cNvPr>
          <p:cNvGrpSpPr/>
          <p:nvPr/>
        </p:nvGrpSpPr>
        <p:grpSpPr>
          <a:xfrm>
            <a:off x="766302" y="3285367"/>
            <a:ext cx="1697018" cy="3051416"/>
            <a:chOff x="837034" y="2619140"/>
            <a:chExt cx="1697018" cy="3051416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FE75651B-D4AD-AFD3-82E7-200615DB52E5}"/>
                </a:ext>
              </a:extLst>
            </p:cNvPr>
            <p:cNvSpPr/>
            <p:nvPr/>
          </p:nvSpPr>
          <p:spPr>
            <a:xfrm>
              <a:off x="837034" y="5344664"/>
              <a:ext cx="1697018" cy="325892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bg2">
                      <a:lumMod val="25000"/>
                    </a:schemeClr>
                  </a:solidFill>
                </a:rPr>
                <a:t>매칭 타입 리스트</a:t>
              </a:r>
              <a:endParaRPr lang="ko-KR" altLang="en-US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41E678CA-CE3A-CF85-4A9E-33DEFF5B2A4B}"/>
                </a:ext>
              </a:extLst>
            </p:cNvPr>
            <p:cNvSpPr/>
            <p:nvPr/>
          </p:nvSpPr>
          <p:spPr>
            <a:xfrm>
              <a:off x="1063424" y="2619140"/>
              <a:ext cx="1244239" cy="2389787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CD2CBEEB-5BD2-79E2-58D6-87310C0E0FB7}"/>
                </a:ext>
              </a:extLst>
            </p:cNvPr>
            <p:cNvSpPr/>
            <p:nvPr/>
          </p:nvSpPr>
          <p:spPr>
            <a:xfrm>
              <a:off x="1225499" y="3238921"/>
              <a:ext cx="920089" cy="252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/>
                <a:t>Type C : F </a:t>
              </a:r>
              <a:endParaRPr lang="ko-KR" altLang="en-US" sz="1000"/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5B542FDC-2ACA-DB3D-F749-E8044D5EDE6D}"/>
                </a:ext>
              </a:extLst>
            </p:cNvPr>
            <p:cNvSpPr/>
            <p:nvPr/>
          </p:nvSpPr>
          <p:spPr>
            <a:xfrm>
              <a:off x="1225499" y="3634034"/>
              <a:ext cx="920089" cy="252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/>
                <a:t>Type C : M </a:t>
              </a:r>
              <a:endParaRPr lang="ko-KR" altLang="en-US" sz="1000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44ECF3D-75CE-4954-D8E6-98CBD2CB2A39}"/>
                </a:ext>
              </a:extLst>
            </p:cNvPr>
            <p:cNvSpPr/>
            <p:nvPr/>
          </p:nvSpPr>
          <p:spPr>
            <a:xfrm>
              <a:off x="1225499" y="4029147"/>
              <a:ext cx="920089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/>
                <a:t>Type D : I</a:t>
              </a:r>
              <a:endParaRPr lang="ko-KR" altLang="en-US" sz="1000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8673C6AC-71E4-A9A6-8FDF-6620F7D3AB5A}"/>
                </a:ext>
              </a:extLst>
            </p:cNvPr>
            <p:cNvSpPr/>
            <p:nvPr/>
          </p:nvSpPr>
          <p:spPr>
            <a:xfrm>
              <a:off x="1225499" y="2735808"/>
              <a:ext cx="920089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/>
                <a:t>Type D : F</a:t>
              </a:r>
              <a:endParaRPr lang="ko-KR" altLang="en-US" sz="1000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E983AEE7-B403-24AE-B620-2A4E8F149761}"/>
                </a:ext>
              </a:extLst>
            </p:cNvPr>
            <p:cNvSpPr/>
            <p:nvPr/>
          </p:nvSpPr>
          <p:spPr>
            <a:xfrm>
              <a:off x="1225499" y="4532259"/>
              <a:ext cx="920089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/>
                <a:t>Type D : M</a:t>
              </a:r>
              <a:endParaRPr lang="ko-KR" altLang="en-US" sz="1000" dirty="0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900DE83A-6127-604C-0D0B-D32076B74166}"/>
              </a:ext>
            </a:extLst>
          </p:cNvPr>
          <p:cNvGrpSpPr/>
          <p:nvPr/>
        </p:nvGrpSpPr>
        <p:grpSpPr>
          <a:xfrm>
            <a:off x="9456602" y="2922676"/>
            <a:ext cx="2219190" cy="3414107"/>
            <a:chOff x="9364249" y="2404173"/>
            <a:chExt cx="2219190" cy="3414107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DBC4ED45-3661-0C52-75DC-92D0DF48175A}"/>
                </a:ext>
              </a:extLst>
            </p:cNvPr>
            <p:cNvSpPr/>
            <p:nvPr/>
          </p:nvSpPr>
          <p:spPr>
            <a:xfrm>
              <a:off x="9651082" y="2404173"/>
              <a:ext cx="1645523" cy="2963722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D8F1FE1D-FD8B-EFE6-0AFA-7BA6F693D24F}"/>
                </a:ext>
              </a:extLst>
            </p:cNvPr>
            <p:cNvGrpSpPr/>
            <p:nvPr/>
          </p:nvGrpSpPr>
          <p:grpSpPr>
            <a:xfrm>
              <a:off x="9846510" y="2584082"/>
              <a:ext cx="1254667" cy="900000"/>
              <a:chOff x="8523851" y="1625702"/>
              <a:chExt cx="1080000" cy="900000"/>
            </a:xfrm>
          </p:grpSpPr>
          <p:sp>
            <p:nvSpPr>
              <p:cNvPr id="25" name="사각형: 둥근 모서리 24">
                <a:extLst>
                  <a:ext uri="{FF2B5EF4-FFF2-40B4-BE49-F238E27FC236}">
                    <a16:creationId xmlns:a16="http://schemas.microsoft.com/office/drawing/2014/main" id="{7DF8B435-7BFE-8A03-E0F1-A1F55A233D40}"/>
                  </a:ext>
                </a:extLst>
              </p:cNvPr>
              <p:cNvSpPr/>
              <p:nvPr/>
            </p:nvSpPr>
            <p:spPr>
              <a:xfrm>
                <a:off x="8523851" y="1625702"/>
                <a:ext cx="1080000" cy="90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6" name="그룹 25">
                <a:extLst>
                  <a:ext uri="{FF2B5EF4-FFF2-40B4-BE49-F238E27FC236}">
                    <a16:creationId xmlns:a16="http://schemas.microsoft.com/office/drawing/2014/main" id="{57AF445A-16C8-AF69-C598-1E6566E6C428}"/>
                  </a:ext>
                </a:extLst>
              </p:cNvPr>
              <p:cNvGrpSpPr/>
              <p:nvPr/>
            </p:nvGrpSpPr>
            <p:grpSpPr>
              <a:xfrm>
                <a:off x="8667851" y="1752146"/>
                <a:ext cx="792000" cy="647113"/>
                <a:chOff x="8613924" y="2668919"/>
                <a:chExt cx="792000" cy="647113"/>
              </a:xfrm>
            </p:grpSpPr>
            <p:sp>
              <p:nvSpPr>
                <p:cNvPr id="27" name="사각형: 둥근 모서리 26">
                  <a:extLst>
                    <a:ext uri="{FF2B5EF4-FFF2-40B4-BE49-F238E27FC236}">
                      <a16:creationId xmlns:a16="http://schemas.microsoft.com/office/drawing/2014/main" id="{C907AA9B-13B1-FD25-E428-87209D438EE0}"/>
                    </a:ext>
                  </a:extLst>
                </p:cNvPr>
                <p:cNvSpPr/>
                <p:nvPr/>
              </p:nvSpPr>
              <p:spPr>
                <a:xfrm>
                  <a:off x="8613924" y="2668919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F </a:t>
                  </a:r>
                  <a:endParaRPr lang="ko-KR" altLang="en-US" sz="1000"/>
                </a:p>
              </p:txBody>
            </p:sp>
            <p:sp>
              <p:nvSpPr>
                <p:cNvPr id="28" name="사각형: 둥근 모서리 27">
                  <a:extLst>
                    <a:ext uri="{FF2B5EF4-FFF2-40B4-BE49-F238E27FC236}">
                      <a16:creationId xmlns:a16="http://schemas.microsoft.com/office/drawing/2014/main" id="{156E26AC-0108-DCA8-F543-A829F772E24A}"/>
                    </a:ext>
                  </a:extLst>
                </p:cNvPr>
                <p:cNvSpPr/>
                <p:nvPr/>
              </p:nvSpPr>
              <p:spPr>
                <a:xfrm>
                  <a:off x="8613924" y="3064032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M </a:t>
                  </a:r>
                  <a:endParaRPr lang="ko-KR" altLang="en-US" sz="1000"/>
                </a:p>
              </p:txBody>
            </p:sp>
          </p:grpSp>
        </p:grp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601A494A-654F-57CD-51EC-622EC0D50E7C}"/>
                </a:ext>
              </a:extLst>
            </p:cNvPr>
            <p:cNvGrpSpPr/>
            <p:nvPr/>
          </p:nvGrpSpPr>
          <p:grpSpPr>
            <a:xfrm>
              <a:off x="9846510" y="3631372"/>
              <a:ext cx="1254667" cy="1620000"/>
              <a:chOff x="8523851" y="2626812"/>
              <a:chExt cx="1080000" cy="1620000"/>
            </a:xfrm>
          </p:grpSpPr>
          <p:sp>
            <p:nvSpPr>
              <p:cNvPr id="30" name="사각형: 둥근 모서리 29">
                <a:extLst>
                  <a:ext uri="{FF2B5EF4-FFF2-40B4-BE49-F238E27FC236}">
                    <a16:creationId xmlns:a16="http://schemas.microsoft.com/office/drawing/2014/main" id="{14C44BC6-57AB-67EE-7F80-FF3892EE839E}"/>
                  </a:ext>
                </a:extLst>
              </p:cNvPr>
              <p:cNvSpPr/>
              <p:nvPr/>
            </p:nvSpPr>
            <p:spPr>
              <a:xfrm>
                <a:off x="8523851" y="2626812"/>
                <a:ext cx="1080000" cy="162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1" name="그룹 30">
                <a:extLst>
                  <a:ext uri="{FF2B5EF4-FFF2-40B4-BE49-F238E27FC236}">
                    <a16:creationId xmlns:a16="http://schemas.microsoft.com/office/drawing/2014/main" id="{5DBD7739-69E5-2291-C908-B84BDA153531}"/>
                  </a:ext>
                </a:extLst>
              </p:cNvPr>
              <p:cNvGrpSpPr/>
              <p:nvPr/>
            </p:nvGrpSpPr>
            <p:grpSpPr>
              <a:xfrm>
                <a:off x="8667851" y="2760079"/>
                <a:ext cx="792000" cy="1353467"/>
                <a:chOff x="7300044" y="3055963"/>
                <a:chExt cx="792000" cy="1353467"/>
              </a:xfrm>
            </p:grpSpPr>
            <p:sp>
              <p:nvSpPr>
                <p:cNvPr id="32" name="타원 31">
                  <a:extLst>
                    <a:ext uri="{FF2B5EF4-FFF2-40B4-BE49-F238E27FC236}">
                      <a16:creationId xmlns:a16="http://schemas.microsoft.com/office/drawing/2014/main" id="{A6FFF1F1-6B2F-B76A-E162-FBF179BEFA65}"/>
                    </a:ext>
                  </a:extLst>
                </p:cNvPr>
                <p:cNvSpPr/>
                <p:nvPr/>
              </p:nvSpPr>
              <p:spPr>
                <a:xfrm>
                  <a:off x="7300044" y="3552697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I</a:t>
                  </a:r>
                  <a:endParaRPr lang="ko-KR" altLang="en-US" sz="1000"/>
                </a:p>
              </p:txBody>
            </p:sp>
            <p:sp>
              <p:nvSpPr>
                <p:cNvPr id="33" name="타원 32">
                  <a:extLst>
                    <a:ext uri="{FF2B5EF4-FFF2-40B4-BE49-F238E27FC236}">
                      <a16:creationId xmlns:a16="http://schemas.microsoft.com/office/drawing/2014/main" id="{4AB48DD3-A20E-30DF-9327-05F18F11309D}"/>
                    </a:ext>
                  </a:extLst>
                </p:cNvPr>
                <p:cNvSpPr/>
                <p:nvPr/>
              </p:nvSpPr>
              <p:spPr>
                <a:xfrm>
                  <a:off x="7300044" y="3055963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F</a:t>
                  </a:r>
                  <a:endParaRPr lang="ko-KR" altLang="en-US" sz="1000"/>
                </a:p>
              </p:txBody>
            </p:sp>
            <p:sp>
              <p:nvSpPr>
                <p:cNvPr id="34" name="타원 33">
                  <a:extLst>
                    <a:ext uri="{FF2B5EF4-FFF2-40B4-BE49-F238E27FC236}">
                      <a16:creationId xmlns:a16="http://schemas.microsoft.com/office/drawing/2014/main" id="{E405A1C9-8409-D4C5-9E8B-B04B1E56D6A2}"/>
                    </a:ext>
                  </a:extLst>
                </p:cNvPr>
                <p:cNvSpPr/>
                <p:nvPr/>
              </p:nvSpPr>
              <p:spPr>
                <a:xfrm>
                  <a:off x="7300044" y="4049430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M</a:t>
                  </a:r>
                  <a:endParaRPr lang="ko-KR" altLang="en-US" sz="1000"/>
                </a:p>
              </p:txBody>
            </p:sp>
          </p:grpSp>
        </p:grpSp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97856C54-D699-0F1E-215A-A178482CDA30}"/>
                </a:ext>
              </a:extLst>
            </p:cNvPr>
            <p:cNvSpPr/>
            <p:nvPr/>
          </p:nvSpPr>
          <p:spPr>
            <a:xfrm>
              <a:off x="9364249" y="5492388"/>
              <a:ext cx="2219190" cy="325892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>
                  <a:solidFill>
                    <a:schemeClr val="bg2">
                      <a:lumMod val="25000"/>
                    </a:schemeClr>
                  </a:solidFill>
                </a:rPr>
                <a:t>매칭 완료 리스트</a:t>
              </a:r>
              <a:endParaRPr lang="ko-KR" alt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sp>
        <p:nvSpPr>
          <p:cNvPr id="39" name="화살표: 오른쪽 38">
            <a:extLst>
              <a:ext uri="{FF2B5EF4-FFF2-40B4-BE49-F238E27FC236}">
                <a16:creationId xmlns:a16="http://schemas.microsoft.com/office/drawing/2014/main" id="{7B82F1EB-773A-EAF7-F992-0643190EA724}"/>
              </a:ext>
            </a:extLst>
          </p:cNvPr>
          <p:cNvSpPr/>
          <p:nvPr/>
        </p:nvSpPr>
        <p:spPr>
          <a:xfrm>
            <a:off x="3197654" y="3936013"/>
            <a:ext cx="463550" cy="906739"/>
          </a:xfrm>
          <a:prstGeom prst="rightArrow">
            <a:avLst>
              <a:gd name="adj1" fmla="val 50000"/>
              <a:gd name="adj2" fmla="val 4726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3F6C6686-A3F9-6910-9369-3D6FC47D6210}"/>
              </a:ext>
            </a:extLst>
          </p:cNvPr>
          <p:cNvSpPr/>
          <p:nvPr/>
        </p:nvSpPr>
        <p:spPr>
          <a:xfrm>
            <a:off x="5111453" y="6348966"/>
            <a:ext cx="1697018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</a:rPr>
              <a:t>매칭 알고리즘</a:t>
            </a:r>
            <a:endParaRPr lang="ko-KR" alt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4" name="화살표: 오른쪽 43">
            <a:extLst>
              <a:ext uri="{FF2B5EF4-FFF2-40B4-BE49-F238E27FC236}">
                <a16:creationId xmlns:a16="http://schemas.microsoft.com/office/drawing/2014/main" id="{C53F89AF-A99B-7B05-1094-1807B5AB11B5}"/>
              </a:ext>
            </a:extLst>
          </p:cNvPr>
          <p:cNvSpPr/>
          <p:nvPr/>
        </p:nvSpPr>
        <p:spPr>
          <a:xfrm>
            <a:off x="8258719" y="3936013"/>
            <a:ext cx="463550" cy="906739"/>
          </a:xfrm>
          <a:prstGeom prst="rightArrow">
            <a:avLst>
              <a:gd name="adj1" fmla="val 50000"/>
              <a:gd name="adj2" fmla="val 4726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FB17BB8-FB15-F44B-FC07-173343EAD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3796" y="2505528"/>
            <a:ext cx="2612332" cy="359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328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45C43-DCEC-1070-05AE-AD77E98CC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EF689F-81DC-3C1B-CF49-4B277236D594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  <a:ea typeface="+mj-ea"/>
              </a:rPr>
              <a:t>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108D950D-0277-B48D-BCE7-4A7D778CC162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681657C5-1560-532C-81B6-2CF1C29ACC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A13FC16-5608-A3CC-CF3F-23A49B0B0BDA}"/>
              </a:ext>
            </a:extLst>
          </p:cNvPr>
          <p:cNvSpPr txBox="1"/>
          <p:nvPr/>
        </p:nvSpPr>
        <p:spPr>
          <a:xfrm>
            <a:off x="350982" y="728663"/>
            <a:ext cx="11625118" cy="19909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Planning </a:t>
            </a:r>
            <a:r>
              <a:rPr lang="ko-KR" altLang="en-US" dirty="0">
                <a:latin typeface="+mj-ea"/>
                <a:ea typeface="+mj-ea"/>
              </a:rPr>
              <a:t>알고리즘의 </a:t>
            </a:r>
            <a:r>
              <a:rPr lang="ko-KR" altLang="en-US" dirty="0">
                <a:latin typeface="+mj-ea"/>
              </a:rPr>
              <a:t>역할</a:t>
            </a:r>
            <a:endParaRPr lang="en-US" altLang="ko-KR" dirty="0">
              <a:latin typeface="+mj-ea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400" dirty="0">
                <a:latin typeface="+mj-ea"/>
              </a:rPr>
              <a:t>매칭 알고리즘이 생성하는 경우의 수 중에서 목적</a:t>
            </a:r>
            <a:r>
              <a:rPr lang="en-US" altLang="ko-KR" sz="1400" dirty="0">
                <a:latin typeface="+mj-ea"/>
              </a:rPr>
              <a:t>(</a:t>
            </a:r>
            <a:r>
              <a:rPr lang="ko-KR" altLang="en-US" sz="1400" dirty="0">
                <a:latin typeface="+mj-ea"/>
              </a:rPr>
              <a:t>목표상태</a:t>
            </a:r>
            <a:r>
              <a:rPr lang="en-US" altLang="ko-KR" sz="1400" dirty="0">
                <a:latin typeface="+mj-ea"/>
              </a:rPr>
              <a:t>, </a:t>
            </a:r>
            <a:r>
              <a:rPr lang="ko-KR" altLang="en-US" sz="1400" dirty="0" err="1">
                <a:latin typeface="+mj-ea"/>
              </a:rPr>
              <a:t>비용최소화</a:t>
            </a:r>
            <a:r>
              <a:rPr lang="en-US" altLang="ko-KR" sz="1400" dirty="0">
                <a:latin typeface="+mj-ea"/>
              </a:rPr>
              <a:t>)</a:t>
            </a:r>
            <a:r>
              <a:rPr lang="ko-KR" altLang="en-US" sz="1400" dirty="0">
                <a:latin typeface="+mj-ea"/>
              </a:rPr>
              <a:t>에 맞는 조립 순서</a:t>
            </a:r>
            <a:r>
              <a:rPr lang="en-US" altLang="ko-KR" sz="1400" dirty="0">
                <a:latin typeface="+mj-ea"/>
              </a:rPr>
              <a:t>(Action Sequence)</a:t>
            </a:r>
            <a:r>
              <a:rPr lang="ko-KR" altLang="en-US" sz="1400" dirty="0">
                <a:latin typeface="+mj-ea"/>
              </a:rPr>
              <a:t>를 생성하는 것이 목표이다</a:t>
            </a:r>
            <a:r>
              <a:rPr lang="en-US" altLang="ko-KR" sz="1400" dirty="0">
                <a:latin typeface="+mj-ea"/>
              </a:rPr>
              <a:t>.</a:t>
            </a: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400" dirty="0">
                <a:latin typeface="+mj-ea"/>
              </a:rPr>
              <a:t>매칭 알고리즘이 가능한 경우의 수를 제안만 하는 반면</a:t>
            </a:r>
            <a:r>
              <a:rPr lang="en-US" altLang="ko-KR" sz="1400" dirty="0">
                <a:latin typeface="+mj-ea"/>
              </a:rPr>
              <a:t>, Planning</a:t>
            </a:r>
            <a:r>
              <a:rPr lang="ko-KR" altLang="en-US" sz="1400" dirty="0">
                <a:latin typeface="+mj-ea"/>
              </a:rPr>
              <a:t> 알고리즘은 가능한 경우의 중 어떤 조립 순서가 적절한지에 대해 </a:t>
            </a:r>
            <a:r>
              <a:rPr lang="ko-KR" altLang="en-US" sz="1400" b="1" dirty="0">
                <a:latin typeface="+mj-ea"/>
              </a:rPr>
              <a:t>목적</a:t>
            </a:r>
            <a:r>
              <a:rPr lang="en-US" altLang="ko-KR" sz="1400" b="1" dirty="0">
                <a:latin typeface="+mj-ea"/>
              </a:rPr>
              <a:t>(</a:t>
            </a:r>
            <a:r>
              <a:rPr lang="ko-KR" altLang="en-US" sz="1400" b="1" dirty="0">
                <a:latin typeface="+mj-ea"/>
              </a:rPr>
              <a:t>목표상태</a:t>
            </a:r>
            <a:r>
              <a:rPr lang="en-US" altLang="ko-KR" sz="1400" b="1" dirty="0">
                <a:latin typeface="+mj-ea"/>
              </a:rPr>
              <a:t>, </a:t>
            </a:r>
            <a:r>
              <a:rPr lang="ko-KR" altLang="en-US" sz="1400" b="1" dirty="0" err="1">
                <a:latin typeface="+mj-ea"/>
              </a:rPr>
              <a:t>비용최소화</a:t>
            </a:r>
            <a:r>
              <a:rPr lang="en-US" altLang="ko-KR" sz="1400" b="1" dirty="0">
                <a:latin typeface="+mj-ea"/>
              </a:rPr>
              <a:t>)</a:t>
            </a:r>
            <a:r>
              <a:rPr lang="ko-KR" altLang="en-US" sz="1400" dirty="0">
                <a:latin typeface="+mj-ea"/>
              </a:rPr>
              <a:t>에 알맞은 결과를 도출하려는 </a:t>
            </a:r>
            <a:r>
              <a:rPr lang="ko-KR" altLang="en-US" sz="1400" b="1" dirty="0">
                <a:latin typeface="+mj-ea"/>
              </a:rPr>
              <a:t>판단</a:t>
            </a:r>
            <a:r>
              <a:rPr lang="ko-KR" altLang="en-US" sz="1400" dirty="0">
                <a:latin typeface="+mj-ea"/>
              </a:rPr>
              <a:t>과 </a:t>
            </a:r>
            <a:r>
              <a:rPr lang="ko-KR" altLang="en-US" sz="1400" b="1" dirty="0">
                <a:latin typeface="+mj-ea"/>
              </a:rPr>
              <a:t>선택</a:t>
            </a:r>
            <a:r>
              <a:rPr lang="ko-KR" altLang="en-US" sz="1400" dirty="0">
                <a:latin typeface="+mj-ea"/>
              </a:rPr>
              <a:t>이 함께 포함된다</a:t>
            </a:r>
            <a:r>
              <a:rPr lang="en-US" altLang="ko-KR" sz="1400" dirty="0">
                <a:latin typeface="+mj-ea"/>
              </a:rPr>
              <a:t>.</a:t>
            </a: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200" u="sng" dirty="0">
                <a:latin typeface="+mj-ea"/>
                <a:ea typeface="+mj-ea"/>
              </a:rPr>
              <a:t>(※</a:t>
            </a:r>
            <a:r>
              <a:rPr lang="ko-KR" altLang="en-US" sz="1200" u="sng" dirty="0">
                <a:latin typeface="+mj-ea"/>
                <a:ea typeface="+mj-ea"/>
              </a:rPr>
              <a:t>현재 예제 코드는 단순화된 임시버전으로</a:t>
            </a:r>
            <a:r>
              <a:rPr lang="en-US" altLang="ko-KR" sz="1200" u="sng" dirty="0">
                <a:latin typeface="+mj-ea"/>
                <a:ea typeface="+mj-ea"/>
              </a:rPr>
              <a:t>, </a:t>
            </a:r>
            <a:r>
              <a:rPr lang="en-US" altLang="ko-KR" sz="1200" u="sng" dirty="0">
                <a:latin typeface="+mj-ea"/>
              </a:rPr>
              <a:t>Action Sequence(</a:t>
            </a:r>
            <a:r>
              <a:rPr lang="ko-KR" altLang="en-US" sz="1200" u="sng" dirty="0">
                <a:latin typeface="+mj-ea"/>
              </a:rPr>
              <a:t>조립 순서</a:t>
            </a:r>
            <a:r>
              <a:rPr lang="en-US" altLang="ko-KR" sz="1200" u="sng" dirty="0">
                <a:latin typeface="+mj-ea"/>
              </a:rPr>
              <a:t>)</a:t>
            </a:r>
            <a:r>
              <a:rPr lang="ko-KR" altLang="en-US" sz="1200" u="sng" dirty="0">
                <a:latin typeface="+mj-ea"/>
              </a:rPr>
              <a:t>결정 과정에서</a:t>
            </a:r>
            <a:r>
              <a:rPr lang="en-US" altLang="ko-KR" sz="1200" u="sng" dirty="0">
                <a:latin typeface="+mj-ea"/>
              </a:rPr>
              <a:t> </a:t>
            </a:r>
            <a:r>
              <a:rPr lang="ko-KR" altLang="en-US" sz="1200" u="sng" dirty="0">
                <a:latin typeface="+mj-ea"/>
              </a:rPr>
              <a:t>목적</a:t>
            </a:r>
            <a:r>
              <a:rPr lang="en-US" altLang="ko-KR" sz="1200" u="sng" dirty="0">
                <a:latin typeface="+mj-ea"/>
              </a:rPr>
              <a:t>(</a:t>
            </a:r>
            <a:r>
              <a:rPr lang="ko-KR" altLang="en-US" sz="1200" u="sng" dirty="0">
                <a:latin typeface="+mj-ea"/>
              </a:rPr>
              <a:t>목표상태</a:t>
            </a:r>
            <a:r>
              <a:rPr lang="en-US" altLang="ko-KR" sz="1200" u="sng" dirty="0">
                <a:latin typeface="+mj-ea"/>
              </a:rPr>
              <a:t>, </a:t>
            </a:r>
            <a:r>
              <a:rPr lang="ko-KR" altLang="en-US" sz="1200" u="sng" dirty="0" err="1">
                <a:latin typeface="+mj-ea"/>
              </a:rPr>
              <a:t>비용최소화</a:t>
            </a:r>
            <a:r>
              <a:rPr lang="en-US" altLang="ko-KR" sz="1200" u="sng" dirty="0">
                <a:latin typeface="+mj-ea"/>
              </a:rPr>
              <a:t>)</a:t>
            </a:r>
            <a:r>
              <a:rPr lang="ko-KR" altLang="en-US" sz="1200" u="sng" dirty="0">
                <a:latin typeface="+mj-ea"/>
              </a:rPr>
              <a:t>을 고려하지 않는다</a:t>
            </a:r>
            <a:r>
              <a:rPr lang="en-US" altLang="ko-KR" sz="1200" u="sng" dirty="0">
                <a:latin typeface="+mj-ea"/>
              </a:rPr>
              <a:t>.)</a:t>
            </a:r>
            <a:endParaRPr lang="en-US" altLang="ko-KR" sz="1200" u="sng" dirty="0">
              <a:latin typeface="+mj-ea"/>
              <a:ea typeface="+mj-ea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3B99566D-A309-BC15-5BFD-17EE977BABCC}"/>
              </a:ext>
            </a:extLst>
          </p:cNvPr>
          <p:cNvGrpSpPr/>
          <p:nvPr/>
        </p:nvGrpSpPr>
        <p:grpSpPr>
          <a:xfrm>
            <a:off x="992052" y="3049096"/>
            <a:ext cx="2219190" cy="3414107"/>
            <a:chOff x="9364249" y="2404173"/>
            <a:chExt cx="2219190" cy="3414107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CCF4A1C4-3C20-672C-28A7-F02D7D3D21F7}"/>
                </a:ext>
              </a:extLst>
            </p:cNvPr>
            <p:cNvSpPr/>
            <p:nvPr/>
          </p:nvSpPr>
          <p:spPr>
            <a:xfrm>
              <a:off x="9651082" y="2404173"/>
              <a:ext cx="1645523" cy="2963722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1CF8F6F5-10BF-C8F6-22EA-B17C6B28A7E2}"/>
                </a:ext>
              </a:extLst>
            </p:cNvPr>
            <p:cNvGrpSpPr/>
            <p:nvPr/>
          </p:nvGrpSpPr>
          <p:grpSpPr>
            <a:xfrm>
              <a:off x="9846510" y="2584082"/>
              <a:ext cx="1254667" cy="900000"/>
              <a:chOff x="8523851" y="1625702"/>
              <a:chExt cx="1080000" cy="900000"/>
            </a:xfrm>
          </p:grpSpPr>
          <p:sp>
            <p:nvSpPr>
              <p:cNvPr id="16" name="사각형: 둥근 모서리 15">
                <a:extLst>
                  <a:ext uri="{FF2B5EF4-FFF2-40B4-BE49-F238E27FC236}">
                    <a16:creationId xmlns:a16="http://schemas.microsoft.com/office/drawing/2014/main" id="{3ADAB943-89FD-A867-DF4C-EDCB79015318}"/>
                  </a:ext>
                </a:extLst>
              </p:cNvPr>
              <p:cNvSpPr/>
              <p:nvPr/>
            </p:nvSpPr>
            <p:spPr>
              <a:xfrm>
                <a:off x="8523851" y="1625702"/>
                <a:ext cx="1080000" cy="90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7" name="그룹 16">
                <a:extLst>
                  <a:ext uri="{FF2B5EF4-FFF2-40B4-BE49-F238E27FC236}">
                    <a16:creationId xmlns:a16="http://schemas.microsoft.com/office/drawing/2014/main" id="{4598C128-4B94-A1D6-3AD5-B670408EE247}"/>
                  </a:ext>
                </a:extLst>
              </p:cNvPr>
              <p:cNvGrpSpPr/>
              <p:nvPr/>
            </p:nvGrpSpPr>
            <p:grpSpPr>
              <a:xfrm>
                <a:off x="8667851" y="1752146"/>
                <a:ext cx="792000" cy="647113"/>
                <a:chOff x="8613924" y="2668919"/>
                <a:chExt cx="792000" cy="647113"/>
              </a:xfrm>
            </p:grpSpPr>
            <p:sp>
              <p:nvSpPr>
                <p:cNvPr id="18" name="사각형: 둥근 모서리 17">
                  <a:extLst>
                    <a:ext uri="{FF2B5EF4-FFF2-40B4-BE49-F238E27FC236}">
                      <a16:creationId xmlns:a16="http://schemas.microsoft.com/office/drawing/2014/main" id="{5F4DF4EE-4FAF-D4B0-1831-D6E57FD81F4D}"/>
                    </a:ext>
                  </a:extLst>
                </p:cNvPr>
                <p:cNvSpPr/>
                <p:nvPr/>
              </p:nvSpPr>
              <p:spPr>
                <a:xfrm>
                  <a:off x="8613924" y="2668919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F </a:t>
                  </a:r>
                  <a:endParaRPr lang="ko-KR" altLang="en-US" sz="1000"/>
                </a:p>
              </p:txBody>
            </p:sp>
            <p:sp>
              <p:nvSpPr>
                <p:cNvPr id="19" name="사각형: 둥근 모서리 18">
                  <a:extLst>
                    <a:ext uri="{FF2B5EF4-FFF2-40B4-BE49-F238E27FC236}">
                      <a16:creationId xmlns:a16="http://schemas.microsoft.com/office/drawing/2014/main" id="{3578C2DA-78E5-409B-ED1E-0897C7A4B0DD}"/>
                    </a:ext>
                  </a:extLst>
                </p:cNvPr>
                <p:cNvSpPr/>
                <p:nvPr/>
              </p:nvSpPr>
              <p:spPr>
                <a:xfrm>
                  <a:off x="8613924" y="3064032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M </a:t>
                  </a:r>
                  <a:endParaRPr lang="ko-KR" altLang="en-US" sz="1000"/>
                </a:p>
              </p:txBody>
            </p:sp>
          </p:grpSp>
        </p:grp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3B919CA4-2F09-9E90-27E2-F58EBA79953A}"/>
                </a:ext>
              </a:extLst>
            </p:cNvPr>
            <p:cNvGrpSpPr/>
            <p:nvPr/>
          </p:nvGrpSpPr>
          <p:grpSpPr>
            <a:xfrm>
              <a:off x="9846510" y="3631372"/>
              <a:ext cx="1254667" cy="1620000"/>
              <a:chOff x="8523851" y="2626812"/>
              <a:chExt cx="1080000" cy="1620000"/>
            </a:xfrm>
          </p:grpSpPr>
          <p:sp>
            <p:nvSpPr>
              <p:cNvPr id="11" name="사각형: 둥근 모서리 10">
                <a:extLst>
                  <a:ext uri="{FF2B5EF4-FFF2-40B4-BE49-F238E27FC236}">
                    <a16:creationId xmlns:a16="http://schemas.microsoft.com/office/drawing/2014/main" id="{CB362DDD-9A7E-E220-F911-1D232F9871CC}"/>
                  </a:ext>
                </a:extLst>
              </p:cNvPr>
              <p:cNvSpPr/>
              <p:nvPr/>
            </p:nvSpPr>
            <p:spPr>
              <a:xfrm>
                <a:off x="8523851" y="2626812"/>
                <a:ext cx="1080000" cy="162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F7FD5DE7-0DDF-23C4-8469-83921F76CE96}"/>
                  </a:ext>
                </a:extLst>
              </p:cNvPr>
              <p:cNvGrpSpPr/>
              <p:nvPr/>
            </p:nvGrpSpPr>
            <p:grpSpPr>
              <a:xfrm>
                <a:off x="8667851" y="2760079"/>
                <a:ext cx="792000" cy="1353467"/>
                <a:chOff x="7300044" y="3055963"/>
                <a:chExt cx="792000" cy="1353467"/>
              </a:xfrm>
            </p:grpSpPr>
            <p:sp>
              <p:nvSpPr>
                <p:cNvPr id="13" name="타원 12">
                  <a:extLst>
                    <a:ext uri="{FF2B5EF4-FFF2-40B4-BE49-F238E27FC236}">
                      <a16:creationId xmlns:a16="http://schemas.microsoft.com/office/drawing/2014/main" id="{3AC9B71E-A444-3829-CC0F-BB240ED6FBE5}"/>
                    </a:ext>
                  </a:extLst>
                </p:cNvPr>
                <p:cNvSpPr/>
                <p:nvPr/>
              </p:nvSpPr>
              <p:spPr>
                <a:xfrm>
                  <a:off x="7300044" y="3552697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I</a:t>
                  </a:r>
                  <a:endParaRPr lang="ko-KR" altLang="en-US" sz="1000"/>
                </a:p>
              </p:txBody>
            </p:sp>
            <p:sp>
              <p:nvSpPr>
                <p:cNvPr id="14" name="타원 13">
                  <a:extLst>
                    <a:ext uri="{FF2B5EF4-FFF2-40B4-BE49-F238E27FC236}">
                      <a16:creationId xmlns:a16="http://schemas.microsoft.com/office/drawing/2014/main" id="{A772E544-2D22-3966-CCF3-DFC3017880AE}"/>
                    </a:ext>
                  </a:extLst>
                </p:cNvPr>
                <p:cNvSpPr/>
                <p:nvPr/>
              </p:nvSpPr>
              <p:spPr>
                <a:xfrm>
                  <a:off x="7300044" y="3055963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F</a:t>
                  </a:r>
                  <a:endParaRPr lang="ko-KR" altLang="en-US" sz="1000"/>
                </a:p>
              </p:txBody>
            </p:sp>
            <p:sp>
              <p:nvSpPr>
                <p:cNvPr id="15" name="타원 14">
                  <a:extLst>
                    <a:ext uri="{FF2B5EF4-FFF2-40B4-BE49-F238E27FC236}">
                      <a16:creationId xmlns:a16="http://schemas.microsoft.com/office/drawing/2014/main" id="{D16B8476-7C15-7C27-A756-F78133BC82BB}"/>
                    </a:ext>
                  </a:extLst>
                </p:cNvPr>
                <p:cNvSpPr/>
                <p:nvPr/>
              </p:nvSpPr>
              <p:spPr>
                <a:xfrm>
                  <a:off x="7300044" y="4049430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M</a:t>
                  </a:r>
                  <a:endParaRPr lang="ko-KR" altLang="en-US" sz="1000"/>
                </a:p>
              </p:txBody>
            </p:sp>
          </p:grpSp>
        </p:grp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C9682304-DEFF-667D-3B36-485DB2AE0833}"/>
                </a:ext>
              </a:extLst>
            </p:cNvPr>
            <p:cNvSpPr/>
            <p:nvPr/>
          </p:nvSpPr>
          <p:spPr>
            <a:xfrm>
              <a:off x="9364249" y="5492388"/>
              <a:ext cx="2219190" cy="325892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>
                  <a:solidFill>
                    <a:schemeClr val="bg2">
                      <a:lumMod val="25000"/>
                    </a:schemeClr>
                  </a:solidFill>
                </a:rPr>
                <a:t>매칭 완료 리스트</a:t>
              </a:r>
              <a:endParaRPr lang="ko-KR" alt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F9A5358C-2A0E-AAE8-A5A4-E9867C6A3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208816"/>
              </p:ext>
            </p:extLst>
          </p:nvPr>
        </p:nvGraphicFramePr>
        <p:xfrm>
          <a:off x="9390685" y="3355449"/>
          <a:ext cx="1916695" cy="2472039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61875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354820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714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9879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6648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3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⁝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21" name="그룹 20">
            <a:extLst>
              <a:ext uri="{FF2B5EF4-FFF2-40B4-BE49-F238E27FC236}">
                <a16:creationId xmlns:a16="http://schemas.microsoft.com/office/drawing/2014/main" id="{7618654F-9F79-0086-420C-502611A5E00B}"/>
              </a:ext>
            </a:extLst>
          </p:cNvPr>
          <p:cNvGrpSpPr/>
          <p:nvPr/>
        </p:nvGrpSpPr>
        <p:grpSpPr>
          <a:xfrm>
            <a:off x="10104425" y="3739743"/>
            <a:ext cx="1009919" cy="822672"/>
            <a:chOff x="8523851" y="2626812"/>
            <a:chExt cx="1080000" cy="1620000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38B9E20D-9D87-140A-4E47-26B4BAC580DA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64436A4F-DFCC-E7B3-28F9-CBE8B491A58E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5EC2A3D8-0555-690C-6FA0-F6CCB5966DD4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/>
                  <a:t>Type D : I</a:t>
                </a:r>
                <a:endParaRPr lang="ko-KR" altLang="en-US" sz="800"/>
              </a:p>
            </p:txBody>
          </p:sp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EBC7586D-5A19-AC08-40D5-A820005B65E2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/>
                  <a:t>Type D : F</a:t>
                </a:r>
                <a:endParaRPr lang="ko-KR" altLang="en-US" sz="800"/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921B80DF-A157-1677-789A-4B7EDE6FFE29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/>
                  <a:t>Type D : M</a:t>
                </a:r>
                <a:endParaRPr lang="ko-KR" altLang="en-US" sz="800"/>
              </a:p>
            </p:txBody>
          </p: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88A9C8E-441C-8170-D060-398F2DFE2C16}"/>
              </a:ext>
            </a:extLst>
          </p:cNvPr>
          <p:cNvGrpSpPr/>
          <p:nvPr/>
        </p:nvGrpSpPr>
        <p:grpSpPr>
          <a:xfrm>
            <a:off x="10104425" y="4728496"/>
            <a:ext cx="1009919" cy="630910"/>
            <a:chOff x="8523851" y="1625702"/>
            <a:chExt cx="1080000" cy="900000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09836134-E157-2AE6-0032-2B9984BC7C88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F6FD4749-C439-209B-6336-09A054EA424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30" name="사각형: 둥근 모서리 29">
                <a:extLst>
                  <a:ext uri="{FF2B5EF4-FFF2-40B4-BE49-F238E27FC236}">
                    <a16:creationId xmlns:a16="http://schemas.microsoft.com/office/drawing/2014/main" id="{09F03909-D1F1-E154-BAF9-0795463727E9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/>
                  <a:t>Type C : F </a:t>
                </a:r>
                <a:endParaRPr lang="ko-KR" altLang="en-US" sz="800"/>
              </a:p>
            </p:txBody>
          </p:sp>
          <p:sp>
            <p:nvSpPr>
              <p:cNvPr id="31" name="사각형: 둥근 모서리 30">
                <a:extLst>
                  <a:ext uri="{FF2B5EF4-FFF2-40B4-BE49-F238E27FC236}">
                    <a16:creationId xmlns:a16="http://schemas.microsoft.com/office/drawing/2014/main" id="{F7FAEA9C-472D-1B5E-7F7F-092C7E2B0312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dirty="0"/>
                  <a:t>Type C : M </a:t>
                </a:r>
                <a:endParaRPr lang="ko-KR" altLang="en-US" sz="800" dirty="0"/>
              </a:p>
            </p:txBody>
          </p:sp>
        </p:grpSp>
      </p:grp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3A771620-417D-670C-194D-3AF11AB4698F}"/>
              </a:ext>
            </a:extLst>
          </p:cNvPr>
          <p:cNvSpPr/>
          <p:nvPr/>
        </p:nvSpPr>
        <p:spPr>
          <a:xfrm>
            <a:off x="8829914" y="6137311"/>
            <a:ext cx="3038236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</a:rPr>
              <a:t>조립순서가 고려된 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</a:rPr>
              <a:t>Planning </a:t>
            </a:r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</a:rPr>
              <a:t>결과</a:t>
            </a:r>
            <a:endParaRPr lang="ko-KR" alt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F7E3A964-3F9F-D15C-A986-910FF21EE814}"/>
              </a:ext>
            </a:extLst>
          </p:cNvPr>
          <p:cNvSpPr/>
          <p:nvPr/>
        </p:nvSpPr>
        <p:spPr>
          <a:xfrm>
            <a:off x="3483099" y="4109045"/>
            <a:ext cx="463550" cy="906739"/>
          </a:xfrm>
          <a:prstGeom prst="rightArrow">
            <a:avLst>
              <a:gd name="adj1" fmla="val 50000"/>
              <a:gd name="adj2" fmla="val 4726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화살표: 오른쪽 33">
            <a:extLst>
              <a:ext uri="{FF2B5EF4-FFF2-40B4-BE49-F238E27FC236}">
                <a16:creationId xmlns:a16="http://schemas.microsoft.com/office/drawing/2014/main" id="{223B22CE-CAEF-0099-022F-D4143DFC262F}"/>
              </a:ext>
            </a:extLst>
          </p:cNvPr>
          <p:cNvSpPr/>
          <p:nvPr/>
        </p:nvSpPr>
        <p:spPr>
          <a:xfrm>
            <a:off x="8366364" y="4109045"/>
            <a:ext cx="463550" cy="906739"/>
          </a:xfrm>
          <a:prstGeom prst="rightArrow">
            <a:avLst>
              <a:gd name="adj1" fmla="val 50000"/>
              <a:gd name="adj2" fmla="val 4726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534FE3C-D7E7-2C4A-D3A5-F85D2B5BD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533" y="2956743"/>
            <a:ext cx="3412016" cy="3720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746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4967D-706E-3A0A-FDEC-549CD42A8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A13A151-0464-0D52-F611-E956820F3506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  <a:ea typeface="+mj-ea"/>
              </a:rPr>
              <a:t>알고리즘 상세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C6DBFF0A-DB8E-AFE4-40F5-82F025DEE911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CC13D9A5-3772-62E6-FE5B-BADDF2BC5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878CC75-B6FA-5396-7ECB-D1C3DD6E0C2E}"/>
              </a:ext>
            </a:extLst>
          </p:cNvPr>
          <p:cNvSpPr txBox="1"/>
          <p:nvPr/>
        </p:nvSpPr>
        <p:spPr>
          <a:xfrm>
            <a:off x="350982" y="728663"/>
            <a:ext cx="11625118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800" dirty="0" err="1">
                <a:latin typeface="+mj-ea"/>
                <a:ea typeface="+mj-ea"/>
              </a:rPr>
              <a:t>조립부</a:t>
            </a:r>
            <a:r>
              <a:rPr lang="ko-KR" altLang="en-US" sz="1800" dirty="0">
                <a:latin typeface="+mj-ea"/>
                <a:ea typeface="+mj-ea"/>
              </a:rPr>
              <a:t> 매칭</a:t>
            </a:r>
            <a:r>
              <a:rPr lang="en-US" altLang="ko-KR" sz="1800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알고리즘의 순서도</a:t>
            </a:r>
            <a:endParaRPr lang="en-US" altLang="ko-KR" dirty="0">
              <a:latin typeface="+mj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1CC345-9176-E815-D371-169FA4921D01}"/>
              </a:ext>
            </a:extLst>
          </p:cNvPr>
          <p:cNvSpPr txBox="1"/>
          <p:nvPr/>
        </p:nvSpPr>
        <p:spPr>
          <a:xfrm>
            <a:off x="441569" y="3965276"/>
            <a:ext cx="11625118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Planning </a:t>
            </a:r>
            <a:r>
              <a:rPr lang="ko-KR" altLang="en-US" dirty="0">
                <a:latin typeface="+mj-ea"/>
                <a:ea typeface="+mj-ea"/>
              </a:rPr>
              <a:t>알고리즘의 순서도</a:t>
            </a:r>
            <a:endParaRPr lang="en-US" altLang="ko-KR" dirty="0">
              <a:latin typeface="+mj-ea"/>
            </a:endParaRP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64C56A63-BB38-ED86-9E67-2BDF6C98A1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3947" y="1321160"/>
            <a:ext cx="11764106" cy="2526685"/>
          </a:xfrm>
          <a:prstGeom prst="rect">
            <a:avLst/>
          </a:prstGeom>
        </p:spPr>
      </p:pic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29C71BA-7F15-2C56-0EEB-1070A06BE5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8454" y="4338228"/>
            <a:ext cx="9230174" cy="239722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01772043-3E25-E1EE-9AF6-E010084666A2}"/>
                  </a:ext>
                </a:extLst>
              </p14:cNvPr>
              <p14:cNvContentPartPr/>
              <p14:nvPr/>
            </p14:nvContentPartPr>
            <p14:xfrm>
              <a:off x="533520" y="876240"/>
              <a:ext cx="10649160" cy="581688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01772043-3E25-E1EE-9AF6-E010084666A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4160" y="866880"/>
                <a:ext cx="10667880" cy="5835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074132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93BEE-FE7F-53A5-5EBC-FBA3346A4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직사각형 13">
            <a:extLst>
              <a:ext uri="{FF2B5EF4-FFF2-40B4-BE49-F238E27FC236}">
                <a16:creationId xmlns:a16="http://schemas.microsoft.com/office/drawing/2014/main" id="{C9871713-ABD5-11A3-4F2A-CB26149B9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ko-KR" altLang="en-US"/>
          </a:p>
        </p:txBody>
      </p:sp>
      <p:pic>
        <p:nvPicPr>
          <p:cNvPr id="5123" name="Picture 11" descr="D:\그룹로고\현대자동차그룹.png">
            <a:extLst>
              <a:ext uri="{FF2B5EF4-FFF2-40B4-BE49-F238E27FC236}">
                <a16:creationId xmlns:a16="http://schemas.microsoft.com/office/drawing/2014/main" id="{176E9E01-FC2A-4021-DDE3-2A2E79F6FF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825" y="5930901"/>
            <a:ext cx="1733550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4" name="그룹 15">
            <a:extLst>
              <a:ext uri="{FF2B5EF4-FFF2-40B4-BE49-F238E27FC236}">
                <a16:creationId xmlns:a16="http://schemas.microsoft.com/office/drawing/2014/main" id="{99058471-55E6-3E01-7190-088ED1370A55}"/>
              </a:ext>
            </a:extLst>
          </p:cNvPr>
          <p:cNvGrpSpPr>
            <a:grpSpLocks/>
          </p:cNvGrpSpPr>
          <p:nvPr/>
        </p:nvGrpSpPr>
        <p:grpSpPr bwMode="auto">
          <a:xfrm>
            <a:off x="2560210" y="1082995"/>
            <a:ext cx="7046180" cy="1941194"/>
            <a:chOff x="2330010" y="1083169"/>
            <a:chExt cx="5220900" cy="1940786"/>
          </a:xfrm>
        </p:grpSpPr>
        <p:grpSp>
          <p:nvGrpSpPr>
            <p:cNvPr id="5135" name="그룹 16">
              <a:extLst>
                <a:ext uri="{FF2B5EF4-FFF2-40B4-BE49-F238E27FC236}">
                  <a16:creationId xmlns:a16="http://schemas.microsoft.com/office/drawing/2014/main" id="{C2C46ACC-EF7F-13E8-2462-94011A4CB3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2741" y="1534384"/>
              <a:ext cx="4680520" cy="1170130"/>
              <a:chOff x="3962890" y="1358770"/>
              <a:chExt cx="2295255" cy="1035115"/>
            </a:xfrm>
          </p:grpSpPr>
          <p:cxnSp>
            <p:nvCxnSpPr>
              <p:cNvPr id="5139" name="직선 연결선 20">
                <a:extLst>
                  <a:ext uri="{FF2B5EF4-FFF2-40B4-BE49-F238E27FC236}">
                    <a16:creationId xmlns:a16="http://schemas.microsoft.com/office/drawing/2014/main" id="{1E5818E7-61F1-0340-C01B-3228733BEA5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962890" y="1358770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40" name="직선 연결선 21">
                <a:extLst>
                  <a:ext uri="{FF2B5EF4-FFF2-40B4-BE49-F238E27FC236}">
                    <a16:creationId xmlns:a16="http://schemas.microsoft.com/office/drawing/2014/main" id="{6EAF46E1-5695-0D3D-1F97-8D76274C493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962890" y="2393885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5136" name="자유형 17">
              <a:extLst>
                <a:ext uri="{FF2B5EF4-FFF2-40B4-BE49-F238E27FC236}">
                  <a16:creationId xmlns:a16="http://schemas.microsoft.com/office/drawing/2014/main" id="{65957BED-E717-3341-D342-46F52A0B1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271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7" name="자유형 18">
              <a:extLst>
                <a:ext uri="{FF2B5EF4-FFF2-40B4-BE49-F238E27FC236}">
                  <a16:creationId xmlns:a16="http://schemas.microsoft.com/office/drawing/2014/main" id="{22A47B01-07AE-7716-5605-A88D4B025BC2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738327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8" name="TextBox 13">
              <a:extLst>
                <a:ext uri="{FF2B5EF4-FFF2-40B4-BE49-F238E27FC236}">
                  <a16:creationId xmlns:a16="http://schemas.microsoft.com/office/drawing/2014/main" id="{630DB2CB-C491-7B77-8E93-8325483A9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0010" y="1083169"/>
              <a:ext cx="5220580" cy="404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9pPr>
            </a:lstStyle>
            <a:p>
              <a:pPr algn="ctr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endParaRPr kumimoji="0" lang="ko-KR" altLang="en-US" sz="1400" b="1">
                <a:solidFill>
                  <a:srgbClr val="3333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25" name="TextBox 13">
            <a:extLst>
              <a:ext uri="{FF2B5EF4-FFF2-40B4-BE49-F238E27FC236}">
                <a16:creationId xmlns:a16="http://schemas.microsoft.com/office/drawing/2014/main" id="{3057E9D6-28C4-9B2C-B32F-1843D3AB51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0600" y="1905764"/>
            <a:ext cx="5130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ko-KR" altLang="en-US" sz="2000" b="1">
                <a:latin typeface="맑은 고딕" panose="020B0503020000020004" pitchFamily="50" charset="-127"/>
                <a:ea typeface="맑은 고딕" panose="020B0503020000020004" pitchFamily="50" charset="-127"/>
              </a:rPr>
              <a:t>감사합니다</a:t>
            </a:r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2A3E8CC4-0484-9649-5570-3A6099CEFF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6150" y="2767014"/>
            <a:ext cx="521970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ko-KR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한양대학교 융합전자공학과  오윤선 교수</a:t>
            </a:r>
          </a:p>
        </p:txBody>
      </p:sp>
      <p:sp>
        <p:nvSpPr>
          <p:cNvPr id="5127" name="TextBox 13">
            <a:extLst>
              <a:ext uri="{FF2B5EF4-FFF2-40B4-BE49-F238E27FC236}">
                <a16:creationId xmlns:a16="http://schemas.microsoft.com/office/drawing/2014/main" id="{C9B7D4BE-CDB1-61A7-6CF9-3BD6F4DF5C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9989" y="5175250"/>
            <a:ext cx="4772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2025. 11. 13</a:t>
            </a:r>
            <a:endParaRPr kumimoji="0" lang="ko-KR" altLang="en-US" sz="16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28" name="그룹 25">
            <a:extLst>
              <a:ext uri="{FF2B5EF4-FFF2-40B4-BE49-F238E27FC236}">
                <a16:creationId xmlns:a16="http://schemas.microsoft.com/office/drawing/2014/main" id="{1FC4DE7F-5CF8-E36C-B5AB-7ACFC7B3F4DC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9906000" cy="6858000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E039786F-4F4B-F224-9826-F3CE0F4CA39D}"/>
                </a:ext>
              </a:extLst>
            </p:cNvPr>
            <p:cNvSpPr/>
            <p:nvPr/>
          </p:nvSpPr>
          <p:spPr bwMode="auto">
            <a:xfrm>
              <a:off x="0" y="0"/>
              <a:ext cx="9906000" cy="6858000"/>
            </a:xfrm>
            <a:prstGeom prst="rect">
              <a:avLst/>
            </a:prstGeom>
            <a:noFill/>
            <a:ln w="190500" cap="flat" cmpd="sng" algn="ctr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8" name="직각 삼각형 27">
              <a:extLst>
                <a:ext uri="{FF2B5EF4-FFF2-40B4-BE49-F238E27FC236}">
                  <a16:creationId xmlns:a16="http://schemas.microsoft.com/office/drawing/2014/main" id="{9ED89119-B738-9455-ED75-13AF4D0410C8}"/>
                </a:ext>
              </a:extLst>
            </p:cNvPr>
            <p:cNvSpPr/>
            <p:nvPr/>
          </p:nvSpPr>
          <p:spPr bwMode="auto">
            <a:xfrm rot="5400000">
              <a:off x="11113" y="0"/>
              <a:ext cx="1304925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9" name="직각 삼각형 28">
              <a:extLst>
                <a:ext uri="{FF2B5EF4-FFF2-40B4-BE49-F238E27FC236}">
                  <a16:creationId xmlns:a16="http://schemas.microsoft.com/office/drawing/2014/main" id="{5DFE3A98-430D-A972-A36B-0A18299992EA}"/>
                </a:ext>
              </a:extLst>
            </p:cNvPr>
            <p:cNvSpPr/>
            <p:nvPr/>
          </p:nvSpPr>
          <p:spPr bwMode="auto">
            <a:xfrm rot="16200000">
              <a:off x="8600282" y="5545931"/>
              <a:ext cx="1306512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</p:grpSp>
      <p:pic>
        <p:nvPicPr>
          <p:cNvPr id="5" name="그림 4" descr="텍스트, 폰트, 스크린샷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25B03C7-CE7F-C1C3-7B45-F27D4E10F53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878" y="6055099"/>
            <a:ext cx="2264360" cy="37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8548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37FC3-8BB4-FBB0-CB9C-E72201B4F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직사각형 13">
            <a:extLst>
              <a:ext uri="{FF2B5EF4-FFF2-40B4-BE49-F238E27FC236}">
                <a16:creationId xmlns:a16="http://schemas.microsoft.com/office/drawing/2014/main" id="{2520D544-A269-28FB-E65F-9E42056CB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ko-KR" altLang="en-US"/>
          </a:p>
        </p:txBody>
      </p:sp>
      <p:pic>
        <p:nvPicPr>
          <p:cNvPr id="5123" name="Picture 11" descr="D:\그룹로고\현대자동차그룹.png">
            <a:extLst>
              <a:ext uri="{FF2B5EF4-FFF2-40B4-BE49-F238E27FC236}">
                <a16:creationId xmlns:a16="http://schemas.microsoft.com/office/drawing/2014/main" id="{1F685DBB-3D6D-63E1-C2D0-7AC10D9D2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825" y="5930901"/>
            <a:ext cx="1733550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4" name="그룹 15">
            <a:extLst>
              <a:ext uri="{FF2B5EF4-FFF2-40B4-BE49-F238E27FC236}">
                <a16:creationId xmlns:a16="http://schemas.microsoft.com/office/drawing/2014/main" id="{0EF3486C-5A4D-3882-1C16-A1EE5A85855E}"/>
              </a:ext>
            </a:extLst>
          </p:cNvPr>
          <p:cNvGrpSpPr>
            <a:grpSpLocks/>
          </p:cNvGrpSpPr>
          <p:nvPr/>
        </p:nvGrpSpPr>
        <p:grpSpPr bwMode="auto">
          <a:xfrm>
            <a:off x="2560210" y="1082995"/>
            <a:ext cx="7046180" cy="1941194"/>
            <a:chOff x="2330010" y="1083169"/>
            <a:chExt cx="5220900" cy="1940786"/>
          </a:xfrm>
        </p:grpSpPr>
        <p:grpSp>
          <p:nvGrpSpPr>
            <p:cNvPr id="5135" name="그룹 16">
              <a:extLst>
                <a:ext uri="{FF2B5EF4-FFF2-40B4-BE49-F238E27FC236}">
                  <a16:creationId xmlns:a16="http://schemas.microsoft.com/office/drawing/2014/main" id="{947B1925-1D77-832C-F7FA-621EBFDDD4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2741" y="1534384"/>
              <a:ext cx="4680520" cy="1170130"/>
              <a:chOff x="3962890" y="1358770"/>
              <a:chExt cx="2295255" cy="1035115"/>
            </a:xfrm>
          </p:grpSpPr>
          <p:cxnSp>
            <p:nvCxnSpPr>
              <p:cNvPr id="5139" name="직선 연결선 20">
                <a:extLst>
                  <a:ext uri="{FF2B5EF4-FFF2-40B4-BE49-F238E27FC236}">
                    <a16:creationId xmlns:a16="http://schemas.microsoft.com/office/drawing/2014/main" id="{D78B9B17-13DF-2918-F417-88A412ECF28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962890" y="1358770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40" name="직선 연결선 21">
                <a:extLst>
                  <a:ext uri="{FF2B5EF4-FFF2-40B4-BE49-F238E27FC236}">
                    <a16:creationId xmlns:a16="http://schemas.microsoft.com/office/drawing/2014/main" id="{41B4BAE1-C001-2DE6-03B3-4365A79494A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962890" y="2393885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5136" name="자유형 17">
              <a:extLst>
                <a:ext uri="{FF2B5EF4-FFF2-40B4-BE49-F238E27FC236}">
                  <a16:creationId xmlns:a16="http://schemas.microsoft.com/office/drawing/2014/main" id="{8F089532-6B4A-A6D7-D1E8-9F3CF0D695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271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7" name="자유형 18">
              <a:extLst>
                <a:ext uri="{FF2B5EF4-FFF2-40B4-BE49-F238E27FC236}">
                  <a16:creationId xmlns:a16="http://schemas.microsoft.com/office/drawing/2014/main" id="{4C9728A8-C7D5-0330-1369-3C64B287E2B4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738327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8" name="TextBox 13">
              <a:extLst>
                <a:ext uri="{FF2B5EF4-FFF2-40B4-BE49-F238E27FC236}">
                  <a16:creationId xmlns:a16="http://schemas.microsoft.com/office/drawing/2014/main" id="{5C97EFAE-9461-E4C8-F9AC-8C9FCFD75C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0010" y="1083169"/>
              <a:ext cx="5220580" cy="404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9pPr>
            </a:lstStyle>
            <a:p>
              <a:pPr algn="ctr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endParaRPr kumimoji="0" lang="ko-KR" altLang="en-US" sz="1400" b="1">
                <a:solidFill>
                  <a:srgbClr val="3333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25" name="TextBox 13">
            <a:extLst>
              <a:ext uri="{FF2B5EF4-FFF2-40B4-BE49-F238E27FC236}">
                <a16:creationId xmlns:a16="http://schemas.microsoft.com/office/drawing/2014/main" id="{CF680F65-D253-F808-F1CE-0744E3FAA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0600" y="1905764"/>
            <a:ext cx="5130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부록</a:t>
            </a:r>
            <a:r>
              <a:rPr kumimoji="0"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알고리즘 작동 설명 자료</a:t>
            </a:r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6F8029B0-1330-B3A7-7090-EEA004F9ED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6150" y="2767014"/>
            <a:ext cx="521970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ko-KR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한양대학교 융합전자공학과  오윤선 교수</a:t>
            </a:r>
          </a:p>
        </p:txBody>
      </p:sp>
      <p:sp>
        <p:nvSpPr>
          <p:cNvPr id="5127" name="TextBox 13">
            <a:extLst>
              <a:ext uri="{FF2B5EF4-FFF2-40B4-BE49-F238E27FC236}">
                <a16:creationId xmlns:a16="http://schemas.microsoft.com/office/drawing/2014/main" id="{ADE8B613-93B0-4D12-326C-3361100A15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9989" y="5175250"/>
            <a:ext cx="4772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2025. 11. 13</a:t>
            </a:r>
            <a:endParaRPr kumimoji="0" lang="ko-KR" altLang="en-US" sz="16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28" name="그룹 25">
            <a:extLst>
              <a:ext uri="{FF2B5EF4-FFF2-40B4-BE49-F238E27FC236}">
                <a16:creationId xmlns:a16="http://schemas.microsoft.com/office/drawing/2014/main" id="{291033E5-D5DC-EAD2-B120-B3FAE99FBAB3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9906000" cy="6858000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BF5F1358-2EA6-810F-7A06-CB573C7DC04E}"/>
                </a:ext>
              </a:extLst>
            </p:cNvPr>
            <p:cNvSpPr/>
            <p:nvPr/>
          </p:nvSpPr>
          <p:spPr bwMode="auto">
            <a:xfrm>
              <a:off x="0" y="0"/>
              <a:ext cx="9906000" cy="6858000"/>
            </a:xfrm>
            <a:prstGeom prst="rect">
              <a:avLst/>
            </a:prstGeom>
            <a:noFill/>
            <a:ln w="190500" cap="flat" cmpd="sng" algn="ctr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8" name="직각 삼각형 27">
              <a:extLst>
                <a:ext uri="{FF2B5EF4-FFF2-40B4-BE49-F238E27FC236}">
                  <a16:creationId xmlns:a16="http://schemas.microsoft.com/office/drawing/2014/main" id="{786167D4-8B91-3DEA-8CB5-344F252D72A7}"/>
                </a:ext>
              </a:extLst>
            </p:cNvPr>
            <p:cNvSpPr/>
            <p:nvPr/>
          </p:nvSpPr>
          <p:spPr bwMode="auto">
            <a:xfrm rot="5400000">
              <a:off x="11113" y="0"/>
              <a:ext cx="1304925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9" name="직각 삼각형 28">
              <a:extLst>
                <a:ext uri="{FF2B5EF4-FFF2-40B4-BE49-F238E27FC236}">
                  <a16:creationId xmlns:a16="http://schemas.microsoft.com/office/drawing/2014/main" id="{7507E5ED-E567-800C-B274-B10F5933465C}"/>
                </a:ext>
              </a:extLst>
            </p:cNvPr>
            <p:cNvSpPr/>
            <p:nvPr/>
          </p:nvSpPr>
          <p:spPr bwMode="auto">
            <a:xfrm rot="16200000">
              <a:off x="8600282" y="5545931"/>
              <a:ext cx="1306512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</p:grpSp>
      <p:pic>
        <p:nvPicPr>
          <p:cNvPr id="5" name="그림 4" descr="텍스트, 폰트, 스크린샷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C8AD72E-12E7-7D26-BE43-76B2F4390BF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878" y="6055099"/>
            <a:ext cx="2264360" cy="37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58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D0945-ECD3-9028-6417-23212F97E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3A21CB4-8DF7-B18B-E994-72C67D9552D4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1">
            <a:extLst>
              <a:ext uri="{FF2B5EF4-FFF2-40B4-BE49-F238E27FC236}">
                <a16:creationId xmlns:a16="http://schemas.microsoft.com/office/drawing/2014/main" id="{5381E8DE-9068-C8C9-C55C-8F27E86B41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1C33CD28-D5E6-C92C-9720-867F4A6A6E0D}"/>
              </a:ext>
            </a:extLst>
          </p:cNvPr>
          <p:cNvGrpSpPr/>
          <p:nvPr/>
        </p:nvGrpSpPr>
        <p:grpSpPr>
          <a:xfrm>
            <a:off x="6095306" y="4254387"/>
            <a:ext cx="5509260" cy="2408434"/>
            <a:chOff x="6095306" y="4254387"/>
            <a:chExt cx="5509260" cy="2408434"/>
          </a:xfrm>
        </p:grpSpPr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477BC8D8-9CAB-1C86-1F8A-120876912BC1}"/>
                </a:ext>
              </a:extLst>
            </p:cNvPr>
            <p:cNvGrpSpPr/>
            <p:nvPr/>
          </p:nvGrpSpPr>
          <p:grpSpPr>
            <a:xfrm>
              <a:off x="6095306" y="4254387"/>
              <a:ext cx="5509260" cy="2062593"/>
              <a:chOff x="6095306" y="4254387"/>
              <a:chExt cx="5509260" cy="2062593"/>
            </a:xfrm>
          </p:grpSpPr>
          <p:sp>
            <p:nvSpPr>
              <p:cNvPr id="64" name="사각형: 둥근 모서리 63">
                <a:extLst>
                  <a:ext uri="{FF2B5EF4-FFF2-40B4-BE49-F238E27FC236}">
                    <a16:creationId xmlns:a16="http://schemas.microsoft.com/office/drawing/2014/main" id="{48F296D0-BED2-A396-0900-1A18E47C4AB8}"/>
                  </a:ext>
                </a:extLst>
              </p:cNvPr>
              <p:cNvSpPr/>
              <p:nvPr/>
            </p:nvSpPr>
            <p:spPr>
              <a:xfrm>
                <a:off x="6095306" y="4254387"/>
                <a:ext cx="5509260" cy="2062593"/>
              </a:xfrm>
              <a:prstGeom prst="roundRect">
                <a:avLst>
                  <a:gd name="adj" fmla="val 8440"/>
                </a:avLst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A14E3765-4F09-6852-DC68-1D3E9E051988}"/>
                  </a:ext>
                </a:extLst>
              </p:cNvPr>
              <p:cNvGrpSpPr/>
              <p:nvPr/>
            </p:nvGrpSpPr>
            <p:grpSpPr>
              <a:xfrm>
                <a:off x="6274771" y="4348880"/>
                <a:ext cx="5150331" cy="1869489"/>
                <a:chOff x="6505905" y="416518"/>
                <a:chExt cx="5150331" cy="2362790"/>
              </a:xfrm>
            </p:grpSpPr>
            <p:cxnSp>
              <p:nvCxnSpPr>
                <p:cNvPr id="38" name="직선 연결선 37">
                  <a:extLst>
                    <a:ext uri="{FF2B5EF4-FFF2-40B4-BE49-F238E27FC236}">
                      <a16:creationId xmlns:a16="http://schemas.microsoft.com/office/drawing/2014/main" id="{A5F64E0C-755A-C64A-C523-6073BC85E3A8}"/>
                    </a:ext>
                  </a:extLst>
                </p:cNvPr>
                <p:cNvCxnSpPr>
                  <a:cxnSpLocks/>
                  <a:stCxn id="49" idx="4"/>
                  <a:endCxn id="51" idx="0"/>
                </p:cNvCxnSpPr>
                <p:nvPr/>
              </p:nvCxnSpPr>
              <p:spPr>
                <a:xfrm>
                  <a:off x="10290619" y="847437"/>
                  <a:ext cx="0" cy="949075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9" name="타원 38">
                  <a:extLst>
                    <a:ext uri="{FF2B5EF4-FFF2-40B4-BE49-F238E27FC236}">
                      <a16:creationId xmlns:a16="http://schemas.microsoft.com/office/drawing/2014/main" id="{CE9094D3-161C-DE93-8B9C-BF5B26E9265E}"/>
                    </a:ext>
                  </a:extLst>
                </p:cNvPr>
                <p:cNvSpPr/>
                <p:nvPr/>
              </p:nvSpPr>
              <p:spPr>
                <a:xfrm>
                  <a:off x="8822374" y="1099998"/>
                  <a:ext cx="686134" cy="53195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도어</a:t>
                  </a:r>
                  <a:endParaRPr lang="en-US" altLang="ko-KR" sz="900"/>
                </a:p>
                <a:p>
                  <a:pPr algn="ctr"/>
                  <a:r>
                    <a:rPr lang="ko-KR" altLang="en-US" sz="900" err="1"/>
                    <a:t>체커</a:t>
                  </a:r>
                  <a:endParaRPr lang="ko-KR" altLang="en-US" sz="900"/>
                </a:p>
              </p:txBody>
            </p:sp>
            <p:cxnSp>
              <p:nvCxnSpPr>
                <p:cNvPr id="40" name="직선 연결선 39">
                  <a:extLst>
                    <a:ext uri="{FF2B5EF4-FFF2-40B4-BE49-F238E27FC236}">
                      <a16:creationId xmlns:a16="http://schemas.microsoft.com/office/drawing/2014/main" id="{4F93E524-3CE7-3F2F-515D-F9B1033582BF}"/>
                    </a:ext>
                  </a:extLst>
                </p:cNvPr>
                <p:cNvCxnSpPr>
                  <a:cxnSpLocks/>
                  <a:stCxn id="48" idx="2"/>
                  <a:endCxn id="39" idx="6"/>
                </p:cNvCxnSpPr>
                <p:nvPr/>
              </p:nvCxnSpPr>
              <p:spPr>
                <a:xfrm flipH="1">
                  <a:off x="9508509" y="1365975"/>
                  <a:ext cx="231889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1" name="타원 40">
                  <a:extLst>
                    <a:ext uri="{FF2B5EF4-FFF2-40B4-BE49-F238E27FC236}">
                      <a16:creationId xmlns:a16="http://schemas.microsoft.com/office/drawing/2014/main" id="{4E24767C-69A6-AB7D-AD97-78D6943C6199}"/>
                    </a:ext>
                  </a:extLst>
                </p:cNvPr>
                <p:cNvSpPr/>
                <p:nvPr/>
              </p:nvSpPr>
              <p:spPr>
                <a:xfrm>
                  <a:off x="6505905" y="416518"/>
                  <a:ext cx="758050" cy="52520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프론트 도어</a:t>
                  </a:r>
                </a:p>
              </p:txBody>
            </p:sp>
            <p:cxnSp>
              <p:nvCxnSpPr>
                <p:cNvPr id="42" name="직선 연결선 41">
                  <a:extLst>
                    <a:ext uri="{FF2B5EF4-FFF2-40B4-BE49-F238E27FC236}">
                      <a16:creationId xmlns:a16="http://schemas.microsoft.com/office/drawing/2014/main" id="{6D68E98E-9391-86E0-9776-6241D6018044}"/>
                    </a:ext>
                  </a:extLst>
                </p:cNvPr>
                <p:cNvCxnSpPr>
                  <a:cxnSpLocks/>
                  <a:stCxn id="45" idx="1"/>
                  <a:endCxn id="41" idx="6"/>
                </p:cNvCxnSpPr>
                <p:nvPr/>
              </p:nvCxnSpPr>
              <p:spPr>
                <a:xfrm flipH="1" flipV="1">
                  <a:off x="7263955" y="679122"/>
                  <a:ext cx="165443" cy="18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id="{9EE5700D-F712-7CB8-84D7-12084F21E45F}"/>
                    </a:ext>
                  </a:extLst>
                </p:cNvPr>
                <p:cNvSpPr/>
                <p:nvPr/>
              </p:nvSpPr>
              <p:spPr>
                <a:xfrm>
                  <a:off x="10970102" y="442409"/>
                  <a:ext cx="686134" cy="464579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바디</a:t>
                  </a:r>
                </a:p>
              </p:txBody>
            </p:sp>
            <p:cxnSp>
              <p:nvCxnSpPr>
                <p:cNvPr id="44" name="직선 연결선 43">
                  <a:extLst>
                    <a:ext uri="{FF2B5EF4-FFF2-40B4-BE49-F238E27FC236}">
                      <a16:creationId xmlns:a16="http://schemas.microsoft.com/office/drawing/2014/main" id="{B40DFBEC-636D-516D-B768-58EAD8FAAFF4}"/>
                    </a:ext>
                  </a:extLst>
                </p:cNvPr>
                <p:cNvCxnSpPr>
                  <a:cxnSpLocks/>
                  <a:stCxn id="49" idx="6"/>
                  <a:endCxn id="43" idx="2"/>
                </p:cNvCxnSpPr>
                <p:nvPr/>
              </p:nvCxnSpPr>
              <p:spPr>
                <a:xfrm>
                  <a:off x="10894441" y="674698"/>
                  <a:ext cx="75660" cy="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5" name="사각형: 둥근 모서리 44">
                  <a:extLst>
                    <a:ext uri="{FF2B5EF4-FFF2-40B4-BE49-F238E27FC236}">
                      <a16:creationId xmlns:a16="http://schemas.microsoft.com/office/drawing/2014/main" id="{01B3340D-AF7F-4FC1-B521-C8C43893DB67}"/>
                    </a:ext>
                  </a:extLst>
                </p:cNvPr>
                <p:cNvSpPr/>
                <p:nvPr/>
              </p:nvSpPr>
              <p:spPr>
                <a:xfrm>
                  <a:off x="7429398" y="558751"/>
                  <a:ext cx="1069672" cy="241120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C : F </a:t>
                  </a:r>
                  <a:endParaRPr lang="ko-KR" altLang="en-US" sz="900"/>
                </a:p>
              </p:txBody>
            </p:sp>
            <p:sp>
              <p:nvSpPr>
                <p:cNvPr id="46" name="사각형: 둥근 모서리 45">
                  <a:extLst>
                    <a:ext uri="{FF2B5EF4-FFF2-40B4-BE49-F238E27FC236}">
                      <a16:creationId xmlns:a16="http://schemas.microsoft.com/office/drawing/2014/main" id="{941AA82D-A316-652A-2F58-6AEEB24F71B3}"/>
                    </a:ext>
                  </a:extLst>
                </p:cNvPr>
                <p:cNvSpPr/>
                <p:nvPr/>
              </p:nvSpPr>
              <p:spPr>
                <a:xfrm>
                  <a:off x="7429398" y="1245415"/>
                  <a:ext cx="1069672" cy="241120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C : M </a:t>
                  </a:r>
                  <a:endParaRPr lang="ko-KR" altLang="en-US" sz="900"/>
                </a:p>
              </p:txBody>
            </p:sp>
            <p:cxnSp>
              <p:nvCxnSpPr>
                <p:cNvPr id="47" name="직선 연결선 46">
                  <a:extLst>
                    <a:ext uri="{FF2B5EF4-FFF2-40B4-BE49-F238E27FC236}">
                      <a16:creationId xmlns:a16="http://schemas.microsoft.com/office/drawing/2014/main" id="{FCFA6847-ADEB-8D38-886A-312E66CBA6B4}"/>
                    </a:ext>
                  </a:extLst>
                </p:cNvPr>
                <p:cNvCxnSpPr>
                  <a:cxnSpLocks/>
                  <a:stCxn id="46" idx="3"/>
                  <a:endCxn id="39" idx="2"/>
                </p:cNvCxnSpPr>
                <p:nvPr/>
              </p:nvCxnSpPr>
              <p:spPr>
                <a:xfrm>
                  <a:off x="8499070" y="1365975"/>
                  <a:ext cx="323304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8" name="타원 47">
                  <a:extLst>
                    <a:ext uri="{FF2B5EF4-FFF2-40B4-BE49-F238E27FC236}">
                      <a16:creationId xmlns:a16="http://schemas.microsoft.com/office/drawing/2014/main" id="{42941DF8-52A0-EA13-EC23-6CDC0017204A}"/>
                    </a:ext>
                  </a:extLst>
                </p:cNvPr>
                <p:cNvSpPr/>
                <p:nvPr/>
              </p:nvSpPr>
              <p:spPr>
                <a:xfrm>
                  <a:off x="9740398" y="1193236"/>
                  <a:ext cx="1100442" cy="345478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I</a:t>
                  </a:r>
                  <a:endParaRPr lang="ko-KR" altLang="en-US" sz="900"/>
                </a:p>
              </p:txBody>
            </p:sp>
            <p:sp>
              <p:nvSpPr>
                <p:cNvPr id="49" name="타원 48">
                  <a:extLst>
                    <a:ext uri="{FF2B5EF4-FFF2-40B4-BE49-F238E27FC236}">
                      <a16:creationId xmlns:a16="http://schemas.microsoft.com/office/drawing/2014/main" id="{7A7DBECC-E124-8753-AF1E-59CAA8151220}"/>
                    </a:ext>
                  </a:extLst>
                </p:cNvPr>
                <p:cNvSpPr/>
                <p:nvPr/>
              </p:nvSpPr>
              <p:spPr>
                <a:xfrm>
                  <a:off x="9686797" y="501959"/>
                  <a:ext cx="1207644" cy="345478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F</a:t>
                  </a:r>
                  <a:endParaRPr lang="ko-KR" altLang="en-US" sz="900"/>
                </a:p>
              </p:txBody>
            </p:sp>
            <p:sp>
              <p:nvSpPr>
                <p:cNvPr id="50" name="타원 49">
                  <a:extLst>
                    <a:ext uri="{FF2B5EF4-FFF2-40B4-BE49-F238E27FC236}">
                      <a16:creationId xmlns:a16="http://schemas.microsoft.com/office/drawing/2014/main" id="{F863B3D3-06C7-8B88-04C2-0739C8463583}"/>
                    </a:ext>
                  </a:extLst>
                </p:cNvPr>
                <p:cNvSpPr/>
                <p:nvPr/>
              </p:nvSpPr>
              <p:spPr>
                <a:xfrm>
                  <a:off x="9891000" y="2314729"/>
                  <a:ext cx="799236" cy="464579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볼트</a:t>
                  </a:r>
                </a:p>
              </p:txBody>
            </p:sp>
            <p:sp>
              <p:nvSpPr>
                <p:cNvPr id="51" name="타원 50">
                  <a:extLst>
                    <a:ext uri="{FF2B5EF4-FFF2-40B4-BE49-F238E27FC236}">
                      <a16:creationId xmlns:a16="http://schemas.microsoft.com/office/drawing/2014/main" id="{5EB4B68D-25C5-7E32-A901-FE04A8333AFB}"/>
                    </a:ext>
                  </a:extLst>
                </p:cNvPr>
                <p:cNvSpPr/>
                <p:nvPr/>
              </p:nvSpPr>
              <p:spPr>
                <a:xfrm>
                  <a:off x="9686796" y="1796512"/>
                  <a:ext cx="1207646" cy="345478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M</a:t>
                  </a:r>
                  <a:endParaRPr lang="ko-KR" altLang="en-US" sz="900"/>
                </a:p>
              </p:txBody>
            </p:sp>
            <p:cxnSp>
              <p:nvCxnSpPr>
                <p:cNvPr id="52" name="직선 연결선 51">
                  <a:extLst>
                    <a:ext uri="{FF2B5EF4-FFF2-40B4-BE49-F238E27FC236}">
                      <a16:creationId xmlns:a16="http://schemas.microsoft.com/office/drawing/2014/main" id="{5BC7D5A9-0A75-D22F-9408-743134CD11B0}"/>
                    </a:ext>
                  </a:extLst>
                </p:cNvPr>
                <p:cNvCxnSpPr>
                  <a:cxnSpLocks/>
                  <a:stCxn id="51" idx="4"/>
                  <a:endCxn id="50" idx="0"/>
                </p:cNvCxnSpPr>
                <p:nvPr/>
              </p:nvCxnSpPr>
              <p:spPr>
                <a:xfrm>
                  <a:off x="10290619" y="2141990"/>
                  <a:ext cx="0" cy="17273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직선 연결선 52">
                  <a:extLst>
                    <a:ext uri="{FF2B5EF4-FFF2-40B4-BE49-F238E27FC236}">
                      <a16:creationId xmlns:a16="http://schemas.microsoft.com/office/drawing/2014/main" id="{E7E6FC12-48A4-D390-6181-1B6FBD757CEA}"/>
                    </a:ext>
                  </a:extLst>
                </p:cNvPr>
                <p:cNvCxnSpPr>
                  <a:cxnSpLocks/>
                  <a:stCxn id="45" idx="2"/>
                  <a:endCxn id="46" idx="0"/>
                </p:cNvCxnSpPr>
                <p:nvPr/>
              </p:nvCxnSpPr>
              <p:spPr>
                <a:xfrm>
                  <a:off x="7964234" y="799871"/>
                  <a:ext cx="0" cy="445544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54D792D-024B-3B20-6419-6BF697372C07}"/>
                </a:ext>
              </a:extLst>
            </p:cNvPr>
            <p:cNvSpPr txBox="1"/>
            <p:nvPr/>
          </p:nvSpPr>
          <p:spPr>
            <a:xfrm>
              <a:off x="7166359" y="6355044"/>
              <a:ext cx="33671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/>
                <a:t>조립 목표</a:t>
              </a:r>
              <a:r>
                <a:rPr lang="en-US" altLang="ko-KR" sz="1400"/>
                <a:t>: </a:t>
              </a:r>
              <a:r>
                <a:rPr lang="ko-KR" altLang="en-US" sz="1400"/>
                <a:t>도어 </a:t>
              </a:r>
              <a:r>
                <a:rPr lang="ko-KR" altLang="en-US" sz="1400" err="1"/>
                <a:t>체커</a:t>
              </a:r>
              <a:r>
                <a:rPr lang="ko-KR" altLang="en-US" sz="1400"/>
                <a:t> 조립</a:t>
              </a: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730453E4-ABEF-FD63-1F45-CD2DEA2F50F7}"/>
              </a:ext>
            </a:extLst>
          </p:cNvPr>
          <p:cNvGrpSpPr/>
          <p:nvPr/>
        </p:nvGrpSpPr>
        <p:grpSpPr>
          <a:xfrm>
            <a:off x="6096000" y="1652591"/>
            <a:ext cx="5507873" cy="2570566"/>
            <a:chOff x="6096000" y="1652591"/>
            <a:chExt cx="5507873" cy="2570566"/>
          </a:xfrm>
        </p:grpSpPr>
        <p:sp>
          <p:nvSpPr>
            <p:cNvPr id="63" name="사각형: 둥근 모서리 62">
              <a:extLst>
                <a:ext uri="{FF2B5EF4-FFF2-40B4-BE49-F238E27FC236}">
                  <a16:creationId xmlns:a16="http://schemas.microsoft.com/office/drawing/2014/main" id="{D9818EDA-1F1E-2B25-025D-5D2967350C9D}"/>
                </a:ext>
              </a:extLst>
            </p:cNvPr>
            <p:cNvSpPr/>
            <p:nvPr/>
          </p:nvSpPr>
          <p:spPr>
            <a:xfrm>
              <a:off x="6096000" y="1652591"/>
              <a:ext cx="5507873" cy="2222909"/>
            </a:xfrm>
            <a:prstGeom prst="roundRect">
              <a:avLst>
                <a:gd name="adj" fmla="val 8440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83AA499F-12B3-6D44-3C47-ACF6E978B7A5}"/>
                </a:ext>
              </a:extLst>
            </p:cNvPr>
            <p:cNvGrpSpPr/>
            <p:nvPr/>
          </p:nvGrpSpPr>
          <p:grpSpPr>
            <a:xfrm>
              <a:off x="6342444" y="1824627"/>
              <a:ext cx="5014985" cy="1770769"/>
              <a:chOff x="274375" y="1700065"/>
              <a:chExt cx="5621891" cy="2430474"/>
            </a:xfrm>
          </p:grpSpPr>
          <p:grpSp>
            <p:nvGrpSpPr>
              <p:cNvPr id="2" name="그룹 1">
                <a:extLst>
                  <a:ext uri="{FF2B5EF4-FFF2-40B4-BE49-F238E27FC236}">
                    <a16:creationId xmlns:a16="http://schemas.microsoft.com/office/drawing/2014/main" id="{CFECE55E-C833-F947-D7AF-E5F7286F1AA5}"/>
                  </a:ext>
                </a:extLst>
              </p:cNvPr>
              <p:cNvGrpSpPr/>
              <p:nvPr/>
            </p:nvGrpSpPr>
            <p:grpSpPr>
              <a:xfrm>
                <a:off x="1329971" y="3720799"/>
                <a:ext cx="4049180" cy="409740"/>
                <a:chOff x="7233371" y="5826748"/>
                <a:chExt cx="4049180" cy="409740"/>
              </a:xfrm>
            </p:grpSpPr>
            <p:sp>
              <p:nvSpPr>
                <p:cNvPr id="3" name="타원 2">
                  <a:extLst>
                    <a:ext uri="{FF2B5EF4-FFF2-40B4-BE49-F238E27FC236}">
                      <a16:creationId xmlns:a16="http://schemas.microsoft.com/office/drawing/2014/main" id="{CE7F68F7-0628-74DE-0901-659C4A355780}"/>
                    </a:ext>
                  </a:extLst>
                </p:cNvPr>
                <p:cNvSpPr/>
                <p:nvPr/>
              </p:nvSpPr>
              <p:spPr>
                <a:xfrm>
                  <a:off x="8611741" y="5826748"/>
                  <a:ext cx="1357272" cy="40974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도어 </a:t>
                  </a:r>
                  <a:r>
                    <a:rPr lang="ko-KR" altLang="en-US" sz="900" err="1"/>
                    <a:t>체커</a:t>
                  </a:r>
                  <a:endParaRPr lang="ko-KR" altLang="en-US" sz="900"/>
                </a:p>
              </p:txBody>
            </p:sp>
            <p:sp>
              <p:nvSpPr>
                <p:cNvPr id="4" name="타원 3">
                  <a:extLst>
                    <a:ext uri="{FF2B5EF4-FFF2-40B4-BE49-F238E27FC236}">
                      <a16:creationId xmlns:a16="http://schemas.microsoft.com/office/drawing/2014/main" id="{7569DDAB-D691-8CFF-7AF9-FA1A9A0F414C}"/>
                    </a:ext>
                  </a:extLst>
                </p:cNvPr>
                <p:cNvSpPr/>
                <p:nvPr/>
              </p:nvSpPr>
              <p:spPr>
                <a:xfrm>
                  <a:off x="10155574" y="5858879"/>
                  <a:ext cx="1126977" cy="345478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I</a:t>
                  </a:r>
                  <a:endParaRPr lang="ko-KR" altLang="en-US" sz="900"/>
                </a:p>
              </p:txBody>
            </p:sp>
            <p:cxnSp>
              <p:nvCxnSpPr>
                <p:cNvPr id="5" name="직선 연결선 4">
                  <a:extLst>
                    <a:ext uri="{FF2B5EF4-FFF2-40B4-BE49-F238E27FC236}">
                      <a16:creationId xmlns:a16="http://schemas.microsoft.com/office/drawing/2014/main" id="{BE8F81CA-8D3D-03A7-54DB-5C4A655B33DC}"/>
                    </a:ext>
                  </a:extLst>
                </p:cNvPr>
                <p:cNvCxnSpPr>
                  <a:cxnSpLocks/>
                  <a:stCxn id="9" idx="3"/>
                  <a:endCxn id="3" idx="2"/>
                </p:cNvCxnSpPr>
                <p:nvPr/>
              </p:nvCxnSpPr>
              <p:spPr>
                <a:xfrm flipV="1">
                  <a:off x="8408896" y="6031618"/>
                  <a:ext cx="202845" cy="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" name="직선 연결선 5">
                  <a:extLst>
                    <a:ext uri="{FF2B5EF4-FFF2-40B4-BE49-F238E27FC236}">
                      <a16:creationId xmlns:a16="http://schemas.microsoft.com/office/drawing/2014/main" id="{806B6033-5DDF-D991-D0A7-B9B393B9D3CF}"/>
                    </a:ext>
                  </a:extLst>
                </p:cNvPr>
                <p:cNvCxnSpPr>
                  <a:cxnSpLocks/>
                  <a:stCxn id="4" idx="2"/>
                  <a:endCxn id="3" idx="6"/>
                </p:cNvCxnSpPr>
                <p:nvPr/>
              </p:nvCxnSpPr>
              <p:spPr>
                <a:xfrm flipH="1">
                  <a:off x="9969013" y="6031618"/>
                  <a:ext cx="186561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" name="사각형: 둥근 모서리 8">
                  <a:extLst>
                    <a:ext uri="{FF2B5EF4-FFF2-40B4-BE49-F238E27FC236}">
                      <a16:creationId xmlns:a16="http://schemas.microsoft.com/office/drawing/2014/main" id="{98E1D4DE-17D8-6336-B113-E02090395C36}"/>
                    </a:ext>
                  </a:extLst>
                </p:cNvPr>
                <p:cNvSpPr/>
                <p:nvPr/>
              </p:nvSpPr>
              <p:spPr>
                <a:xfrm>
                  <a:off x="7233371" y="5870099"/>
                  <a:ext cx="1175525" cy="323039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50"/>
                    <a:t>Type C : M</a:t>
                  </a:r>
                  <a:endParaRPr lang="ko-KR" altLang="en-US" sz="1050"/>
                </a:p>
              </p:txBody>
            </p:sp>
          </p:grpSp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222ECB65-69FE-57ED-5FE3-98F976463767}"/>
                  </a:ext>
                </a:extLst>
              </p:cNvPr>
              <p:cNvGrpSpPr/>
              <p:nvPr/>
            </p:nvGrpSpPr>
            <p:grpSpPr>
              <a:xfrm>
                <a:off x="274375" y="1700065"/>
                <a:ext cx="2331630" cy="1616270"/>
                <a:chOff x="6506222" y="3476576"/>
                <a:chExt cx="2331630" cy="1616270"/>
              </a:xfrm>
            </p:grpSpPr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64BEEDF4-1C0F-632C-4F45-F4BBDC1B9D46}"/>
                    </a:ext>
                  </a:extLst>
                </p:cNvPr>
                <p:cNvSpPr/>
                <p:nvPr/>
              </p:nvSpPr>
              <p:spPr>
                <a:xfrm>
                  <a:off x="6506222" y="4006203"/>
                  <a:ext cx="842684" cy="52520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/>
                    <a:t>프론트 도어</a:t>
                  </a: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44CF0183-C8FA-583B-A54B-8CA80C174EC9}"/>
                    </a:ext>
                  </a:extLst>
                </p:cNvPr>
                <p:cNvCxnSpPr>
                  <a:cxnSpLocks/>
                  <a:stCxn id="24" idx="2"/>
                  <a:endCxn id="21" idx="7"/>
                </p:cNvCxnSpPr>
                <p:nvPr/>
              </p:nvCxnSpPr>
              <p:spPr>
                <a:xfrm flipH="1">
                  <a:off x="7225498" y="3616714"/>
                  <a:ext cx="468023" cy="46640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5B645555-CE43-C895-4706-744A7DFC3A9A}"/>
                    </a:ext>
                  </a:extLst>
                </p:cNvPr>
                <p:cNvCxnSpPr>
                  <a:cxnSpLocks/>
                  <a:stCxn id="25" idx="1"/>
                  <a:endCxn id="21" idx="5"/>
                </p:cNvCxnSpPr>
                <p:nvPr/>
              </p:nvCxnSpPr>
              <p:spPr>
                <a:xfrm flipH="1" flipV="1">
                  <a:off x="7225498" y="4454495"/>
                  <a:ext cx="436829" cy="476832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4" name="타원 23">
                  <a:extLst>
                    <a:ext uri="{FF2B5EF4-FFF2-40B4-BE49-F238E27FC236}">
                      <a16:creationId xmlns:a16="http://schemas.microsoft.com/office/drawing/2014/main" id="{7CCB503F-67A4-C93D-E494-118C83254FA4}"/>
                    </a:ext>
                  </a:extLst>
                </p:cNvPr>
                <p:cNvSpPr/>
                <p:nvPr/>
              </p:nvSpPr>
              <p:spPr>
                <a:xfrm>
                  <a:off x="7693521" y="3476576"/>
                  <a:ext cx="1113137" cy="280276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/>
                    <a:t>Type A : F</a:t>
                  </a:r>
                  <a:endParaRPr lang="ko-KR" altLang="en-US" sz="800"/>
                </a:p>
              </p:txBody>
            </p:sp>
            <p:sp>
              <p:nvSpPr>
                <p:cNvPr id="25" name="사각형: 둥근 모서리 24">
                  <a:extLst>
                    <a:ext uri="{FF2B5EF4-FFF2-40B4-BE49-F238E27FC236}">
                      <a16:creationId xmlns:a16="http://schemas.microsoft.com/office/drawing/2014/main" id="{12CCFD71-38CF-9A8D-582C-3152B796CE40}"/>
                    </a:ext>
                  </a:extLst>
                </p:cNvPr>
                <p:cNvSpPr/>
                <p:nvPr/>
              </p:nvSpPr>
              <p:spPr>
                <a:xfrm>
                  <a:off x="7662327" y="4769807"/>
                  <a:ext cx="1175525" cy="323039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50"/>
                    <a:t>Type C : M</a:t>
                  </a:r>
                  <a:endParaRPr lang="ko-KR" altLang="en-US" sz="1050"/>
                </a:p>
              </p:txBody>
            </p:sp>
            <p:sp>
              <p:nvSpPr>
                <p:cNvPr id="26" name="사각형: 둥근 모서리 25">
                  <a:extLst>
                    <a:ext uri="{FF2B5EF4-FFF2-40B4-BE49-F238E27FC236}">
                      <a16:creationId xmlns:a16="http://schemas.microsoft.com/office/drawing/2014/main" id="{7A736546-0AE2-818C-5E61-F75EFFF02ACD}"/>
                    </a:ext>
                  </a:extLst>
                </p:cNvPr>
                <p:cNvSpPr/>
                <p:nvPr/>
              </p:nvSpPr>
              <p:spPr>
                <a:xfrm>
                  <a:off x="7662327" y="4110419"/>
                  <a:ext cx="1175525" cy="323039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50"/>
                    <a:t>Type B : I</a:t>
                  </a:r>
                  <a:endParaRPr lang="ko-KR" altLang="en-US" sz="1050"/>
                </a:p>
              </p:txBody>
            </p:sp>
            <p:cxnSp>
              <p:nvCxnSpPr>
                <p:cNvPr id="27" name="직선 연결선 26">
                  <a:extLst>
                    <a:ext uri="{FF2B5EF4-FFF2-40B4-BE49-F238E27FC236}">
                      <a16:creationId xmlns:a16="http://schemas.microsoft.com/office/drawing/2014/main" id="{88DE2825-D847-94FA-E9AF-6BCC79824C2A}"/>
                    </a:ext>
                  </a:extLst>
                </p:cNvPr>
                <p:cNvCxnSpPr>
                  <a:cxnSpLocks/>
                  <a:stCxn id="26" idx="1"/>
                  <a:endCxn id="21" idx="6"/>
                </p:cNvCxnSpPr>
                <p:nvPr/>
              </p:nvCxnSpPr>
              <p:spPr>
                <a:xfrm flipH="1" flipV="1">
                  <a:off x="7348906" y="4268807"/>
                  <a:ext cx="313421" cy="3132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" name="그룹 27">
                <a:extLst>
                  <a:ext uri="{FF2B5EF4-FFF2-40B4-BE49-F238E27FC236}">
                    <a16:creationId xmlns:a16="http://schemas.microsoft.com/office/drawing/2014/main" id="{19DB7D1D-FB6B-9E1C-1FA0-55FA9E440505}"/>
                  </a:ext>
                </a:extLst>
              </p:cNvPr>
              <p:cNvGrpSpPr/>
              <p:nvPr/>
            </p:nvGrpSpPr>
            <p:grpSpPr>
              <a:xfrm>
                <a:off x="3180852" y="1724340"/>
                <a:ext cx="1126977" cy="1068995"/>
                <a:chOff x="10719062" y="3833491"/>
                <a:chExt cx="1126977" cy="1068995"/>
              </a:xfrm>
            </p:grpSpPr>
            <p:sp>
              <p:nvSpPr>
                <p:cNvPr id="29" name="타원 28">
                  <a:extLst>
                    <a:ext uri="{FF2B5EF4-FFF2-40B4-BE49-F238E27FC236}">
                      <a16:creationId xmlns:a16="http://schemas.microsoft.com/office/drawing/2014/main" id="{CE933B0D-1B37-99DB-E135-AE7DB23FC939}"/>
                    </a:ext>
                  </a:extLst>
                </p:cNvPr>
                <p:cNvSpPr/>
                <p:nvPr/>
              </p:nvSpPr>
              <p:spPr>
                <a:xfrm>
                  <a:off x="10861209" y="3833491"/>
                  <a:ext cx="842684" cy="464579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/>
                    <a:t>바디</a:t>
                  </a:r>
                </a:p>
              </p:txBody>
            </p:sp>
            <p:cxnSp>
              <p:nvCxnSpPr>
                <p:cNvPr id="30" name="직선 연결선 29">
                  <a:extLst>
                    <a:ext uri="{FF2B5EF4-FFF2-40B4-BE49-F238E27FC236}">
                      <a16:creationId xmlns:a16="http://schemas.microsoft.com/office/drawing/2014/main" id="{1C891BEE-88F4-1738-12FF-FE2DE3EB0BC4}"/>
                    </a:ext>
                  </a:extLst>
                </p:cNvPr>
                <p:cNvCxnSpPr>
                  <a:cxnSpLocks/>
                  <a:stCxn id="31" idx="0"/>
                  <a:endCxn id="29" idx="4"/>
                </p:cNvCxnSpPr>
                <p:nvPr/>
              </p:nvCxnSpPr>
              <p:spPr>
                <a:xfrm flipV="1">
                  <a:off x="11282551" y="4298070"/>
                  <a:ext cx="0" cy="25893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1" name="타원 30">
                  <a:extLst>
                    <a:ext uri="{FF2B5EF4-FFF2-40B4-BE49-F238E27FC236}">
                      <a16:creationId xmlns:a16="http://schemas.microsoft.com/office/drawing/2014/main" id="{FBC4AB84-650C-E47F-C69A-6042E42E5A22}"/>
                    </a:ext>
                  </a:extLst>
                </p:cNvPr>
                <p:cNvSpPr/>
                <p:nvPr/>
              </p:nvSpPr>
              <p:spPr>
                <a:xfrm>
                  <a:off x="10719062" y="4557008"/>
                  <a:ext cx="1126977" cy="345478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I</a:t>
                  </a:r>
                  <a:endParaRPr lang="ko-KR" altLang="en-US" sz="900"/>
                </a:p>
              </p:txBody>
            </p:sp>
          </p:grpSp>
          <p:sp>
            <p:nvSpPr>
              <p:cNvPr id="32" name="타원 31">
                <a:extLst>
                  <a:ext uri="{FF2B5EF4-FFF2-40B4-BE49-F238E27FC236}">
                    <a16:creationId xmlns:a16="http://schemas.microsoft.com/office/drawing/2014/main" id="{3D090950-63F0-5FFC-AE99-373A9C2E1839}"/>
                  </a:ext>
                </a:extLst>
              </p:cNvPr>
              <p:cNvSpPr/>
              <p:nvPr/>
            </p:nvSpPr>
            <p:spPr>
              <a:xfrm>
                <a:off x="4761313" y="1720751"/>
                <a:ext cx="981592" cy="464579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/>
                  <a:t>볼트</a:t>
                </a:r>
              </a:p>
            </p:txBody>
          </p:sp>
          <p:sp>
            <p:nvSpPr>
              <p:cNvPr id="33" name="타원 32">
                <a:extLst>
                  <a:ext uri="{FF2B5EF4-FFF2-40B4-BE49-F238E27FC236}">
                    <a16:creationId xmlns:a16="http://schemas.microsoft.com/office/drawing/2014/main" id="{BAB7C884-C1F6-E481-2B70-06BCCED6E892}"/>
                  </a:ext>
                </a:extLst>
              </p:cNvPr>
              <p:cNvSpPr/>
              <p:nvPr/>
            </p:nvSpPr>
            <p:spPr>
              <a:xfrm>
                <a:off x="4607952" y="2443811"/>
                <a:ext cx="1288314" cy="34547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/>
                  <a:t>Type D : M</a:t>
                </a:r>
                <a:endParaRPr lang="ko-KR" altLang="en-US" sz="900"/>
              </a:p>
            </p:txBody>
          </p:sp>
          <p:cxnSp>
            <p:nvCxnSpPr>
              <p:cNvPr id="34" name="직선 연결선 33">
                <a:extLst>
                  <a:ext uri="{FF2B5EF4-FFF2-40B4-BE49-F238E27FC236}">
                    <a16:creationId xmlns:a16="http://schemas.microsoft.com/office/drawing/2014/main" id="{5B0B23C0-4746-37FB-0269-8345655A04EC}"/>
                  </a:ext>
                </a:extLst>
              </p:cNvPr>
              <p:cNvCxnSpPr>
                <a:cxnSpLocks/>
                <a:stCxn id="33" idx="0"/>
                <a:endCxn id="32" idx="4"/>
              </p:cNvCxnSpPr>
              <p:nvPr/>
            </p:nvCxnSpPr>
            <p:spPr>
              <a:xfrm flipV="1">
                <a:off x="5252109" y="2185330"/>
                <a:ext cx="0" cy="2584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9DE5870-089B-8995-DD52-2A56EEFB5816}"/>
                </a:ext>
              </a:extLst>
            </p:cNvPr>
            <p:cNvSpPr txBox="1"/>
            <p:nvPr/>
          </p:nvSpPr>
          <p:spPr>
            <a:xfrm>
              <a:off x="7166359" y="3915380"/>
              <a:ext cx="33671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/>
                <a:t>조립 부품 목록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38A54783-5E8F-8094-491D-5DD5119F2E5A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D65AF86-AD40-69DB-A7D8-C8DE5EC108DB}"/>
              </a:ext>
            </a:extLst>
          </p:cNvPr>
          <p:cNvSpPr txBox="1"/>
          <p:nvPr/>
        </p:nvSpPr>
        <p:spPr>
          <a:xfrm>
            <a:off x="350982" y="716826"/>
            <a:ext cx="12542982" cy="876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latin typeface="맑은 고딕"/>
                <a:ea typeface="맑은 고딕"/>
              </a:rPr>
              <a:t>부품 목록 및 </a:t>
            </a:r>
            <a:r>
              <a:rPr lang="ko-KR" altLang="en-US" sz="1800">
                <a:latin typeface="맑은 고딕"/>
                <a:ea typeface="맑은 고딕"/>
              </a:rPr>
              <a:t>조립 목표 설정</a:t>
            </a:r>
            <a:endParaRPr lang="en-US" altLang="ko-KR" sz="1400">
              <a:latin typeface="+mj-ea"/>
              <a:ea typeface="+mj-ea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+mj-ea"/>
                <a:ea typeface="+mj-ea"/>
              </a:rPr>
              <a:t>	</a:t>
            </a:r>
            <a:r>
              <a:rPr lang="ko-KR" altLang="en-US" sz="1400">
                <a:latin typeface="+mj-ea"/>
                <a:ea typeface="+mj-ea"/>
              </a:rPr>
              <a:t>사용자 </a:t>
            </a:r>
            <a:r>
              <a:rPr lang="en-US" altLang="ko-KR" sz="1400">
                <a:latin typeface="+mj-ea"/>
                <a:ea typeface="+mj-ea"/>
              </a:rPr>
              <a:t>UI</a:t>
            </a:r>
            <a:r>
              <a:rPr lang="ko-KR" altLang="en-US" sz="1400">
                <a:latin typeface="+mj-ea"/>
                <a:ea typeface="+mj-ea"/>
              </a:rPr>
              <a:t>를</a:t>
            </a:r>
            <a:r>
              <a:rPr lang="en-US" altLang="ko-KR" sz="1400">
                <a:latin typeface="+mj-ea"/>
                <a:ea typeface="+mj-ea"/>
              </a:rPr>
              <a:t> </a:t>
            </a:r>
            <a:r>
              <a:rPr lang="ko-KR" altLang="en-US" sz="1400">
                <a:latin typeface="+mj-ea"/>
                <a:ea typeface="+mj-ea"/>
              </a:rPr>
              <a:t>통해 </a:t>
            </a:r>
            <a:r>
              <a:rPr lang="ko-KR" altLang="en-US" sz="1400" b="1">
                <a:latin typeface="+mj-ea"/>
                <a:ea typeface="+mj-ea"/>
              </a:rPr>
              <a:t>조립 부품 목록</a:t>
            </a:r>
            <a:r>
              <a:rPr lang="ko-KR" altLang="en-US" sz="1400">
                <a:latin typeface="+mj-ea"/>
                <a:ea typeface="+mj-ea"/>
              </a:rPr>
              <a:t>과 </a:t>
            </a:r>
            <a:r>
              <a:rPr lang="ko-KR" altLang="en-US" sz="1400" b="1">
                <a:latin typeface="+mj-ea"/>
                <a:ea typeface="+mj-ea"/>
              </a:rPr>
              <a:t>조립 목표</a:t>
            </a:r>
            <a:r>
              <a:rPr lang="ko-KR" altLang="en-US" sz="1400">
                <a:latin typeface="+mj-ea"/>
                <a:ea typeface="+mj-ea"/>
              </a:rPr>
              <a:t>를 입력</a:t>
            </a:r>
            <a:endParaRPr lang="en-US" altLang="ko-KR" sz="1800">
              <a:latin typeface="맑은 고딕"/>
              <a:ea typeface="맑은 고딕"/>
            </a:endParaRPr>
          </a:p>
        </p:txBody>
      </p:sp>
      <p:pic>
        <p:nvPicPr>
          <p:cNvPr id="62" name="그림 61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C13DB2F-C8AF-384B-22FA-135BFD00C4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583" y="2919007"/>
            <a:ext cx="3782630" cy="2521753"/>
          </a:xfrm>
          <a:prstGeom prst="rect">
            <a:avLst/>
          </a:prstGeom>
        </p:spPr>
      </p:pic>
      <p:sp>
        <p:nvSpPr>
          <p:cNvPr id="69" name="화살표: 오른쪽 68">
            <a:extLst>
              <a:ext uri="{FF2B5EF4-FFF2-40B4-BE49-F238E27FC236}">
                <a16:creationId xmlns:a16="http://schemas.microsoft.com/office/drawing/2014/main" id="{76CD7DD1-4451-6422-DC01-7AF680D6C92C}"/>
              </a:ext>
            </a:extLst>
          </p:cNvPr>
          <p:cNvSpPr/>
          <p:nvPr/>
        </p:nvSpPr>
        <p:spPr>
          <a:xfrm>
            <a:off x="5139421" y="3849529"/>
            <a:ext cx="643988" cy="5198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1" name="그래픽 70" descr="사용자 단색으로 채워진">
            <a:extLst>
              <a:ext uri="{FF2B5EF4-FFF2-40B4-BE49-F238E27FC236}">
                <a16:creationId xmlns:a16="http://schemas.microsoft.com/office/drawing/2014/main" id="{38A25868-2ED6-9D42-8057-5223856F07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0336" y="240182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3422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B7848-4CF0-DBF8-D891-9B15CA27B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타원 25">
            <a:extLst>
              <a:ext uri="{FF2B5EF4-FFF2-40B4-BE49-F238E27FC236}">
                <a16:creationId xmlns:a16="http://schemas.microsoft.com/office/drawing/2014/main" id="{791792EC-7FF3-502E-6058-4E2DDEE7C395}"/>
              </a:ext>
            </a:extLst>
          </p:cNvPr>
          <p:cNvSpPr/>
          <p:nvPr/>
        </p:nvSpPr>
        <p:spPr>
          <a:xfrm>
            <a:off x="2010171" y="4613438"/>
            <a:ext cx="699697" cy="6465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도어</a:t>
            </a:r>
            <a:endParaRPr lang="en-US" altLang="ko-KR" sz="1200"/>
          </a:p>
          <a:p>
            <a:pPr algn="ctr"/>
            <a:r>
              <a:rPr lang="ko-KR" altLang="en-US" sz="1200" err="1"/>
              <a:t>체커</a:t>
            </a:r>
            <a:endParaRPr lang="ko-KR" altLang="en-US" sz="1200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E3B7E2AB-FFB8-D969-34EB-8B4119770963}"/>
              </a:ext>
            </a:extLst>
          </p:cNvPr>
          <p:cNvCxnSpPr>
            <a:cxnSpLocks/>
            <a:stCxn id="61" idx="2"/>
            <a:endCxn id="26" idx="6"/>
          </p:cNvCxnSpPr>
          <p:nvPr/>
        </p:nvCxnSpPr>
        <p:spPr>
          <a:xfrm flipH="1">
            <a:off x="2709868" y="4936724"/>
            <a:ext cx="236474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타원 28">
            <a:extLst>
              <a:ext uri="{FF2B5EF4-FFF2-40B4-BE49-F238E27FC236}">
                <a16:creationId xmlns:a16="http://schemas.microsoft.com/office/drawing/2014/main" id="{9A14B8AD-71CB-9A86-808D-B53014C28E28}"/>
              </a:ext>
            </a:extLst>
          </p:cNvPr>
          <p:cNvSpPr/>
          <p:nvPr/>
        </p:nvSpPr>
        <p:spPr>
          <a:xfrm>
            <a:off x="867954" y="3174524"/>
            <a:ext cx="922125" cy="6383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프론트 도어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26BC0147-867D-AE71-5236-CB3A76D568B6}"/>
              </a:ext>
            </a:extLst>
          </p:cNvPr>
          <p:cNvCxnSpPr>
            <a:cxnSpLocks/>
            <a:stCxn id="58" idx="1"/>
            <a:endCxn id="29" idx="6"/>
          </p:cNvCxnSpPr>
          <p:nvPr/>
        </p:nvCxnSpPr>
        <p:spPr>
          <a:xfrm flipH="1" flipV="1">
            <a:off x="1790079" y="3493711"/>
            <a:ext cx="70349" cy="4366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타원 52">
            <a:extLst>
              <a:ext uri="{FF2B5EF4-FFF2-40B4-BE49-F238E27FC236}">
                <a16:creationId xmlns:a16="http://schemas.microsoft.com/office/drawing/2014/main" id="{6EE56D78-33A6-BDC2-FAE0-15BC5715E5AA}"/>
              </a:ext>
            </a:extLst>
          </p:cNvPr>
          <p:cNvSpPr/>
          <p:nvPr/>
        </p:nvSpPr>
        <p:spPr>
          <a:xfrm>
            <a:off x="4872703" y="3149380"/>
            <a:ext cx="699697" cy="56468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바디</a:t>
            </a: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FDEE4FDD-A1B2-3235-65D2-36EC9DECD0B1}"/>
              </a:ext>
            </a:extLst>
          </p:cNvPr>
          <p:cNvCxnSpPr>
            <a:cxnSpLocks/>
            <a:stCxn id="62" idx="6"/>
            <a:endCxn id="53" idx="2"/>
          </p:cNvCxnSpPr>
          <p:nvPr/>
        </p:nvCxnSpPr>
        <p:spPr>
          <a:xfrm>
            <a:off x="4795546" y="3431720"/>
            <a:ext cx="77157" cy="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6A390E53-9675-B69D-BA0A-1B52B5F31E90}"/>
              </a:ext>
            </a:extLst>
          </p:cNvPr>
          <p:cNvSpPr/>
          <p:nvPr/>
        </p:nvSpPr>
        <p:spPr>
          <a:xfrm>
            <a:off x="1860429" y="3351540"/>
            <a:ext cx="1090817" cy="293074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C : F </a:t>
            </a:r>
            <a:endParaRPr lang="ko-KR" altLang="en-US" sz="1200"/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C38F70A5-02C9-16C2-D537-9B7137D98597}"/>
              </a:ext>
            </a:extLst>
          </p:cNvPr>
          <p:cNvSpPr/>
          <p:nvPr/>
        </p:nvSpPr>
        <p:spPr>
          <a:xfrm>
            <a:off x="589660" y="4790188"/>
            <a:ext cx="1090817" cy="293074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C : M </a:t>
            </a:r>
            <a:endParaRPr lang="ko-KR" altLang="en-US" sz="1200"/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D1ACCC7A-3D03-1744-32C9-0E221AD826D3}"/>
              </a:ext>
            </a:extLst>
          </p:cNvPr>
          <p:cNvCxnSpPr>
            <a:cxnSpLocks/>
            <a:stCxn id="59" idx="3"/>
            <a:endCxn id="26" idx="2"/>
          </p:cNvCxnSpPr>
          <p:nvPr/>
        </p:nvCxnSpPr>
        <p:spPr>
          <a:xfrm>
            <a:off x="1680477" y="4936724"/>
            <a:ext cx="329695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타원 60">
            <a:extLst>
              <a:ext uri="{FF2B5EF4-FFF2-40B4-BE49-F238E27FC236}">
                <a16:creationId xmlns:a16="http://schemas.microsoft.com/office/drawing/2014/main" id="{9CD7FDE2-8C15-9545-6C52-A8D46394AC88}"/>
              </a:ext>
            </a:extLst>
          </p:cNvPr>
          <p:cNvSpPr/>
          <p:nvPr/>
        </p:nvSpPr>
        <p:spPr>
          <a:xfrm>
            <a:off x="2946342" y="4726766"/>
            <a:ext cx="1286543" cy="4199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D : I</a:t>
            </a:r>
            <a:endParaRPr lang="ko-KR" altLang="en-US" sz="1200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5DE76A7C-727F-3957-A162-A0E265851E60}"/>
              </a:ext>
            </a:extLst>
          </p:cNvPr>
          <p:cNvSpPr/>
          <p:nvPr/>
        </p:nvSpPr>
        <p:spPr>
          <a:xfrm>
            <a:off x="3382216" y="3221761"/>
            <a:ext cx="1413330" cy="4199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D : F</a:t>
            </a:r>
            <a:endParaRPr lang="ko-KR" altLang="en-US" sz="1200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A8ABB39D-66F0-4017-AF7E-B9CB638556E2}"/>
              </a:ext>
            </a:extLst>
          </p:cNvPr>
          <p:cNvSpPr/>
          <p:nvPr/>
        </p:nvSpPr>
        <p:spPr>
          <a:xfrm>
            <a:off x="4498432" y="4908706"/>
            <a:ext cx="815035" cy="56468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볼트</a:t>
            </a: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93092C0B-C8B3-3E1B-4AC9-7FD8E0996D00}"/>
              </a:ext>
            </a:extLst>
          </p:cNvPr>
          <p:cNvSpPr/>
          <p:nvPr/>
        </p:nvSpPr>
        <p:spPr>
          <a:xfrm>
            <a:off x="4213036" y="4278831"/>
            <a:ext cx="1385831" cy="4199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D : M</a:t>
            </a:r>
            <a:endParaRPr lang="ko-KR" altLang="en-US" sz="1200"/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7F4E5FCB-143B-6208-2CA4-5359A1505F4A}"/>
              </a:ext>
            </a:extLst>
          </p:cNvPr>
          <p:cNvCxnSpPr>
            <a:cxnSpLocks/>
            <a:stCxn id="64" idx="4"/>
            <a:endCxn id="63" idx="0"/>
          </p:cNvCxnSpPr>
          <p:nvPr/>
        </p:nvCxnSpPr>
        <p:spPr>
          <a:xfrm flipH="1">
            <a:off x="4905950" y="4698748"/>
            <a:ext cx="1" cy="20995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CBD3309F-704F-DBEB-C8BC-89799D2FF3E7}"/>
              </a:ext>
            </a:extLst>
          </p:cNvPr>
          <p:cNvSpPr txBox="1"/>
          <p:nvPr/>
        </p:nvSpPr>
        <p:spPr>
          <a:xfrm>
            <a:off x="2232923" y="2301873"/>
            <a:ext cx="235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조립 부품 정보 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24C1EDC-EC58-61F4-F04E-C7F7BFBDAF30}"/>
              </a:ext>
            </a:extLst>
          </p:cNvPr>
          <p:cNvSpPr/>
          <p:nvPr/>
        </p:nvSpPr>
        <p:spPr>
          <a:xfrm>
            <a:off x="7840220" y="3392555"/>
            <a:ext cx="3790096" cy="166088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70E95EC-5FBF-756C-B181-8D513B1E4FF3}"/>
              </a:ext>
            </a:extLst>
          </p:cNvPr>
          <p:cNvGrpSpPr/>
          <p:nvPr/>
        </p:nvGrpSpPr>
        <p:grpSpPr>
          <a:xfrm>
            <a:off x="8050746" y="3591361"/>
            <a:ext cx="3369046" cy="1192486"/>
            <a:chOff x="8053331" y="3438442"/>
            <a:chExt cx="2799941" cy="910183"/>
          </a:xfrm>
        </p:grpSpPr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B9F2C04E-C7E5-D0C1-E0C2-3D247DF3936C}"/>
                </a:ext>
              </a:extLst>
            </p:cNvPr>
            <p:cNvSpPr/>
            <p:nvPr/>
          </p:nvSpPr>
          <p:spPr>
            <a:xfrm>
              <a:off x="8053331" y="3492442"/>
              <a:ext cx="792000" cy="252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/>
                <a:t>Type C : F </a:t>
              </a:r>
              <a:endParaRPr lang="ko-KR" altLang="en-US" sz="1200"/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A7DDC749-E896-4254-95AE-E0D88FACF0F8}"/>
                </a:ext>
              </a:extLst>
            </p:cNvPr>
            <p:cNvSpPr/>
            <p:nvPr/>
          </p:nvSpPr>
          <p:spPr>
            <a:xfrm>
              <a:off x="9529652" y="4042625"/>
              <a:ext cx="792000" cy="252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/>
                <a:t>Type C : M </a:t>
              </a:r>
              <a:endParaRPr lang="ko-KR" altLang="en-US" sz="1200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9A729DFB-6997-16C9-D30B-62F3994A8A84}"/>
                </a:ext>
              </a:extLst>
            </p:cNvPr>
            <p:cNvSpPr/>
            <p:nvPr/>
          </p:nvSpPr>
          <p:spPr>
            <a:xfrm>
              <a:off x="8466414" y="3988625"/>
              <a:ext cx="910536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/>
                <a:t>Type D : I</a:t>
              </a:r>
              <a:endParaRPr lang="ko-KR" altLang="en-US" sz="1200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97DF9F3F-2473-0948-4356-A48CC9140D62}"/>
                </a:ext>
              </a:extLst>
            </p:cNvPr>
            <p:cNvSpPr/>
            <p:nvPr/>
          </p:nvSpPr>
          <p:spPr>
            <a:xfrm>
              <a:off x="8998033" y="3438442"/>
              <a:ext cx="910536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/>
                <a:t>Type D : F</a:t>
              </a:r>
              <a:endParaRPr lang="ko-KR" altLang="en-US" sz="1200"/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D31967B7-96B6-01DB-E292-1595839AA205}"/>
                </a:ext>
              </a:extLst>
            </p:cNvPr>
            <p:cNvSpPr/>
            <p:nvPr/>
          </p:nvSpPr>
          <p:spPr>
            <a:xfrm>
              <a:off x="9942736" y="3438442"/>
              <a:ext cx="910536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/>
                <a:t>Type D : M</a:t>
              </a:r>
              <a:endParaRPr lang="ko-KR" altLang="en-US" sz="1200"/>
            </a:p>
          </p:txBody>
        </p:sp>
      </p:grp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4F7E93D-EB32-B917-6A61-B8E9C64CE7C3}"/>
              </a:ext>
            </a:extLst>
          </p:cNvPr>
          <p:cNvSpPr/>
          <p:nvPr/>
        </p:nvSpPr>
        <p:spPr>
          <a:xfrm>
            <a:off x="8978629" y="5421083"/>
            <a:ext cx="1697018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타입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87B7975E-657A-C156-0977-32A2F8E8F66A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BC846164-98C4-CB60-5598-2380F8B4BB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4C5AD5-8433-815B-1AE6-FC0275C7EAEA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2BE2C5-D634-1FEB-C07C-32D77D286BDC}"/>
              </a:ext>
            </a:extLst>
          </p:cNvPr>
          <p:cNvSpPr txBox="1"/>
          <p:nvPr/>
        </p:nvSpPr>
        <p:spPr>
          <a:xfrm>
            <a:off x="350982" y="716826"/>
            <a:ext cx="12542982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ea typeface="맑은 고딕"/>
              </a:rPr>
              <a:t>타입 매칭 기반 조립 과정 추론</a:t>
            </a:r>
            <a:endParaRPr lang="en-US" altLang="ko-KR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 정보를 기반하여 적절한 순서로 타입 매칭</a:t>
            </a:r>
            <a:endParaRPr lang="en-US" altLang="ko-KR" sz="1400">
              <a:latin typeface="맑은 고딕"/>
              <a:ea typeface="맑은 고딕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타입의 매칭 경우를 </a:t>
            </a:r>
            <a:r>
              <a:rPr lang="ko-KR" altLang="en-US" sz="1400">
                <a:ea typeface="맑은 고딕"/>
              </a:rPr>
              <a:t>탐색 알고리즘이 확인하고</a:t>
            </a:r>
            <a:r>
              <a:rPr lang="en-US" altLang="ko-KR" sz="1400">
                <a:ea typeface="맑은 고딕"/>
              </a:rPr>
              <a:t>, </a:t>
            </a:r>
            <a:r>
              <a:rPr lang="ko-KR" altLang="en-US" sz="1400">
                <a:ea typeface="맑은 고딕"/>
              </a:rPr>
              <a:t>확인된 매칭 정보에 따라 순서대로 조립 정보로 기록</a:t>
            </a:r>
            <a:endParaRPr lang="en-US" altLang="ko-KR" sz="1400">
              <a:ea typeface="맑은 고딕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6029E3-9555-F280-B28B-B5B35F691B7F}"/>
              </a:ext>
            </a:extLst>
          </p:cNvPr>
          <p:cNvSpPr txBox="1"/>
          <p:nvPr/>
        </p:nvSpPr>
        <p:spPr>
          <a:xfrm>
            <a:off x="8049046" y="2350156"/>
            <a:ext cx="3599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탐색 알고리즘 용 심볼 데이터</a:t>
            </a:r>
            <a:endParaRPr lang="en-US" altLang="ko-KR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8AE3C05F-5EFD-FEE3-42FC-F2E029467941}"/>
              </a:ext>
            </a:extLst>
          </p:cNvPr>
          <p:cNvSpPr/>
          <p:nvPr/>
        </p:nvSpPr>
        <p:spPr>
          <a:xfrm>
            <a:off x="6068205" y="3641678"/>
            <a:ext cx="1452119" cy="1202094"/>
          </a:xfrm>
          <a:prstGeom prst="rightArrow">
            <a:avLst>
              <a:gd name="adj1" fmla="val 60142"/>
              <a:gd name="adj2" fmla="val 21475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타입 정보 추출</a:t>
            </a:r>
          </a:p>
        </p:txBody>
      </p:sp>
    </p:spTree>
    <p:extLst>
      <p:ext uri="{BB962C8B-B14F-4D97-AF65-F5344CB8AC3E}">
        <p14:creationId xmlns:p14="http://schemas.microsoft.com/office/powerpoint/2010/main" val="18929624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1225D-3E0B-08B0-55B2-8FFEBB999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17BCB8D3-8D5D-6CC6-DD8E-7BCB54940395}"/>
              </a:ext>
            </a:extLst>
          </p:cNvPr>
          <p:cNvGraphicFramePr>
            <a:graphicFrameLocks noGrp="1"/>
          </p:cNvGraphicFramePr>
          <p:nvPr/>
        </p:nvGraphicFramePr>
        <p:xfrm>
          <a:off x="7597388" y="2770656"/>
          <a:ext cx="2208621" cy="38663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7452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561169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3837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13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20FC0EB-032C-4A39-9E2A-3250E4186762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ECE97E50-85D1-7CA9-8B38-241922B70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C993BC-E9D0-E3EF-227B-3189E1991C1C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87BABD-05FE-02FD-7FF2-20E383E45D9D}"/>
              </a:ext>
            </a:extLst>
          </p:cNvPr>
          <p:cNvSpPr txBox="1"/>
          <p:nvPr/>
        </p:nvSpPr>
        <p:spPr>
          <a:xfrm>
            <a:off x="350982" y="716826"/>
            <a:ext cx="12542982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ea typeface="맑은 고딕"/>
              </a:rPr>
              <a:t>타입 매칭 기반 조립 과정 추론</a:t>
            </a:r>
            <a:endParaRPr lang="en-US" altLang="ko-KR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 정보를 기반하여 적절한 순서로 타입 매칭</a:t>
            </a:r>
            <a:endParaRPr lang="en-US" altLang="ko-KR" sz="1400">
              <a:latin typeface="맑은 고딕"/>
              <a:ea typeface="맑은 고딕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타입의 매칭 경우를 </a:t>
            </a:r>
            <a:r>
              <a:rPr lang="ko-KR" altLang="en-US" sz="1400">
                <a:ea typeface="맑은 고딕"/>
              </a:rPr>
              <a:t>탐색 알고리즘이 확인하고</a:t>
            </a:r>
            <a:r>
              <a:rPr lang="en-US" altLang="ko-KR" sz="1400">
                <a:ea typeface="맑은 고딕"/>
              </a:rPr>
              <a:t>, </a:t>
            </a:r>
            <a:r>
              <a:rPr lang="ko-KR" altLang="en-US" sz="1400">
                <a:ea typeface="맑은 고딕"/>
              </a:rPr>
              <a:t>확인된 매칭 정보에 따라 순서대로 조립 정보로 기록</a:t>
            </a:r>
            <a:endParaRPr lang="en-US" altLang="ko-KR" sz="1400">
              <a:ea typeface="맑은 고딕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8398A5E8-1B78-99F2-F739-66D6A3ECF723}"/>
              </a:ext>
            </a:extLst>
          </p:cNvPr>
          <p:cNvSpPr/>
          <p:nvPr/>
        </p:nvSpPr>
        <p:spPr>
          <a:xfrm>
            <a:off x="4041723" y="2952168"/>
            <a:ext cx="1645523" cy="296372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F10DE480-1BE9-CA7C-C0A5-5807E7878267}"/>
              </a:ext>
            </a:extLst>
          </p:cNvPr>
          <p:cNvSpPr/>
          <p:nvPr/>
        </p:nvSpPr>
        <p:spPr>
          <a:xfrm>
            <a:off x="3754890" y="6040383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완료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D958B48-3243-245F-4239-F027F3D62468}"/>
              </a:ext>
            </a:extLst>
          </p:cNvPr>
          <p:cNvSpPr/>
          <p:nvPr/>
        </p:nvSpPr>
        <p:spPr>
          <a:xfrm>
            <a:off x="1457610" y="6040383"/>
            <a:ext cx="1971474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타입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72F68E-431C-208C-B99B-F4A3225837AC}"/>
              </a:ext>
            </a:extLst>
          </p:cNvPr>
          <p:cNvSpPr txBox="1"/>
          <p:nvPr/>
        </p:nvSpPr>
        <p:spPr>
          <a:xfrm>
            <a:off x="1625118" y="2278245"/>
            <a:ext cx="4181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심볼 기반 매칭 탐색 알고리즘</a:t>
            </a:r>
            <a:endParaRPr lang="en-US" altLang="ko-KR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2302F27E-A672-126B-3585-65052D59F909}"/>
              </a:ext>
            </a:extLst>
          </p:cNvPr>
          <p:cNvSpPr/>
          <p:nvPr/>
        </p:nvSpPr>
        <p:spPr>
          <a:xfrm>
            <a:off x="1821227" y="3297740"/>
            <a:ext cx="1244239" cy="23897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17BDF161-DDB4-62C7-62F8-E68C7E064BF2}"/>
              </a:ext>
            </a:extLst>
          </p:cNvPr>
          <p:cNvSpPr/>
          <p:nvPr/>
        </p:nvSpPr>
        <p:spPr>
          <a:xfrm>
            <a:off x="1983302" y="3917521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F </a:t>
            </a:r>
            <a:endParaRPr lang="ko-KR" altLang="en-US" sz="100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E0354305-A947-83E8-1817-A2ABB4C3FEA0}"/>
              </a:ext>
            </a:extLst>
          </p:cNvPr>
          <p:cNvSpPr/>
          <p:nvPr/>
        </p:nvSpPr>
        <p:spPr>
          <a:xfrm>
            <a:off x="1983302" y="4312634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M </a:t>
            </a:r>
            <a:endParaRPr lang="ko-KR" altLang="en-US" sz="10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3B4E9468-340A-4D60-CB9D-8AC00D531272}"/>
              </a:ext>
            </a:extLst>
          </p:cNvPr>
          <p:cNvSpPr/>
          <p:nvPr/>
        </p:nvSpPr>
        <p:spPr>
          <a:xfrm>
            <a:off x="1983302" y="4707747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I</a:t>
            </a:r>
            <a:endParaRPr lang="ko-KR" altLang="en-US" sz="100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5C283F27-A8D4-095B-D57D-FB007BEF1792}"/>
              </a:ext>
            </a:extLst>
          </p:cNvPr>
          <p:cNvSpPr/>
          <p:nvPr/>
        </p:nvSpPr>
        <p:spPr>
          <a:xfrm>
            <a:off x="1983302" y="3414408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F</a:t>
            </a:r>
            <a:endParaRPr lang="ko-KR" altLang="en-US" sz="10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C33AFAF-0059-A624-0275-771F1909029A}"/>
              </a:ext>
            </a:extLst>
          </p:cNvPr>
          <p:cNvSpPr/>
          <p:nvPr/>
        </p:nvSpPr>
        <p:spPr>
          <a:xfrm>
            <a:off x="1983302" y="5210859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M</a:t>
            </a:r>
            <a:endParaRPr lang="ko-KR" altLang="en-US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A7A62F-9192-E841-8A9C-350DB92DDC9F}"/>
              </a:ext>
            </a:extLst>
          </p:cNvPr>
          <p:cNvSpPr txBox="1"/>
          <p:nvPr/>
        </p:nvSpPr>
        <p:spPr>
          <a:xfrm>
            <a:off x="7522929" y="2278245"/>
            <a:ext cx="235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Planning </a:t>
            </a:r>
            <a:r>
              <a:rPr lang="ko-KR" altLang="en-US"/>
              <a:t>결과</a:t>
            </a:r>
          </a:p>
        </p:txBody>
      </p:sp>
    </p:spTree>
    <p:extLst>
      <p:ext uri="{BB962C8B-B14F-4D97-AF65-F5344CB8AC3E}">
        <p14:creationId xmlns:p14="http://schemas.microsoft.com/office/powerpoint/2010/main" val="37369382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1B15C-9C54-40E6-355E-B09720B74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BD1566E6-737F-0258-6673-B0A12581DC0C}"/>
              </a:ext>
            </a:extLst>
          </p:cNvPr>
          <p:cNvGraphicFramePr>
            <a:graphicFrameLocks noGrp="1"/>
          </p:cNvGraphicFramePr>
          <p:nvPr/>
        </p:nvGraphicFramePr>
        <p:xfrm>
          <a:off x="7597388" y="2770656"/>
          <a:ext cx="2208621" cy="38663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7452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561169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3837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13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sp>
        <p:nvSpPr>
          <p:cNvPr id="72" name="TextBox 71">
            <a:extLst>
              <a:ext uri="{FF2B5EF4-FFF2-40B4-BE49-F238E27FC236}">
                <a16:creationId xmlns:a16="http://schemas.microsoft.com/office/drawing/2014/main" id="{45E6DF20-C9D0-BB36-6FDC-36D495D8CC1F}"/>
              </a:ext>
            </a:extLst>
          </p:cNvPr>
          <p:cNvSpPr txBox="1"/>
          <p:nvPr/>
        </p:nvSpPr>
        <p:spPr>
          <a:xfrm>
            <a:off x="7522929" y="2278245"/>
            <a:ext cx="235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Planning </a:t>
            </a:r>
            <a:r>
              <a:rPr lang="ko-KR" altLang="en-US"/>
              <a:t>결과</a:t>
            </a: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B44A5822-C83D-960D-E800-0652BE93832C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E1639D3D-2A7E-A782-1886-1D927DEAA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3EC2F2-FC07-8B16-6C90-273321AD11FA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AEE713-47A4-0B55-5900-FF5BBF0DA798}"/>
              </a:ext>
            </a:extLst>
          </p:cNvPr>
          <p:cNvSpPr txBox="1"/>
          <p:nvPr/>
        </p:nvSpPr>
        <p:spPr>
          <a:xfrm>
            <a:off x="350982" y="716826"/>
            <a:ext cx="12542982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ea typeface="맑은 고딕"/>
              </a:rPr>
              <a:t>타입 매칭 기반 조립 과정 추론</a:t>
            </a:r>
            <a:endParaRPr lang="en-US" altLang="ko-KR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 정보를 기반하여 적절한 순서로 타입 매칭</a:t>
            </a:r>
            <a:endParaRPr lang="en-US" altLang="ko-KR" sz="1400">
              <a:latin typeface="맑은 고딕"/>
              <a:ea typeface="맑은 고딕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타입의 매칭 경우를 </a:t>
            </a:r>
            <a:r>
              <a:rPr lang="ko-KR" altLang="en-US" sz="1400">
                <a:ea typeface="맑은 고딕"/>
              </a:rPr>
              <a:t>탐색 알고리즘이 확인하고</a:t>
            </a:r>
            <a:r>
              <a:rPr lang="en-US" altLang="ko-KR" sz="1400">
                <a:ea typeface="맑은 고딕"/>
              </a:rPr>
              <a:t>, </a:t>
            </a:r>
            <a:r>
              <a:rPr lang="ko-KR" altLang="en-US" sz="1400">
                <a:ea typeface="맑은 고딕"/>
              </a:rPr>
              <a:t>확인된 매칭 정보에 따라 순서대로 조립 정보로 기록</a:t>
            </a:r>
            <a:endParaRPr lang="en-US" altLang="ko-KR" sz="1400">
              <a:ea typeface="맑은 고딕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A025BA7B-2D1B-9D2D-C329-E0181284FA12}"/>
              </a:ext>
            </a:extLst>
          </p:cNvPr>
          <p:cNvSpPr/>
          <p:nvPr/>
        </p:nvSpPr>
        <p:spPr>
          <a:xfrm>
            <a:off x="4041723" y="2952168"/>
            <a:ext cx="1645523" cy="296372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125AB3B6-C8DF-AFE2-C2CE-1E7F0060B84D}"/>
              </a:ext>
            </a:extLst>
          </p:cNvPr>
          <p:cNvSpPr/>
          <p:nvPr/>
        </p:nvSpPr>
        <p:spPr>
          <a:xfrm>
            <a:off x="3754890" y="6040383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완료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0E3AF6D-33A6-87C7-1855-00DECC596748}"/>
              </a:ext>
            </a:extLst>
          </p:cNvPr>
          <p:cNvSpPr/>
          <p:nvPr/>
        </p:nvSpPr>
        <p:spPr>
          <a:xfrm>
            <a:off x="1457610" y="6040383"/>
            <a:ext cx="1971474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타입 리스트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358F49-D162-F48D-9E5D-31A0A18C441E}"/>
              </a:ext>
            </a:extLst>
          </p:cNvPr>
          <p:cNvSpPr txBox="1"/>
          <p:nvPr/>
        </p:nvSpPr>
        <p:spPr>
          <a:xfrm>
            <a:off x="1625118" y="2278245"/>
            <a:ext cx="4181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심볼 기반 매칭 탐색 알고리즘</a:t>
            </a:r>
            <a:endParaRPr lang="en-US" altLang="ko-KR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4F49D974-2052-8AA4-8DE6-A53BF7CC9D69}"/>
              </a:ext>
            </a:extLst>
          </p:cNvPr>
          <p:cNvSpPr/>
          <p:nvPr/>
        </p:nvSpPr>
        <p:spPr>
          <a:xfrm>
            <a:off x="1821227" y="3297740"/>
            <a:ext cx="1244239" cy="23897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C3973A46-FCEC-AC7D-58A6-E6208AFDD8EC}"/>
              </a:ext>
            </a:extLst>
          </p:cNvPr>
          <p:cNvSpPr/>
          <p:nvPr/>
        </p:nvSpPr>
        <p:spPr>
          <a:xfrm>
            <a:off x="1983302" y="3917521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F </a:t>
            </a:r>
            <a:endParaRPr lang="ko-KR" altLang="en-US" sz="100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C534E371-106E-A9D8-06FF-BA71828D61A1}"/>
              </a:ext>
            </a:extLst>
          </p:cNvPr>
          <p:cNvSpPr/>
          <p:nvPr/>
        </p:nvSpPr>
        <p:spPr>
          <a:xfrm>
            <a:off x="1983302" y="4312634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M </a:t>
            </a:r>
            <a:endParaRPr lang="ko-KR" altLang="en-US" sz="10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806B05BB-7201-813D-4753-9A7ADD5DCC4D}"/>
              </a:ext>
            </a:extLst>
          </p:cNvPr>
          <p:cNvSpPr/>
          <p:nvPr/>
        </p:nvSpPr>
        <p:spPr>
          <a:xfrm>
            <a:off x="1983302" y="4707747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I</a:t>
            </a:r>
            <a:endParaRPr lang="ko-KR" altLang="en-US" sz="100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4A59FA9C-CBCE-B27D-1008-381DC198F342}"/>
              </a:ext>
            </a:extLst>
          </p:cNvPr>
          <p:cNvSpPr/>
          <p:nvPr/>
        </p:nvSpPr>
        <p:spPr>
          <a:xfrm>
            <a:off x="1983302" y="3414408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F</a:t>
            </a:r>
            <a:endParaRPr lang="ko-KR" altLang="en-US" sz="10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7C6460A1-448D-0F86-35C6-31DF31A7B297}"/>
              </a:ext>
            </a:extLst>
          </p:cNvPr>
          <p:cNvSpPr/>
          <p:nvPr/>
        </p:nvSpPr>
        <p:spPr>
          <a:xfrm>
            <a:off x="1983302" y="5210859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M</a:t>
            </a:r>
            <a:endParaRPr lang="ko-KR" altLang="en-US" sz="1000"/>
          </a:p>
        </p:txBody>
      </p:sp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33409019-7310-8D78-95BC-D04F18FC56C9}"/>
              </a:ext>
            </a:extLst>
          </p:cNvPr>
          <p:cNvSpPr txBox="1">
            <a:spLocks/>
          </p:cNvSpPr>
          <p:nvPr/>
        </p:nvSpPr>
        <p:spPr>
          <a:xfrm>
            <a:off x="350982" y="3607961"/>
            <a:ext cx="1144192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①</a:t>
            </a:r>
            <a:r>
              <a:rPr lang="ko-KR" altLang="en-US" sz="1200" b="1">
                <a:latin typeface="+mn-ea"/>
              </a:rPr>
              <a:t>타입 매칭 탐지됨</a:t>
            </a:r>
            <a:r>
              <a:rPr lang="en-US" altLang="ko-KR" sz="1200" b="1">
                <a:latin typeface="+mn-ea"/>
              </a:rPr>
              <a:t>! </a:t>
            </a:r>
            <a:endParaRPr lang="ko-KR" altLang="en-US" sz="1200" b="1">
              <a:latin typeface="+mn-ea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DDE0EDFD-5E07-1506-4B69-F9A55F61B635}"/>
              </a:ext>
            </a:extLst>
          </p:cNvPr>
          <p:cNvCxnSpPr>
            <a:cxnSpLocks/>
            <a:stCxn id="18" idx="3"/>
            <a:endCxn id="24" idx="1"/>
          </p:cNvCxnSpPr>
          <p:nvPr/>
        </p:nvCxnSpPr>
        <p:spPr>
          <a:xfrm>
            <a:off x="1495174" y="3882971"/>
            <a:ext cx="402206" cy="366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A1E5FA6-611C-D556-DCF6-5854D7CF36FD}"/>
              </a:ext>
            </a:extLst>
          </p:cNvPr>
          <p:cNvSpPr/>
          <p:nvPr/>
        </p:nvSpPr>
        <p:spPr>
          <a:xfrm>
            <a:off x="1897380" y="3865022"/>
            <a:ext cx="1077719" cy="767938"/>
          </a:xfrm>
          <a:prstGeom prst="rect">
            <a:avLst/>
          </a:prstGeom>
          <a:noFill/>
          <a:ln w="38100">
            <a:solidFill>
              <a:srgbClr val="E971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123DB1CA-E6B0-ED27-CC7E-11828CA505DC}"/>
              </a:ext>
            </a:extLst>
          </p:cNvPr>
          <p:cNvGrpSpPr/>
          <p:nvPr/>
        </p:nvGrpSpPr>
        <p:grpSpPr>
          <a:xfrm>
            <a:off x="4237151" y="3132077"/>
            <a:ext cx="1254667" cy="900000"/>
            <a:chOff x="8523851" y="1625702"/>
            <a:chExt cx="1080000" cy="900000"/>
          </a:xfrm>
        </p:grpSpPr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1AB9A604-08E7-E6B3-C13E-207671461A2D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A2F22ED2-A443-EFA8-09B8-E52412BFD978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53" name="사각형: 둥근 모서리 52">
                <a:extLst>
                  <a:ext uri="{FF2B5EF4-FFF2-40B4-BE49-F238E27FC236}">
                    <a16:creationId xmlns:a16="http://schemas.microsoft.com/office/drawing/2014/main" id="{0424C944-7B6D-2C08-1384-11FBBC58AD11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54" name="사각형: 둥근 모서리 53">
                <a:extLst>
                  <a:ext uri="{FF2B5EF4-FFF2-40B4-BE49-F238E27FC236}">
                    <a16:creationId xmlns:a16="http://schemas.microsoft.com/office/drawing/2014/main" id="{137273BA-8B93-91B7-95C9-E93521010ECA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sp>
        <p:nvSpPr>
          <p:cNvPr id="55" name="내용 개체 틀 2">
            <a:extLst>
              <a:ext uri="{FF2B5EF4-FFF2-40B4-BE49-F238E27FC236}">
                <a16:creationId xmlns:a16="http://schemas.microsoft.com/office/drawing/2014/main" id="{CA4D9FD4-E909-D8D9-F9B1-1C75AABDFDA0}"/>
              </a:ext>
            </a:extLst>
          </p:cNvPr>
          <p:cNvSpPr txBox="1">
            <a:spLocks/>
          </p:cNvSpPr>
          <p:nvPr/>
        </p:nvSpPr>
        <p:spPr>
          <a:xfrm>
            <a:off x="5806570" y="2700595"/>
            <a:ext cx="1595390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②</a:t>
            </a:r>
            <a:r>
              <a:rPr lang="ko-KR" altLang="en-US" sz="1200" b="1">
                <a:latin typeface="+mn-ea"/>
              </a:rPr>
              <a:t>타입 매칭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완료 리스트로 이동</a:t>
            </a:r>
            <a:r>
              <a:rPr lang="en-US" altLang="ko-KR" sz="1200" b="1">
                <a:latin typeface="+mn-ea"/>
              </a:rPr>
              <a:t>! </a:t>
            </a:r>
            <a:endParaRPr lang="ko-KR" altLang="en-US" sz="1200" b="1">
              <a:latin typeface="+mn-ea"/>
            </a:endParaRP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50FA69BE-1CC7-E028-82C0-9FBD29C1C4AD}"/>
              </a:ext>
            </a:extLst>
          </p:cNvPr>
          <p:cNvCxnSpPr>
            <a:cxnSpLocks/>
            <a:stCxn id="55" idx="1"/>
          </p:cNvCxnSpPr>
          <p:nvPr/>
        </p:nvCxnSpPr>
        <p:spPr>
          <a:xfrm flipH="1">
            <a:off x="5491818" y="2975605"/>
            <a:ext cx="314752" cy="237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내용 개체 틀 2">
            <a:extLst>
              <a:ext uri="{FF2B5EF4-FFF2-40B4-BE49-F238E27FC236}">
                <a16:creationId xmlns:a16="http://schemas.microsoft.com/office/drawing/2014/main" id="{C9207A6E-C0E2-A2E3-7DB6-55BC4F7551AF}"/>
              </a:ext>
            </a:extLst>
          </p:cNvPr>
          <p:cNvSpPr txBox="1">
            <a:spLocks/>
          </p:cNvSpPr>
          <p:nvPr/>
        </p:nvSpPr>
        <p:spPr>
          <a:xfrm>
            <a:off x="10001436" y="2937735"/>
            <a:ext cx="1745087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③</a:t>
            </a:r>
            <a:r>
              <a:rPr lang="en-US" altLang="ko-KR" sz="1200" b="1">
                <a:latin typeface="+mn-ea"/>
              </a:rPr>
              <a:t>Planning </a:t>
            </a:r>
            <a:r>
              <a:rPr lang="ko-KR" altLang="en-US" sz="1200" b="1">
                <a:latin typeface="+mn-ea"/>
              </a:rPr>
              <a:t>결과 기록</a:t>
            </a: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6CD54912-C72D-4AC0-6663-95100752B612}"/>
              </a:ext>
            </a:extLst>
          </p:cNvPr>
          <p:cNvGrpSpPr/>
          <p:nvPr/>
        </p:nvGrpSpPr>
        <p:grpSpPr>
          <a:xfrm>
            <a:off x="8311129" y="3305160"/>
            <a:ext cx="1404578" cy="900000"/>
            <a:chOff x="8523851" y="1625702"/>
            <a:chExt cx="1080000" cy="900000"/>
          </a:xfrm>
        </p:grpSpPr>
        <p:sp>
          <p:nvSpPr>
            <p:cNvPr id="79" name="사각형: 둥근 모서리 78">
              <a:extLst>
                <a:ext uri="{FF2B5EF4-FFF2-40B4-BE49-F238E27FC236}">
                  <a16:creationId xmlns:a16="http://schemas.microsoft.com/office/drawing/2014/main" id="{92F7FBF9-A361-38C0-6FAE-6B28D0102F5E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8ADEA060-0127-19C2-1C04-C9803B2ED99A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81" name="사각형: 둥근 모서리 80">
                <a:extLst>
                  <a:ext uri="{FF2B5EF4-FFF2-40B4-BE49-F238E27FC236}">
                    <a16:creationId xmlns:a16="http://schemas.microsoft.com/office/drawing/2014/main" id="{4C94D843-191C-B840-6B9B-A5A9B76355B6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82" name="사각형: 둥근 모서리 81">
                <a:extLst>
                  <a:ext uri="{FF2B5EF4-FFF2-40B4-BE49-F238E27FC236}">
                    <a16:creationId xmlns:a16="http://schemas.microsoft.com/office/drawing/2014/main" id="{6AAB309B-D824-9072-C2C4-29329B7159A3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7CE1049E-99A3-E5DD-A0E9-82EC1F50B3F7}"/>
              </a:ext>
            </a:extLst>
          </p:cNvPr>
          <p:cNvCxnSpPr>
            <a:cxnSpLocks/>
            <a:stCxn id="70" idx="1"/>
          </p:cNvCxnSpPr>
          <p:nvPr/>
        </p:nvCxnSpPr>
        <p:spPr>
          <a:xfrm flipH="1">
            <a:off x="9677400" y="3212745"/>
            <a:ext cx="324036" cy="1629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내용 개체 틀 2">
            <a:extLst>
              <a:ext uri="{FF2B5EF4-FFF2-40B4-BE49-F238E27FC236}">
                <a16:creationId xmlns:a16="http://schemas.microsoft.com/office/drawing/2014/main" id="{51068E3D-4466-3FC2-8132-7E37E84EB27E}"/>
              </a:ext>
            </a:extLst>
          </p:cNvPr>
          <p:cNvSpPr txBox="1">
            <a:spLocks/>
          </p:cNvSpPr>
          <p:nvPr/>
        </p:nvSpPr>
        <p:spPr>
          <a:xfrm>
            <a:off x="10064615" y="4110881"/>
            <a:ext cx="1595390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④</a:t>
            </a:r>
            <a:r>
              <a:rPr lang="ko-KR" altLang="en-US" sz="1200" b="1">
                <a:latin typeface="+mn-ea"/>
              </a:rPr>
              <a:t>타입</a:t>
            </a:r>
            <a:r>
              <a:rPr lang="en-US" altLang="ko-KR" sz="1200" b="1">
                <a:latin typeface="+mn-ea"/>
              </a:rPr>
              <a:t> </a:t>
            </a:r>
            <a:r>
              <a:rPr lang="ko-KR" altLang="en-US" sz="1200" b="1">
                <a:latin typeface="+mn-ea"/>
              </a:rPr>
              <a:t>리스트를 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비울 때 까지 반복</a:t>
            </a:r>
          </a:p>
        </p:txBody>
      </p:sp>
      <p:sp>
        <p:nvSpPr>
          <p:cNvPr id="91" name="화살표: 아래쪽 90">
            <a:extLst>
              <a:ext uri="{FF2B5EF4-FFF2-40B4-BE49-F238E27FC236}">
                <a16:creationId xmlns:a16="http://schemas.microsoft.com/office/drawing/2014/main" id="{32AD3DCF-1325-8DBD-C86F-3D542CBB9C33}"/>
              </a:ext>
            </a:extLst>
          </p:cNvPr>
          <p:cNvSpPr/>
          <p:nvPr/>
        </p:nvSpPr>
        <p:spPr>
          <a:xfrm>
            <a:off x="10668000" y="3583554"/>
            <a:ext cx="388620" cy="395113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56772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EF8E8-C9FA-5D6B-F6FA-B5E36F789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27DEEF8E-1979-B0CB-E510-531571B5FE02}"/>
              </a:ext>
            </a:extLst>
          </p:cNvPr>
          <p:cNvGraphicFramePr>
            <a:graphicFrameLocks noGrp="1"/>
          </p:cNvGraphicFramePr>
          <p:nvPr/>
        </p:nvGraphicFramePr>
        <p:xfrm>
          <a:off x="7597388" y="2770656"/>
          <a:ext cx="2208621" cy="38663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7452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561169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3837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13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⁝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4" name="그룹 3">
            <a:extLst>
              <a:ext uri="{FF2B5EF4-FFF2-40B4-BE49-F238E27FC236}">
                <a16:creationId xmlns:a16="http://schemas.microsoft.com/office/drawing/2014/main" id="{563CA888-45CD-07AC-3C2F-4194D83F11BD}"/>
              </a:ext>
            </a:extLst>
          </p:cNvPr>
          <p:cNvGrpSpPr/>
          <p:nvPr/>
        </p:nvGrpSpPr>
        <p:grpSpPr>
          <a:xfrm>
            <a:off x="8311129" y="4396098"/>
            <a:ext cx="1404578" cy="1620000"/>
            <a:chOff x="8523851" y="2626812"/>
            <a:chExt cx="1080000" cy="1620000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A6A3CE17-DDEB-9A6C-840C-5F5F7A1D10BC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1278623F-8152-019D-7C4C-C231D027B5A3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7" name="타원 6">
                <a:extLst>
                  <a:ext uri="{FF2B5EF4-FFF2-40B4-BE49-F238E27FC236}">
                    <a16:creationId xmlns:a16="http://schemas.microsoft.com/office/drawing/2014/main" id="{CF577F1E-27C4-2573-1F42-DFECCF6E601A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CB678241-85D6-2445-E7FC-CCDDAC2A41AD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34C05C83-E901-F0F4-B097-6B226D9C881C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EDA8839-9632-05F1-B02C-A6C51EE7FB21}"/>
              </a:ext>
            </a:extLst>
          </p:cNvPr>
          <p:cNvGrpSpPr/>
          <p:nvPr/>
        </p:nvGrpSpPr>
        <p:grpSpPr>
          <a:xfrm>
            <a:off x="8311129" y="3305160"/>
            <a:ext cx="1404578" cy="900000"/>
            <a:chOff x="8523851" y="1625702"/>
            <a:chExt cx="1080000" cy="900000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8C06C1B6-EB52-6AF2-74C2-29548B089AF8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254D82D7-B4E5-8211-C64C-72DADAA853E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374E9BD4-81A7-2878-4561-60CCEE5FB2AF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9FF4287B-9B2C-9E0B-12F4-21759CBF957C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744EA37B-AFF0-54DD-D172-00CB5EBC8AC8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49AC470B-88A7-C3B1-7029-6F247DB9F1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0CDF87-AFC3-0720-C11E-37C0BDA86255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C5E9A5-1C5E-A044-0739-79A375D88FAB}"/>
              </a:ext>
            </a:extLst>
          </p:cNvPr>
          <p:cNvSpPr txBox="1"/>
          <p:nvPr/>
        </p:nvSpPr>
        <p:spPr>
          <a:xfrm>
            <a:off x="350982" y="716826"/>
            <a:ext cx="12542982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ea typeface="맑은 고딕"/>
              </a:rPr>
              <a:t>타입 매칭 기반 조립 과정 추론</a:t>
            </a:r>
            <a:endParaRPr lang="en-US" altLang="ko-KR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 정보를 기반하여 적절한 순서로 타입 매칭</a:t>
            </a:r>
            <a:endParaRPr lang="en-US" altLang="ko-KR" sz="1400">
              <a:latin typeface="맑은 고딕"/>
              <a:ea typeface="맑은 고딕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타입의 매칭 경우를 </a:t>
            </a:r>
            <a:r>
              <a:rPr lang="ko-KR" altLang="en-US" sz="1400">
                <a:ea typeface="맑은 고딕"/>
              </a:rPr>
              <a:t>탐색 알고리즘이 확인하고</a:t>
            </a:r>
            <a:r>
              <a:rPr lang="en-US" altLang="ko-KR" sz="1400">
                <a:ea typeface="맑은 고딕"/>
              </a:rPr>
              <a:t>, </a:t>
            </a:r>
            <a:r>
              <a:rPr lang="ko-KR" altLang="en-US" sz="1400">
                <a:ea typeface="맑은 고딕"/>
              </a:rPr>
              <a:t>확인된 매칭 정보에 따라 순서대로 조립 정보로 기록</a:t>
            </a:r>
            <a:endParaRPr lang="en-US" altLang="ko-KR" sz="1400">
              <a:ea typeface="맑은 고딕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E4259382-5B78-AA94-5551-9E9A69B7A398}"/>
              </a:ext>
            </a:extLst>
          </p:cNvPr>
          <p:cNvSpPr/>
          <p:nvPr/>
        </p:nvSpPr>
        <p:spPr>
          <a:xfrm>
            <a:off x="4041723" y="2952168"/>
            <a:ext cx="1645523" cy="296372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8A26BD2F-438C-EEA3-3A63-FF5099D322C3}"/>
              </a:ext>
            </a:extLst>
          </p:cNvPr>
          <p:cNvGrpSpPr/>
          <p:nvPr/>
        </p:nvGrpSpPr>
        <p:grpSpPr>
          <a:xfrm>
            <a:off x="4237151" y="3132077"/>
            <a:ext cx="1254667" cy="900000"/>
            <a:chOff x="8523851" y="1625702"/>
            <a:chExt cx="1080000" cy="900000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EBD54434-50B3-8FA9-8A35-3CC647CC3387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AA77E9B0-4CF1-AB4A-DFC8-2748CDAB706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32" name="사각형: 둥근 모서리 31">
                <a:extLst>
                  <a:ext uri="{FF2B5EF4-FFF2-40B4-BE49-F238E27FC236}">
                    <a16:creationId xmlns:a16="http://schemas.microsoft.com/office/drawing/2014/main" id="{4332B2C4-FE05-A508-2743-F47A8F970F74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33" name="사각형: 둥근 모서리 32">
                <a:extLst>
                  <a:ext uri="{FF2B5EF4-FFF2-40B4-BE49-F238E27FC236}">
                    <a16:creationId xmlns:a16="http://schemas.microsoft.com/office/drawing/2014/main" id="{FDF5E34A-58C8-7ED0-CBA8-78DB0680C3AC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6A45DC79-BCA3-771A-FFE0-005713C8A007}"/>
              </a:ext>
            </a:extLst>
          </p:cNvPr>
          <p:cNvGrpSpPr/>
          <p:nvPr/>
        </p:nvGrpSpPr>
        <p:grpSpPr>
          <a:xfrm>
            <a:off x="4237151" y="4179367"/>
            <a:ext cx="1254667" cy="1620000"/>
            <a:chOff x="8523851" y="2626812"/>
            <a:chExt cx="1080000" cy="1620000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53EEA474-CEDF-71AE-491E-D176961C450E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905F6F85-E04F-BC33-3ADE-51725EBD5A25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34" name="타원 33">
                <a:extLst>
                  <a:ext uri="{FF2B5EF4-FFF2-40B4-BE49-F238E27FC236}">
                    <a16:creationId xmlns:a16="http://schemas.microsoft.com/office/drawing/2014/main" id="{5E1C3279-81A3-0625-0EA6-E2AC0B90C4FD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35" name="타원 34">
                <a:extLst>
                  <a:ext uri="{FF2B5EF4-FFF2-40B4-BE49-F238E27FC236}">
                    <a16:creationId xmlns:a16="http://schemas.microsoft.com/office/drawing/2014/main" id="{B71686D4-92B3-86E9-F4BF-9A8FDB25DA55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36" name="타원 35">
                <a:extLst>
                  <a:ext uri="{FF2B5EF4-FFF2-40B4-BE49-F238E27FC236}">
                    <a16:creationId xmlns:a16="http://schemas.microsoft.com/office/drawing/2014/main" id="{0ADAEDCF-C74B-9B3D-921B-5BF3240D3F18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1F6F0BFC-2457-2E7C-B361-5A0FF8173588}"/>
              </a:ext>
            </a:extLst>
          </p:cNvPr>
          <p:cNvSpPr/>
          <p:nvPr/>
        </p:nvSpPr>
        <p:spPr>
          <a:xfrm>
            <a:off x="3754890" y="6040383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완료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C528AAC-E49A-2072-C8E6-387C9D3B0CF0}"/>
              </a:ext>
            </a:extLst>
          </p:cNvPr>
          <p:cNvSpPr/>
          <p:nvPr/>
        </p:nvSpPr>
        <p:spPr>
          <a:xfrm>
            <a:off x="1457610" y="6040383"/>
            <a:ext cx="1971474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타입 리스트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4632FC-7994-4D49-D9F5-09813946776B}"/>
              </a:ext>
            </a:extLst>
          </p:cNvPr>
          <p:cNvSpPr txBox="1"/>
          <p:nvPr/>
        </p:nvSpPr>
        <p:spPr>
          <a:xfrm>
            <a:off x="1625118" y="2278245"/>
            <a:ext cx="4181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심볼 기반 매칭 탐색 알고리즘</a:t>
            </a:r>
            <a:endParaRPr lang="en-US" altLang="ko-KR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0C28B53-C73B-A207-2CB4-FE75E44559CA}"/>
              </a:ext>
            </a:extLst>
          </p:cNvPr>
          <p:cNvSpPr/>
          <p:nvPr/>
        </p:nvSpPr>
        <p:spPr>
          <a:xfrm>
            <a:off x="1821227" y="3297740"/>
            <a:ext cx="1244239" cy="23897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B2AE4710-C8CB-A13A-AB0F-48CF0FCC3711}"/>
              </a:ext>
            </a:extLst>
          </p:cNvPr>
          <p:cNvSpPr/>
          <p:nvPr/>
        </p:nvSpPr>
        <p:spPr>
          <a:xfrm>
            <a:off x="1983302" y="4707747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I</a:t>
            </a:r>
            <a:endParaRPr lang="ko-KR" altLang="en-US" sz="100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908472C5-3F04-77CF-A4C7-A4EB8E0F2472}"/>
              </a:ext>
            </a:extLst>
          </p:cNvPr>
          <p:cNvSpPr/>
          <p:nvPr/>
        </p:nvSpPr>
        <p:spPr>
          <a:xfrm>
            <a:off x="1983302" y="3414408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F</a:t>
            </a:r>
            <a:endParaRPr lang="ko-KR" altLang="en-US" sz="10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B633C972-3DB1-81E9-DE4C-5B18288FC996}"/>
              </a:ext>
            </a:extLst>
          </p:cNvPr>
          <p:cNvSpPr/>
          <p:nvPr/>
        </p:nvSpPr>
        <p:spPr>
          <a:xfrm>
            <a:off x="1983302" y="5210859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M</a:t>
            </a:r>
            <a:endParaRPr lang="ko-KR" altLang="en-US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7B9E0C-F824-99D6-6420-56E1DBF5A9E4}"/>
              </a:ext>
            </a:extLst>
          </p:cNvPr>
          <p:cNvSpPr txBox="1"/>
          <p:nvPr/>
        </p:nvSpPr>
        <p:spPr>
          <a:xfrm>
            <a:off x="7522929" y="2278245"/>
            <a:ext cx="235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Planning </a:t>
            </a:r>
            <a:r>
              <a:rPr lang="ko-KR" altLang="en-US"/>
              <a:t>결과</a:t>
            </a:r>
          </a:p>
        </p:txBody>
      </p:sp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11FEEAB4-A051-B6DC-25E6-44DDFB6753E3}"/>
              </a:ext>
            </a:extLst>
          </p:cNvPr>
          <p:cNvSpPr txBox="1">
            <a:spLocks/>
          </p:cNvSpPr>
          <p:nvPr/>
        </p:nvSpPr>
        <p:spPr>
          <a:xfrm>
            <a:off x="350982" y="3607961"/>
            <a:ext cx="1144192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①</a:t>
            </a:r>
            <a:r>
              <a:rPr lang="ko-KR" altLang="en-US" sz="1200" b="1">
                <a:latin typeface="+mn-ea"/>
              </a:rPr>
              <a:t>타입 매칭 탐지됨</a:t>
            </a:r>
            <a:r>
              <a:rPr lang="en-US" altLang="ko-KR" sz="1200" b="1">
                <a:latin typeface="+mn-ea"/>
              </a:rPr>
              <a:t>! </a:t>
            </a:r>
            <a:endParaRPr lang="ko-KR" altLang="en-US" sz="1200" b="1">
              <a:latin typeface="+mn-ea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7CF133F7-A74E-FC7A-BB72-59EDDE449D43}"/>
              </a:ext>
            </a:extLst>
          </p:cNvPr>
          <p:cNvCxnSpPr>
            <a:cxnSpLocks/>
            <a:stCxn id="18" idx="3"/>
            <a:endCxn id="20" idx="1"/>
          </p:cNvCxnSpPr>
          <p:nvPr/>
        </p:nvCxnSpPr>
        <p:spPr>
          <a:xfrm>
            <a:off x="1495174" y="3882971"/>
            <a:ext cx="402206" cy="6052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6A57B8C-71A4-D075-3037-4A2F5ABA1FC7}"/>
              </a:ext>
            </a:extLst>
          </p:cNvPr>
          <p:cNvSpPr/>
          <p:nvPr/>
        </p:nvSpPr>
        <p:spPr>
          <a:xfrm>
            <a:off x="1897380" y="3375660"/>
            <a:ext cx="1077719" cy="2225040"/>
          </a:xfrm>
          <a:prstGeom prst="rect">
            <a:avLst/>
          </a:prstGeom>
          <a:noFill/>
          <a:ln w="38100">
            <a:solidFill>
              <a:srgbClr val="E971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내용 개체 틀 2">
            <a:extLst>
              <a:ext uri="{FF2B5EF4-FFF2-40B4-BE49-F238E27FC236}">
                <a16:creationId xmlns:a16="http://schemas.microsoft.com/office/drawing/2014/main" id="{CD9AC0AA-FC77-E890-A02E-B7A22E118FD0}"/>
              </a:ext>
            </a:extLst>
          </p:cNvPr>
          <p:cNvSpPr txBox="1">
            <a:spLocks/>
          </p:cNvSpPr>
          <p:nvPr/>
        </p:nvSpPr>
        <p:spPr>
          <a:xfrm>
            <a:off x="5750984" y="3752062"/>
            <a:ext cx="1595390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②</a:t>
            </a:r>
            <a:r>
              <a:rPr lang="ko-KR" altLang="en-US" sz="1200" b="1">
                <a:latin typeface="+mn-ea"/>
              </a:rPr>
              <a:t>타입 매칭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완료 리스트로 이동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4B16F94E-D357-B1C8-1E83-7DFF6524958C}"/>
              </a:ext>
            </a:extLst>
          </p:cNvPr>
          <p:cNvCxnSpPr>
            <a:cxnSpLocks/>
            <a:stCxn id="24" idx="1"/>
          </p:cNvCxnSpPr>
          <p:nvPr/>
        </p:nvCxnSpPr>
        <p:spPr>
          <a:xfrm flipH="1">
            <a:off x="5436232" y="4027072"/>
            <a:ext cx="314752" cy="237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855983AD-5FAA-BD3D-ABA9-7C32441E8583}"/>
              </a:ext>
            </a:extLst>
          </p:cNvPr>
          <p:cNvCxnSpPr>
            <a:cxnSpLocks/>
            <a:stCxn id="38" idx="1"/>
          </p:cNvCxnSpPr>
          <p:nvPr/>
        </p:nvCxnSpPr>
        <p:spPr>
          <a:xfrm flipH="1">
            <a:off x="9660122" y="4312634"/>
            <a:ext cx="322052" cy="204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CC0E2165-31FA-95C7-59B3-636BA5A07D2A}"/>
              </a:ext>
            </a:extLst>
          </p:cNvPr>
          <p:cNvSpPr txBox="1">
            <a:spLocks/>
          </p:cNvSpPr>
          <p:nvPr/>
        </p:nvSpPr>
        <p:spPr>
          <a:xfrm>
            <a:off x="10057023" y="5156064"/>
            <a:ext cx="1595390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④</a:t>
            </a:r>
            <a:r>
              <a:rPr lang="ko-KR" altLang="en-US" sz="1200" b="1">
                <a:latin typeface="+mn-ea"/>
              </a:rPr>
              <a:t>타입</a:t>
            </a:r>
            <a:r>
              <a:rPr lang="en-US" altLang="ko-KR" sz="1200" b="1">
                <a:latin typeface="+mn-ea"/>
              </a:rPr>
              <a:t> </a:t>
            </a:r>
            <a:r>
              <a:rPr lang="ko-KR" altLang="en-US" sz="1200" b="1">
                <a:latin typeface="+mn-ea"/>
              </a:rPr>
              <a:t>리스트를 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비울 때 까지 반복</a:t>
            </a:r>
          </a:p>
        </p:txBody>
      </p:sp>
      <p:sp>
        <p:nvSpPr>
          <p:cNvPr id="31" name="화살표: 아래쪽 30">
            <a:extLst>
              <a:ext uri="{FF2B5EF4-FFF2-40B4-BE49-F238E27FC236}">
                <a16:creationId xmlns:a16="http://schemas.microsoft.com/office/drawing/2014/main" id="{C809A05B-284A-0378-C61E-0D58D048EB15}"/>
              </a:ext>
            </a:extLst>
          </p:cNvPr>
          <p:cNvSpPr/>
          <p:nvPr/>
        </p:nvSpPr>
        <p:spPr>
          <a:xfrm>
            <a:off x="10660408" y="4628737"/>
            <a:ext cx="388620" cy="395113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내용 개체 틀 2">
            <a:extLst>
              <a:ext uri="{FF2B5EF4-FFF2-40B4-BE49-F238E27FC236}">
                <a16:creationId xmlns:a16="http://schemas.microsoft.com/office/drawing/2014/main" id="{4A2976AF-E0B3-FF46-1317-326DB58D191B}"/>
              </a:ext>
            </a:extLst>
          </p:cNvPr>
          <p:cNvSpPr txBox="1">
            <a:spLocks/>
          </p:cNvSpPr>
          <p:nvPr/>
        </p:nvSpPr>
        <p:spPr>
          <a:xfrm>
            <a:off x="9982174" y="4037624"/>
            <a:ext cx="1745087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③</a:t>
            </a:r>
            <a:r>
              <a:rPr lang="en-US" altLang="ko-KR" sz="1200" b="1">
                <a:latin typeface="+mn-ea"/>
              </a:rPr>
              <a:t>Planning </a:t>
            </a:r>
            <a:r>
              <a:rPr lang="ko-KR" altLang="en-US" sz="1200" b="1">
                <a:latin typeface="+mn-ea"/>
              </a:rPr>
              <a:t>결과 기록</a:t>
            </a:r>
          </a:p>
        </p:txBody>
      </p:sp>
    </p:spTree>
    <p:extLst>
      <p:ext uri="{BB962C8B-B14F-4D97-AF65-F5344CB8AC3E}">
        <p14:creationId xmlns:p14="http://schemas.microsoft.com/office/powerpoint/2010/main" val="18173573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DA3D7-3E52-DAF9-796C-87F66C3E2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ACC7E86C-51C0-8AE9-5E62-33E62C03086B}"/>
              </a:ext>
            </a:extLst>
          </p:cNvPr>
          <p:cNvGraphicFramePr>
            <a:graphicFrameLocks noGrp="1"/>
          </p:cNvGraphicFramePr>
          <p:nvPr/>
        </p:nvGraphicFramePr>
        <p:xfrm>
          <a:off x="7597388" y="2770656"/>
          <a:ext cx="2208621" cy="38663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7452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561169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3837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13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⁝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4" name="그룹 3">
            <a:extLst>
              <a:ext uri="{FF2B5EF4-FFF2-40B4-BE49-F238E27FC236}">
                <a16:creationId xmlns:a16="http://schemas.microsoft.com/office/drawing/2014/main" id="{8522559F-721F-4CBA-1AF8-A4985FA73797}"/>
              </a:ext>
            </a:extLst>
          </p:cNvPr>
          <p:cNvGrpSpPr/>
          <p:nvPr/>
        </p:nvGrpSpPr>
        <p:grpSpPr>
          <a:xfrm>
            <a:off x="8311129" y="4396098"/>
            <a:ext cx="1404578" cy="1620000"/>
            <a:chOff x="8523851" y="2626812"/>
            <a:chExt cx="1080000" cy="1620000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2F8C78F9-1646-68D8-DAFB-77EA52BDF3A7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B6D6087-EFCD-6865-9B36-2DF3E878DF75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7" name="타원 6">
                <a:extLst>
                  <a:ext uri="{FF2B5EF4-FFF2-40B4-BE49-F238E27FC236}">
                    <a16:creationId xmlns:a16="http://schemas.microsoft.com/office/drawing/2014/main" id="{23075B98-C271-AEDB-A1DF-15B13BE36641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794D05D5-734F-C69E-AE5D-898E62E0426A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E606BE3B-F2AC-CF91-599D-B43E7501AB57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17C8DEF-7539-80C4-36B6-85EF504B60F6}"/>
              </a:ext>
            </a:extLst>
          </p:cNvPr>
          <p:cNvGrpSpPr/>
          <p:nvPr/>
        </p:nvGrpSpPr>
        <p:grpSpPr>
          <a:xfrm>
            <a:off x="8311129" y="3305160"/>
            <a:ext cx="1404578" cy="900000"/>
            <a:chOff x="8523851" y="1625702"/>
            <a:chExt cx="1080000" cy="900000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B2F45460-CB08-21CF-6F23-270DC53D3211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963467F5-60C5-8A30-FAF9-443DEA6E576E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B5B24A93-3FC0-CE0C-1577-0170E56D910D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0C151C97-FFB1-74EC-0EB3-995E5A7B32BF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F642BF04-72E1-A133-099F-242F9CDE5A16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12182FEC-BADD-D706-EAD5-FEBA2D49B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2ED32B-33B3-CDDD-9CD5-1136EB0E844F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02D336-E647-4B9C-234E-6F2741ADF995}"/>
              </a:ext>
            </a:extLst>
          </p:cNvPr>
          <p:cNvSpPr txBox="1"/>
          <p:nvPr/>
        </p:nvSpPr>
        <p:spPr>
          <a:xfrm>
            <a:off x="350982" y="716826"/>
            <a:ext cx="12542982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ea typeface="맑은 고딕"/>
              </a:rPr>
              <a:t>타입 매칭 기반 조립 과정 추론</a:t>
            </a:r>
            <a:endParaRPr lang="en-US" altLang="ko-KR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 정보를 기반하여 적절한 순서로 타입 매칭</a:t>
            </a:r>
            <a:endParaRPr lang="en-US" altLang="ko-KR" sz="1400">
              <a:latin typeface="맑은 고딕"/>
              <a:ea typeface="맑은 고딕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타입의 매칭 경우를 </a:t>
            </a:r>
            <a:r>
              <a:rPr lang="ko-KR" altLang="en-US" sz="1400">
                <a:ea typeface="맑은 고딕"/>
              </a:rPr>
              <a:t>탐색 알고리즘이 확인하고</a:t>
            </a:r>
            <a:r>
              <a:rPr lang="en-US" altLang="ko-KR" sz="1400">
                <a:ea typeface="맑은 고딕"/>
              </a:rPr>
              <a:t>, </a:t>
            </a:r>
            <a:r>
              <a:rPr lang="ko-KR" altLang="en-US" sz="1400">
                <a:ea typeface="맑은 고딕"/>
              </a:rPr>
              <a:t>확인된 매칭 정보에 따라 순서대로 조립 정보로 기록</a:t>
            </a:r>
            <a:endParaRPr lang="en-US" altLang="ko-KR" sz="1400">
              <a:ea typeface="맑은 고딕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F50E1126-F590-D828-7F4C-2DDF97767CCF}"/>
              </a:ext>
            </a:extLst>
          </p:cNvPr>
          <p:cNvSpPr/>
          <p:nvPr/>
        </p:nvSpPr>
        <p:spPr>
          <a:xfrm>
            <a:off x="4041723" y="2952168"/>
            <a:ext cx="1645523" cy="296372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7FA2CA12-8315-82AF-B751-3D9A97B2C10C}"/>
              </a:ext>
            </a:extLst>
          </p:cNvPr>
          <p:cNvGrpSpPr/>
          <p:nvPr/>
        </p:nvGrpSpPr>
        <p:grpSpPr>
          <a:xfrm>
            <a:off x="4237151" y="3132077"/>
            <a:ext cx="1254667" cy="900000"/>
            <a:chOff x="8523851" y="1625702"/>
            <a:chExt cx="1080000" cy="900000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EDB040D7-B669-27C0-A76D-7544D757AF4B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D82272B6-0718-EC0C-83C6-869961D6D60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32" name="사각형: 둥근 모서리 31">
                <a:extLst>
                  <a:ext uri="{FF2B5EF4-FFF2-40B4-BE49-F238E27FC236}">
                    <a16:creationId xmlns:a16="http://schemas.microsoft.com/office/drawing/2014/main" id="{43C0587F-8A89-9BB5-84E8-EE28D574230A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33" name="사각형: 둥근 모서리 32">
                <a:extLst>
                  <a:ext uri="{FF2B5EF4-FFF2-40B4-BE49-F238E27FC236}">
                    <a16:creationId xmlns:a16="http://schemas.microsoft.com/office/drawing/2014/main" id="{088187C6-292B-510F-2D65-A5C443BDA3E0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9CAA188B-BC64-1967-1F2B-7FE7F8843732}"/>
              </a:ext>
            </a:extLst>
          </p:cNvPr>
          <p:cNvGrpSpPr/>
          <p:nvPr/>
        </p:nvGrpSpPr>
        <p:grpSpPr>
          <a:xfrm>
            <a:off x="4237151" y="4179367"/>
            <a:ext cx="1254667" cy="1620000"/>
            <a:chOff x="8523851" y="2626812"/>
            <a:chExt cx="1080000" cy="1620000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15A9F33A-D9F9-D475-30A3-3249B1F09A36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A77DE169-35F2-75BF-6C91-DE3C807300D2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34" name="타원 33">
                <a:extLst>
                  <a:ext uri="{FF2B5EF4-FFF2-40B4-BE49-F238E27FC236}">
                    <a16:creationId xmlns:a16="http://schemas.microsoft.com/office/drawing/2014/main" id="{BBFBDAB1-3B11-5075-9D3E-006FDA4EBA65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35" name="타원 34">
                <a:extLst>
                  <a:ext uri="{FF2B5EF4-FFF2-40B4-BE49-F238E27FC236}">
                    <a16:creationId xmlns:a16="http://schemas.microsoft.com/office/drawing/2014/main" id="{10E6ACCB-8020-32D5-C3E7-EF85A9A28B69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36" name="타원 35">
                <a:extLst>
                  <a:ext uri="{FF2B5EF4-FFF2-40B4-BE49-F238E27FC236}">
                    <a16:creationId xmlns:a16="http://schemas.microsoft.com/office/drawing/2014/main" id="{3CB78707-1633-A795-2D33-10B2559807C6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894F8151-CC6A-E290-9FC9-45BC39C1BB58}"/>
              </a:ext>
            </a:extLst>
          </p:cNvPr>
          <p:cNvSpPr/>
          <p:nvPr/>
        </p:nvSpPr>
        <p:spPr>
          <a:xfrm>
            <a:off x="3754890" y="6040383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완료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3256E8B-D10F-2B18-4E19-A5F70F3FDF70}"/>
              </a:ext>
            </a:extLst>
          </p:cNvPr>
          <p:cNvSpPr/>
          <p:nvPr/>
        </p:nvSpPr>
        <p:spPr>
          <a:xfrm>
            <a:off x="1457610" y="6040383"/>
            <a:ext cx="1971474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타입 리스트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A0AED7-C229-2CBF-DFC8-F7A3122B992C}"/>
              </a:ext>
            </a:extLst>
          </p:cNvPr>
          <p:cNvSpPr txBox="1"/>
          <p:nvPr/>
        </p:nvSpPr>
        <p:spPr>
          <a:xfrm>
            <a:off x="1625118" y="2278245"/>
            <a:ext cx="4181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심볼 기반 매칭 탐색 알고리즘</a:t>
            </a:r>
            <a:endParaRPr lang="en-US" altLang="ko-KR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E8F492E7-A6D1-76C1-1CB6-F4491ABE6CED}"/>
              </a:ext>
            </a:extLst>
          </p:cNvPr>
          <p:cNvSpPr/>
          <p:nvPr/>
        </p:nvSpPr>
        <p:spPr>
          <a:xfrm>
            <a:off x="1821227" y="3297740"/>
            <a:ext cx="1244239" cy="23897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10EB5F-2874-1F6C-18FC-E06D89919601}"/>
              </a:ext>
            </a:extLst>
          </p:cNvPr>
          <p:cNvSpPr txBox="1"/>
          <p:nvPr/>
        </p:nvSpPr>
        <p:spPr>
          <a:xfrm>
            <a:off x="7522929" y="2278245"/>
            <a:ext cx="235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Planning </a:t>
            </a:r>
            <a:r>
              <a:rPr lang="ko-KR" altLang="en-US"/>
              <a:t>결과</a:t>
            </a:r>
          </a:p>
        </p:txBody>
      </p:sp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0ED0BD51-4E99-E1A1-ECDA-20F615DBEBDF}"/>
              </a:ext>
            </a:extLst>
          </p:cNvPr>
          <p:cNvSpPr txBox="1">
            <a:spLocks/>
          </p:cNvSpPr>
          <p:nvPr/>
        </p:nvSpPr>
        <p:spPr>
          <a:xfrm>
            <a:off x="1677766" y="4126231"/>
            <a:ext cx="1531159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⑤</a:t>
            </a:r>
            <a:r>
              <a:rPr lang="ko-KR" altLang="en-US" sz="1200" b="1">
                <a:latin typeface="+mn-ea"/>
              </a:rPr>
              <a:t>타입 심볼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소진됨</a:t>
            </a:r>
            <a:r>
              <a:rPr lang="en-US" altLang="ko-KR" sz="1200" b="1">
                <a:latin typeface="+mn-ea"/>
              </a:rPr>
              <a:t>!</a:t>
            </a:r>
            <a:endParaRPr lang="ko-KR" altLang="en-US" sz="1200" b="1">
              <a:latin typeface="+mn-ea"/>
            </a:endParaRPr>
          </a:p>
        </p:txBody>
      </p:sp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88D17A77-755B-8E09-9BAE-9F50113B6E30}"/>
              </a:ext>
            </a:extLst>
          </p:cNvPr>
          <p:cNvSpPr txBox="1">
            <a:spLocks/>
          </p:cNvSpPr>
          <p:nvPr/>
        </p:nvSpPr>
        <p:spPr>
          <a:xfrm>
            <a:off x="10130446" y="4229168"/>
            <a:ext cx="1729241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⑥</a:t>
            </a:r>
            <a:r>
              <a:rPr lang="ko-KR" altLang="en-US" sz="1200" b="1">
                <a:latin typeface="+mn-ea"/>
              </a:rPr>
              <a:t>매칭 알고리즘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및 </a:t>
            </a:r>
            <a:r>
              <a:rPr lang="en-US" altLang="ko-KR" sz="1200" b="1">
                <a:latin typeface="+mn-ea"/>
              </a:rPr>
              <a:t>Planning </a:t>
            </a:r>
            <a:r>
              <a:rPr lang="ko-KR" altLang="en-US" sz="1200" b="1">
                <a:latin typeface="+mn-ea"/>
              </a:rPr>
              <a:t>종료</a:t>
            </a:r>
          </a:p>
        </p:txBody>
      </p:sp>
    </p:spTree>
    <p:extLst>
      <p:ext uri="{BB962C8B-B14F-4D97-AF65-F5344CB8AC3E}">
        <p14:creationId xmlns:p14="http://schemas.microsoft.com/office/powerpoint/2010/main" val="28965689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03B27-A52C-6F62-884E-BDAEDEB7A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그룹 26">
            <a:extLst>
              <a:ext uri="{FF2B5EF4-FFF2-40B4-BE49-F238E27FC236}">
                <a16:creationId xmlns:a16="http://schemas.microsoft.com/office/drawing/2014/main" id="{6CF03813-B464-5255-D8C6-0CC166317660}"/>
              </a:ext>
            </a:extLst>
          </p:cNvPr>
          <p:cNvGrpSpPr/>
          <p:nvPr/>
        </p:nvGrpSpPr>
        <p:grpSpPr>
          <a:xfrm>
            <a:off x="7116705" y="2377945"/>
            <a:ext cx="1696047" cy="2963722"/>
            <a:chOff x="7302225" y="2858410"/>
            <a:chExt cx="1696047" cy="2963722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163A998D-A0B1-C128-818B-575EA845BBBD}"/>
                </a:ext>
              </a:extLst>
            </p:cNvPr>
            <p:cNvSpPr/>
            <p:nvPr/>
          </p:nvSpPr>
          <p:spPr>
            <a:xfrm>
              <a:off x="7302225" y="2858410"/>
              <a:ext cx="1696047" cy="2963722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77665C86-61B9-C5C8-2EBF-7E2314B7E375}"/>
                </a:ext>
              </a:extLst>
            </p:cNvPr>
            <p:cNvGrpSpPr/>
            <p:nvPr/>
          </p:nvGrpSpPr>
          <p:grpSpPr>
            <a:xfrm>
              <a:off x="7503654" y="3038319"/>
              <a:ext cx="1293189" cy="900000"/>
              <a:chOff x="8523851" y="1625702"/>
              <a:chExt cx="1080000" cy="900000"/>
            </a:xfrm>
          </p:grpSpPr>
          <p:sp>
            <p:nvSpPr>
              <p:cNvPr id="30" name="사각형: 둥근 모서리 29">
                <a:extLst>
                  <a:ext uri="{FF2B5EF4-FFF2-40B4-BE49-F238E27FC236}">
                    <a16:creationId xmlns:a16="http://schemas.microsoft.com/office/drawing/2014/main" id="{95FCF87A-4173-50EE-4432-8D5B182C6F79}"/>
                  </a:ext>
                </a:extLst>
              </p:cNvPr>
              <p:cNvSpPr/>
              <p:nvPr/>
            </p:nvSpPr>
            <p:spPr>
              <a:xfrm>
                <a:off x="8523851" y="1625702"/>
                <a:ext cx="1080000" cy="90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9C46FD95-2768-963E-A4FF-72996D2407F9}"/>
                  </a:ext>
                </a:extLst>
              </p:cNvPr>
              <p:cNvGrpSpPr/>
              <p:nvPr/>
            </p:nvGrpSpPr>
            <p:grpSpPr>
              <a:xfrm>
                <a:off x="8667851" y="1752146"/>
                <a:ext cx="792000" cy="647113"/>
                <a:chOff x="8613924" y="2668919"/>
                <a:chExt cx="792000" cy="647113"/>
              </a:xfrm>
            </p:grpSpPr>
            <p:sp>
              <p:nvSpPr>
                <p:cNvPr id="32" name="사각형: 둥근 모서리 31">
                  <a:extLst>
                    <a:ext uri="{FF2B5EF4-FFF2-40B4-BE49-F238E27FC236}">
                      <a16:creationId xmlns:a16="http://schemas.microsoft.com/office/drawing/2014/main" id="{6944337B-C569-0140-851A-6C674BD12534}"/>
                    </a:ext>
                  </a:extLst>
                </p:cNvPr>
                <p:cNvSpPr/>
                <p:nvPr/>
              </p:nvSpPr>
              <p:spPr>
                <a:xfrm>
                  <a:off x="8613924" y="2668919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F </a:t>
                  </a:r>
                  <a:endParaRPr lang="ko-KR" altLang="en-US" sz="1000"/>
                </a:p>
              </p:txBody>
            </p:sp>
            <p:sp>
              <p:nvSpPr>
                <p:cNvPr id="33" name="사각형: 둥근 모서리 32">
                  <a:extLst>
                    <a:ext uri="{FF2B5EF4-FFF2-40B4-BE49-F238E27FC236}">
                      <a16:creationId xmlns:a16="http://schemas.microsoft.com/office/drawing/2014/main" id="{41BD0C8D-39FE-3CD4-4F0F-F61803E57157}"/>
                    </a:ext>
                  </a:extLst>
                </p:cNvPr>
                <p:cNvSpPr/>
                <p:nvPr/>
              </p:nvSpPr>
              <p:spPr>
                <a:xfrm>
                  <a:off x="8613924" y="3064032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M </a:t>
                  </a:r>
                  <a:endParaRPr lang="ko-KR" altLang="en-US" sz="1000"/>
                </a:p>
              </p:txBody>
            </p:sp>
          </p:grpSp>
        </p:grp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1610AFAC-FA4F-6150-6438-EAD14D728730}"/>
                </a:ext>
              </a:extLst>
            </p:cNvPr>
            <p:cNvGrpSpPr/>
            <p:nvPr/>
          </p:nvGrpSpPr>
          <p:grpSpPr>
            <a:xfrm>
              <a:off x="7503654" y="4085609"/>
              <a:ext cx="1293189" cy="1620000"/>
              <a:chOff x="8523851" y="2626812"/>
              <a:chExt cx="1080000" cy="1620000"/>
            </a:xfrm>
          </p:grpSpPr>
          <p:sp>
            <p:nvSpPr>
              <p:cNvPr id="47" name="사각형: 둥근 모서리 46">
                <a:extLst>
                  <a:ext uri="{FF2B5EF4-FFF2-40B4-BE49-F238E27FC236}">
                    <a16:creationId xmlns:a16="http://schemas.microsoft.com/office/drawing/2014/main" id="{2A51F3C3-456E-4B4B-21D9-346E9A972099}"/>
                  </a:ext>
                </a:extLst>
              </p:cNvPr>
              <p:cNvSpPr/>
              <p:nvPr/>
            </p:nvSpPr>
            <p:spPr>
              <a:xfrm>
                <a:off x="8523851" y="2626812"/>
                <a:ext cx="1080000" cy="162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6" name="그룹 45">
                <a:extLst>
                  <a:ext uri="{FF2B5EF4-FFF2-40B4-BE49-F238E27FC236}">
                    <a16:creationId xmlns:a16="http://schemas.microsoft.com/office/drawing/2014/main" id="{E208841C-A47B-2EBA-D5CC-1220AC9C7AC2}"/>
                  </a:ext>
                </a:extLst>
              </p:cNvPr>
              <p:cNvGrpSpPr/>
              <p:nvPr/>
            </p:nvGrpSpPr>
            <p:grpSpPr>
              <a:xfrm>
                <a:off x="8667851" y="2760079"/>
                <a:ext cx="792000" cy="1353467"/>
                <a:chOff x="7300044" y="3055963"/>
                <a:chExt cx="792000" cy="1353467"/>
              </a:xfrm>
            </p:grpSpPr>
            <p:sp>
              <p:nvSpPr>
                <p:cNvPr id="34" name="타원 33">
                  <a:extLst>
                    <a:ext uri="{FF2B5EF4-FFF2-40B4-BE49-F238E27FC236}">
                      <a16:creationId xmlns:a16="http://schemas.microsoft.com/office/drawing/2014/main" id="{1D65E103-7536-6203-A988-669F86A7415E}"/>
                    </a:ext>
                  </a:extLst>
                </p:cNvPr>
                <p:cNvSpPr/>
                <p:nvPr/>
              </p:nvSpPr>
              <p:spPr>
                <a:xfrm>
                  <a:off x="7300044" y="3552697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I</a:t>
                  </a:r>
                  <a:endParaRPr lang="ko-KR" altLang="en-US" sz="1000"/>
                </a:p>
              </p:txBody>
            </p:sp>
            <p:sp>
              <p:nvSpPr>
                <p:cNvPr id="35" name="타원 34">
                  <a:extLst>
                    <a:ext uri="{FF2B5EF4-FFF2-40B4-BE49-F238E27FC236}">
                      <a16:creationId xmlns:a16="http://schemas.microsoft.com/office/drawing/2014/main" id="{061CA533-A973-756F-1C90-D241229143FF}"/>
                    </a:ext>
                  </a:extLst>
                </p:cNvPr>
                <p:cNvSpPr/>
                <p:nvPr/>
              </p:nvSpPr>
              <p:spPr>
                <a:xfrm>
                  <a:off x="7300044" y="3055963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F</a:t>
                  </a:r>
                  <a:endParaRPr lang="ko-KR" altLang="en-US" sz="1000"/>
                </a:p>
              </p:txBody>
            </p:sp>
            <p:sp>
              <p:nvSpPr>
                <p:cNvPr id="36" name="타원 35">
                  <a:extLst>
                    <a:ext uri="{FF2B5EF4-FFF2-40B4-BE49-F238E27FC236}">
                      <a16:creationId xmlns:a16="http://schemas.microsoft.com/office/drawing/2014/main" id="{0D9D3C5A-76F5-65F4-6D3E-887A2D9EBD01}"/>
                    </a:ext>
                  </a:extLst>
                </p:cNvPr>
                <p:cNvSpPr/>
                <p:nvPr/>
              </p:nvSpPr>
              <p:spPr>
                <a:xfrm>
                  <a:off x="7300044" y="4049430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M</a:t>
                  </a:r>
                  <a:endParaRPr lang="ko-KR" altLang="en-US" sz="1000"/>
                </a:p>
              </p:txBody>
            </p:sp>
          </p:grpSp>
        </p:grpSp>
      </p:grp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0F5F3DB6-1313-512D-5D86-42137697A523}"/>
              </a:ext>
            </a:extLst>
          </p:cNvPr>
          <p:cNvSpPr/>
          <p:nvPr/>
        </p:nvSpPr>
        <p:spPr>
          <a:xfrm>
            <a:off x="7009604" y="5474185"/>
            <a:ext cx="1910249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완료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47F0125-FA96-6911-545B-7FB52083FFDF}"/>
              </a:ext>
            </a:extLst>
          </p:cNvPr>
          <p:cNvCxnSpPr>
            <a:cxnSpLocks/>
          </p:cNvCxnSpPr>
          <p:nvPr/>
        </p:nvCxnSpPr>
        <p:spPr>
          <a:xfrm>
            <a:off x="4735480" y="1852007"/>
            <a:ext cx="0" cy="40957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A14B9C9-4B01-7C51-9D26-70D8701D3D95}"/>
              </a:ext>
            </a:extLst>
          </p:cNvPr>
          <p:cNvCxnSpPr>
            <a:cxnSpLocks/>
            <a:stCxn id="62" idx="4"/>
            <a:endCxn id="64" idx="0"/>
          </p:cNvCxnSpPr>
          <p:nvPr/>
        </p:nvCxnSpPr>
        <p:spPr>
          <a:xfrm>
            <a:off x="3313876" y="2961245"/>
            <a:ext cx="0" cy="1831725"/>
          </a:xfrm>
          <a:prstGeom prst="line">
            <a:avLst/>
          </a:prstGeom>
          <a:ln w="28575">
            <a:solidFill>
              <a:srgbClr val="FF79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타원 25">
            <a:extLst>
              <a:ext uri="{FF2B5EF4-FFF2-40B4-BE49-F238E27FC236}">
                <a16:creationId xmlns:a16="http://schemas.microsoft.com/office/drawing/2014/main" id="{22D113B7-A132-7D16-A024-9B20A53BBED2}"/>
              </a:ext>
            </a:extLst>
          </p:cNvPr>
          <p:cNvSpPr/>
          <p:nvPr/>
        </p:nvSpPr>
        <p:spPr>
          <a:xfrm>
            <a:off x="2119435" y="3785306"/>
            <a:ext cx="558181" cy="53195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도어</a:t>
            </a:r>
            <a:endParaRPr lang="en-US" altLang="ko-KR" sz="800"/>
          </a:p>
          <a:p>
            <a:pPr algn="ctr"/>
            <a:r>
              <a:rPr lang="ko-KR" altLang="en-US" sz="800" err="1"/>
              <a:t>체커</a:t>
            </a:r>
            <a:endParaRPr lang="ko-KR" altLang="en-US" sz="800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FA9B909A-7919-025B-2575-12C0CBCFCFA3}"/>
              </a:ext>
            </a:extLst>
          </p:cNvPr>
          <p:cNvCxnSpPr>
            <a:cxnSpLocks/>
            <a:stCxn id="61" idx="2"/>
            <a:endCxn id="26" idx="6"/>
          </p:cNvCxnSpPr>
          <p:nvPr/>
        </p:nvCxnSpPr>
        <p:spPr>
          <a:xfrm flipH="1">
            <a:off x="2677616" y="4051283"/>
            <a:ext cx="188646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타원 28">
            <a:extLst>
              <a:ext uri="{FF2B5EF4-FFF2-40B4-BE49-F238E27FC236}">
                <a16:creationId xmlns:a16="http://schemas.microsoft.com/office/drawing/2014/main" id="{84699907-B567-C75E-53FB-A00E6A6391E1}"/>
              </a:ext>
            </a:extLst>
          </p:cNvPr>
          <p:cNvSpPr/>
          <p:nvPr/>
        </p:nvSpPr>
        <p:spPr>
          <a:xfrm>
            <a:off x="194484" y="2736473"/>
            <a:ext cx="735622" cy="52520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프론트 도어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573DDDE9-509E-E5D6-7B47-7BEF024C4DF4}"/>
              </a:ext>
            </a:extLst>
          </p:cNvPr>
          <p:cNvCxnSpPr>
            <a:cxnSpLocks/>
            <a:stCxn id="58" idx="1"/>
            <a:endCxn id="29" idx="6"/>
          </p:cNvCxnSpPr>
          <p:nvPr/>
        </p:nvCxnSpPr>
        <p:spPr>
          <a:xfrm flipH="1" flipV="1">
            <a:off x="930106" y="2999077"/>
            <a:ext cx="56121" cy="359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타원 52">
            <a:extLst>
              <a:ext uri="{FF2B5EF4-FFF2-40B4-BE49-F238E27FC236}">
                <a16:creationId xmlns:a16="http://schemas.microsoft.com/office/drawing/2014/main" id="{BC1C7606-6FE4-A4C5-49E4-C12931641ECA}"/>
              </a:ext>
            </a:extLst>
          </p:cNvPr>
          <p:cNvSpPr/>
          <p:nvPr/>
        </p:nvSpPr>
        <p:spPr>
          <a:xfrm>
            <a:off x="3866646" y="2556217"/>
            <a:ext cx="558181" cy="46457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바디</a:t>
            </a: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BAEB26B0-3BD4-81EF-A52F-3D2943DB3E40}"/>
              </a:ext>
            </a:extLst>
          </p:cNvPr>
          <p:cNvCxnSpPr>
            <a:cxnSpLocks/>
            <a:stCxn id="62" idx="6"/>
            <a:endCxn id="53" idx="2"/>
          </p:cNvCxnSpPr>
          <p:nvPr/>
        </p:nvCxnSpPr>
        <p:spPr>
          <a:xfrm>
            <a:off x="3805095" y="2788506"/>
            <a:ext cx="61551" cy="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E2AD43CB-1514-931C-6502-C74C70B499B8}"/>
              </a:ext>
            </a:extLst>
          </p:cNvPr>
          <p:cNvSpPr/>
          <p:nvPr/>
        </p:nvSpPr>
        <p:spPr>
          <a:xfrm>
            <a:off x="986227" y="2882109"/>
            <a:ext cx="870195" cy="241120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Type C : F </a:t>
            </a:r>
            <a:endParaRPr lang="ko-KR" altLang="en-US" sz="1000"/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F169C6EC-84B7-6BE9-3B17-296CB24F3524}"/>
              </a:ext>
            </a:extLst>
          </p:cNvPr>
          <p:cNvSpPr/>
          <p:nvPr/>
        </p:nvSpPr>
        <p:spPr>
          <a:xfrm>
            <a:off x="986227" y="3930723"/>
            <a:ext cx="870195" cy="241120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Type C : M </a:t>
            </a:r>
            <a:endParaRPr lang="ko-KR" altLang="en-US" sz="1000"/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4F94E6AD-AA28-0EDF-8838-9CFD96E12ED0}"/>
              </a:ext>
            </a:extLst>
          </p:cNvPr>
          <p:cNvCxnSpPr>
            <a:cxnSpLocks/>
            <a:stCxn id="59" idx="3"/>
            <a:endCxn id="26" idx="2"/>
          </p:cNvCxnSpPr>
          <p:nvPr/>
        </p:nvCxnSpPr>
        <p:spPr>
          <a:xfrm>
            <a:off x="1856422" y="4051283"/>
            <a:ext cx="263013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타원 60">
            <a:extLst>
              <a:ext uri="{FF2B5EF4-FFF2-40B4-BE49-F238E27FC236}">
                <a16:creationId xmlns:a16="http://schemas.microsoft.com/office/drawing/2014/main" id="{A660BD06-F109-2593-8350-07AA2B60B862}"/>
              </a:ext>
            </a:extLst>
          </p:cNvPr>
          <p:cNvSpPr/>
          <p:nvPr/>
        </p:nvSpPr>
        <p:spPr>
          <a:xfrm>
            <a:off x="2866262" y="3878544"/>
            <a:ext cx="895227" cy="34547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Type D : I</a:t>
            </a:r>
            <a:endParaRPr lang="ko-KR" altLang="en-US" sz="900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96DFC897-D2EB-F5B4-CF90-94E6B8FA9C19}"/>
              </a:ext>
            </a:extLst>
          </p:cNvPr>
          <p:cNvSpPr/>
          <p:nvPr/>
        </p:nvSpPr>
        <p:spPr>
          <a:xfrm>
            <a:off x="2822657" y="2615767"/>
            <a:ext cx="982438" cy="34547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Type D : F</a:t>
            </a:r>
            <a:endParaRPr lang="ko-KR" altLang="en-US" sz="900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F8AC69FB-0C4A-1A76-A398-4ABCC22A9F31}"/>
              </a:ext>
            </a:extLst>
          </p:cNvPr>
          <p:cNvSpPr/>
          <p:nvPr/>
        </p:nvSpPr>
        <p:spPr>
          <a:xfrm>
            <a:off x="2988779" y="5311187"/>
            <a:ext cx="650191" cy="46457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볼트</a:t>
            </a: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7E2CDAD5-D107-60B1-5CA9-F67218D9AB7C}"/>
              </a:ext>
            </a:extLst>
          </p:cNvPr>
          <p:cNvSpPr/>
          <p:nvPr/>
        </p:nvSpPr>
        <p:spPr>
          <a:xfrm>
            <a:off x="2822656" y="4792970"/>
            <a:ext cx="982439" cy="34547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Type D : M</a:t>
            </a:r>
            <a:endParaRPr lang="ko-KR" altLang="en-US" sz="900"/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97F14A71-4EFC-8359-3DE5-B5650C4843F4}"/>
              </a:ext>
            </a:extLst>
          </p:cNvPr>
          <p:cNvCxnSpPr>
            <a:cxnSpLocks/>
            <a:stCxn id="64" idx="4"/>
            <a:endCxn id="63" idx="0"/>
          </p:cNvCxnSpPr>
          <p:nvPr/>
        </p:nvCxnSpPr>
        <p:spPr>
          <a:xfrm>
            <a:off x="3313876" y="5138448"/>
            <a:ext cx="0" cy="172739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F8FA365C-2282-B7FA-8E24-AA6B5B6B832E}"/>
              </a:ext>
            </a:extLst>
          </p:cNvPr>
          <p:cNvCxnSpPr>
            <a:cxnSpLocks/>
            <a:stCxn id="58" idx="2"/>
            <a:endCxn id="59" idx="0"/>
          </p:cNvCxnSpPr>
          <p:nvPr/>
        </p:nvCxnSpPr>
        <p:spPr>
          <a:xfrm>
            <a:off x="1421325" y="3123229"/>
            <a:ext cx="0" cy="807494"/>
          </a:xfrm>
          <a:prstGeom prst="line">
            <a:avLst/>
          </a:prstGeom>
          <a:ln w="28575">
            <a:solidFill>
              <a:srgbClr val="FF79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B74FF772-B936-1F24-90BF-B216F154E34E}"/>
              </a:ext>
            </a:extLst>
          </p:cNvPr>
          <p:cNvSpPr txBox="1"/>
          <p:nvPr/>
        </p:nvSpPr>
        <p:spPr>
          <a:xfrm>
            <a:off x="393206" y="1608840"/>
            <a:ext cx="40524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/>
              <a:t>①</a:t>
            </a:r>
            <a:r>
              <a:rPr lang="ko-KR" altLang="en-US"/>
              <a:t>조립 부품</a:t>
            </a:r>
            <a:r>
              <a:rPr lang="en-US" altLang="ko-KR"/>
              <a:t> </a:t>
            </a:r>
            <a:r>
              <a:rPr lang="ko-KR" altLang="en-US"/>
              <a:t>정보 </a:t>
            </a:r>
            <a:r>
              <a:rPr lang="en-US" altLang="ko-KR"/>
              <a:t>+ </a:t>
            </a:r>
            <a:r>
              <a:rPr lang="ko-KR" altLang="en-US"/>
              <a:t>조립 목표 정보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796761C-BD39-858C-51B1-F67E9DDD6C58}"/>
              </a:ext>
            </a:extLst>
          </p:cNvPr>
          <p:cNvSpPr/>
          <p:nvPr/>
        </p:nvSpPr>
        <p:spPr>
          <a:xfrm>
            <a:off x="5032137" y="5474185"/>
            <a:ext cx="1697018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타입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B6C694F8-9AEB-97AA-045B-3385F36EC887}"/>
              </a:ext>
            </a:extLst>
          </p:cNvPr>
          <p:cNvCxnSpPr>
            <a:cxnSpLocks/>
          </p:cNvCxnSpPr>
          <p:nvPr/>
        </p:nvCxnSpPr>
        <p:spPr>
          <a:xfrm>
            <a:off x="9391300" y="1852007"/>
            <a:ext cx="0" cy="40957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62AF6733-2621-6245-35A1-1CCF397C483F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52BE5E2D-8273-3206-E3EA-BBFA6FC19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F09262-FC42-294F-7B72-17290BBFE549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0D1132-94E5-18FE-6C21-E59ACF11083B}"/>
              </a:ext>
            </a:extLst>
          </p:cNvPr>
          <p:cNvSpPr txBox="1"/>
          <p:nvPr/>
        </p:nvSpPr>
        <p:spPr>
          <a:xfrm>
            <a:off x="5093426" y="1608840"/>
            <a:ext cx="35993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/>
              <a:t>②</a:t>
            </a:r>
            <a:r>
              <a:rPr lang="ko-KR" altLang="en-US"/>
              <a:t>심볼 기반 매칭 탐색 알고리즘</a:t>
            </a:r>
            <a:endParaRPr lang="en-US" altLang="ko-K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F2791B-A36A-51BD-BF5F-E9E3E3CD6657}"/>
              </a:ext>
            </a:extLst>
          </p:cNvPr>
          <p:cNvSpPr txBox="1"/>
          <p:nvPr/>
        </p:nvSpPr>
        <p:spPr>
          <a:xfrm>
            <a:off x="350982" y="716826"/>
            <a:ext cx="12542982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>
                <a:ea typeface="맑은 고딕"/>
              </a:rPr>
              <a:t>Planning </a:t>
            </a:r>
            <a:r>
              <a:rPr lang="ko-KR" altLang="en-US">
                <a:ea typeface="맑은 고딕"/>
              </a:rPr>
              <a:t>과정 개략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C040D08B-34A6-5EAD-8175-D2FCB7BF1FFF}"/>
              </a:ext>
            </a:extLst>
          </p:cNvPr>
          <p:cNvSpPr/>
          <p:nvPr/>
        </p:nvSpPr>
        <p:spPr>
          <a:xfrm>
            <a:off x="5258527" y="2748661"/>
            <a:ext cx="1244239" cy="23897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7C585CC-3541-9FCF-5FE4-B48B638FCFE7}"/>
              </a:ext>
            </a:extLst>
          </p:cNvPr>
          <p:cNvSpPr/>
          <p:nvPr/>
        </p:nvSpPr>
        <p:spPr>
          <a:xfrm>
            <a:off x="5420602" y="3368442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F </a:t>
            </a:r>
            <a:endParaRPr lang="ko-KR" altLang="en-US" sz="100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C1C35EE3-9315-3C8D-DA7D-16C328BA7DF2}"/>
              </a:ext>
            </a:extLst>
          </p:cNvPr>
          <p:cNvSpPr/>
          <p:nvPr/>
        </p:nvSpPr>
        <p:spPr>
          <a:xfrm>
            <a:off x="5420602" y="3763555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M </a:t>
            </a:r>
            <a:endParaRPr lang="ko-KR" altLang="en-US" sz="100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6EC2D257-CD48-32FB-E22B-D34581922638}"/>
              </a:ext>
            </a:extLst>
          </p:cNvPr>
          <p:cNvSpPr/>
          <p:nvPr/>
        </p:nvSpPr>
        <p:spPr>
          <a:xfrm>
            <a:off x="5420602" y="4158668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I</a:t>
            </a:r>
            <a:endParaRPr lang="ko-KR" altLang="en-US" sz="1000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7BA76F7E-3A37-9BD6-650C-9813CE6197A9}"/>
              </a:ext>
            </a:extLst>
          </p:cNvPr>
          <p:cNvSpPr/>
          <p:nvPr/>
        </p:nvSpPr>
        <p:spPr>
          <a:xfrm>
            <a:off x="5420602" y="2865329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F</a:t>
            </a:r>
            <a:endParaRPr lang="ko-KR" altLang="en-US" sz="100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1F2A4E62-317A-AD2D-52BE-5398D7BD02D3}"/>
              </a:ext>
            </a:extLst>
          </p:cNvPr>
          <p:cNvSpPr/>
          <p:nvPr/>
        </p:nvSpPr>
        <p:spPr>
          <a:xfrm>
            <a:off x="5420602" y="4661780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M</a:t>
            </a:r>
            <a:endParaRPr lang="ko-KR" altLang="en-US" sz="1000"/>
          </a:p>
        </p:txBody>
      </p:sp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32E5051C-F716-A575-BEC7-D193F8365DF1}"/>
              </a:ext>
            </a:extLst>
          </p:cNvPr>
          <p:cNvGraphicFramePr>
            <a:graphicFrameLocks noGrp="1"/>
          </p:cNvGraphicFramePr>
          <p:nvPr/>
        </p:nvGraphicFramePr>
        <p:xfrm>
          <a:off x="9697455" y="2225486"/>
          <a:ext cx="2208621" cy="38663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7452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561169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3837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13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⁝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39" name="그룹 38">
            <a:extLst>
              <a:ext uri="{FF2B5EF4-FFF2-40B4-BE49-F238E27FC236}">
                <a16:creationId xmlns:a16="http://schemas.microsoft.com/office/drawing/2014/main" id="{382E9359-1F3D-6506-054C-464A8B474F28}"/>
              </a:ext>
            </a:extLst>
          </p:cNvPr>
          <p:cNvGrpSpPr/>
          <p:nvPr/>
        </p:nvGrpSpPr>
        <p:grpSpPr>
          <a:xfrm>
            <a:off x="10411196" y="3850928"/>
            <a:ext cx="1404578" cy="1620000"/>
            <a:chOff x="8523851" y="2626812"/>
            <a:chExt cx="1080000" cy="1620000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3774D7AD-8DEC-314A-6535-C5EED2E92104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3D3A99CA-F965-819F-15ED-BC57AFDE50CB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50" name="타원 49">
                <a:extLst>
                  <a:ext uri="{FF2B5EF4-FFF2-40B4-BE49-F238E27FC236}">
                    <a16:creationId xmlns:a16="http://schemas.microsoft.com/office/drawing/2014/main" id="{5DABFF47-86D9-23BA-C6E8-910D0E71B902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52" name="타원 51">
                <a:extLst>
                  <a:ext uri="{FF2B5EF4-FFF2-40B4-BE49-F238E27FC236}">
                    <a16:creationId xmlns:a16="http://schemas.microsoft.com/office/drawing/2014/main" id="{96D3595B-34B4-860B-611A-1B0B85713911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41B5B196-C8D7-EEBB-DB82-761ACA524A72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96F596A5-7F40-B209-ACF9-20D5E6472532}"/>
              </a:ext>
            </a:extLst>
          </p:cNvPr>
          <p:cNvGrpSpPr/>
          <p:nvPr/>
        </p:nvGrpSpPr>
        <p:grpSpPr>
          <a:xfrm>
            <a:off x="10411196" y="2759990"/>
            <a:ext cx="1404578" cy="900000"/>
            <a:chOff x="8523851" y="1625702"/>
            <a:chExt cx="1080000" cy="900000"/>
          </a:xfrm>
        </p:grpSpPr>
        <p:sp>
          <p:nvSpPr>
            <p:cNvPr id="69" name="사각형: 둥근 모서리 68">
              <a:extLst>
                <a:ext uri="{FF2B5EF4-FFF2-40B4-BE49-F238E27FC236}">
                  <a16:creationId xmlns:a16="http://schemas.microsoft.com/office/drawing/2014/main" id="{DEBD74C2-EC06-DFB7-4C77-0DAB23BC9D66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04CE143F-55AD-6725-69BB-51A99B8EA39B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73" name="사각형: 둥근 모서리 72">
                <a:extLst>
                  <a:ext uri="{FF2B5EF4-FFF2-40B4-BE49-F238E27FC236}">
                    <a16:creationId xmlns:a16="http://schemas.microsoft.com/office/drawing/2014/main" id="{305C144C-08F1-564D-3B46-C39388141835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74" name="사각형: 둥근 모서리 73">
                <a:extLst>
                  <a:ext uri="{FF2B5EF4-FFF2-40B4-BE49-F238E27FC236}">
                    <a16:creationId xmlns:a16="http://schemas.microsoft.com/office/drawing/2014/main" id="{32D2B9D7-0E88-7503-80FD-1F6682BF5614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71946330-8596-D930-1498-AEB5FFB55694}"/>
              </a:ext>
            </a:extLst>
          </p:cNvPr>
          <p:cNvSpPr txBox="1"/>
          <p:nvPr/>
        </p:nvSpPr>
        <p:spPr>
          <a:xfrm>
            <a:off x="9622996" y="1608840"/>
            <a:ext cx="2357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/>
              <a:t>③</a:t>
            </a:r>
            <a:r>
              <a:rPr lang="en-US" altLang="ko-KR"/>
              <a:t>Planning </a:t>
            </a:r>
            <a:r>
              <a:rPr lang="ko-KR" altLang="en-US"/>
              <a:t>결과</a:t>
            </a:r>
          </a:p>
        </p:txBody>
      </p:sp>
    </p:spTree>
    <p:extLst>
      <p:ext uri="{BB962C8B-B14F-4D97-AF65-F5344CB8AC3E}">
        <p14:creationId xmlns:p14="http://schemas.microsoft.com/office/powerpoint/2010/main" val="23854820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72BC3-A04B-1C81-D637-8D9B7BC49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71">
            <a:extLst>
              <a:ext uri="{FF2B5EF4-FFF2-40B4-BE49-F238E27FC236}">
                <a16:creationId xmlns:a16="http://schemas.microsoft.com/office/drawing/2014/main" id="{25E4452C-9F55-203C-163F-13A43385A2F9}"/>
              </a:ext>
            </a:extLst>
          </p:cNvPr>
          <p:cNvSpPr txBox="1"/>
          <p:nvPr/>
        </p:nvSpPr>
        <p:spPr>
          <a:xfrm>
            <a:off x="8398940" y="3515079"/>
            <a:ext cx="3314700" cy="203132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ko-KR" sz="1400"/>
              <a:t>{</a:t>
            </a:r>
            <a:r>
              <a:rPr lang="ko-KR" altLang="en-US" sz="1400"/>
              <a:t>도어 </a:t>
            </a:r>
            <a:r>
              <a:rPr lang="ko-KR" altLang="en-US" sz="1400" err="1"/>
              <a:t>체커</a:t>
            </a:r>
            <a:r>
              <a:rPr lang="en-US" altLang="ko-KR" sz="1400"/>
              <a:t>, </a:t>
            </a:r>
            <a:r>
              <a:rPr lang="ko-KR" altLang="en-US" sz="1400"/>
              <a:t>잡음</a:t>
            </a:r>
            <a:r>
              <a:rPr lang="en-US" altLang="ko-KR" sz="1400"/>
              <a:t>/</a:t>
            </a:r>
            <a:r>
              <a:rPr lang="ko-KR" altLang="en-US" sz="1400"/>
              <a:t>쥠</a:t>
            </a:r>
            <a:r>
              <a:rPr lang="en-US" altLang="ko-KR" sz="1400"/>
              <a:t>}</a:t>
            </a:r>
          </a:p>
          <a:p>
            <a:r>
              <a:rPr lang="en-US" altLang="ko-KR" sz="1400"/>
              <a:t>{</a:t>
            </a:r>
            <a:r>
              <a:rPr lang="ko-KR" altLang="en-US" sz="1400"/>
              <a:t>공구</a:t>
            </a:r>
            <a:r>
              <a:rPr lang="en-US" altLang="ko-KR" sz="1400"/>
              <a:t>, </a:t>
            </a:r>
            <a:r>
              <a:rPr lang="ko-KR" altLang="en-US" sz="1400"/>
              <a:t>잡음</a:t>
            </a:r>
            <a:r>
              <a:rPr lang="en-US" altLang="ko-KR" sz="1400"/>
              <a:t>/</a:t>
            </a:r>
            <a:r>
              <a:rPr lang="ko-KR" altLang="en-US" sz="1400"/>
              <a:t>쥠</a:t>
            </a:r>
            <a:r>
              <a:rPr lang="en-US" altLang="ko-KR" sz="1400"/>
              <a:t>}</a:t>
            </a:r>
          </a:p>
          <a:p>
            <a:r>
              <a:rPr lang="en-US" altLang="ko-KR" sz="1400"/>
              <a:t>{nut type C,</a:t>
            </a:r>
            <a:r>
              <a:rPr lang="ko-KR" altLang="en-US" sz="1400"/>
              <a:t> </a:t>
            </a:r>
            <a:r>
              <a:rPr lang="ko-KR" altLang="en-US" sz="1400" err="1"/>
              <a:t>가조립</a:t>
            </a:r>
            <a:r>
              <a:rPr lang="ko-KR" altLang="en-US" sz="1400"/>
              <a:t> </a:t>
            </a:r>
            <a:r>
              <a:rPr lang="en-US" altLang="ko-KR" sz="1400"/>
              <a:t>1}, </a:t>
            </a:r>
          </a:p>
          <a:p>
            <a:r>
              <a:rPr lang="en-US" altLang="ko-KR" sz="1400"/>
              <a:t>{nut type C </a:t>
            </a:r>
            <a:r>
              <a:rPr lang="ko-KR" altLang="en-US" sz="1400"/>
              <a:t>체결 </a:t>
            </a:r>
            <a:r>
              <a:rPr lang="en-US" altLang="ko-KR" sz="1400"/>
              <a:t>1}</a:t>
            </a:r>
          </a:p>
          <a:p>
            <a:r>
              <a:rPr lang="en-US" altLang="ko-KR" sz="1400"/>
              <a:t>{nut type C </a:t>
            </a:r>
            <a:r>
              <a:rPr lang="ko-KR" altLang="en-US" sz="1400"/>
              <a:t>체결 </a:t>
            </a:r>
            <a:r>
              <a:rPr lang="en-US" altLang="ko-KR" sz="1400"/>
              <a:t>1}</a:t>
            </a:r>
          </a:p>
          <a:p>
            <a:r>
              <a:rPr lang="en-US" altLang="ko-KR" sz="1400"/>
              <a:t>{</a:t>
            </a:r>
            <a:r>
              <a:rPr lang="ko-KR" altLang="en-US" sz="1400"/>
              <a:t>공구</a:t>
            </a:r>
            <a:r>
              <a:rPr lang="en-US" altLang="ko-KR" sz="1400"/>
              <a:t>, </a:t>
            </a:r>
            <a:r>
              <a:rPr lang="ko-KR" altLang="en-US" sz="1400"/>
              <a:t>잡음</a:t>
            </a:r>
            <a:r>
              <a:rPr lang="en-US" altLang="ko-KR" sz="1400"/>
              <a:t>/</a:t>
            </a:r>
            <a:r>
              <a:rPr lang="ko-KR" altLang="en-US" sz="1400"/>
              <a:t>쥠</a:t>
            </a:r>
            <a:r>
              <a:rPr lang="en-US" altLang="ko-KR" sz="1400"/>
              <a:t>}</a:t>
            </a:r>
          </a:p>
          <a:p>
            <a:r>
              <a:rPr lang="en-US" altLang="ko-KR" sz="1400"/>
              <a:t>{</a:t>
            </a:r>
            <a:r>
              <a:rPr lang="ko-KR" altLang="en-US" sz="1400"/>
              <a:t>볼트</a:t>
            </a:r>
            <a:r>
              <a:rPr lang="en-US" altLang="ko-KR" sz="1400"/>
              <a:t> type D </a:t>
            </a:r>
            <a:r>
              <a:rPr lang="ko-KR" altLang="en-US" sz="1400"/>
              <a:t>체결 </a:t>
            </a:r>
            <a:r>
              <a:rPr lang="en-US" altLang="ko-KR" sz="1400"/>
              <a:t>1}</a:t>
            </a:r>
          </a:p>
          <a:p>
            <a:endParaRPr lang="en-US" altLang="ko-KR" sz="1400"/>
          </a:p>
          <a:p>
            <a:endParaRPr lang="ko-KR" altLang="en-US" sz="1400"/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D3D71419-05D4-9B8B-4374-E4D03B7FB47F}"/>
              </a:ext>
            </a:extLst>
          </p:cNvPr>
          <p:cNvSpPr/>
          <p:nvPr/>
        </p:nvSpPr>
        <p:spPr>
          <a:xfrm>
            <a:off x="5397566" y="3537647"/>
            <a:ext cx="1752600" cy="1634493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Adapter</a:t>
            </a:r>
            <a:endParaRPr lang="ko-KR" altLang="en-US"/>
          </a:p>
        </p:txBody>
      </p: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ADB6F3A9-C644-6E7C-27C7-5C9C3B4FB5DA}"/>
              </a:ext>
            </a:extLst>
          </p:cNvPr>
          <p:cNvCxnSpPr>
            <a:cxnSpLocks/>
            <a:endCxn id="56" idx="1"/>
          </p:cNvCxnSpPr>
          <p:nvPr/>
        </p:nvCxnSpPr>
        <p:spPr>
          <a:xfrm flipV="1">
            <a:off x="3777247" y="4354894"/>
            <a:ext cx="1620319" cy="7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D732A310-B242-6485-7B0E-B9A8D492DA5C}"/>
              </a:ext>
            </a:extLst>
          </p:cNvPr>
          <p:cNvCxnSpPr>
            <a:cxnSpLocks/>
            <a:stCxn id="56" idx="3"/>
            <a:endCxn id="99" idx="1"/>
          </p:cNvCxnSpPr>
          <p:nvPr/>
        </p:nvCxnSpPr>
        <p:spPr>
          <a:xfrm flipV="1">
            <a:off x="7150166" y="4348682"/>
            <a:ext cx="1248774" cy="62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BF258BB4-B93A-6160-5BC7-04BEC4B93D65}"/>
              </a:ext>
            </a:extLst>
          </p:cNvPr>
          <p:cNvSpPr/>
          <p:nvPr/>
        </p:nvSpPr>
        <p:spPr>
          <a:xfrm>
            <a:off x="8398940" y="3404243"/>
            <a:ext cx="2381250" cy="1888878"/>
          </a:xfrm>
          <a:prstGeom prst="round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975C05AD-A14C-C021-7956-0560F9E98FF0}"/>
              </a:ext>
            </a:extLst>
          </p:cNvPr>
          <p:cNvSpPr/>
          <p:nvPr/>
        </p:nvSpPr>
        <p:spPr>
          <a:xfrm>
            <a:off x="8428670" y="3207101"/>
            <a:ext cx="1537277" cy="3079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공법서 형태</a:t>
            </a: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41733794-F980-34F7-5C0F-3DBB7F6484EA}"/>
              </a:ext>
            </a:extLst>
          </p:cNvPr>
          <p:cNvGraphicFramePr>
            <a:graphicFrameLocks noGrp="1"/>
          </p:cNvGraphicFramePr>
          <p:nvPr/>
        </p:nvGraphicFramePr>
        <p:xfrm>
          <a:off x="1567999" y="2176652"/>
          <a:ext cx="2586126" cy="4048888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30166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955960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4611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0635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695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⁝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8" name="그룹 17">
            <a:extLst>
              <a:ext uri="{FF2B5EF4-FFF2-40B4-BE49-F238E27FC236}">
                <a16:creationId xmlns:a16="http://schemas.microsoft.com/office/drawing/2014/main" id="{C7DC7B6A-0871-D798-1480-8983CFD5EB7D}"/>
              </a:ext>
            </a:extLst>
          </p:cNvPr>
          <p:cNvGrpSpPr/>
          <p:nvPr/>
        </p:nvGrpSpPr>
        <p:grpSpPr>
          <a:xfrm>
            <a:off x="2152702" y="3811333"/>
            <a:ext cx="1871653" cy="1620000"/>
            <a:chOff x="1700210" y="3490821"/>
            <a:chExt cx="1871653" cy="1620000"/>
          </a:xfrm>
        </p:grpSpPr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6EAAD755-C018-AE5C-6BC2-F0D27E369C22}"/>
                </a:ext>
              </a:extLst>
            </p:cNvPr>
            <p:cNvSpPr/>
            <p:nvPr/>
          </p:nvSpPr>
          <p:spPr>
            <a:xfrm>
              <a:off x="1700210" y="3490821"/>
              <a:ext cx="1871653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0F992537-7DD6-9800-927F-86A026D45420}"/>
                </a:ext>
              </a:extLst>
            </p:cNvPr>
            <p:cNvGrpSpPr/>
            <p:nvPr/>
          </p:nvGrpSpPr>
          <p:grpSpPr>
            <a:xfrm>
              <a:off x="2604676" y="3624088"/>
              <a:ext cx="915762" cy="1353467"/>
              <a:chOff x="7611203" y="3055963"/>
              <a:chExt cx="591601" cy="1353467"/>
            </a:xfrm>
          </p:grpSpPr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7650DBDE-5F17-BCB1-9DC4-9C1763D7479A}"/>
                  </a:ext>
                </a:extLst>
              </p:cNvPr>
              <p:cNvSpPr/>
              <p:nvPr/>
            </p:nvSpPr>
            <p:spPr>
              <a:xfrm>
                <a:off x="7611209" y="3552697"/>
                <a:ext cx="591595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29" name="타원 28">
                <a:extLst>
                  <a:ext uri="{FF2B5EF4-FFF2-40B4-BE49-F238E27FC236}">
                    <a16:creationId xmlns:a16="http://schemas.microsoft.com/office/drawing/2014/main" id="{A7F27381-BE69-160F-62A8-03960354BD01}"/>
                  </a:ext>
                </a:extLst>
              </p:cNvPr>
              <p:cNvSpPr/>
              <p:nvPr/>
            </p:nvSpPr>
            <p:spPr>
              <a:xfrm>
                <a:off x="7611204" y="3055963"/>
                <a:ext cx="591595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96D6758E-FB9F-A686-B970-739A30980E73}"/>
                  </a:ext>
                </a:extLst>
              </p:cNvPr>
              <p:cNvSpPr/>
              <p:nvPr/>
            </p:nvSpPr>
            <p:spPr>
              <a:xfrm>
                <a:off x="7611203" y="4049430"/>
                <a:ext cx="591595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7E2E52A-3070-C155-DB00-90510FBA4320}"/>
              </a:ext>
            </a:extLst>
          </p:cNvPr>
          <p:cNvGrpSpPr/>
          <p:nvPr/>
        </p:nvGrpSpPr>
        <p:grpSpPr>
          <a:xfrm>
            <a:off x="2152704" y="2720395"/>
            <a:ext cx="1871646" cy="900000"/>
            <a:chOff x="1700212" y="2399883"/>
            <a:chExt cx="1871646" cy="900000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925E9334-0111-460D-E14A-986DF31F903F}"/>
                </a:ext>
              </a:extLst>
            </p:cNvPr>
            <p:cNvSpPr/>
            <p:nvPr/>
          </p:nvSpPr>
          <p:spPr>
            <a:xfrm>
              <a:off x="1700212" y="2399883"/>
              <a:ext cx="1871646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AA2B238C-0487-D25D-6A78-5978EE75C418}"/>
                </a:ext>
              </a:extLst>
            </p:cNvPr>
            <p:cNvGrpSpPr/>
            <p:nvPr/>
          </p:nvGrpSpPr>
          <p:grpSpPr>
            <a:xfrm>
              <a:off x="2599766" y="2526327"/>
              <a:ext cx="854431" cy="647113"/>
              <a:chOff x="8999348" y="2668919"/>
              <a:chExt cx="510980" cy="647113"/>
            </a:xfrm>
          </p:grpSpPr>
          <p:sp>
            <p:nvSpPr>
              <p:cNvPr id="37" name="사각형: 둥근 모서리 36">
                <a:extLst>
                  <a:ext uri="{FF2B5EF4-FFF2-40B4-BE49-F238E27FC236}">
                    <a16:creationId xmlns:a16="http://schemas.microsoft.com/office/drawing/2014/main" id="{C085242A-3653-9927-BA1B-422FE32D5713}"/>
                  </a:ext>
                </a:extLst>
              </p:cNvPr>
              <p:cNvSpPr/>
              <p:nvPr/>
            </p:nvSpPr>
            <p:spPr>
              <a:xfrm>
                <a:off x="8999348" y="2668919"/>
                <a:ext cx="510978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39" name="사각형: 둥근 모서리 38">
                <a:extLst>
                  <a:ext uri="{FF2B5EF4-FFF2-40B4-BE49-F238E27FC236}">
                    <a16:creationId xmlns:a16="http://schemas.microsoft.com/office/drawing/2014/main" id="{82A8BE7C-EC5D-E1D3-F642-8ACD89CC2782}"/>
                  </a:ext>
                </a:extLst>
              </p:cNvPr>
              <p:cNvSpPr/>
              <p:nvPr/>
            </p:nvSpPr>
            <p:spPr>
              <a:xfrm>
                <a:off x="8999349" y="3064032"/>
                <a:ext cx="510979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638DB4A4-2CD7-A603-D9ED-350E7D7E3AEB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1">
            <a:extLst>
              <a:ext uri="{FF2B5EF4-FFF2-40B4-BE49-F238E27FC236}">
                <a16:creationId xmlns:a16="http://schemas.microsoft.com/office/drawing/2014/main" id="{32D886E4-F1CB-1244-C366-E677FB7A9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AD2FCD8-FF9D-FDA9-A604-4DBA4BD5E8DC}"/>
              </a:ext>
            </a:extLst>
          </p:cNvPr>
          <p:cNvSpPr txBox="1"/>
          <p:nvPr/>
        </p:nvSpPr>
        <p:spPr>
          <a:xfrm>
            <a:off x="350982" y="716826"/>
            <a:ext cx="12542982" cy="1311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dirty="0">
                <a:ea typeface="맑은 고딕"/>
              </a:rPr>
              <a:t>어댑터</a:t>
            </a:r>
            <a:endParaRPr lang="en-US" altLang="ko-KR" dirty="0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>
                <a:latin typeface="맑은 고딕"/>
                <a:ea typeface="맑은 고딕"/>
              </a:rPr>
              <a:t>	</a:t>
            </a:r>
            <a:r>
              <a:rPr lang="ko-KR" altLang="en-US" sz="1400" dirty="0"/>
              <a:t>타입 매칭 결과를 </a:t>
            </a:r>
            <a:r>
              <a:rPr lang="en-US" altLang="ko-KR" sz="1400" dirty="0"/>
              <a:t>Planning</a:t>
            </a:r>
            <a:r>
              <a:rPr lang="ko-KR" altLang="en-US" sz="1400" dirty="0"/>
              <a:t>결과 순서대로 공법서 형태로 바꿔 줌</a:t>
            </a:r>
            <a:endParaRPr lang="en-US" altLang="ko-KR" sz="1400" dirty="0"/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/>
              <a:t>	Rule checker, Knowledge base</a:t>
            </a:r>
            <a:r>
              <a:rPr lang="ko-KR" altLang="en-US" sz="1400" dirty="0"/>
              <a:t>를 활용해 변환 모듈을 개발</a:t>
            </a:r>
            <a:r>
              <a:rPr lang="en-US" altLang="ko-KR" sz="1400" dirty="0"/>
              <a:t>.</a:t>
            </a: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/>
              <a:t>	</a:t>
            </a:r>
            <a:r>
              <a:rPr lang="ko-KR" altLang="en-US" sz="1400" dirty="0"/>
              <a:t>충분한 데이터가 쌓이면 신규 </a:t>
            </a:r>
            <a:r>
              <a:rPr lang="en-US" altLang="ko-KR" sz="1400" dirty="0"/>
              <a:t>type</a:t>
            </a:r>
            <a:r>
              <a:rPr lang="ko-KR" altLang="en-US" sz="1400" dirty="0"/>
              <a:t> 매칭에 대한 변환도 </a:t>
            </a:r>
            <a:r>
              <a:rPr lang="en-US" altLang="ko-KR" sz="1400" dirty="0"/>
              <a:t>LLM</a:t>
            </a:r>
            <a:r>
              <a:rPr lang="ko-KR" altLang="en-US" sz="1400" dirty="0"/>
              <a:t>을 이용해 추천 가능</a:t>
            </a:r>
            <a:endParaRPr lang="en-US" altLang="ko-KR" sz="1400" dirty="0">
              <a:ea typeface="맑은 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B0C6A8-132A-743D-5D64-38BD3A39EFD1}"/>
              </a:ext>
            </a:extLst>
          </p:cNvPr>
          <p:cNvSpPr txBox="1"/>
          <p:nvPr/>
        </p:nvSpPr>
        <p:spPr>
          <a:xfrm>
            <a:off x="350982" y="309479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00" b="1">
                <a:latin typeface="맑은 고딕" panose="020B0503020000020004" pitchFamily="50" charset="-127"/>
                <a:ea typeface="맑은 고딕" panose="020B0503020000020004" pitchFamily="50" charset="-127"/>
              </a:rPr>
              <a:t>공법서 변환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671537E-B6A4-11BA-3F4B-B886FDDB6108}"/>
              </a:ext>
            </a:extLst>
          </p:cNvPr>
          <p:cNvSpPr/>
          <p:nvPr/>
        </p:nvSpPr>
        <p:spPr>
          <a:xfrm>
            <a:off x="2288216" y="2846839"/>
            <a:ext cx="634267" cy="252000"/>
          </a:xfrm>
          <a:prstGeom prst="roundRect">
            <a:avLst/>
          </a:prstGeom>
          <a:solidFill>
            <a:srgbClr val="E971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프론트 도어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5D8556E-D247-702B-5488-6345F9148AC4}"/>
              </a:ext>
            </a:extLst>
          </p:cNvPr>
          <p:cNvSpPr/>
          <p:nvPr/>
        </p:nvSpPr>
        <p:spPr>
          <a:xfrm>
            <a:off x="2281293" y="3232106"/>
            <a:ext cx="634267" cy="252000"/>
          </a:xfrm>
          <a:prstGeom prst="round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도어</a:t>
            </a:r>
            <a:endParaRPr lang="en-US" altLang="ko-KR" sz="800"/>
          </a:p>
          <a:p>
            <a:pPr algn="ctr"/>
            <a:r>
              <a:rPr lang="ko-KR" altLang="en-US" sz="800" err="1"/>
              <a:t>체커</a:t>
            </a:r>
            <a:endParaRPr lang="ko-KR" altLang="en-US" sz="80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96B69B0-ABEF-BD3D-60D0-2348D44945F0}"/>
              </a:ext>
            </a:extLst>
          </p:cNvPr>
          <p:cNvSpPr/>
          <p:nvPr/>
        </p:nvSpPr>
        <p:spPr>
          <a:xfrm>
            <a:off x="2281293" y="4495333"/>
            <a:ext cx="634267" cy="252000"/>
          </a:xfrm>
          <a:prstGeom prst="round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도어</a:t>
            </a:r>
            <a:endParaRPr lang="en-US" altLang="ko-KR" sz="800"/>
          </a:p>
          <a:p>
            <a:pPr algn="ctr"/>
            <a:r>
              <a:rPr lang="ko-KR" altLang="en-US" sz="800" err="1"/>
              <a:t>체커</a:t>
            </a:r>
            <a:endParaRPr lang="ko-KR" altLang="en-US" sz="80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1BE66FD-E5F7-76CA-4BD4-C10112F961D4}"/>
              </a:ext>
            </a:extLst>
          </p:cNvPr>
          <p:cNvSpPr/>
          <p:nvPr/>
        </p:nvSpPr>
        <p:spPr>
          <a:xfrm>
            <a:off x="2287788" y="3998600"/>
            <a:ext cx="634267" cy="252000"/>
          </a:xfrm>
          <a:prstGeom prst="roundRect">
            <a:avLst/>
          </a:prstGeom>
          <a:solidFill>
            <a:srgbClr val="A02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바디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940F7860-AD62-6C38-EBC3-7BB9AC8E394D}"/>
              </a:ext>
            </a:extLst>
          </p:cNvPr>
          <p:cNvSpPr/>
          <p:nvPr/>
        </p:nvSpPr>
        <p:spPr>
          <a:xfrm>
            <a:off x="2287789" y="5010317"/>
            <a:ext cx="634267" cy="252000"/>
          </a:xfrm>
          <a:prstGeom prst="roundRect">
            <a:avLst/>
          </a:prstGeom>
          <a:solidFill>
            <a:srgbClr val="A02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볼트</a:t>
            </a:r>
          </a:p>
        </p:txBody>
      </p:sp>
    </p:spTree>
    <p:extLst>
      <p:ext uri="{BB962C8B-B14F-4D97-AF65-F5344CB8AC3E}">
        <p14:creationId xmlns:p14="http://schemas.microsoft.com/office/powerpoint/2010/main" val="2863550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랩실 세미나 테마">
  <a:themeElements>
    <a:clrScheme name="RwHL">
      <a:dk1>
        <a:srgbClr val="000000"/>
      </a:dk1>
      <a:lt1>
        <a:srgbClr val="FFFFFF"/>
      </a:lt1>
      <a:dk2>
        <a:srgbClr val="1A1A1A"/>
      </a:dk2>
      <a:lt2>
        <a:srgbClr val="E7E6E6"/>
      </a:lt2>
      <a:accent1>
        <a:srgbClr val="2EA7E0"/>
      </a:accent1>
      <a:accent2>
        <a:srgbClr val="F39800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맑은 고딕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랩실 세미나 테마" id="{ADBF47F5-DCD1-41E4-AA7D-A0F60C787FA3}" vid="{272CD9C2-6C2F-4141-A84D-DEA0DAD8A02D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1742</Words>
  <Application>Microsoft Office PowerPoint</Application>
  <PresentationFormat>와이드스크린</PresentationFormat>
  <Paragraphs>414</Paragraphs>
  <Slides>22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22</vt:i4>
      </vt:variant>
    </vt:vector>
  </HeadingPairs>
  <TitlesOfParts>
    <vt:vector size="29" baseType="lpstr">
      <vt:lpstr>Noto Sans Symbols</vt:lpstr>
      <vt:lpstr>맑은 고딕</vt:lpstr>
      <vt:lpstr>Arial</vt:lpstr>
      <vt:lpstr>Calibri</vt:lpstr>
      <vt:lpstr>Wingdings</vt:lpstr>
      <vt:lpstr>Office 테마</vt:lpstr>
      <vt:lpstr>랩실 세미나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Sangwoo kim</cp:lastModifiedBy>
  <cp:revision>197</cp:revision>
  <dcterms:modified xsi:type="dcterms:W3CDTF">2025-11-20T01:50:07Z</dcterms:modified>
</cp:coreProperties>
</file>