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832" r:id="rId2"/>
  </p:sldMasterIdLst>
  <p:notesMasterIdLst>
    <p:notesMasterId r:id="rId12"/>
  </p:notesMasterIdLst>
  <p:sldIdLst>
    <p:sldId id="256" r:id="rId3"/>
    <p:sldId id="2428" r:id="rId4"/>
    <p:sldId id="2419" r:id="rId5"/>
    <p:sldId id="2420" r:id="rId6"/>
    <p:sldId id="2411" r:id="rId7"/>
    <p:sldId id="2423" r:id="rId8"/>
    <p:sldId id="2422" r:id="rId9"/>
    <p:sldId id="2426" r:id="rId10"/>
    <p:sldId id="336" r:id="rId11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7D1"/>
    <a:srgbClr val="FF79A9"/>
    <a:srgbClr val="FF8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26" autoAdjust="0"/>
    <p:restoredTop sz="86182" autoAdjust="0"/>
  </p:normalViewPr>
  <p:slideViewPr>
    <p:cSldViewPr snapToGrid="0">
      <p:cViewPr varScale="1">
        <p:scale>
          <a:sx n="137" d="100"/>
          <a:sy n="137" d="100"/>
        </p:scale>
        <p:origin x="7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3FC5F-5702-4B0B-B5D5-496E779B1FCF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E5BC6-F1F5-4DA6-8AEE-4D42C0373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427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</a:t>
            </a:fld>
            <a:endParaRPr lang="en-US" altLang="ko-KR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ko-KR" dirty="0"/>
              <a:t>2</a:t>
            </a:r>
            <a:r>
              <a:rPr lang="ko-KR" altLang="en-US" dirty="0"/>
              <a:t>가지 요청 사항</a:t>
            </a:r>
          </a:p>
          <a:p>
            <a:pPr eaLnBrk="1" hangingPunct="1"/>
            <a:r>
              <a:rPr lang="en-US" altLang="ko-KR" dirty="0"/>
              <a:t>- </a:t>
            </a:r>
            <a:r>
              <a:rPr lang="ko-KR" altLang="en-US" dirty="0"/>
              <a:t>기존의 </a:t>
            </a:r>
            <a:r>
              <a:rPr lang="en-US" altLang="ko-KR" dirty="0"/>
              <a:t>3D </a:t>
            </a:r>
            <a:r>
              <a:rPr lang="ko-KR" altLang="en-US" dirty="0"/>
              <a:t>도면 활용한 기술개발을 접근 했다가</a:t>
            </a:r>
            <a:r>
              <a:rPr lang="en-US" altLang="ko-KR" dirty="0"/>
              <a:t>, </a:t>
            </a:r>
            <a:r>
              <a:rPr lang="ko-KR" altLang="en-US" dirty="0"/>
              <a:t>현재 </a:t>
            </a:r>
            <a:r>
              <a:rPr lang="ko-KR" altLang="en-US" dirty="0" err="1"/>
              <a:t>심볼릭으로</a:t>
            </a:r>
            <a:r>
              <a:rPr lang="ko-KR" altLang="en-US" dirty="0"/>
              <a:t> 바꾸었는데</a:t>
            </a:r>
            <a:r>
              <a:rPr lang="en-US" altLang="ko-KR" dirty="0"/>
              <a:t>, </a:t>
            </a:r>
            <a:r>
              <a:rPr lang="ko-KR" altLang="en-US" dirty="0"/>
              <a:t>왜 바꾸었는지에 대한 이유 왜 중간다리를 놓게 되었는데</a:t>
            </a:r>
            <a:r>
              <a:rPr lang="en-US" altLang="ko-KR" dirty="0"/>
              <a:t>, </a:t>
            </a:r>
            <a:r>
              <a:rPr lang="ko-KR" altLang="en-US" dirty="0"/>
              <a:t>왜 먼저 </a:t>
            </a:r>
            <a:r>
              <a:rPr lang="ko-KR" altLang="en-US" dirty="0" err="1"/>
              <a:t>심볼릭으로</a:t>
            </a:r>
            <a:r>
              <a:rPr lang="ko-KR" altLang="en-US" dirty="0"/>
              <a:t> 접근하게 되었는가</a:t>
            </a:r>
            <a:r>
              <a:rPr lang="en-US" altLang="ko-KR" dirty="0"/>
              <a:t>?</a:t>
            </a:r>
          </a:p>
          <a:p>
            <a:pPr eaLnBrk="1" hangingPunct="1"/>
            <a:r>
              <a:rPr lang="ko-KR" altLang="en-US" dirty="0"/>
              <a:t>애로사항들이 많아서</a:t>
            </a:r>
            <a:r>
              <a:rPr lang="en-US" altLang="ko-KR" dirty="0"/>
              <a:t>, </a:t>
            </a:r>
            <a:r>
              <a:rPr lang="ko-KR" altLang="en-US" dirty="0" err="1"/>
              <a:t>심볼릭으로</a:t>
            </a:r>
            <a:r>
              <a:rPr lang="ko-KR" altLang="en-US" dirty="0"/>
              <a:t> 먼저 접근하게 됨</a:t>
            </a:r>
            <a:r>
              <a:rPr lang="en-US" altLang="ko-KR" dirty="0"/>
              <a:t>.</a:t>
            </a:r>
          </a:p>
          <a:p>
            <a:pPr eaLnBrk="1" hangingPunct="1"/>
            <a:r>
              <a:rPr lang="ko-KR" altLang="en-US" dirty="0"/>
              <a:t>기존의 보고에서 왜 </a:t>
            </a:r>
            <a:r>
              <a:rPr lang="ko-KR" altLang="en-US" dirty="0" err="1"/>
              <a:t>심볼릭으로</a:t>
            </a:r>
            <a:r>
              <a:rPr lang="ko-KR" altLang="en-US" dirty="0"/>
              <a:t> 오게 되었는지 보고 받으시는 분이 자연스럽게 연결되며 이해하실 수 있는 자료가 필요함</a:t>
            </a:r>
            <a:r>
              <a:rPr lang="en-US" altLang="ko-KR" dirty="0"/>
              <a:t>.</a:t>
            </a:r>
          </a:p>
          <a:p>
            <a:pPr marL="171450" indent="-171450" eaLnBrk="1" hangingPunct="1">
              <a:buFontTx/>
              <a:buChar char="-"/>
            </a:pPr>
            <a:r>
              <a:rPr lang="en-US" altLang="ko-KR" dirty="0"/>
              <a:t>LLM</a:t>
            </a:r>
            <a:r>
              <a:rPr lang="ko-KR" altLang="en-US" dirty="0"/>
              <a:t>의 활용 방식 역할이</a:t>
            </a:r>
            <a:r>
              <a:rPr lang="en-US" altLang="ko-KR" dirty="0"/>
              <a:t>, </a:t>
            </a:r>
            <a:r>
              <a:rPr lang="ko-KR" altLang="en-US" dirty="0"/>
              <a:t>새로운 시스템에서 어떻게 달리지는 가</a:t>
            </a:r>
            <a:r>
              <a:rPr lang="en-US" altLang="ko-KR" dirty="0"/>
              <a:t>. </a:t>
            </a:r>
          </a:p>
          <a:p>
            <a:pPr marL="171450" indent="-171450" eaLnBrk="1" hangingPunct="1">
              <a:buFontTx/>
              <a:buChar char="-"/>
            </a:pPr>
            <a:endParaRPr lang="ko-KR" altLang="ko-K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4157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알고리즘 상세 내용은 첨부로 구분하는 것은 어떨지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30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9781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DF0D1-1EB4-5E7B-72DD-1C2261D73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D1F651-F07C-A7B6-36B8-BACD68C76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56958A-0B74-BBF0-D45E-E38DF747B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1A66E8-266C-26D5-6A70-EFB46BDE8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5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590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A0FEF-F757-893C-D810-AA6D753B6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7C533E-50A5-7B54-E6F2-87D622D8F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969EBA-E085-BC0A-A315-C697621D6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F064DB-777F-EF50-1C5F-BC0CBB9324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6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8894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52EFF-38C7-910F-C647-633B98311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24740D-AC62-B1C2-46A7-330613F19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5AE463-D223-2999-2882-3779213CE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0F4E0D-D872-938A-B50E-715FD1237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7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4320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03516-30BA-D5F1-0A85-F263A250F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05EB3C-F97B-E7FE-EF91-1245743DA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84574E-5BB7-6D11-B43A-8BBF9DB50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뒷</a:t>
            </a:r>
            <a:r>
              <a:rPr lang="ko-KR" altLang="en-US" dirty="0"/>
              <a:t> 배경 음영을 따서 표시하면 좋을 듯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6A971D-C36F-C98B-F5C7-D8989352DC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8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8395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“</a:t>
            </a:r>
            <a:r>
              <a:rPr lang="ko-KR" altLang="en-US" dirty="0"/>
              <a:t>공법서 형태</a:t>
            </a:r>
            <a:r>
              <a:rPr lang="en-US" altLang="ko-KR" dirty="0"/>
              <a:t>”</a:t>
            </a:r>
            <a:r>
              <a:rPr lang="ko-KR" altLang="en-US" dirty="0"/>
              <a:t> 라는 점을 좀더 확실하게 설명이 필요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540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274BB-C19D-D2A3-764D-F5D000F2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77933B-BACF-4C33-2393-C5E4B72A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CEEB14-2AB1-CD36-5FA9-74AB544AA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80ED85-F358-0BB9-6341-58563E1B1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8F2EE-262E-6EE1-F2A5-C50A3A48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98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C9558-B69D-6D5D-4E65-FCE4D4849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E5D0F7-7F26-8901-DC6F-D0E102B05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A1FC4-EB5B-1019-B7E6-CD96B1A1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7931DE-356D-E77B-EA7A-7162EA3B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FB41C5-AE60-EBB5-D54F-C7EAC0F4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884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01EEF-1AF5-9740-C0CA-85E9EF5B7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4F660E-4E44-0921-ED96-5FB51704C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8E6C25-C63E-AB53-B27E-1E7A2C70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F266FC-4E4E-205B-F3D2-D5115534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595E7C-3C81-7567-2267-F10AAC9C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60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74204-F6D6-5238-A556-7C426F35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636576-CA3C-6609-B688-CBCD4A5DE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023D3A-127E-0A3E-A351-CA47B3DA2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DFB231-4E69-3ED6-364B-B7ADA146A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9000AD-77BA-635B-61F8-49632EB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2AC710-D345-B3EA-28BF-DAA278B02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57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92C63-332D-614F-CC15-B72D5A0AB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61CCF3-0E20-F62C-C116-2BBD0C619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87FF96-BD66-9BFA-31B6-7920F7CD3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A292BB-9769-06B9-5792-A6375731F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5E7107-D959-BD60-4529-CC7D151A5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09FD17-A170-4CD6-6B81-984D8B5E4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9A735C-E736-576D-3C63-5310D3FE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96F1DA-C6EC-BA8D-D41A-87E0F974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92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9D7CA-6C64-8383-E6E8-1048CD6CB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63DA2C-5A4C-2D83-80F5-7E2A8833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45B4DA-B1AE-7FFD-C9A4-CF4EF8AB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6765EA-D923-2388-513D-C31849FE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46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5F7BFA-74BB-D0B8-0445-9822AFA4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3E65EB-200A-471B-BCAD-3F39D5CE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2E625-9E4C-3A57-D5A7-13A887A4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58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1C026-4A44-D119-90AB-56955D384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3814D-02A5-DA03-C0DD-7D22CB6A7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FC3840-D21D-A154-D28E-AFAF88642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460933-2E6C-139A-305D-102D7357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CCEA99-2149-CF72-0946-273CEE36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2B1F4E-EBFE-EBFE-8765-F5E0F9AB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38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25D45-611B-D7CE-8CE7-201EB0186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1290AA-F1F2-28FB-12D6-070E3F8CA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4EC16D-3337-CCCA-233C-AC4F97848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29C3CF-3166-0132-EF7D-BAFD1CA0F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BA61DC-C9B9-08B2-F16D-8428995E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3B8224-4FDD-58D4-8357-BE1F65B3B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14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796AD-EB9A-6505-E2BD-6A8080D15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2FD6B3-80E5-0F64-790C-DC37B1E39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22BB0-DE8E-20BE-6C10-0A329904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602798-ACBB-F039-C7E5-A58EF970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07E35D-0A98-32DB-C772-71F4D480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67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70B8E79-FFF1-440F-8AEC-1890247B09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681B5A-F0D2-0F77-38E4-C32A30809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4CC2C9-A7D3-84E2-0093-B61881DD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BCB6ED-48C3-9B9D-6D79-0006F349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7B91F-F134-FB63-0C86-FF31E6B49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57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004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8455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11714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18" name="Google Shape;18;p25"/>
          <p:cNvCxnSpPr/>
          <p:nvPr/>
        </p:nvCxnSpPr>
        <p:spPr>
          <a:xfrm>
            <a:off x="2344271" y="3057895"/>
            <a:ext cx="750347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25"/>
          <p:cNvSpPr txBox="1">
            <a:spLocks noGrp="1"/>
          </p:cNvSpPr>
          <p:nvPr>
            <p:ph type="body" idx="1"/>
          </p:nvPr>
        </p:nvSpPr>
        <p:spPr>
          <a:xfrm>
            <a:off x="838200" y="3162971"/>
            <a:ext cx="10515598" cy="2078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192872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487" lvl="2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469093B8-7EAC-7220-15C0-3FC80B248F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0896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1_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35414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C5D93729-6095-90F7-E9BF-C144C8067D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9516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3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25" name="Google Shape;25;p26"/>
          <p:cNvSpPr txBox="1">
            <a:spLocks noGrp="1"/>
          </p:cNvSpPr>
          <p:nvPr>
            <p:ph type="body" idx="1"/>
          </p:nvPr>
        </p:nvSpPr>
        <p:spPr>
          <a:xfrm>
            <a:off x="147600" y="874336"/>
            <a:ext cx="11890800" cy="5377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22859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21430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/>
            </a:lvl2pPr>
            <a:lvl3pPr marL="771487" lvl="2" indent="-20001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788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908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38B9D78-07D9-6EC3-5A7E-759306BFD7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6131" y="1155700"/>
            <a:ext cx="10599738" cy="4667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1705796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36798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8582873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C3B3236C-5B2B-4117-BA69-4EA0237DFE96}" type="datetime1">
              <a:rPr lang="ko-KR" altLang="en-US" smtClean="0"/>
              <a:t>2025-11-24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44898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2653975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1584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C08EAAD-B637-40EB-9DC8-1ECAB49B323D}" type="datetime1">
              <a:rPr lang="ko-KR" altLang="en-US" smtClean="0"/>
              <a:t>2025-11-24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4794648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794648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5998" y="1047553"/>
            <a:ext cx="5144545" cy="35357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8"/>
            <a:ext cx="5144544" cy="353574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25171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5522436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5522436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59672" y="1246161"/>
            <a:ext cx="5462620" cy="3754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79039" y="1234156"/>
            <a:ext cx="5462618" cy="375435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69489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AAA8E08B-129E-4F93-B846-00D2C0812368}" type="datetime1">
              <a:rPr lang="ko-KR" altLang="en-US" smtClean="0"/>
              <a:t>2025-11-24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9818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84283" y="1223040"/>
            <a:ext cx="5263434" cy="29606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1"/>
            <a:ext cx="5263433" cy="29606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86262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1B6E0DAD-78D5-4684-95D4-0BB1FE5B7025}" type="datetime1">
              <a:rPr lang="ko-KR" altLang="en-US" smtClean="0"/>
              <a:t>2025-11-24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7717" y="1223039"/>
            <a:ext cx="5400001" cy="39599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0"/>
            <a:ext cx="5400000" cy="396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46719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01936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506F4A-6AAC-F214-DC58-DF871161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24461F-B59C-96AD-D1AD-7FC2A271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0D7F3D-996F-2B9F-74C6-E7D87C6A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2007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24474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41EA8F-3ADE-2E8F-560B-6E6794F03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715929-BB41-B14E-00F0-6DA1D6112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DFD1E-22B2-7A92-9E99-CEC49AA27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89DE5B-460E-68BF-D0FA-89C10FFE4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B50689-F13D-D12D-09A3-F716F13A0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53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3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3801687" y="6356360"/>
            <a:ext cx="45886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ko-KR" altLang="en-US"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6106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5970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  <p:sldLayoutId id="2147483848" r:id="rId16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+mj-ea"/>
          <a:ea typeface="+mj-ea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맑은 고딕" panose="020B0503020000020004" pitchFamily="34" charset="-127"/>
          <a:ea typeface="맑은 고딕" panose="020B0503020000020004" pitchFamily="34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microsoft.com/office/2007/relationships/hdphoto" Target="../media/hdphoto1.wdp"/><Relationship Id="rId2" Type="http://schemas.openxmlformats.org/officeDocument/2006/relationships/notesSlide" Target="../notesSlides/notesSlide2.xml"/><Relationship Id="rId16" Type="http://schemas.microsoft.com/office/2007/relationships/hdphoto" Target="../media/hdphoto3.wdp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5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20.pn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/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/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/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/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/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/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/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/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/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심볼릭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플레너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기본 원리 설명 자료</a:t>
            </a:r>
          </a:p>
        </p:txBody>
      </p: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/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/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/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/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458387A-067E-7178-BE1A-353E928E5F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364411A4-903D-12C4-1A7D-B3E472C5BD56}"/>
              </a:ext>
            </a:extLst>
          </p:cNvPr>
          <p:cNvSpPr/>
          <p:nvPr/>
        </p:nvSpPr>
        <p:spPr>
          <a:xfrm>
            <a:off x="381359" y="2807577"/>
            <a:ext cx="5592698" cy="3879364"/>
          </a:xfrm>
          <a:prstGeom prst="roundRect">
            <a:avLst>
              <a:gd name="adj" fmla="val 3596"/>
            </a:avLst>
          </a:prstGeom>
          <a:noFill/>
          <a:ln w="28575">
            <a:solidFill>
              <a:srgbClr val="92D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171AB6D-2856-99ED-73A1-46D794F1A180}"/>
              </a:ext>
            </a:extLst>
          </p:cNvPr>
          <p:cNvGrpSpPr/>
          <p:nvPr/>
        </p:nvGrpSpPr>
        <p:grpSpPr>
          <a:xfrm>
            <a:off x="194878" y="900719"/>
            <a:ext cx="5779179" cy="1467972"/>
            <a:chOff x="200673" y="5331999"/>
            <a:chExt cx="5842833" cy="1467972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68F7869E-661C-C42D-B0B8-FB9A34585B5E}"/>
                </a:ext>
              </a:extLst>
            </p:cNvPr>
            <p:cNvGrpSpPr/>
            <p:nvPr/>
          </p:nvGrpSpPr>
          <p:grpSpPr>
            <a:xfrm>
              <a:off x="923343" y="5598359"/>
              <a:ext cx="2630072" cy="1201612"/>
              <a:chOff x="1211346" y="5744659"/>
              <a:chExt cx="1916951" cy="1201612"/>
            </a:xfrm>
          </p:grpSpPr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565AE8B6-2240-8B55-E72E-CC0F371ED867}"/>
                  </a:ext>
                </a:extLst>
              </p:cNvPr>
              <p:cNvGrpSpPr/>
              <p:nvPr/>
            </p:nvGrpSpPr>
            <p:grpSpPr>
              <a:xfrm>
                <a:off x="1652753" y="5744659"/>
                <a:ext cx="1115416" cy="689120"/>
                <a:chOff x="1299418" y="1152609"/>
                <a:chExt cx="1544859" cy="1004487"/>
              </a:xfrm>
            </p:grpSpPr>
            <p:grpSp>
              <p:nvGrpSpPr>
                <p:cNvPr id="28" name="그룹 27">
                  <a:extLst>
                    <a:ext uri="{FF2B5EF4-FFF2-40B4-BE49-F238E27FC236}">
                      <a16:creationId xmlns:a16="http://schemas.microsoft.com/office/drawing/2014/main" id="{4A2CC8DF-3828-AA06-73B6-5C8AA9BC9330}"/>
                    </a:ext>
                  </a:extLst>
                </p:cNvPr>
                <p:cNvGrpSpPr/>
                <p:nvPr/>
              </p:nvGrpSpPr>
              <p:grpSpPr>
                <a:xfrm>
                  <a:off x="1299418" y="1152609"/>
                  <a:ext cx="1544859" cy="265485"/>
                  <a:chOff x="6736302" y="1760258"/>
                  <a:chExt cx="5226969" cy="969351"/>
                </a:xfrm>
              </p:grpSpPr>
              <p:sp>
                <p:nvSpPr>
                  <p:cNvPr id="45" name="타원 44">
                    <a:extLst>
                      <a:ext uri="{FF2B5EF4-FFF2-40B4-BE49-F238E27FC236}">
                        <a16:creationId xmlns:a16="http://schemas.microsoft.com/office/drawing/2014/main" id="{591B8399-22D1-ABE6-A123-258A9CFBFB52}"/>
                      </a:ext>
                    </a:extLst>
                  </p:cNvPr>
                  <p:cNvSpPr/>
                  <p:nvPr/>
                </p:nvSpPr>
                <p:spPr>
                  <a:xfrm>
                    <a:off x="8860446" y="2062192"/>
                    <a:ext cx="1505785" cy="530042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46" name="타원 45">
                    <a:extLst>
                      <a:ext uri="{FF2B5EF4-FFF2-40B4-BE49-F238E27FC236}">
                        <a16:creationId xmlns:a16="http://schemas.microsoft.com/office/drawing/2014/main" id="{D1FA57CF-C070-64E7-A82B-1BEC9EB468F4}"/>
                      </a:ext>
                    </a:extLst>
                  </p:cNvPr>
                  <p:cNvSpPr/>
                  <p:nvPr/>
                </p:nvSpPr>
                <p:spPr>
                  <a:xfrm>
                    <a:off x="10573205" y="2100664"/>
                    <a:ext cx="1390066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cxnSp>
                <p:nvCxnSpPr>
                  <p:cNvPr id="47" name="직선 연결선 46">
                    <a:extLst>
                      <a:ext uri="{FF2B5EF4-FFF2-40B4-BE49-F238E27FC236}">
                        <a16:creationId xmlns:a16="http://schemas.microsoft.com/office/drawing/2014/main" id="{8266E62E-55E5-3509-FC15-6E0D8D4D55AA}"/>
                      </a:ext>
                    </a:extLst>
                  </p:cNvPr>
                  <p:cNvCxnSpPr>
                    <a:cxnSpLocks/>
                    <a:endCxn id="45" idx="2"/>
                  </p:cNvCxnSpPr>
                  <p:nvPr/>
                </p:nvCxnSpPr>
                <p:spPr>
                  <a:xfrm flipV="1">
                    <a:off x="8642340" y="2327213"/>
                    <a:ext cx="218106" cy="8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직선 연결선 47">
                    <a:extLst>
                      <a:ext uri="{FF2B5EF4-FFF2-40B4-BE49-F238E27FC236}">
                        <a16:creationId xmlns:a16="http://schemas.microsoft.com/office/drawing/2014/main" id="{E358F423-7FDA-1EF7-9366-CFFA41687598}"/>
                      </a:ext>
                    </a:extLst>
                  </p:cNvPr>
                  <p:cNvCxnSpPr>
                    <a:cxnSpLocks/>
                    <a:stCxn id="46" idx="2"/>
                    <a:endCxn id="45" idx="6"/>
                  </p:cNvCxnSpPr>
                  <p:nvPr/>
                </p:nvCxnSpPr>
                <p:spPr>
                  <a:xfrm flipH="1">
                    <a:off x="10366230" y="2324121"/>
                    <a:ext cx="206975" cy="3093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49" name="그룹 48">
                    <a:extLst>
                      <a:ext uri="{FF2B5EF4-FFF2-40B4-BE49-F238E27FC236}">
                        <a16:creationId xmlns:a16="http://schemas.microsoft.com/office/drawing/2014/main" id="{CEDD8FA0-F248-D198-F4B9-6EFBAD0ED779}"/>
                      </a:ext>
                    </a:extLst>
                  </p:cNvPr>
                  <p:cNvGrpSpPr/>
                  <p:nvPr/>
                </p:nvGrpSpPr>
                <p:grpSpPr>
                  <a:xfrm>
                    <a:off x="6736302" y="1760258"/>
                    <a:ext cx="1906038" cy="969351"/>
                    <a:chOff x="6399204" y="1325911"/>
                    <a:chExt cx="2157076" cy="1451500"/>
                  </a:xfrm>
                </p:grpSpPr>
                <p:sp>
                  <p:nvSpPr>
                    <p:cNvPr id="50" name="사각형: 둥근 모서리 49">
                      <a:extLst>
                        <a:ext uri="{FF2B5EF4-FFF2-40B4-BE49-F238E27FC236}">
                          <a16:creationId xmlns:a16="http://schemas.microsoft.com/office/drawing/2014/main" id="{70A040CB-F1DC-5287-4B1A-9859EC3DB5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99204" y="1572343"/>
                      <a:ext cx="2157076" cy="1205068"/>
                    </a:xfrm>
                    <a:prstGeom prst="roundRect">
                      <a:avLst/>
                    </a:prstGeom>
                    <a:solidFill>
                      <a:schemeClr val="accent6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51" name="타원 50">
                      <a:extLst>
                        <a:ext uri="{FF2B5EF4-FFF2-40B4-BE49-F238E27FC236}">
                          <a16:creationId xmlns:a16="http://schemas.microsoft.com/office/drawing/2014/main" id="{F0815040-E06A-41DA-440C-E7C8071E39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37025" y="1325911"/>
                      <a:ext cx="1704107" cy="524164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52" name="타원 51">
                      <a:extLst>
                        <a:ext uri="{FF2B5EF4-FFF2-40B4-BE49-F238E27FC236}">
                          <a16:creationId xmlns:a16="http://schemas.microsoft.com/office/drawing/2014/main" id="{2ECDA7E3-3A81-B14E-297C-EA265CE0F3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29506" y="2000693"/>
                      <a:ext cx="890695" cy="635613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53" name="타원 52">
                      <a:extLst>
                        <a:ext uri="{FF2B5EF4-FFF2-40B4-BE49-F238E27FC236}">
                          <a16:creationId xmlns:a16="http://schemas.microsoft.com/office/drawing/2014/main" id="{E4D258EE-4E11-E5D6-DA77-3A4B3A66AA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14250" y="2000693"/>
                      <a:ext cx="890695" cy="635613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 dirty="0">
                        <a:latin typeface="+mj-ea"/>
                        <a:ea typeface="+mj-ea"/>
                      </a:endParaRPr>
                    </a:p>
                  </p:txBody>
                </p:sp>
              </p:grpSp>
            </p:grpSp>
            <p:grpSp>
              <p:nvGrpSpPr>
                <p:cNvPr id="29" name="그룹 28">
                  <a:extLst>
                    <a:ext uri="{FF2B5EF4-FFF2-40B4-BE49-F238E27FC236}">
                      <a16:creationId xmlns:a16="http://schemas.microsoft.com/office/drawing/2014/main" id="{10D64FD7-2850-45B7-6BBA-20B78F249AB7}"/>
                    </a:ext>
                  </a:extLst>
                </p:cNvPr>
                <p:cNvGrpSpPr/>
                <p:nvPr/>
              </p:nvGrpSpPr>
              <p:grpSpPr>
                <a:xfrm>
                  <a:off x="1534393" y="1557538"/>
                  <a:ext cx="1104463" cy="599558"/>
                  <a:chOff x="7075904" y="3613607"/>
                  <a:chExt cx="4835651" cy="2832789"/>
                </a:xfrm>
              </p:grpSpPr>
              <p:sp>
                <p:nvSpPr>
                  <p:cNvPr id="30" name="타원 29">
                    <a:extLst>
                      <a:ext uri="{FF2B5EF4-FFF2-40B4-BE49-F238E27FC236}">
                        <a16:creationId xmlns:a16="http://schemas.microsoft.com/office/drawing/2014/main" id="{2387EF2A-65CC-0A3C-3D38-17958AA2CE06}"/>
                      </a:ext>
                    </a:extLst>
                  </p:cNvPr>
                  <p:cNvSpPr/>
                  <p:nvPr/>
                </p:nvSpPr>
                <p:spPr>
                  <a:xfrm>
                    <a:off x="8860446" y="5411163"/>
                    <a:ext cx="1505785" cy="530042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31" name="그룹 30">
                    <a:extLst>
                      <a:ext uri="{FF2B5EF4-FFF2-40B4-BE49-F238E27FC236}">
                        <a16:creationId xmlns:a16="http://schemas.microsoft.com/office/drawing/2014/main" id="{55DC8ECD-4CC4-0FC5-D5B0-095316BBEBAF}"/>
                      </a:ext>
                    </a:extLst>
                  </p:cNvPr>
                  <p:cNvGrpSpPr/>
                  <p:nvPr/>
                </p:nvGrpSpPr>
                <p:grpSpPr>
                  <a:xfrm>
                    <a:off x="7075904" y="3613607"/>
                    <a:ext cx="2459138" cy="1497799"/>
                    <a:chOff x="6879404" y="4238877"/>
                    <a:chExt cx="2459138" cy="1497799"/>
                  </a:xfrm>
                </p:grpSpPr>
                <p:sp>
                  <p:nvSpPr>
                    <p:cNvPr id="39" name="사각형: 둥근 모서리 38">
                      <a:extLst>
                        <a:ext uri="{FF2B5EF4-FFF2-40B4-BE49-F238E27FC236}">
                          <a16:creationId xmlns:a16="http://schemas.microsoft.com/office/drawing/2014/main" id="{6329CDDB-0CB3-2124-174B-A3D61CD856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79404" y="4399477"/>
                      <a:ext cx="2459138" cy="1337199"/>
                    </a:xfrm>
                    <a:prstGeom prst="roundRect">
                      <a:avLst/>
                    </a:prstGeom>
                    <a:solidFill>
                      <a:schemeClr val="accent6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>
                        <a:latin typeface="+mj-ea"/>
                        <a:ea typeface="+mj-ea"/>
                      </a:endParaRPr>
                    </a:p>
                  </p:txBody>
                </p:sp>
                <p:grpSp>
                  <p:nvGrpSpPr>
                    <p:cNvPr id="40" name="그룹 39">
                      <a:extLst>
                        <a:ext uri="{FF2B5EF4-FFF2-40B4-BE49-F238E27FC236}">
                          <a16:creationId xmlns:a16="http://schemas.microsoft.com/office/drawing/2014/main" id="{C8D79954-8D31-3910-AF29-1E77516B3C8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40432" y="4685541"/>
                      <a:ext cx="2137083" cy="945573"/>
                      <a:chOff x="7027954" y="4685541"/>
                      <a:chExt cx="2137083" cy="945573"/>
                    </a:xfrm>
                  </p:grpSpPr>
                  <p:sp>
                    <p:nvSpPr>
                      <p:cNvPr id="42" name="타원 41">
                        <a:extLst>
                          <a:ext uri="{FF2B5EF4-FFF2-40B4-BE49-F238E27FC236}">
                            <a16:creationId xmlns:a16="http://schemas.microsoft.com/office/drawing/2014/main" id="{0B006D15-001B-DC3A-C674-927514F902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27954" y="4685541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100" dirty="0">
                          <a:latin typeface="+mj-ea"/>
                          <a:ea typeface="+mj-ea"/>
                        </a:endParaRPr>
                      </a:p>
                    </p:txBody>
                  </p:sp>
                  <p:sp>
                    <p:nvSpPr>
                      <p:cNvPr id="43" name="타원 42">
                        <a:extLst>
                          <a:ext uri="{FF2B5EF4-FFF2-40B4-BE49-F238E27FC236}">
                            <a16:creationId xmlns:a16="http://schemas.microsoft.com/office/drawing/2014/main" id="{D691C5E2-9AF2-AE95-47A5-EF450156CB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150594" y="4685541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100" dirty="0">
                          <a:latin typeface="+mj-ea"/>
                          <a:ea typeface="+mj-ea"/>
                        </a:endParaRPr>
                      </a:p>
                    </p:txBody>
                  </p:sp>
                  <p:sp>
                    <p:nvSpPr>
                      <p:cNvPr id="44" name="타원 43">
                        <a:extLst>
                          <a:ext uri="{FF2B5EF4-FFF2-40B4-BE49-F238E27FC236}">
                            <a16:creationId xmlns:a16="http://schemas.microsoft.com/office/drawing/2014/main" id="{DBCB8283-B519-79FF-EAC2-64DA25BBF3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89274" y="5206634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100" dirty="0">
                          <a:latin typeface="+mj-ea"/>
                          <a:ea typeface="+mj-ea"/>
                        </a:endParaRPr>
                      </a:p>
                    </p:txBody>
                  </p:sp>
                </p:grpSp>
                <p:sp>
                  <p:nvSpPr>
                    <p:cNvPr id="41" name="타원 40">
                      <a:extLst>
                        <a:ext uri="{FF2B5EF4-FFF2-40B4-BE49-F238E27FC236}">
                          <a16:creationId xmlns:a16="http://schemas.microsoft.com/office/drawing/2014/main" id="{628FDA06-3C91-3224-8DED-B024A42ABC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56081" y="4238877"/>
                      <a:ext cx="1505785" cy="350051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32" name="타원 31">
                    <a:extLst>
                      <a:ext uri="{FF2B5EF4-FFF2-40B4-BE49-F238E27FC236}">
                        <a16:creationId xmlns:a16="http://schemas.microsoft.com/office/drawing/2014/main" id="{83916D79-0F5A-1867-D990-D942CB0F6169}"/>
                      </a:ext>
                    </a:extLst>
                  </p:cNvPr>
                  <p:cNvSpPr/>
                  <p:nvPr/>
                </p:nvSpPr>
                <p:spPr>
                  <a:xfrm>
                    <a:off x="10342428" y="4651123"/>
                    <a:ext cx="1475561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33" name="타원 32">
                    <a:extLst>
                      <a:ext uri="{FF2B5EF4-FFF2-40B4-BE49-F238E27FC236}">
                        <a16:creationId xmlns:a16="http://schemas.microsoft.com/office/drawing/2014/main" id="{45737BF4-09E9-0D63-FA83-BB9EA62716BC}"/>
                      </a:ext>
                    </a:extLst>
                  </p:cNvPr>
                  <p:cNvSpPr/>
                  <p:nvPr/>
                </p:nvSpPr>
                <p:spPr>
                  <a:xfrm>
                    <a:off x="10435994" y="5990700"/>
                    <a:ext cx="1475561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34" name="타원 33">
                    <a:extLst>
                      <a:ext uri="{FF2B5EF4-FFF2-40B4-BE49-F238E27FC236}">
                        <a16:creationId xmlns:a16="http://schemas.microsoft.com/office/drawing/2014/main" id="{F7D2D9DD-2180-E4BB-1AD4-078559679CB4}"/>
                      </a:ext>
                    </a:extLst>
                  </p:cNvPr>
                  <p:cNvSpPr/>
                  <p:nvPr/>
                </p:nvSpPr>
                <p:spPr>
                  <a:xfrm>
                    <a:off x="7425192" y="5999483"/>
                    <a:ext cx="1536214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cxnSp>
                <p:nvCxnSpPr>
                  <p:cNvPr id="35" name="직선 연결선 34">
                    <a:extLst>
                      <a:ext uri="{FF2B5EF4-FFF2-40B4-BE49-F238E27FC236}">
                        <a16:creationId xmlns:a16="http://schemas.microsoft.com/office/drawing/2014/main" id="{3CC93642-5429-6D01-56EA-1599042B352D}"/>
                      </a:ext>
                    </a:extLst>
                  </p:cNvPr>
                  <p:cNvCxnSpPr>
                    <a:cxnSpLocks/>
                    <a:endCxn id="30" idx="1"/>
                  </p:cNvCxnSpPr>
                  <p:nvPr/>
                </p:nvCxnSpPr>
                <p:spPr>
                  <a:xfrm>
                    <a:off x="8305473" y="5111406"/>
                    <a:ext cx="775490" cy="37738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직선 연결선 35">
                    <a:extLst>
                      <a:ext uri="{FF2B5EF4-FFF2-40B4-BE49-F238E27FC236}">
                        <a16:creationId xmlns:a16="http://schemas.microsoft.com/office/drawing/2014/main" id="{C43F8E7C-73E3-BE8C-B1E8-B0EEE4B83ADC}"/>
                      </a:ext>
                    </a:extLst>
                  </p:cNvPr>
                  <p:cNvCxnSpPr>
                    <a:cxnSpLocks/>
                    <a:stCxn id="30" idx="7"/>
                    <a:endCxn id="32" idx="3"/>
                  </p:cNvCxnSpPr>
                  <p:nvPr/>
                </p:nvCxnSpPr>
                <p:spPr>
                  <a:xfrm flipV="1">
                    <a:off x="10145714" y="5032587"/>
                    <a:ext cx="412805" cy="456199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직선 연결선 36">
                    <a:extLst>
                      <a:ext uri="{FF2B5EF4-FFF2-40B4-BE49-F238E27FC236}">
                        <a16:creationId xmlns:a16="http://schemas.microsoft.com/office/drawing/2014/main" id="{10FDCB93-FB71-44CB-C5B0-8BF37BFAD2F2}"/>
                      </a:ext>
                    </a:extLst>
                  </p:cNvPr>
                  <p:cNvCxnSpPr>
                    <a:cxnSpLocks/>
                    <a:stCxn id="33" idx="1"/>
                    <a:endCxn id="30" idx="5"/>
                  </p:cNvCxnSpPr>
                  <p:nvPr/>
                </p:nvCxnSpPr>
                <p:spPr>
                  <a:xfrm flipH="1" flipV="1">
                    <a:off x="10145714" y="5863583"/>
                    <a:ext cx="506370" cy="192566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직선 연결선 37">
                    <a:extLst>
                      <a:ext uri="{FF2B5EF4-FFF2-40B4-BE49-F238E27FC236}">
                        <a16:creationId xmlns:a16="http://schemas.microsoft.com/office/drawing/2014/main" id="{5FE40263-8BD8-AD0B-7690-8537644CD7EC}"/>
                      </a:ext>
                    </a:extLst>
                  </p:cNvPr>
                  <p:cNvCxnSpPr>
                    <a:cxnSpLocks/>
                    <a:stCxn id="34" idx="7"/>
                    <a:endCxn id="30" idx="3"/>
                  </p:cNvCxnSpPr>
                  <p:nvPr/>
                </p:nvCxnSpPr>
                <p:spPr>
                  <a:xfrm flipV="1">
                    <a:off x="8736432" y="5863583"/>
                    <a:ext cx="344530" cy="20135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4D2496E-02BC-54B4-75EB-1981A406CFBE}"/>
                  </a:ext>
                </a:extLst>
              </p:cNvPr>
              <p:cNvSpPr txBox="1"/>
              <p:nvPr/>
            </p:nvSpPr>
            <p:spPr>
              <a:xfrm>
                <a:off x="1211346" y="6515384"/>
                <a:ext cx="191695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100" dirty="0"/>
                  <a:t>초기 부품 상태 입력</a:t>
                </a:r>
                <a:endParaRPr lang="en-US" altLang="ko-KR" sz="1100" dirty="0"/>
              </a:p>
              <a:p>
                <a:pPr algn="ctr"/>
                <a:r>
                  <a:rPr lang="en-US" altLang="ko-KR" sz="1100" dirty="0"/>
                  <a:t>(</a:t>
                </a:r>
                <a:r>
                  <a:rPr lang="ko-KR" altLang="en-US" sz="1100" dirty="0"/>
                  <a:t>엔드 아이템 리스트</a:t>
                </a:r>
                <a:r>
                  <a:rPr lang="en-US" altLang="ko-KR" sz="1100" dirty="0"/>
                  <a:t>, </a:t>
                </a:r>
                <a:r>
                  <a:rPr lang="ko-KR" altLang="en-US" sz="1100" dirty="0"/>
                  <a:t>이미 조립됨 여부</a:t>
                </a:r>
                <a:r>
                  <a:rPr lang="en-US" altLang="ko-KR" sz="1100" dirty="0"/>
                  <a:t>)</a:t>
                </a:r>
                <a:endParaRPr lang="ko-KR" altLang="en-US" sz="1100" dirty="0"/>
              </a:p>
            </p:txBody>
          </p:sp>
        </p:grp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C42C5236-1DD1-0718-92FE-A2D8EFF0B888}"/>
                </a:ext>
              </a:extLst>
            </p:cNvPr>
            <p:cNvGrpSpPr/>
            <p:nvPr/>
          </p:nvGrpSpPr>
          <p:grpSpPr>
            <a:xfrm>
              <a:off x="3582683" y="5656196"/>
              <a:ext cx="1798084" cy="1143775"/>
              <a:chOff x="3344987" y="5802496"/>
              <a:chExt cx="1310548" cy="1143775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79E25F1C-EE55-5E42-E52A-7AD56ED4B361}"/>
                  </a:ext>
                </a:extLst>
              </p:cNvPr>
              <p:cNvGrpSpPr/>
              <p:nvPr/>
            </p:nvGrpSpPr>
            <p:grpSpPr>
              <a:xfrm>
                <a:off x="3397832" y="5802496"/>
                <a:ext cx="1204859" cy="669888"/>
                <a:chOff x="2567856" y="1152608"/>
                <a:chExt cx="1577232" cy="802664"/>
              </a:xfrm>
            </p:grpSpPr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A7A4F84C-E65E-01BC-00AB-56E4808F3848}"/>
                    </a:ext>
                  </a:extLst>
                </p:cNvPr>
                <p:cNvCxnSpPr>
                  <a:cxnSpLocks/>
                  <a:stCxn id="21" idx="4"/>
                  <a:endCxn id="23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타원 10">
                  <a:extLst>
                    <a:ext uri="{FF2B5EF4-FFF2-40B4-BE49-F238E27FC236}">
                      <a16:creationId xmlns:a16="http://schemas.microsoft.com/office/drawing/2014/main" id="{0A3F2C21-1201-F8DD-931F-A58A19BB4466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100" dirty="0"/>
                </a:p>
              </p:txBody>
            </p:sp>
            <p:cxnSp>
              <p:nvCxnSpPr>
                <p:cNvPr id="12" name="직선 연결선 11">
                  <a:extLst>
                    <a:ext uri="{FF2B5EF4-FFF2-40B4-BE49-F238E27FC236}">
                      <a16:creationId xmlns:a16="http://schemas.microsoft.com/office/drawing/2014/main" id="{B717143F-2D82-C412-703F-6E07DA22444B}"/>
                    </a:ext>
                  </a:extLst>
                </p:cNvPr>
                <p:cNvCxnSpPr>
                  <a:cxnSpLocks/>
                  <a:stCxn id="20" idx="2"/>
                  <a:endCxn id="11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A482C4A6-2D55-F281-28F4-AF933EF1A130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cxnSp>
              <p:nvCxnSpPr>
                <p:cNvPr id="14" name="직선 연결선 13">
                  <a:extLst>
                    <a:ext uri="{FF2B5EF4-FFF2-40B4-BE49-F238E27FC236}">
                      <a16:creationId xmlns:a16="http://schemas.microsoft.com/office/drawing/2014/main" id="{ED527598-FDB7-A6D8-5B59-23FCBA34E962}"/>
                    </a:ext>
                  </a:extLst>
                </p:cNvPr>
                <p:cNvCxnSpPr>
                  <a:cxnSpLocks/>
                  <a:stCxn id="17" idx="1"/>
                  <a:endCxn id="13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0C113C03-A038-3A07-5108-36F5E2DA9602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cxnSp>
              <p:nvCxnSpPr>
                <p:cNvPr id="16" name="직선 연결선 15">
                  <a:extLst>
                    <a:ext uri="{FF2B5EF4-FFF2-40B4-BE49-F238E27FC236}">
                      <a16:creationId xmlns:a16="http://schemas.microsoft.com/office/drawing/2014/main" id="{AB658EC2-4963-1FDC-759B-B909EEE2B48C}"/>
                    </a:ext>
                  </a:extLst>
                </p:cNvPr>
                <p:cNvCxnSpPr>
                  <a:cxnSpLocks/>
                  <a:stCxn id="21" idx="6"/>
                  <a:endCxn id="15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7" name="사각형: 둥근 모서리 16">
                  <a:extLst>
                    <a:ext uri="{FF2B5EF4-FFF2-40B4-BE49-F238E27FC236}">
                      <a16:creationId xmlns:a16="http://schemas.microsoft.com/office/drawing/2014/main" id="{AF9388AC-F5DE-B7ED-4C13-F604D8E533CF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38C3159D-E27C-BE54-6EC7-5D60B2548906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cxnSp>
              <p:nvCxnSpPr>
                <p:cNvPr id="19" name="직선 연결선 18">
                  <a:extLst>
                    <a:ext uri="{FF2B5EF4-FFF2-40B4-BE49-F238E27FC236}">
                      <a16:creationId xmlns:a16="http://schemas.microsoft.com/office/drawing/2014/main" id="{493D7A71-80E2-EE8F-89DF-C06DF652807A}"/>
                    </a:ext>
                  </a:extLst>
                </p:cNvPr>
                <p:cNvCxnSpPr>
                  <a:cxnSpLocks/>
                  <a:stCxn id="18" idx="3"/>
                  <a:endCxn id="11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44E7782A-00FA-788D-0460-844309610D6C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2356856D-BAA9-807E-76B7-98246791ECA6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2" name="타원 21">
                  <a:extLst>
                    <a:ext uri="{FF2B5EF4-FFF2-40B4-BE49-F238E27FC236}">
                      <a16:creationId xmlns:a16="http://schemas.microsoft.com/office/drawing/2014/main" id="{3B9222B2-FEA0-6030-4476-B78287092061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3" name="타원 22">
                  <a:extLst>
                    <a:ext uri="{FF2B5EF4-FFF2-40B4-BE49-F238E27FC236}">
                      <a16:creationId xmlns:a16="http://schemas.microsoft.com/office/drawing/2014/main" id="{931E7572-B931-ED0C-EF7A-89E03BFC845A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4F7746D9-5AC0-BEE7-8313-E63E1651A612}"/>
                    </a:ext>
                  </a:extLst>
                </p:cNvPr>
                <p:cNvCxnSpPr>
                  <a:cxnSpLocks/>
                  <a:stCxn id="23" idx="4"/>
                  <a:endCxn id="22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54311621-95FE-FF60-769F-EE1DECBA10D3}"/>
                    </a:ext>
                  </a:extLst>
                </p:cNvPr>
                <p:cNvCxnSpPr>
                  <a:cxnSpLocks/>
                  <a:stCxn id="17" idx="2"/>
                  <a:endCxn id="18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925AD8-4345-B2D0-4724-FFC4AF4AF420}"/>
                  </a:ext>
                </a:extLst>
              </p:cNvPr>
              <p:cNvSpPr txBox="1"/>
              <p:nvPr/>
            </p:nvSpPr>
            <p:spPr>
              <a:xfrm>
                <a:off x="3344987" y="6515384"/>
                <a:ext cx="131054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100" dirty="0"/>
                  <a:t>조립 목표 상태 입력</a:t>
                </a:r>
                <a:endParaRPr lang="en-US" altLang="ko-KR" sz="1100" dirty="0"/>
              </a:p>
              <a:p>
                <a:pPr algn="ctr"/>
                <a:r>
                  <a:rPr lang="en-US" altLang="ko-KR" sz="1100" dirty="0"/>
                  <a:t>(</a:t>
                </a:r>
                <a:r>
                  <a:rPr lang="ko-KR" altLang="en-US" sz="1100" dirty="0"/>
                  <a:t>차량의 최종 목표 상태</a:t>
                </a:r>
                <a:r>
                  <a:rPr lang="en-US" altLang="ko-KR" sz="1100" dirty="0"/>
                  <a:t>)</a:t>
                </a:r>
                <a:endParaRPr lang="ko-KR" altLang="en-US" sz="1100" dirty="0"/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FC442B06-DF82-A584-0BF5-FA3FB7F1AB0A}"/>
                </a:ext>
              </a:extLst>
            </p:cNvPr>
            <p:cNvGrpSpPr/>
            <p:nvPr/>
          </p:nvGrpSpPr>
          <p:grpSpPr>
            <a:xfrm>
              <a:off x="200673" y="5331999"/>
              <a:ext cx="5842833" cy="1433579"/>
              <a:chOff x="200673" y="5382536"/>
              <a:chExt cx="5842833" cy="1433579"/>
            </a:xfrm>
          </p:grpSpPr>
          <p:sp>
            <p:nvSpPr>
              <p:cNvPr id="6" name="사각형: 둥근 모서리 5">
                <a:extLst>
                  <a:ext uri="{FF2B5EF4-FFF2-40B4-BE49-F238E27FC236}">
                    <a16:creationId xmlns:a16="http://schemas.microsoft.com/office/drawing/2014/main" id="{DDE703B4-F4F8-1A55-C4B6-6887DE8CB516}"/>
                  </a:ext>
                </a:extLst>
              </p:cNvPr>
              <p:cNvSpPr/>
              <p:nvPr/>
            </p:nvSpPr>
            <p:spPr>
              <a:xfrm>
                <a:off x="387154" y="5596870"/>
                <a:ext cx="5656352" cy="1219245"/>
              </a:xfrm>
              <a:prstGeom prst="roundRect">
                <a:avLst>
                  <a:gd name="adj" fmla="val 12677"/>
                </a:avLst>
              </a:prstGeom>
              <a:noFill/>
              <a:ln w="28575">
                <a:solidFill>
                  <a:srgbClr val="FFC000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sp>
            <p:nvSpPr>
              <p:cNvPr id="7" name="사각형: 둥근 모서리 6">
                <a:extLst>
                  <a:ext uri="{FF2B5EF4-FFF2-40B4-BE49-F238E27FC236}">
                    <a16:creationId xmlns:a16="http://schemas.microsoft.com/office/drawing/2014/main" id="{8DFCD102-9CD0-8F27-B8EF-63D2714837D2}"/>
                  </a:ext>
                </a:extLst>
              </p:cNvPr>
              <p:cNvSpPr/>
              <p:nvPr/>
            </p:nvSpPr>
            <p:spPr>
              <a:xfrm>
                <a:off x="200673" y="5382536"/>
                <a:ext cx="1164543" cy="428668"/>
              </a:xfrm>
              <a:prstGeom prst="round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/>
                  <a:t>사용자 입력</a:t>
                </a:r>
              </a:p>
            </p:txBody>
          </p: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64F0D438-45BE-1D26-4110-7FCD835928D5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공법서 자동생성 시스템</a:t>
            </a:r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F1AFD3B5-AC41-D0AF-6E41-8C7F52192426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">
            <a:extLst>
              <a:ext uri="{FF2B5EF4-FFF2-40B4-BE49-F238E27FC236}">
                <a16:creationId xmlns:a16="http://schemas.microsoft.com/office/drawing/2014/main" id="{23322E0E-C636-EE9D-0034-A400D1050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aphicFrame>
        <p:nvGraphicFramePr>
          <p:cNvPr id="109" name="표 108">
            <a:extLst>
              <a:ext uri="{FF2B5EF4-FFF2-40B4-BE49-F238E27FC236}">
                <a16:creationId xmlns:a16="http://schemas.microsoft.com/office/drawing/2014/main" id="{31CA5217-3FC7-F0AA-4B65-7F8CB3F90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887886"/>
              </p:ext>
            </p:extLst>
          </p:nvPr>
        </p:nvGraphicFramePr>
        <p:xfrm>
          <a:off x="561916" y="4647391"/>
          <a:ext cx="1290660" cy="1703573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5455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474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932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1</a:t>
                      </a:r>
                      <a:endParaRPr lang="ko-KR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555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2</a:t>
                      </a:r>
                      <a:endParaRPr lang="ko-KR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068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/>
                        <a:t>3</a:t>
                      </a:r>
                      <a:endParaRPr lang="ko-KR" altLang="en-US" sz="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⁝</a:t>
                      </a:r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5F4C0AF1-B196-3A8F-8566-37453A3CD3EA}"/>
              </a:ext>
            </a:extLst>
          </p:cNvPr>
          <p:cNvGrpSpPr/>
          <p:nvPr/>
        </p:nvGrpSpPr>
        <p:grpSpPr>
          <a:xfrm>
            <a:off x="1052009" y="4927960"/>
            <a:ext cx="783798" cy="517711"/>
            <a:chOff x="8523851" y="2626812"/>
            <a:chExt cx="1080000" cy="1620000"/>
          </a:xfrm>
        </p:grpSpPr>
        <p:sp>
          <p:nvSpPr>
            <p:cNvPr id="111" name="사각형: 둥근 모서리 110">
              <a:extLst>
                <a:ext uri="{FF2B5EF4-FFF2-40B4-BE49-F238E27FC236}">
                  <a16:creationId xmlns:a16="http://schemas.microsoft.com/office/drawing/2014/main" id="{8CA59746-D03A-6C81-77FC-E4CE77612400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C0E2C44A-B843-0717-8641-0D737C37CDFF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87764D97-9408-6ED7-A043-9C4FDA6E8057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나사구멍</a:t>
                </a:r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A0BDD078-B24A-3A7B-74DA-E6092508C474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볼트</a:t>
                </a:r>
                <a:endParaRPr lang="en-US" altLang="ko-KR" sz="800" dirty="0"/>
              </a:p>
            </p:txBody>
          </p:sp>
          <p:sp>
            <p:nvSpPr>
              <p:cNvPr id="115" name="타원 114">
                <a:extLst>
                  <a:ext uri="{FF2B5EF4-FFF2-40B4-BE49-F238E27FC236}">
                    <a16:creationId xmlns:a16="http://schemas.microsoft.com/office/drawing/2014/main" id="{B8F21E9B-2E74-65A8-C9F7-F256CE1C9031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너트</a:t>
                </a:r>
              </a:p>
            </p:txBody>
          </p:sp>
        </p:grp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C34BA5DA-04AB-8DE9-5131-E0904D773FA6}"/>
              </a:ext>
            </a:extLst>
          </p:cNvPr>
          <p:cNvGrpSpPr/>
          <p:nvPr/>
        </p:nvGrpSpPr>
        <p:grpSpPr>
          <a:xfrm>
            <a:off x="1094093" y="5518186"/>
            <a:ext cx="715093" cy="485167"/>
            <a:chOff x="8523851" y="1625702"/>
            <a:chExt cx="1080000" cy="900000"/>
          </a:xfrm>
        </p:grpSpPr>
        <p:sp>
          <p:nvSpPr>
            <p:cNvPr id="117" name="사각형: 둥근 모서리 116">
              <a:extLst>
                <a:ext uri="{FF2B5EF4-FFF2-40B4-BE49-F238E27FC236}">
                  <a16:creationId xmlns:a16="http://schemas.microsoft.com/office/drawing/2014/main" id="{8D81EDEF-C008-ED72-318C-917CB37C6547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DA55F79A-06D4-9B06-085E-9D43E8891C9A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19" name="사각형: 둥근 모서리 118">
                <a:extLst>
                  <a:ext uri="{FF2B5EF4-FFF2-40B4-BE49-F238E27FC236}">
                    <a16:creationId xmlns:a16="http://schemas.microsoft.com/office/drawing/2014/main" id="{60034AC1-17CC-8FA3-067F-CF2B2C195D29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볼트</a:t>
                </a:r>
              </a:p>
            </p:txBody>
          </p:sp>
          <p:sp>
            <p:nvSpPr>
              <p:cNvPr id="120" name="사각형: 둥근 모서리 119">
                <a:extLst>
                  <a:ext uri="{FF2B5EF4-FFF2-40B4-BE49-F238E27FC236}">
                    <a16:creationId xmlns:a16="http://schemas.microsoft.com/office/drawing/2014/main" id="{2FF459A5-14C0-5D53-C87F-888C9B2A2C2F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 err="1"/>
                  <a:t>나사탭</a:t>
                </a:r>
                <a:endParaRPr lang="ko-KR" altLang="en-US" sz="800" dirty="0"/>
              </a:p>
            </p:txBody>
          </p:sp>
        </p:grp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F7A5A0D8-A7BA-4D3A-9439-25D1E55E4AD7}"/>
              </a:ext>
            </a:extLst>
          </p:cNvPr>
          <p:cNvSpPr txBox="1"/>
          <p:nvPr/>
        </p:nvSpPr>
        <p:spPr>
          <a:xfrm>
            <a:off x="334056" y="6362317"/>
            <a:ext cx="18124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부품</a:t>
            </a:r>
            <a:r>
              <a:rPr lang="ko-KR" altLang="en-US" sz="1100" dirty="0"/>
              <a:t> 기준 조립 순서 반환</a:t>
            </a:r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93DA4EF3-4475-C607-A48E-D5F7B1FC0F03}"/>
              </a:ext>
            </a:extLst>
          </p:cNvPr>
          <p:cNvSpPr/>
          <p:nvPr/>
        </p:nvSpPr>
        <p:spPr>
          <a:xfrm>
            <a:off x="2510830" y="5733167"/>
            <a:ext cx="1138968" cy="675244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/>
              <a:t>공법서 변환 </a:t>
            </a:r>
            <a:r>
              <a:rPr lang="ko-KR" altLang="en-US" sz="1200" b="1" dirty="0" err="1"/>
              <a:t>어뎁터</a:t>
            </a:r>
            <a:endParaRPr lang="en-US" altLang="ko-KR" sz="1200" b="1" dirty="0"/>
          </a:p>
          <a:p>
            <a:pPr algn="ctr"/>
            <a:r>
              <a:rPr lang="en-US" altLang="ko-KR" sz="1000" dirty="0"/>
              <a:t>[</a:t>
            </a:r>
            <a:r>
              <a:rPr lang="ko-KR" altLang="en-US" sz="1000" dirty="0"/>
              <a:t>첨부 </a:t>
            </a:r>
            <a:r>
              <a:rPr lang="en-US" altLang="ko-KR" sz="1000" dirty="0"/>
              <a:t>4]</a:t>
            </a:r>
            <a:endParaRPr lang="ko-KR" altLang="en-US" sz="1000" dirty="0"/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57020C24-F77B-E44B-4A98-224DBFB5F802}"/>
              </a:ext>
            </a:extLst>
          </p:cNvPr>
          <p:cNvGrpSpPr/>
          <p:nvPr/>
        </p:nvGrpSpPr>
        <p:grpSpPr>
          <a:xfrm>
            <a:off x="4207967" y="4891012"/>
            <a:ext cx="1606586" cy="1485109"/>
            <a:chOff x="9452162" y="3184556"/>
            <a:chExt cx="2475165" cy="2131186"/>
          </a:xfrm>
        </p:grpSpPr>
        <p:sp>
          <p:nvSpPr>
            <p:cNvPr id="124" name="사각형: 둥근 모서리 123">
              <a:extLst>
                <a:ext uri="{FF2B5EF4-FFF2-40B4-BE49-F238E27FC236}">
                  <a16:creationId xmlns:a16="http://schemas.microsoft.com/office/drawing/2014/main" id="{865EA796-EF74-C9AA-D0A8-F579699182C9}"/>
                </a:ext>
              </a:extLst>
            </p:cNvPr>
            <p:cNvSpPr/>
            <p:nvPr/>
          </p:nvSpPr>
          <p:spPr>
            <a:xfrm>
              <a:off x="9546077" y="3376336"/>
              <a:ext cx="2381250" cy="1888878"/>
            </a:xfrm>
            <a:prstGeom prst="roundRect">
              <a:avLst>
                <a:gd name="adj" fmla="val 8886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25" name="사각형: 둥근 모서리 124">
              <a:extLst>
                <a:ext uri="{FF2B5EF4-FFF2-40B4-BE49-F238E27FC236}">
                  <a16:creationId xmlns:a16="http://schemas.microsoft.com/office/drawing/2014/main" id="{7840D01D-EBDD-1BB6-C6B4-D85931F63C31}"/>
                </a:ext>
              </a:extLst>
            </p:cNvPr>
            <p:cNvSpPr/>
            <p:nvPr/>
          </p:nvSpPr>
          <p:spPr>
            <a:xfrm>
              <a:off x="9452162" y="3184556"/>
              <a:ext cx="2207539" cy="35016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공법서 형식 출력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D2F5F2FF-1514-235F-F998-6B3D2CF07F9A}"/>
                </a:ext>
              </a:extLst>
            </p:cNvPr>
            <p:cNvSpPr txBox="1"/>
            <p:nvPr/>
          </p:nvSpPr>
          <p:spPr>
            <a:xfrm>
              <a:off x="9546077" y="3560101"/>
              <a:ext cx="2207541" cy="17556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도어 </a:t>
              </a:r>
              <a:r>
                <a:rPr lang="ko-KR" altLang="en-US" sz="1050" dirty="0" err="1"/>
                <a:t>체커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</a:t>
              </a:r>
              <a:r>
                <a:rPr lang="ko-KR" altLang="en-US" sz="1050" dirty="0"/>
                <a:t> </a:t>
              </a:r>
              <a:r>
                <a:rPr lang="ko-KR" altLang="en-US" sz="1050" b="1" dirty="0" err="1"/>
                <a:t>가조립</a:t>
              </a:r>
              <a:r>
                <a:rPr lang="ko-KR" altLang="en-US" sz="1050" b="1" dirty="0"/>
                <a:t>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}, 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볼트</a:t>
              </a:r>
              <a:r>
                <a:rPr lang="en-US" altLang="ko-KR" sz="1050" dirty="0"/>
                <a:t>-D,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</p:txBody>
        </p:sp>
      </p:grpSp>
      <p:grpSp>
        <p:nvGrpSpPr>
          <p:cNvPr id="201" name="그룹 200">
            <a:extLst>
              <a:ext uri="{FF2B5EF4-FFF2-40B4-BE49-F238E27FC236}">
                <a16:creationId xmlns:a16="http://schemas.microsoft.com/office/drawing/2014/main" id="{4F1D1F0A-D377-457A-8006-12C4F5826065}"/>
              </a:ext>
            </a:extLst>
          </p:cNvPr>
          <p:cNvGrpSpPr/>
          <p:nvPr/>
        </p:nvGrpSpPr>
        <p:grpSpPr>
          <a:xfrm>
            <a:off x="546548" y="3127716"/>
            <a:ext cx="5250623" cy="1245076"/>
            <a:chOff x="534572" y="2960777"/>
            <a:chExt cx="5532906" cy="1316258"/>
          </a:xfrm>
        </p:grpSpPr>
        <p:sp>
          <p:nvSpPr>
            <p:cNvPr id="127" name="사각형: 둥근 모서리 126">
              <a:extLst>
                <a:ext uri="{FF2B5EF4-FFF2-40B4-BE49-F238E27FC236}">
                  <a16:creationId xmlns:a16="http://schemas.microsoft.com/office/drawing/2014/main" id="{46A8BA0E-6045-F1F7-6C35-633FB9C9B2EB}"/>
                </a:ext>
              </a:extLst>
            </p:cNvPr>
            <p:cNvSpPr/>
            <p:nvPr/>
          </p:nvSpPr>
          <p:spPr>
            <a:xfrm>
              <a:off x="534572" y="2960777"/>
              <a:ext cx="5532906" cy="1316258"/>
            </a:xfrm>
            <a:prstGeom prst="roundRect">
              <a:avLst>
                <a:gd name="adj" fmla="val 5207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128" name="그룹 127">
              <a:extLst>
                <a:ext uri="{FF2B5EF4-FFF2-40B4-BE49-F238E27FC236}">
                  <a16:creationId xmlns:a16="http://schemas.microsoft.com/office/drawing/2014/main" id="{7D206BF0-09A4-B448-0FC3-A661F2951AAC}"/>
                </a:ext>
              </a:extLst>
            </p:cNvPr>
            <p:cNvGrpSpPr/>
            <p:nvPr/>
          </p:nvGrpSpPr>
          <p:grpSpPr>
            <a:xfrm>
              <a:off x="598840" y="3025038"/>
              <a:ext cx="1826685" cy="339537"/>
              <a:chOff x="821719" y="2697546"/>
              <a:chExt cx="2511098" cy="454241"/>
            </a:xfrm>
          </p:grpSpPr>
          <p:pic>
            <p:nvPicPr>
              <p:cNvPr id="129" name="그래픽 128" descr="모스 코드 단색으로 채워진">
                <a:extLst>
                  <a:ext uri="{FF2B5EF4-FFF2-40B4-BE49-F238E27FC236}">
                    <a16:creationId xmlns:a16="http://schemas.microsoft.com/office/drawing/2014/main" id="{C3E5CD2C-90B3-7AB1-4A14-B72A023B09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21719" y="2697546"/>
                <a:ext cx="536423" cy="454241"/>
              </a:xfrm>
              <a:prstGeom prst="rect">
                <a:avLst/>
              </a:prstGeom>
            </p:spPr>
          </p:pic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DB2A885B-FC62-42D6-A6EB-34F28582FC6A}"/>
                  </a:ext>
                </a:extLst>
              </p:cNvPr>
              <p:cNvSpPr txBox="1"/>
              <p:nvPr/>
            </p:nvSpPr>
            <p:spPr>
              <a:xfrm>
                <a:off x="1327874" y="2770778"/>
                <a:ext cx="2004943" cy="261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b="1" dirty="0"/>
                  <a:t>Planning </a:t>
                </a:r>
                <a:r>
                  <a:rPr lang="ko-KR" altLang="en-US" sz="1100" b="1" dirty="0"/>
                  <a:t>알고리즘</a:t>
                </a:r>
              </a:p>
            </p:txBody>
          </p:sp>
        </p:grpSp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C6E02337-F8A0-4243-EB3F-F694F0983A17}"/>
                </a:ext>
              </a:extLst>
            </p:cNvPr>
            <p:cNvGrpSpPr/>
            <p:nvPr/>
          </p:nvGrpSpPr>
          <p:grpSpPr>
            <a:xfrm>
              <a:off x="617718" y="3418839"/>
              <a:ext cx="5366274" cy="720003"/>
              <a:chOff x="748242" y="3915261"/>
              <a:chExt cx="5072568" cy="720003"/>
            </a:xfrm>
          </p:grpSpPr>
          <p:sp>
            <p:nvSpPr>
              <p:cNvPr id="131" name="사각형: 둥근 모서리 130">
                <a:extLst>
                  <a:ext uri="{FF2B5EF4-FFF2-40B4-BE49-F238E27FC236}">
                    <a16:creationId xmlns:a16="http://schemas.microsoft.com/office/drawing/2014/main" id="{8AAC4BB8-9C2F-768A-9896-6F1A6447A5C4}"/>
                  </a:ext>
                </a:extLst>
              </p:cNvPr>
              <p:cNvSpPr/>
              <p:nvPr/>
            </p:nvSpPr>
            <p:spPr>
              <a:xfrm>
                <a:off x="748242" y="3915264"/>
                <a:ext cx="1768506" cy="720000"/>
              </a:xfrm>
              <a:prstGeom prst="roundRect">
                <a:avLst>
                  <a:gd name="adj" fmla="val 12042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/>
                  <a:t>조립 가능 후보 확인 시스템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[</a:t>
                </a:r>
                <a:r>
                  <a:rPr lang="ko-KR" altLang="en-US" sz="1000" dirty="0"/>
                  <a:t>첨부 </a:t>
                </a:r>
                <a:r>
                  <a:rPr lang="en-US" altLang="ko-KR" sz="1000" dirty="0"/>
                  <a:t>1]</a:t>
                </a:r>
              </a:p>
            </p:txBody>
          </p:sp>
          <p:sp>
            <p:nvSpPr>
              <p:cNvPr id="132" name="사각형: 둥근 모서리 131">
                <a:extLst>
                  <a:ext uri="{FF2B5EF4-FFF2-40B4-BE49-F238E27FC236}">
                    <a16:creationId xmlns:a16="http://schemas.microsoft.com/office/drawing/2014/main" id="{27BDFA77-A976-117B-E167-B78CF03B5685}"/>
                  </a:ext>
                </a:extLst>
              </p:cNvPr>
              <p:cNvSpPr/>
              <p:nvPr/>
            </p:nvSpPr>
            <p:spPr>
              <a:xfrm>
                <a:off x="2675807" y="3915263"/>
                <a:ext cx="1512000" cy="720000"/>
              </a:xfrm>
              <a:prstGeom prst="roundRect">
                <a:avLst>
                  <a:gd name="adj" fmla="val 12042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/>
                  <a:t>조립 후보 평가 시스템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[</a:t>
                </a:r>
                <a:r>
                  <a:rPr lang="ko-KR" altLang="en-US" sz="1000" dirty="0"/>
                  <a:t>첨부 </a:t>
                </a:r>
                <a:r>
                  <a:rPr lang="en-US" altLang="ko-KR" sz="1000" dirty="0"/>
                  <a:t>2]</a:t>
                </a:r>
              </a:p>
            </p:txBody>
          </p:sp>
          <p:sp>
            <p:nvSpPr>
              <p:cNvPr id="133" name="사각형: 둥근 모서리 132">
                <a:extLst>
                  <a:ext uri="{FF2B5EF4-FFF2-40B4-BE49-F238E27FC236}">
                    <a16:creationId xmlns:a16="http://schemas.microsoft.com/office/drawing/2014/main" id="{0AB94F9A-6C4E-BDBB-B816-FFA149A0CDDC}"/>
                  </a:ext>
                </a:extLst>
              </p:cNvPr>
              <p:cNvSpPr/>
              <p:nvPr/>
            </p:nvSpPr>
            <p:spPr>
              <a:xfrm>
                <a:off x="4308810" y="3915261"/>
                <a:ext cx="1512000" cy="719999"/>
              </a:xfrm>
              <a:prstGeom prst="roundRect">
                <a:avLst>
                  <a:gd name="adj" fmla="val 12042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/>
                  <a:t>가능 </a:t>
                </a:r>
                <a:r>
                  <a:rPr lang="en-US" altLang="ko-KR" sz="1000" dirty="0"/>
                  <a:t>Plan </a:t>
                </a:r>
                <a:r>
                  <a:rPr lang="ko-KR" altLang="en-US" sz="1000" dirty="0"/>
                  <a:t>탐색 시스템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(Search Algorithm)</a:t>
                </a:r>
              </a:p>
              <a:p>
                <a:pPr algn="ctr"/>
                <a:r>
                  <a:rPr lang="en-US" altLang="ko-KR" sz="1000" dirty="0"/>
                  <a:t>[</a:t>
                </a:r>
                <a:r>
                  <a:rPr lang="ko-KR" altLang="en-US" sz="1000" dirty="0"/>
                  <a:t>첨부 </a:t>
                </a:r>
                <a:r>
                  <a:rPr lang="en-US" altLang="ko-KR" sz="1000" dirty="0"/>
                  <a:t>3]</a:t>
                </a:r>
                <a:endParaRPr lang="ko-KR" altLang="en-US" sz="1000" dirty="0"/>
              </a:p>
            </p:txBody>
          </p:sp>
        </p:grpSp>
      </p:grpSp>
      <p:sp>
        <p:nvSpPr>
          <p:cNvPr id="134" name="화살표: 오른쪽 133">
            <a:extLst>
              <a:ext uri="{FF2B5EF4-FFF2-40B4-BE49-F238E27FC236}">
                <a16:creationId xmlns:a16="http://schemas.microsoft.com/office/drawing/2014/main" id="{A053ECAA-E2A8-A14F-312B-713A82FD2AE0}"/>
              </a:ext>
            </a:extLst>
          </p:cNvPr>
          <p:cNvSpPr/>
          <p:nvPr/>
        </p:nvSpPr>
        <p:spPr>
          <a:xfrm>
            <a:off x="2057574" y="5699755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화살표: 오른쪽 134">
            <a:extLst>
              <a:ext uri="{FF2B5EF4-FFF2-40B4-BE49-F238E27FC236}">
                <a16:creationId xmlns:a16="http://schemas.microsoft.com/office/drawing/2014/main" id="{61B88885-CD5C-DAFC-AF7C-1F21690FD896}"/>
              </a:ext>
            </a:extLst>
          </p:cNvPr>
          <p:cNvSpPr/>
          <p:nvPr/>
        </p:nvSpPr>
        <p:spPr>
          <a:xfrm>
            <a:off x="3840154" y="5736857"/>
            <a:ext cx="314859" cy="59064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화살표: 아래쪽 135">
            <a:extLst>
              <a:ext uri="{FF2B5EF4-FFF2-40B4-BE49-F238E27FC236}">
                <a16:creationId xmlns:a16="http://schemas.microsoft.com/office/drawing/2014/main" id="{20FBCC81-B42B-BC07-3A5D-EB5BF503FBC5}"/>
              </a:ext>
            </a:extLst>
          </p:cNvPr>
          <p:cNvSpPr/>
          <p:nvPr/>
        </p:nvSpPr>
        <p:spPr>
          <a:xfrm>
            <a:off x="889349" y="4407320"/>
            <a:ext cx="686484" cy="186865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29EEEBDB-4CD2-F0BF-54D1-D62086C66CB9}"/>
              </a:ext>
            </a:extLst>
          </p:cNvPr>
          <p:cNvSpPr/>
          <p:nvPr/>
        </p:nvSpPr>
        <p:spPr>
          <a:xfrm>
            <a:off x="194383" y="2583409"/>
            <a:ext cx="1894384" cy="42866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공법서 생성 시스템 작동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A21E097-36C5-7DA6-870D-AEA59F26FB0B}"/>
              </a:ext>
            </a:extLst>
          </p:cNvPr>
          <p:cNvSpPr txBox="1"/>
          <p:nvPr/>
        </p:nvSpPr>
        <p:spPr>
          <a:xfrm>
            <a:off x="4079124" y="6367485"/>
            <a:ext cx="18124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동작</a:t>
            </a:r>
            <a:r>
              <a:rPr lang="ko-KR" altLang="en-US" sz="1100" dirty="0"/>
              <a:t> 기준 조립 순서 반환</a:t>
            </a:r>
          </a:p>
        </p:txBody>
      </p:sp>
      <p:pic>
        <p:nvPicPr>
          <p:cNvPr id="140" name="그래픽 139" descr="데이터베이스 단색으로 채워진">
            <a:extLst>
              <a:ext uri="{FF2B5EF4-FFF2-40B4-BE49-F238E27FC236}">
                <a16:creationId xmlns:a16="http://schemas.microsoft.com/office/drawing/2014/main" id="{D2D355CB-0FFA-ECB7-86C0-055693E93F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96074" y="4439205"/>
            <a:ext cx="539777" cy="580215"/>
          </a:xfrm>
          <a:prstGeom prst="rect">
            <a:avLst/>
          </a:prstGeom>
        </p:spPr>
      </p:pic>
      <p:sp>
        <p:nvSpPr>
          <p:cNvPr id="141" name="TextBox 140">
            <a:extLst>
              <a:ext uri="{FF2B5EF4-FFF2-40B4-BE49-F238E27FC236}">
                <a16:creationId xmlns:a16="http://schemas.microsoft.com/office/drawing/2014/main" id="{6BC0DEFC-2448-AC4F-E606-3FE4197D06D5}"/>
              </a:ext>
            </a:extLst>
          </p:cNvPr>
          <p:cNvSpPr txBox="1"/>
          <p:nvPr/>
        </p:nvSpPr>
        <p:spPr>
          <a:xfrm>
            <a:off x="2088767" y="5018308"/>
            <a:ext cx="2003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‘부품’</a:t>
            </a:r>
            <a:r>
              <a:rPr lang="en-US" altLang="ko-KR" sz="1000" b="1" dirty="0"/>
              <a:t>-’</a:t>
            </a:r>
            <a:r>
              <a:rPr lang="ko-KR" altLang="en-US" sz="1000" b="1" dirty="0"/>
              <a:t>동작’</a:t>
            </a:r>
            <a:r>
              <a:rPr lang="ko-KR" altLang="en-US" sz="1000" dirty="0"/>
              <a:t> 조립 기준 변환</a:t>
            </a:r>
          </a:p>
          <a:p>
            <a:pPr algn="ctr"/>
            <a:r>
              <a:rPr lang="ko-KR" altLang="en-US" sz="1000" dirty="0"/>
              <a:t>데이터</a:t>
            </a:r>
          </a:p>
        </p:txBody>
      </p:sp>
      <p:sp>
        <p:nvSpPr>
          <p:cNvPr id="142" name="화살표: 아래쪽 141">
            <a:extLst>
              <a:ext uri="{FF2B5EF4-FFF2-40B4-BE49-F238E27FC236}">
                <a16:creationId xmlns:a16="http://schemas.microsoft.com/office/drawing/2014/main" id="{7A64723E-5248-B072-0F35-19E3ACDD0299}"/>
              </a:ext>
            </a:extLst>
          </p:cNvPr>
          <p:cNvSpPr/>
          <p:nvPr/>
        </p:nvSpPr>
        <p:spPr>
          <a:xfrm>
            <a:off x="2727243" y="5442193"/>
            <a:ext cx="686484" cy="252670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DA0FB2A5-6BDE-9E03-43D3-039AC4247140}"/>
              </a:ext>
            </a:extLst>
          </p:cNvPr>
          <p:cNvCxnSpPr>
            <a:cxnSpLocks/>
          </p:cNvCxnSpPr>
          <p:nvPr/>
        </p:nvCxnSpPr>
        <p:spPr>
          <a:xfrm flipH="1">
            <a:off x="7933797" y="4439205"/>
            <a:ext cx="256570" cy="49583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3F4220BF-A274-13BA-E934-E844E65E5A54}"/>
              </a:ext>
            </a:extLst>
          </p:cNvPr>
          <p:cNvCxnSpPr>
            <a:cxnSpLocks/>
          </p:cNvCxnSpPr>
          <p:nvPr/>
        </p:nvCxnSpPr>
        <p:spPr>
          <a:xfrm flipH="1">
            <a:off x="7900826" y="3332902"/>
            <a:ext cx="439132" cy="842986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E34D01A2-946D-1295-DD1B-0F38AB88DBFE}"/>
              </a:ext>
            </a:extLst>
          </p:cNvPr>
          <p:cNvCxnSpPr>
            <a:cxnSpLocks/>
          </p:cNvCxnSpPr>
          <p:nvPr/>
        </p:nvCxnSpPr>
        <p:spPr>
          <a:xfrm flipH="1" flipV="1">
            <a:off x="7944286" y="4798778"/>
            <a:ext cx="1814538" cy="58443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F194D058-D08A-F441-931C-CC26F5DA77FF}"/>
              </a:ext>
            </a:extLst>
          </p:cNvPr>
          <p:cNvGrpSpPr/>
          <p:nvPr/>
        </p:nvGrpSpPr>
        <p:grpSpPr>
          <a:xfrm>
            <a:off x="6981870" y="2655941"/>
            <a:ext cx="1046802" cy="1393034"/>
            <a:chOff x="7917849" y="1193508"/>
            <a:chExt cx="1067656" cy="1198726"/>
          </a:xfrm>
        </p:grpSpPr>
        <p:pic>
          <p:nvPicPr>
            <p:cNvPr id="199" name="그래픽 198" descr="데이터베이스 단색으로 채워진">
              <a:extLst>
                <a:ext uri="{FF2B5EF4-FFF2-40B4-BE49-F238E27FC236}">
                  <a16:creationId xmlns:a16="http://schemas.microsoft.com/office/drawing/2014/main" id="{2EB315B1-CDE3-3593-0BD4-CB5CC5F89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12ACCE05-B42D-72D5-BE46-58C76C6FA100}"/>
                </a:ext>
              </a:extLst>
            </p:cNvPr>
            <p:cNvSpPr txBox="1"/>
            <p:nvPr/>
          </p:nvSpPr>
          <p:spPr>
            <a:xfrm>
              <a:off x="7917849" y="2012952"/>
              <a:ext cx="1067656" cy="3792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조립 관계 정보 </a:t>
              </a:r>
              <a:endParaRPr lang="en-US" altLang="ko-KR" sz="1000" dirty="0"/>
            </a:p>
            <a:p>
              <a:pPr algn="ctr"/>
              <a:r>
                <a:rPr lang="ko-KR" altLang="en-US" sz="1000" dirty="0"/>
                <a:t>데이터</a:t>
              </a:r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D60F9251-9B5E-9D99-7893-728226CE350C}"/>
              </a:ext>
            </a:extLst>
          </p:cNvPr>
          <p:cNvGrpSpPr/>
          <p:nvPr/>
        </p:nvGrpSpPr>
        <p:grpSpPr>
          <a:xfrm>
            <a:off x="6970347" y="4019183"/>
            <a:ext cx="1069848" cy="1399764"/>
            <a:chOff x="7903782" y="1193508"/>
            <a:chExt cx="1091161" cy="1204517"/>
          </a:xfrm>
        </p:grpSpPr>
        <p:pic>
          <p:nvPicPr>
            <p:cNvPr id="197" name="그래픽 196" descr="데이터베이스 단색으로 채워진">
              <a:extLst>
                <a:ext uri="{FF2B5EF4-FFF2-40B4-BE49-F238E27FC236}">
                  <a16:creationId xmlns:a16="http://schemas.microsoft.com/office/drawing/2014/main" id="{842F3E26-2CC9-10D5-A18E-1949EDDA3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0F585756-EB0F-C3AF-106F-B36AA1EE4879}"/>
                </a:ext>
              </a:extLst>
            </p:cNvPr>
            <p:cNvSpPr txBox="1"/>
            <p:nvPr/>
          </p:nvSpPr>
          <p:spPr>
            <a:xfrm>
              <a:off x="7903782" y="2018743"/>
              <a:ext cx="1091161" cy="3792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부품 특성 정보 데이터</a:t>
              </a:r>
            </a:p>
          </p:txBody>
        </p:sp>
      </p:grpSp>
      <p:sp>
        <p:nvSpPr>
          <p:cNvPr id="150" name="사각형: 둥근 모서리 149">
            <a:extLst>
              <a:ext uri="{FF2B5EF4-FFF2-40B4-BE49-F238E27FC236}">
                <a16:creationId xmlns:a16="http://schemas.microsoft.com/office/drawing/2014/main" id="{EE3D14FF-B4CB-E28F-2389-59C62CB4C3C7}"/>
              </a:ext>
            </a:extLst>
          </p:cNvPr>
          <p:cNvSpPr/>
          <p:nvPr/>
        </p:nvSpPr>
        <p:spPr>
          <a:xfrm>
            <a:off x="6948462" y="1136828"/>
            <a:ext cx="5112430" cy="5550113"/>
          </a:xfrm>
          <a:prstGeom prst="roundRect">
            <a:avLst>
              <a:gd name="adj" fmla="val 3596"/>
            </a:avLst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51" name="사각형: 둥근 모서리 150">
            <a:extLst>
              <a:ext uri="{FF2B5EF4-FFF2-40B4-BE49-F238E27FC236}">
                <a16:creationId xmlns:a16="http://schemas.microsoft.com/office/drawing/2014/main" id="{A8CEDC7F-E36F-8004-9411-7A6084ECA4BA}"/>
              </a:ext>
            </a:extLst>
          </p:cNvPr>
          <p:cNvSpPr/>
          <p:nvPr/>
        </p:nvSpPr>
        <p:spPr>
          <a:xfrm>
            <a:off x="6804401" y="900718"/>
            <a:ext cx="1892605" cy="472222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부품 조립 특성 </a:t>
            </a:r>
            <a:r>
              <a:rPr lang="en-US" altLang="ko-KR" sz="1200" dirty="0"/>
              <a:t>DB </a:t>
            </a:r>
            <a:r>
              <a:rPr lang="ko-KR" altLang="en-US" sz="1200" dirty="0"/>
              <a:t>구축</a:t>
            </a:r>
          </a:p>
        </p:txBody>
      </p: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CA141B23-0289-6F7B-3018-4AF1A23CE526}"/>
              </a:ext>
            </a:extLst>
          </p:cNvPr>
          <p:cNvGrpSpPr/>
          <p:nvPr/>
        </p:nvGrpSpPr>
        <p:grpSpPr>
          <a:xfrm>
            <a:off x="8258154" y="4040254"/>
            <a:ext cx="1042047" cy="2438257"/>
            <a:chOff x="8152861" y="4031963"/>
            <a:chExt cx="1043027" cy="2213372"/>
          </a:xfrm>
        </p:grpSpPr>
        <p:sp>
          <p:nvSpPr>
            <p:cNvPr id="190" name="사각형: 둥근 모서리 189">
              <a:extLst>
                <a:ext uri="{FF2B5EF4-FFF2-40B4-BE49-F238E27FC236}">
                  <a16:creationId xmlns:a16="http://schemas.microsoft.com/office/drawing/2014/main" id="{07492CF6-0E69-FB42-B882-A26BFA821827}"/>
                </a:ext>
              </a:extLst>
            </p:cNvPr>
            <p:cNvSpPr/>
            <p:nvPr/>
          </p:nvSpPr>
          <p:spPr>
            <a:xfrm>
              <a:off x="8152861" y="4031963"/>
              <a:ext cx="1043027" cy="2213372"/>
            </a:xfrm>
            <a:prstGeom prst="roundRect">
              <a:avLst>
                <a:gd name="adj" fmla="val 1487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1" name="타원 190">
              <a:extLst>
                <a:ext uri="{FF2B5EF4-FFF2-40B4-BE49-F238E27FC236}">
                  <a16:creationId xmlns:a16="http://schemas.microsoft.com/office/drawing/2014/main" id="{993D53BD-A2BC-6D61-1611-72FA7B50A40F}"/>
                </a:ext>
              </a:extLst>
            </p:cNvPr>
            <p:cNvSpPr/>
            <p:nvPr/>
          </p:nvSpPr>
          <p:spPr>
            <a:xfrm>
              <a:off x="8315124" y="4185818"/>
              <a:ext cx="718501" cy="42230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 err="1">
                  <a:latin typeface="+mj-ea"/>
                </a:rPr>
                <a:t>나사탭</a:t>
              </a:r>
              <a:r>
                <a:rPr lang="en-US" altLang="ko-KR" sz="800" dirty="0">
                  <a:latin typeface="+mj-ea"/>
                </a:rPr>
                <a:t>:</a:t>
              </a:r>
              <a:r>
                <a:rPr lang="ko-KR" altLang="en-US" sz="800" dirty="0">
                  <a:latin typeface="+mj-ea"/>
                </a:rPr>
                <a:t> </a:t>
              </a:r>
              <a:r>
                <a:rPr lang="en-US" altLang="ko-KR" sz="800" dirty="0">
                  <a:latin typeface="+mj-ea"/>
                  <a:ea typeface="+mj-ea"/>
                </a:rPr>
                <a:t>M8</a:t>
              </a:r>
              <a:endParaRPr lang="ko-KR" altLang="en-US" sz="800" dirty="0">
                <a:latin typeface="+mj-ea"/>
                <a:ea typeface="+mj-ea"/>
              </a:endParaRPr>
            </a:p>
          </p:txBody>
        </p:sp>
        <p:grpSp>
          <p:nvGrpSpPr>
            <p:cNvPr id="192" name="그룹 191">
              <a:extLst>
                <a:ext uri="{FF2B5EF4-FFF2-40B4-BE49-F238E27FC236}">
                  <a16:creationId xmlns:a16="http://schemas.microsoft.com/office/drawing/2014/main" id="{0ED2D807-9F5C-AF4A-E0D1-0943C9ABDE0B}"/>
                </a:ext>
              </a:extLst>
            </p:cNvPr>
            <p:cNvGrpSpPr/>
            <p:nvPr/>
          </p:nvGrpSpPr>
          <p:grpSpPr>
            <a:xfrm>
              <a:off x="8229442" y="4675530"/>
              <a:ext cx="889864" cy="1259949"/>
              <a:chOff x="8150416" y="1965725"/>
              <a:chExt cx="889864" cy="1259949"/>
            </a:xfrm>
          </p:grpSpPr>
          <p:pic>
            <p:nvPicPr>
              <p:cNvPr id="195" name="그림 194">
                <a:extLst>
                  <a:ext uri="{FF2B5EF4-FFF2-40B4-BE49-F238E27FC236}">
                    <a16:creationId xmlns:a16="http://schemas.microsoft.com/office/drawing/2014/main" id="{4ECD8221-2F9B-1895-26EA-6458F79155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ackgroundRemoval t="5761" b="99114" l="2134" r="96692">
                            <a14:foregroundMark x1="3949" y1="23338" x2="10352" y2="26145"/>
                            <a14:foregroundMark x1="10352" y1="26145" x2="10139" y2="26588"/>
                            <a14:foregroundMark x1="29456" y1="9453" x2="41622" y2="5318"/>
                            <a14:foregroundMark x1="41622" y1="5318" x2="35432" y2="10487"/>
                            <a14:foregroundMark x1="35432" y1="10487" x2="30950" y2="9453"/>
                            <a14:foregroundMark x1="40448" y1="4284" x2="47385" y2="3545"/>
                            <a14:foregroundMark x1="47385" y1="3545" x2="57204" y2="5908"/>
                            <a14:foregroundMark x1="57204" y1="5908" x2="61259" y2="10931"/>
                            <a14:foregroundMark x1="88367" y1="33235" x2="92529" y2="40030"/>
                            <a14:foregroundMark x1="92529" y1="40030" x2="94450" y2="52142"/>
                            <a14:foregroundMark x1="94450" y1="52142" x2="91249" y2="64106"/>
                            <a14:foregroundMark x1="91249" y1="64106" x2="86766" y2="71344"/>
                            <a14:foregroundMark x1="86766" y1="71344" x2="86980" y2="71787"/>
                            <a14:foregroundMark x1="94664" y1="41359" x2="93810" y2="53176"/>
                            <a14:foregroundMark x1="59232" y1="88626" x2="71291" y2="93501"/>
                            <a14:foregroundMark x1="71291" y1="93501" x2="72892" y2="92024"/>
                            <a14:foregroundMark x1="71825" y1="94535" x2="66702" y2="99261"/>
                            <a14:foregroundMark x1="38847" y1="76366" x2="39488" y2="79173"/>
                            <a14:foregroundMark x1="3735" y1="24077" x2="2668" y2="27326"/>
                            <a14:foregroundMark x1="2241" y1="27326" x2="3308" y2="25849"/>
                            <a14:foregroundMark x1="5550" y1="22304" x2="7257" y2="19498"/>
                            <a14:foregroundMark x1="73319" y1="16544" x2="77695" y2="22304"/>
                            <a14:foregroundMark x1="77695" y1="22304" x2="78869" y2="23043"/>
                            <a14:foregroundMark x1="96265" y1="44609" x2="96692" y2="54948"/>
                            <a14:foregroundMark x1="96692" y1="54948" x2="92850" y2="66765"/>
                          </a14:backgroundRemoval>
                        </a14:imgEffect>
                      </a14:imgLayer>
                    </a14:imgProps>
                  </a:ext>
                </a:extLst>
              </a:blip>
              <a:srcRect t="11721" r="75466" b="40201"/>
              <a:stretch>
                <a:fillRect/>
              </a:stretch>
            </p:blipFill>
            <p:spPr>
              <a:xfrm>
                <a:off x="8150416" y="1965725"/>
                <a:ext cx="889864" cy="1259949"/>
              </a:xfrm>
              <a:prstGeom prst="rect">
                <a:avLst/>
              </a:prstGeom>
            </p:spPr>
          </p:pic>
          <p:sp>
            <p:nvSpPr>
              <p:cNvPr id="196" name="타원 195">
                <a:extLst>
                  <a:ext uri="{FF2B5EF4-FFF2-40B4-BE49-F238E27FC236}">
                    <a16:creationId xmlns:a16="http://schemas.microsoft.com/office/drawing/2014/main" id="{E3B64C8A-50E0-B783-D087-20D716B8951C}"/>
                  </a:ext>
                </a:extLst>
              </p:cNvPr>
              <p:cNvSpPr/>
              <p:nvPr/>
            </p:nvSpPr>
            <p:spPr>
              <a:xfrm>
                <a:off x="8608409" y="2502815"/>
                <a:ext cx="162396" cy="124103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latin typeface="+mj-ea"/>
                  <a:ea typeface="+mj-ea"/>
                </a:endParaRPr>
              </a:p>
            </p:txBody>
          </p:sp>
        </p:grpSp>
        <p:cxnSp>
          <p:nvCxnSpPr>
            <p:cNvPr id="193" name="직선 화살표 연결선 192">
              <a:extLst>
                <a:ext uri="{FF2B5EF4-FFF2-40B4-BE49-F238E27FC236}">
                  <a16:creationId xmlns:a16="http://schemas.microsoft.com/office/drawing/2014/main" id="{CD944351-B80E-B418-CF74-AF385FC82CC2}"/>
                </a:ext>
              </a:extLst>
            </p:cNvPr>
            <p:cNvCxnSpPr>
              <a:cxnSpLocks/>
            </p:cNvCxnSpPr>
            <p:nvPr/>
          </p:nvCxnSpPr>
          <p:spPr>
            <a:xfrm>
              <a:off x="8647475" y="4608123"/>
              <a:ext cx="94258" cy="604497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F36A0544-B664-5D0C-1E3F-D5873F89503D}"/>
                </a:ext>
              </a:extLst>
            </p:cNvPr>
            <p:cNvSpPr txBox="1"/>
            <p:nvPr/>
          </p:nvSpPr>
          <p:spPr>
            <a:xfrm>
              <a:off x="8220741" y="5935479"/>
              <a:ext cx="907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바디</a:t>
              </a:r>
              <a:r>
                <a:rPr lang="en-US" altLang="ko-KR" sz="1000" b="1" dirty="0"/>
                <a:t>(A-</a:t>
              </a:r>
              <a:r>
                <a:rPr lang="ko-KR" altLang="en-US" sz="1000" b="1" dirty="0"/>
                <a:t>필라</a:t>
              </a:r>
              <a:r>
                <a:rPr lang="en-US" altLang="ko-KR" sz="1000" b="1" dirty="0"/>
                <a:t>)</a:t>
              </a:r>
              <a:endParaRPr lang="ko-KR" altLang="en-US" sz="1000" b="1" dirty="0"/>
            </a:p>
          </p:txBody>
        </p:sp>
      </p:grp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6B4E5A45-4319-1FCB-55D4-2CD13FFC2A70}"/>
              </a:ext>
            </a:extLst>
          </p:cNvPr>
          <p:cNvGrpSpPr/>
          <p:nvPr/>
        </p:nvGrpSpPr>
        <p:grpSpPr>
          <a:xfrm>
            <a:off x="9888005" y="4046583"/>
            <a:ext cx="2092832" cy="2438256"/>
            <a:chOff x="7224289" y="4083187"/>
            <a:chExt cx="2094799" cy="2213371"/>
          </a:xfrm>
        </p:grpSpPr>
        <p:sp>
          <p:nvSpPr>
            <p:cNvPr id="176" name="사각형: 둥근 모서리 175">
              <a:extLst>
                <a:ext uri="{FF2B5EF4-FFF2-40B4-BE49-F238E27FC236}">
                  <a16:creationId xmlns:a16="http://schemas.microsoft.com/office/drawing/2014/main" id="{DC66CCD5-DAC5-13C9-D6B9-600356D879E8}"/>
                </a:ext>
              </a:extLst>
            </p:cNvPr>
            <p:cNvSpPr/>
            <p:nvPr/>
          </p:nvSpPr>
          <p:spPr>
            <a:xfrm>
              <a:off x="7224289" y="4083187"/>
              <a:ext cx="2094799" cy="2213371"/>
            </a:xfrm>
            <a:prstGeom prst="roundRect">
              <a:avLst>
                <a:gd name="adj" fmla="val 8379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7" name="그룹 176">
              <a:extLst>
                <a:ext uri="{FF2B5EF4-FFF2-40B4-BE49-F238E27FC236}">
                  <a16:creationId xmlns:a16="http://schemas.microsoft.com/office/drawing/2014/main" id="{A9B01869-4606-57D5-30AB-6AB2E02C40DE}"/>
                </a:ext>
              </a:extLst>
            </p:cNvPr>
            <p:cNvGrpSpPr/>
            <p:nvPr/>
          </p:nvGrpSpPr>
          <p:grpSpPr>
            <a:xfrm>
              <a:off x="7310140" y="5059070"/>
              <a:ext cx="862751" cy="1107070"/>
              <a:chOff x="5697272" y="3532930"/>
              <a:chExt cx="862751" cy="1107070"/>
            </a:xfrm>
          </p:grpSpPr>
          <p:pic>
            <p:nvPicPr>
              <p:cNvPr id="187" name="그림 186" descr="가방, 액세서리, 수하물 및 가방, 핸드백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B57B10AE-B89E-BB31-0A17-7DAF8E6C9D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backgroundRemoval t="5862" b="95172" l="9735" r="89381">
                            <a14:foregroundMark x1="16372" y1="89310" x2="59735" y2="88621"/>
                            <a14:foregroundMark x1="16814" y1="87586" x2="17699" y2="95517"/>
                            <a14:foregroundMark x1="37611" y1="46897" x2="36726" y2="43793"/>
                            <a14:foregroundMark x1="43363" y1="43793" x2="37168" y2="48276"/>
                            <a14:foregroundMark x1="39823" y1="43793" x2="35398" y2="47586"/>
                            <a14:foregroundMark x1="30973" y1="9655" x2="37168" y2="5862"/>
                            <a14:foregroundMark x1="42035" y1="5862" x2="68584" y2="7586"/>
                            <a14:foregroundMark x1="89381" y1="23793" x2="87611" y2="28966"/>
                            <a14:foregroundMark x1="43363" y1="11379" x2="76106" y2="22414"/>
                            <a14:foregroundMark x1="74336" y1="18276" x2="35841" y2="27241"/>
                            <a14:foregroundMark x1="36283" y1="13448" x2="67699" y2="23103"/>
                            <a14:foregroundMark x1="80088" y1="25172" x2="31416" y2="28276"/>
                            <a14:foregroundMark x1="31416" y1="28276" x2="78761" y2="25172"/>
                            <a14:foregroundMark x1="78761" y1="25172" x2="31858" y2="21724"/>
                            <a14:foregroundMark x1="31858" y1="21724" x2="72566" y2="13103"/>
                            <a14:foregroundMark x1="67699" y1="12069" x2="67257" y2="12414"/>
                            <a14:foregroundMark x1="65929" y1="13448" x2="46460" y2="14138"/>
                            <a14:foregroundMark x1="44690" y1="16207" x2="43805" y2="14483"/>
                            <a14:foregroundMark x1="41150" y1="16897" x2="37611" y2="17931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697272" y="3532930"/>
                <a:ext cx="862751" cy="1107070"/>
              </a:xfrm>
              <a:prstGeom prst="rect">
                <a:avLst/>
              </a:prstGeom>
            </p:spPr>
          </p:pic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8407AA64-FD06-C6A8-129C-74C0FFC82D63}"/>
                  </a:ext>
                </a:extLst>
              </p:cNvPr>
              <p:cNvSpPr/>
              <p:nvPr/>
            </p:nvSpPr>
            <p:spPr>
              <a:xfrm>
                <a:off x="6288637" y="4176837"/>
                <a:ext cx="162396" cy="124103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j-ea"/>
                  <a:ea typeface="+mj-ea"/>
                </a:endParaRPr>
              </a:p>
            </p:txBody>
          </p:sp>
          <p:sp>
            <p:nvSpPr>
              <p:cNvPr id="189" name="타원 188">
                <a:extLst>
                  <a:ext uri="{FF2B5EF4-FFF2-40B4-BE49-F238E27FC236}">
                    <a16:creationId xmlns:a16="http://schemas.microsoft.com/office/drawing/2014/main" id="{AFD89A9D-5FC3-0DB9-3715-B431C9824FF0}"/>
                  </a:ext>
                </a:extLst>
              </p:cNvPr>
              <p:cNvSpPr/>
              <p:nvPr/>
            </p:nvSpPr>
            <p:spPr>
              <a:xfrm>
                <a:off x="6296548" y="4053438"/>
                <a:ext cx="162396" cy="124103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5D7AFFFA-E9AB-4654-31A0-924DF00E4431}"/>
                </a:ext>
              </a:extLst>
            </p:cNvPr>
            <p:cNvSpPr txBox="1"/>
            <p:nvPr/>
          </p:nvSpPr>
          <p:spPr>
            <a:xfrm>
              <a:off x="8255303" y="5500610"/>
              <a:ext cx="9386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프론트 도어</a:t>
              </a:r>
            </a:p>
          </p:txBody>
        </p:sp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1F647B99-8C34-2306-8CEC-E06AA8791B73}"/>
                </a:ext>
              </a:extLst>
            </p:cNvPr>
            <p:cNvGrpSpPr/>
            <p:nvPr/>
          </p:nvGrpSpPr>
          <p:grpSpPr>
            <a:xfrm>
              <a:off x="7310595" y="4165621"/>
              <a:ext cx="1919896" cy="687443"/>
              <a:chOff x="5748832" y="3455542"/>
              <a:chExt cx="1919896" cy="687443"/>
            </a:xfrm>
          </p:grpSpPr>
          <p:sp>
            <p:nvSpPr>
              <p:cNvPr id="182" name="사각형: 둥근 모서리 181">
                <a:extLst>
                  <a:ext uri="{FF2B5EF4-FFF2-40B4-BE49-F238E27FC236}">
                    <a16:creationId xmlns:a16="http://schemas.microsoft.com/office/drawing/2014/main" id="{D267B890-9325-6D32-B922-3D6FC7D003C5}"/>
                  </a:ext>
                </a:extLst>
              </p:cNvPr>
              <p:cNvSpPr/>
              <p:nvPr/>
            </p:nvSpPr>
            <p:spPr>
              <a:xfrm>
                <a:off x="5748832" y="3550444"/>
                <a:ext cx="1919896" cy="592541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83" name="그룹 182">
                <a:extLst>
                  <a:ext uri="{FF2B5EF4-FFF2-40B4-BE49-F238E27FC236}">
                    <a16:creationId xmlns:a16="http://schemas.microsoft.com/office/drawing/2014/main" id="{AB4BD615-E5CE-ABA4-1AE1-5195FF719FB3}"/>
                  </a:ext>
                </a:extLst>
              </p:cNvPr>
              <p:cNvGrpSpPr/>
              <p:nvPr/>
            </p:nvGrpSpPr>
            <p:grpSpPr>
              <a:xfrm>
                <a:off x="5806184" y="3687200"/>
                <a:ext cx="1805192" cy="406559"/>
                <a:chOff x="689827" y="2745065"/>
                <a:chExt cx="1805192" cy="406559"/>
              </a:xfrm>
            </p:grpSpPr>
            <p:sp>
              <p:nvSpPr>
                <p:cNvPr id="185" name="타원 184">
                  <a:extLst>
                    <a:ext uri="{FF2B5EF4-FFF2-40B4-BE49-F238E27FC236}">
                      <a16:creationId xmlns:a16="http://schemas.microsoft.com/office/drawing/2014/main" id="{DBC64688-96C3-2630-E55E-5B819E7B1EC5}"/>
                    </a:ext>
                  </a:extLst>
                </p:cNvPr>
                <p:cNvSpPr/>
                <p:nvPr/>
              </p:nvSpPr>
              <p:spPr>
                <a:xfrm>
                  <a:off x="689827" y="2745065"/>
                  <a:ext cx="842005" cy="406559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800" dirty="0">
                      <a:latin typeface="+mj-ea"/>
                    </a:rPr>
                    <a:t>나사구멍</a:t>
                  </a:r>
                  <a:r>
                    <a:rPr lang="en-US" altLang="ko-KR" sz="800" dirty="0">
                      <a:latin typeface="+mj-ea"/>
                    </a:rPr>
                    <a:t>:</a:t>
                  </a:r>
                  <a:r>
                    <a:rPr lang="ko-KR" altLang="en-US" sz="800" dirty="0">
                      <a:latin typeface="+mj-ea"/>
                    </a:rPr>
                    <a:t> </a:t>
                  </a:r>
                  <a:r>
                    <a:rPr lang="en-US" altLang="ko-KR" sz="800" dirty="0">
                      <a:latin typeface="+mj-ea"/>
                    </a:rPr>
                    <a:t>Ø6mm</a:t>
                  </a:r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86" name="타원 185">
                  <a:extLst>
                    <a:ext uri="{FF2B5EF4-FFF2-40B4-BE49-F238E27FC236}">
                      <a16:creationId xmlns:a16="http://schemas.microsoft.com/office/drawing/2014/main" id="{C74232D4-7863-0F2D-E51D-15EB31FEE399}"/>
                    </a:ext>
                  </a:extLst>
                </p:cNvPr>
                <p:cNvSpPr/>
                <p:nvPr/>
              </p:nvSpPr>
              <p:spPr>
                <a:xfrm>
                  <a:off x="1653014" y="2745065"/>
                  <a:ext cx="842005" cy="406559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800" dirty="0">
                      <a:latin typeface="+mj-ea"/>
                    </a:rPr>
                    <a:t>나사구멍</a:t>
                  </a:r>
                  <a:r>
                    <a:rPr lang="en-US" altLang="ko-KR" sz="800" dirty="0">
                      <a:latin typeface="+mj-ea"/>
                    </a:rPr>
                    <a:t>:</a:t>
                  </a:r>
                  <a:r>
                    <a:rPr lang="ko-KR" altLang="en-US" sz="800" dirty="0">
                      <a:latin typeface="+mj-ea"/>
                    </a:rPr>
                    <a:t> </a:t>
                  </a:r>
                  <a:r>
                    <a:rPr lang="en-US" altLang="ko-KR" sz="800" dirty="0">
                      <a:latin typeface="+mj-ea"/>
                    </a:rPr>
                    <a:t>Ø6mm</a:t>
                  </a:r>
                  <a:endParaRPr lang="ko-KR" altLang="en-US" sz="800" dirty="0">
                    <a:latin typeface="+mj-ea"/>
                  </a:endParaRPr>
                </a:p>
              </p:txBody>
            </p:sp>
          </p:grpSp>
          <p:sp>
            <p:nvSpPr>
              <p:cNvPr id="184" name="사각형: 둥근 모서리 183">
                <a:extLst>
                  <a:ext uri="{FF2B5EF4-FFF2-40B4-BE49-F238E27FC236}">
                    <a16:creationId xmlns:a16="http://schemas.microsoft.com/office/drawing/2014/main" id="{4B1B3C08-66A4-3EB6-144C-7B38F90D7C3D}"/>
                  </a:ext>
                </a:extLst>
              </p:cNvPr>
              <p:cNvSpPr/>
              <p:nvPr/>
            </p:nvSpPr>
            <p:spPr>
              <a:xfrm>
                <a:off x="6106497" y="3455542"/>
                <a:ext cx="1204567" cy="194958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/>
                  <a:t>조립부</a:t>
                </a:r>
                <a:r>
                  <a:rPr lang="ko-KR" altLang="en-US" sz="1000" dirty="0"/>
                  <a:t> </a:t>
                </a:r>
                <a:r>
                  <a:rPr lang="en-US" altLang="ko-KR" sz="1000" dirty="0"/>
                  <a:t>Type A-1</a:t>
                </a:r>
                <a:endParaRPr lang="ko-KR" altLang="en-US" sz="1000" dirty="0"/>
              </a:p>
            </p:txBody>
          </p:sp>
        </p:grpSp>
        <p:cxnSp>
          <p:nvCxnSpPr>
            <p:cNvPr id="180" name="직선 화살표 연결선 179">
              <a:extLst>
                <a:ext uri="{FF2B5EF4-FFF2-40B4-BE49-F238E27FC236}">
                  <a16:creationId xmlns:a16="http://schemas.microsoft.com/office/drawing/2014/main" id="{F6FFB110-232C-505B-367D-BFD08669363B}"/>
                </a:ext>
              </a:extLst>
            </p:cNvPr>
            <p:cNvCxnSpPr>
              <a:cxnSpLocks/>
              <a:stCxn id="185" idx="4"/>
              <a:endCxn id="188" idx="3"/>
            </p:cNvCxnSpPr>
            <p:nvPr/>
          </p:nvCxnSpPr>
          <p:spPr>
            <a:xfrm>
              <a:off x="7788950" y="4803838"/>
              <a:ext cx="136337" cy="1005068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직선 화살표 연결선 180">
              <a:extLst>
                <a:ext uri="{FF2B5EF4-FFF2-40B4-BE49-F238E27FC236}">
                  <a16:creationId xmlns:a16="http://schemas.microsoft.com/office/drawing/2014/main" id="{359862B7-3ABF-0EE6-C342-7BC2D65E6A89}"/>
                </a:ext>
              </a:extLst>
            </p:cNvPr>
            <p:cNvCxnSpPr>
              <a:cxnSpLocks/>
              <a:stCxn id="186" idx="4"/>
              <a:endCxn id="189" idx="5"/>
            </p:cNvCxnSpPr>
            <p:nvPr/>
          </p:nvCxnSpPr>
          <p:spPr>
            <a:xfrm flipH="1">
              <a:off x="8048030" y="4803838"/>
              <a:ext cx="704107" cy="88166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94ABB17B-8E2F-1591-33D7-4D483221BA68}"/>
              </a:ext>
            </a:extLst>
          </p:cNvPr>
          <p:cNvGrpSpPr/>
          <p:nvPr/>
        </p:nvGrpSpPr>
        <p:grpSpPr>
          <a:xfrm>
            <a:off x="8258749" y="1503637"/>
            <a:ext cx="3699322" cy="1806352"/>
            <a:chOff x="5593501" y="1662378"/>
            <a:chExt cx="3702799" cy="1639749"/>
          </a:xfrm>
        </p:grpSpPr>
        <p:sp>
          <p:nvSpPr>
            <p:cNvPr id="159" name="사각형: 둥근 모서리 158">
              <a:extLst>
                <a:ext uri="{FF2B5EF4-FFF2-40B4-BE49-F238E27FC236}">
                  <a16:creationId xmlns:a16="http://schemas.microsoft.com/office/drawing/2014/main" id="{988B01C7-3E47-068D-2658-A0F6F83839BB}"/>
                </a:ext>
              </a:extLst>
            </p:cNvPr>
            <p:cNvSpPr/>
            <p:nvPr/>
          </p:nvSpPr>
          <p:spPr>
            <a:xfrm>
              <a:off x="5593501" y="1662378"/>
              <a:ext cx="3702799" cy="1639749"/>
            </a:xfrm>
            <a:prstGeom prst="roundRect">
              <a:avLst>
                <a:gd name="adj" fmla="val 8379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60" name="그림 159" descr="공구, 레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A255CF1-E9E1-E22F-7C5B-F7B84893EC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backgroundRemoval t="9905" b="89857" l="6771" r="93750">
                          <a14:foregroundMark x1="80208" y1="46301" x2="88229" y2="52029"/>
                          <a14:foregroundMark x1="93854" y1="48687" x2="92083" y2="52148"/>
                          <a14:foregroundMark x1="9063" y1="64320" x2="6771" y2="43675"/>
                          <a14:foregroundMark x1="27708" y1="62888" x2="28438" y2="63246"/>
                          <a14:foregroundMark x1="32500" y1="40334" x2="33438" y2="40931"/>
                          <a14:foregroundMark x1="24167" y1="31981" x2="24896" y2="32697"/>
                          <a14:foregroundMark x1="24792" y1="31623" x2="26042" y2="34010"/>
                          <a14:foregroundMark x1="26458" y1="34368" x2="27917" y2="4510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483" b="22294"/>
            <a:stretch>
              <a:fillRect/>
            </a:stretch>
          </p:blipFill>
          <p:spPr>
            <a:xfrm flipH="1">
              <a:off x="6045258" y="1669156"/>
              <a:ext cx="1881704" cy="707404"/>
            </a:xfrm>
            <a:prstGeom prst="rect">
              <a:avLst/>
            </a:prstGeom>
          </p:spPr>
        </p:pic>
        <p:sp>
          <p:nvSpPr>
            <p:cNvPr id="161" name="타원 160">
              <a:extLst>
                <a:ext uri="{FF2B5EF4-FFF2-40B4-BE49-F238E27FC236}">
                  <a16:creationId xmlns:a16="http://schemas.microsoft.com/office/drawing/2014/main" id="{27152AD3-6DCC-9CA4-56B2-D507FD0069F9}"/>
                </a:ext>
              </a:extLst>
            </p:cNvPr>
            <p:cNvSpPr/>
            <p:nvPr/>
          </p:nvSpPr>
          <p:spPr>
            <a:xfrm>
              <a:off x="5658217" y="2465986"/>
              <a:ext cx="907524" cy="28836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latin typeface="+mj-ea"/>
                  <a:ea typeface="+mj-ea"/>
                </a:rPr>
                <a:t>나사구멍</a:t>
              </a:r>
              <a:r>
                <a:rPr lang="en-US" altLang="ko-KR" sz="800" dirty="0">
                  <a:latin typeface="+mj-ea"/>
                  <a:ea typeface="+mj-ea"/>
                </a:rPr>
                <a:t>:</a:t>
              </a:r>
              <a:r>
                <a:rPr lang="ko-KR" altLang="en-US" sz="800" dirty="0">
                  <a:latin typeface="+mj-ea"/>
                  <a:ea typeface="+mj-ea"/>
                </a:rPr>
                <a:t> </a:t>
              </a:r>
              <a:r>
                <a:rPr lang="en-US" altLang="ko-KR" sz="800" dirty="0">
                  <a:latin typeface="+mj-ea"/>
                  <a:ea typeface="+mj-ea"/>
                </a:rPr>
                <a:t>Ø8mm</a:t>
              </a:r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162" name="타원 161">
              <a:extLst>
                <a:ext uri="{FF2B5EF4-FFF2-40B4-BE49-F238E27FC236}">
                  <a16:creationId xmlns:a16="http://schemas.microsoft.com/office/drawing/2014/main" id="{81BD6604-DA25-E39D-E93B-2245BB21C27D}"/>
                </a:ext>
              </a:extLst>
            </p:cNvPr>
            <p:cNvSpPr/>
            <p:nvPr/>
          </p:nvSpPr>
          <p:spPr>
            <a:xfrm>
              <a:off x="7335173" y="1788152"/>
              <a:ext cx="162396" cy="14959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163" name="타원 162">
              <a:extLst>
                <a:ext uri="{FF2B5EF4-FFF2-40B4-BE49-F238E27FC236}">
                  <a16:creationId xmlns:a16="http://schemas.microsoft.com/office/drawing/2014/main" id="{4F51EA59-C3C9-1381-A5F3-006055BD1062}"/>
                </a:ext>
              </a:extLst>
            </p:cNvPr>
            <p:cNvSpPr/>
            <p:nvPr/>
          </p:nvSpPr>
          <p:spPr>
            <a:xfrm>
              <a:off x="7464882" y="2093547"/>
              <a:ext cx="162396" cy="14959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latin typeface="+mj-ea"/>
                <a:ea typeface="+mj-ea"/>
              </a:endParaRPr>
            </a:p>
          </p:txBody>
        </p:sp>
        <p:cxnSp>
          <p:nvCxnSpPr>
            <p:cNvPr id="164" name="직선 화살표 연결선 163">
              <a:extLst>
                <a:ext uri="{FF2B5EF4-FFF2-40B4-BE49-F238E27FC236}">
                  <a16:creationId xmlns:a16="http://schemas.microsoft.com/office/drawing/2014/main" id="{9411FF24-F358-84AC-D28F-665DE89CA72D}"/>
                </a:ext>
              </a:extLst>
            </p:cNvPr>
            <p:cNvCxnSpPr>
              <a:cxnSpLocks/>
              <a:stCxn id="161" idx="0"/>
            </p:cNvCxnSpPr>
            <p:nvPr/>
          </p:nvCxnSpPr>
          <p:spPr>
            <a:xfrm flipV="1">
              <a:off x="6111979" y="2155599"/>
              <a:ext cx="78743" cy="310387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5" name="타원 164">
              <a:extLst>
                <a:ext uri="{FF2B5EF4-FFF2-40B4-BE49-F238E27FC236}">
                  <a16:creationId xmlns:a16="http://schemas.microsoft.com/office/drawing/2014/main" id="{5989D642-4DAA-ADFB-0FB7-F6149ECFAB73}"/>
                </a:ext>
              </a:extLst>
            </p:cNvPr>
            <p:cNvSpPr/>
            <p:nvPr/>
          </p:nvSpPr>
          <p:spPr>
            <a:xfrm>
              <a:off x="6065726" y="1898091"/>
              <a:ext cx="254757" cy="24784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latin typeface="+mj-ea"/>
                <a:ea typeface="+mj-ea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B6652C97-7676-EBEC-97DE-0935AB193A55}"/>
                </a:ext>
              </a:extLst>
            </p:cNvPr>
            <p:cNvSpPr txBox="1"/>
            <p:nvPr/>
          </p:nvSpPr>
          <p:spPr>
            <a:xfrm>
              <a:off x="7822953" y="1885376"/>
              <a:ext cx="136893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도어 </a:t>
              </a:r>
              <a:r>
                <a:rPr lang="ko-KR" altLang="en-US" sz="1000" b="1" dirty="0" err="1"/>
                <a:t>체커</a:t>
              </a:r>
              <a:endParaRPr lang="ko-KR" altLang="en-US" sz="1000" b="1" dirty="0"/>
            </a:p>
          </p:txBody>
        </p:sp>
        <p:grpSp>
          <p:nvGrpSpPr>
            <p:cNvPr id="167" name="그룹 166">
              <a:extLst>
                <a:ext uri="{FF2B5EF4-FFF2-40B4-BE49-F238E27FC236}">
                  <a16:creationId xmlns:a16="http://schemas.microsoft.com/office/drawing/2014/main" id="{5BF4F75E-198D-000E-CA64-651E933746F7}"/>
                </a:ext>
              </a:extLst>
            </p:cNvPr>
            <p:cNvGrpSpPr/>
            <p:nvPr/>
          </p:nvGrpSpPr>
          <p:grpSpPr>
            <a:xfrm>
              <a:off x="7564826" y="2625708"/>
              <a:ext cx="1660702" cy="567130"/>
              <a:chOff x="3035594" y="5014220"/>
              <a:chExt cx="1660702" cy="567130"/>
            </a:xfrm>
          </p:grpSpPr>
          <p:sp>
            <p:nvSpPr>
              <p:cNvPr id="171" name="사각형: 둥근 모서리 170">
                <a:extLst>
                  <a:ext uri="{FF2B5EF4-FFF2-40B4-BE49-F238E27FC236}">
                    <a16:creationId xmlns:a16="http://schemas.microsoft.com/office/drawing/2014/main" id="{2208957E-A743-AE92-5A72-E5EF31876CEC}"/>
                  </a:ext>
                </a:extLst>
              </p:cNvPr>
              <p:cNvSpPr/>
              <p:nvPr/>
            </p:nvSpPr>
            <p:spPr>
              <a:xfrm>
                <a:off x="3035594" y="5014220"/>
                <a:ext cx="1660702" cy="469651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72" name="그룹 171">
                <a:extLst>
                  <a:ext uri="{FF2B5EF4-FFF2-40B4-BE49-F238E27FC236}">
                    <a16:creationId xmlns:a16="http://schemas.microsoft.com/office/drawing/2014/main" id="{0C81A851-58BA-42D3-D442-3F21C1FAD664}"/>
                  </a:ext>
                </a:extLst>
              </p:cNvPr>
              <p:cNvGrpSpPr/>
              <p:nvPr/>
            </p:nvGrpSpPr>
            <p:grpSpPr>
              <a:xfrm>
                <a:off x="3117032" y="5056811"/>
                <a:ext cx="1497827" cy="273894"/>
                <a:chOff x="3328619" y="3479753"/>
                <a:chExt cx="1497827" cy="273894"/>
              </a:xfrm>
            </p:grpSpPr>
            <p:sp>
              <p:nvSpPr>
                <p:cNvPr id="174" name="타원 173">
                  <a:extLst>
                    <a:ext uri="{FF2B5EF4-FFF2-40B4-BE49-F238E27FC236}">
                      <a16:creationId xmlns:a16="http://schemas.microsoft.com/office/drawing/2014/main" id="{0AB3DFF3-D291-8C9C-B687-E43278F9711B}"/>
                    </a:ext>
                  </a:extLst>
                </p:cNvPr>
                <p:cNvSpPr/>
                <p:nvPr/>
              </p:nvSpPr>
              <p:spPr>
                <a:xfrm>
                  <a:off x="4116884" y="3479753"/>
                  <a:ext cx="709562" cy="273894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나사</a:t>
                  </a:r>
                  <a:r>
                    <a:rPr lang="en-US" altLang="ko-KR" sz="800" dirty="0">
                      <a:latin typeface="+mj-ea"/>
                    </a:rPr>
                    <a:t>:</a:t>
                  </a:r>
                  <a:r>
                    <a:rPr lang="ko-KR" altLang="en-US" sz="800" dirty="0">
                      <a:latin typeface="+mj-ea"/>
                    </a:rPr>
                    <a:t> </a:t>
                  </a:r>
                  <a:r>
                    <a:rPr lang="en-US" altLang="ko-KR" sz="800" dirty="0">
                      <a:latin typeface="+mj-ea"/>
                      <a:ea typeface="+mj-ea"/>
                    </a:rPr>
                    <a:t>M6</a:t>
                  </a:r>
                  <a:endParaRPr lang="ko-KR" altLang="en-US" sz="8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75" name="타원 174">
                  <a:extLst>
                    <a:ext uri="{FF2B5EF4-FFF2-40B4-BE49-F238E27FC236}">
                      <a16:creationId xmlns:a16="http://schemas.microsoft.com/office/drawing/2014/main" id="{DEA42342-1764-A7B1-E610-9C86283528C6}"/>
                    </a:ext>
                  </a:extLst>
                </p:cNvPr>
                <p:cNvSpPr/>
                <p:nvPr/>
              </p:nvSpPr>
              <p:spPr>
                <a:xfrm>
                  <a:off x="3328619" y="3479753"/>
                  <a:ext cx="709562" cy="273894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나사</a:t>
                  </a:r>
                  <a:r>
                    <a:rPr lang="en-US" altLang="ko-KR" sz="800" dirty="0">
                      <a:latin typeface="+mj-ea"/>
                    </a:rPr>
                    <a:t>:</a:t>
                  </a:r>
                  <a:r>
                    <a:rPr lang="ko-KR" altLang="en-US" sz="800" dirty="0">
                      <a:latin typeface="+mj-ea"/>
                    </a:rPr>
                    <a:t> </a:t>
                  </a:r>
                  <a:r>
                    <a:rPr lang="en-US" altLang="ko-KR" sz="800" dirty="0">
                      <a:latin typeface="+mj-ea"/>
                      <a:ea typeface="+mj-ea"/>
                    </a:rPr>
                    <a:t>M6</a:t>
                  </a:r>
                  <a:endParaRPr lang="ko-KR" altLang="en-US" sz="800" dirty="0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173" name="사각형: 둥근 모서리 172">
                <a:extLst>
                  <a:ext uri="{FF2B5EF4-FFF2-40B4-BE49-F238E27FC236}">
                    <a16:creationId xmlns:a16="http://schemas.microsoft.com/office/drawing/2014/main" id="{81B979B9-3386-CBB1-847F-55AD42D14161}"/>
                  </a:ext>
                </a:extLst>
              </p:cNvPr>
              <p:cNvSpPr/>
              <p:nvPr/>
            </p:nvSpPr>
            <p:spPr>
              <a:xfrm>
                <a:off x="3263662" y="5386392"/>
                <a:ext cx="1204567" cy="194958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/>
                  <a:t>조립부</a:t>
                </a:r>
                <a:r>
                  <a:rPr lang="ko-KR" altLang="en-US" sz="1000" dirty="0"/>
                  <a:t> </a:t>
                </a:r>
                <a:r>
                  <a:rPr lang="en-US" altLang="ko-KR" sz="1000" dirty="0"/>
                  <a:t>Type A-2</a:t>
                </a:r>
                <a:endParaRPr lang="ko-KR" altLang="en-US" sz="1000" dirty="0"/>
              </a:p>
            </p:txBody>
          </p:sp>
        </p:grp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5565D6B8-EBAD-03FA-1099-2EF0EFB22235}"/>
                </a:ext>
              </a:extLst>
            </p:cNvPr>
            <p:cNvSpPr txBox="1"/>
            <p:nvPr/>
          </p:nvSpPr>
          <p:spPr>
            <a:xfrm>
              <a:off x="6358366" y="2761812"/>
              <a:ext cx="14375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accent5">
                      <a:lumMod val="50000"/>
                    </a:schemeClr>
                  </a:solidFill>
                </a:rPr>
                <a:t>※</a:t>
              </a:r>
              <a:r>
                <a:rPr lang="ko-KR" altLang="en-US" sz="1000" b="1" dirty="0">
                  <a:solidFill>
                    <a:schemeClr val="accent5">
                      <a:lumMod val="50000"/>
                    </a:schemeClr>
                  </a:solidFill>
                </a:rPr>
                <a:t>복잡한 관계는 묶어서 단순화</a:t>
              </a:r>
            </a:p>
          </p:txBody>
        </p:sp>
        <p:cxnSp>
          <p:nvCxnSpPr>
            <p:cNvPr id="169" name="직선 화살표 연결선 168">
              <a:extLst>
                <a:ext uri="{FF2B5EF4-FFF2-40B4-BE49-F238E27FC236}">
                  <a16:creationId xmlns:a16="http://schemas.microsoft.com/office/drawing/2014/main" id="{F14E7362-8B4D-2471-126D-2D9DE41E0CE7}"/>
                </a:ext>
              </a:extLst>
            </p:cNvPr>
            <p:cNvCxnSpPr>
              <a:cxnSpLocks/>
              <a:stCxn id="174" idx="0"/>
              <a:endCxn id="162" idx="6"/>
            </p:cNvCxnSpPr>
            <p:nvPr/>
          </p:nvCxnSpPr>
          <p:spPr>
            <a:xfrm flipH="1" flipV="1">
              <a:off x="7497569" y="1862948"/>
              <a:ext cx="1291741" cy="805351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직선 화살표 연결선 169">
              <a:extLst>
                <a:ext uri="{FF2B5EF4-FFF2-40B4-BE49-F238E27FC236}">
                  <a16:creationId xmlns:a16="http://schemas.microsoft.com/office/drawing/2014/main" id="{0E5AD472-894C-C98F-21BE-2B08F3A2E6A9}"/>
                </a:ext>
              </a:extLst>
            </p:cNvPr>
            <p:cNvCxnSpPr>
              <a:cxnSpLocks/>
              <a:stCxn id="175" idx="0"/>
              <a:endCxn id="163" idx="5"/>
            </p:cNvCxnSpPr>
            <p:nvPr/>
          </p:nvCxnSpPr>
          <p:spPr>
            <a:xfrm flipH="1" flipV="1">
              <a:off x="7603496" y="2221231"/>
              <a:ext cx="397549" cy="447068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F8873EBC-36AB-012A-44E3-CA839ED6AE56}"/>
              </a:ext>
            </a:extLst>
          </p:cNvPr>
          <p:cNvCxnSpPr>
            <a:cxnSpLocks/>
            <a:stCxn id="184" idx="0"/>
            <a:endCxn id="173" idx="2"/>
          </p:cNvCxnSpPr>
          <p:nvPr/>
        </p:nvCxnSpPr>
        <p:spPr>
          <a:xfrm flipV="1">
            <a:off x="10933277" y="3189596"/>
            <a:ext cx="124518" cy="947797"/>
          </a:xfrm>
          <a:prstGeom prst="line">
            <a:avLst/>
          </a:prstGeom>
          <a:ln w="38100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19F2668B-E3BF-AED3-AA3A-3EA928414F56}"/>
              </a:ext>
            </a:extLst>
          </p:cNvPr>
          <p:cNvCxnSpPr>
            <a:cxnSpLocks/>
            <a:stCxn id="191" idx="0"/>
            <a:endCxn id="161" idx="4"/>
          </p:cNvCxnSpPr>
          <p:nvPr/>
        </p:nvCxnSpPr>
        <p:spPr>
          <a:xfrm flipH="1" flipV="1">
            <a:off x="8776740" y="2706562"/>
            <a:ext cx="2438" cy="1503179"/>
          </a:xfrm>
          <a:prstGeom prst="line">
            <a:avLst/>
          </a:prstGeom>
          <a:ln w="38100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8D4BA1CA-8056-9F91-ADE3-5D78A3D56C54}"/>
              </a:ext>
            </a:extLst>
          </p:cNvPr>
          <p:cNvCxnSpPr>
            <a:cxnSpLocks/>
          </p:cNvCxnSpPr>
          <p:nvPr/>
        </p:nvCxnSpPr>
        <p:spPr>
          <a:xfrm flipH="1">
            <a:off x="7933797" y="2855202"/>
            <a:ext cx="828587" cy="119070"/>
          </a:xfrm>
          <a:prstGeom prst="straightConnector1">
            <a:avLst/>
          </a:prstGeom>
          <a:ln w="28575">
            <a:solidFill>
              <a:srgbClr val="FF79A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086C2BF7-8CE9-D474-C5A5-6557EBC349F6}"/>
              </a:ext>
            </a:extLst>
          </p:cNvPr>
          <p:cNvCxnSpPr>
            <a:cxnSpLocks/>
          </p:cNvCxnSpPr>
          <p:nvPr/>
        </p:nvCxnSpPr>
        <p:spPr>
          <a:xfrm flipH="1" flipV="1">
            <a:off x="7951271" y="3212509"/>
            <a:ext cx="3083820" cy="266240"/>
          </a:xfrm>
          <a:prstGeom prst="straightConnector1">
            <a:avLst/>
          </a:prstGeom>
          <a:ln w="28575">
            <a:solidFill>
              <a:srgbClr val="FF79A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화살표: 왼쪽 213">
            <a:extLst>
              <a:ext uri="{FF2B5EF4-FFF2-40B4-BE49-F238E27FC236}">
                <a16:creationId xmlns:a16="http://schemas.microsoft.com/office/drawing/2014/main" id="{8DD77337-B56B-B09F-A6EF-4E6F5FCA6ADE}"/>
              </a:ext>
            </a:extLst>
          </p:cNvPr>
          <p:cNvSpPr/>
          <p:nvPr/>
        </p:nvSpPr>
        <p:spPr>
          <a:xfrm>
            <a:off x="5837542" y="2949682"/>
            <a:ext cx="960167" cy="1611166"/>
          </a:xfrm>
          <a:prstGeom prst="leftArrow">
            <a:avLst>
              <a:gd name="adj1" fmla="val 50000"/>
              <a:gd name="adj2" fmla="val 39469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데이터 참조</a:t>
            </a:r>
          </a:p>
        </p:txBody>
      </p:sp>
      <p:sp>
        <p:nvSpPr>
          <p:cNvPr id="215" name="화살표: 아래쪽 214">
            <a:extLst>
              <a:ext uri="{FF2B5EF4-FFF2-40B4-BE49-F238E27FC236}">
                <a16:creationId xmlns:a16="http://schemas.microsoft.com/office/drawing/2014/main" id="{BF05A286-BDDE-0FDC-C94F-AA46F38C6631}"/>
              </a:ext>
            </a:extLst>
          </p:cNvPr>
          <p:cNvSpPr/>
          <p:nvPr/>
        </p:nvSpPr>
        <p:spPr>
          <a:xfrm>
            <a:off x="2481900" y="2441710"/>
            <a:ext cx="1680165" cy="499478"/>
          </a:xfrm>
          <a:prstGeom prst="downArrow">
            <a:avLst>
              <a:gd name="adj1" fmla="val 77646"/>
              <a:gd name="adj2" fmla="val 45033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사용자 입력</a:t>
            </a:r>
          </a:p>
        </p:txBody>
      </p:sp>
    </p:spTree>
    <p:extLst>
      <p:ext uri="{BB962C8B-B14F-4D97-AF65-F5344CB8AC3E}">
        <p14:creationId xmlns:p14="http://schemas.microsoft.com/office/powerpoint/2010/main" val="4000682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1B6DC-8913-1638-D15F-9121BC2B5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89">
            <a:extLst>
              <a:ext uri="{FF2B5EF4-FFF2-40B4-BE49-F238E27FC236}">
                <a16:creationId xmlns:a16="http://schemas.microsoft.com/office/drawing/2014/main" id="{D004BF97-3B6B-C06A-EA0A-19AA3AD62CFD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[</a:t>
            </a:r>
            <a:r>
              <a:rPr kumimoji="1" lang="ko-KR" altLang="en-US" sz="2400" b="1" dirty="0">
                <a:latin typeface="+mj-ea"/>
                <a:ea typeface="+mj-ea"/>
              </a:rPr>
              <a:t>첨부</a:t>
            </a:r>
            <a:r>
              <a:rPr kumimoji="1" lang="en-US" altLang="ko-KR" sz="2400" b="1" dirty="0">
                <a:latin typeface="+mj-ea"/>
                <a:ea typeface="+mj-ea"/>
              </a:rPr>
              <a:t>1]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가능 후보 확인 시스템</a:t>
            </a:r>
          </a:p>
        </p:txBody>
      </p: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1F6268C6-27DA-FFB8-B3F2-FF8C6055747F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직사각형 1">
            <a:extLst>
              <a:ext uri="{FF2B5EF4-FFF2-40B4-BE49-F238E27FC236}">
                <a16:creationId xmlns:a16="http://schemas.microsoft.com/office/drawing/2014/main" id="{D6E343E2-7917-961D-4994-C2DBC4B91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066C4537-AD07-B7C8-1586-E10B326A569B}"/>
              </a:ext>
            </a:extLst>
          </p:cNvPr>
          <p:cNvSpPr/>
          <p:nvPr/>
        </p:nvSpPr>
        <p:spPr>
          <a:xfrm>
            <a:off x="1107883" y="6317044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</a:rPr>
              <a:t>부품 리스트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DC740DF2-4893-B2C1-6516-AA0EAED433D7}"/>
              </a:ext>
            </a:extLst>
          </p:cNvPr>
          <p:cNvSpPr/>
          <p:nvPr/>
        </p:nvSpPr>
        <p:spPr>
          <a:xfrm>
            <a:off x="790822" y="1025236"/>
            <a:ext cx="2331140" cy="5190836"/>
          </a:xfrm>
          <a:prstGeom prst="roundRect">
            <a:avLst>
              <a:gd name="adj" fmla="val 3566"/>
            </a:avLst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032F3871-E2C5-EFB0-65C6-142B115C9BCE}"/>
              </a:ext>
            </a:extLst>
          </p:cNvPr>
          <p:cNvSpPr/>
          <p:nvPr/>
        </p:nvSpPr>
        <p:spPr>
          <a:xfrm>
            <a:off x="9126013" y="6317044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</a:rPr>
              <a:t>조립 후보 리스트</a:t>
            </a:r>
          </a:p>
        </p:txBody>
      </p:sp>
      <p:sp>
        <p:nvSpPr>
          <p:cNvPr id="189" name="사각형: 둥근 모서리 188">
            <a:extLst>
              <a:ext uri="{FF2B5EF4-FFF2-40B4-BE49-F238E27FC236}">
                <a16:creationId xmlns:a16="http://schemas.microsoft.com/office/drawing/2014/main" id="{C469EE83-B0A4-1CFF-3684-206E5AA44CC1}"/>
              </a:ext>
            </a:extLst>
          </p:cNvPr>
          <p:cNvSpPr/>
          <p:nvPr/>
        </p:nvSpPr>
        <p:spPr>
          <a:xfrm>
            <a:off x="4993137" y="3575264"/>
            <a:ext cx="2205725" cy="1270097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조립 가능 후보 확인 시스템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75D28C-0619-0916-3520-9117AE0379AD}"/>
              </a:ext>
            </a:extLst>
          </p:cNvPr>
          <p:cNvGrpSpPr/>
          <p:nvPr/>
        </p:nvGrpSpPr>
        <p:grpSpPr>
          <a:xfrm>
            <a:off x="4595930" y="1096545"/>
            <a:ext cx="2985636" cy="2320411"/>
            <a:chOff x="4519922" y="1140822"/>
            <a:chExt cx="2985636" cy="2320411"/>
          </a:xfrm>
        </p:grpSpPr>
        <p:sp>
          <p:nvSpPr>
            <p:cNvPr id="201" name="화살표: 아래쪽 200">
              <a:extLst>
                <a:ext uri="{FF2B5EF4-FFF2-40B4-BE49-F238E27FC236}">
                  <a16:creationId xmlns:a16="http://schemas.microsoft.com/office/drawing/2014/main" id="{FCF066AA-5C43-5CE3-CCC1-4981A7B5D6E3}"/>
                </a:ext>
              </a:extLst>
            </p:cNvPr>
            <p:cNvSpPr/>
            <p:nvPr/>
          </p:nvSpPr>
          <p:spPr>
            <a:xfrm>
              <a:off x="4636805" y="2862261"/>
              <a:ext cx="1231399" cy="598972"/>
            </a:xfrm>
            <a:prstGeom prst="downArrow">
              <a:avLst>
                <a:gd name="adj1" fmla="val 78046"/>
                <a:gd name="adj2" fmla="val 26961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ysClr val="windowText" lastClr="000000"/>
                  </a:solidFill>
                </a:rPr>
                <a:t>데이터 참조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FB70E515-B3FB-A80C-DC8D-BC735B922DAC}"/>
                </a:ext>
              </a:extLst>
            </p:cNvPr>
            <p:cNvGrpSpPr/>
            <p:nvPr/>
          </p:nvGrpSpPr>
          <p:grpSpPr>
            <a:xfrm>
              <a:off x="4519922" y="1140822"/>
              <a:ext cx="2985636" cy="1714326"/>
              <a:chOff x="4519922" y="1140822"/>
              <a:chExt cx="2985636" cy="1714326"/>
            </a:xfrm>
          </p:grpSpPr>
          <p:grpSp>
            <p:nvGrpSpPr>
              <p:cNvPr id="196" name="그룹 195">
                <a:extLst>
                  <a:ext uri="{FF2B5EF4-FFF2-40B4-BE49-F238E27FC236}">
                    <a16:creationId xmlns:a16="http://schemas.microsoft.com/office/drawing/2014/main" id="{492BD65A-EDCB-571F-FB99-338DDA9D57B9}"/>
                  </a:ext>
                </a:extLst>
              </p:cNvPr>
              <p:cNvGrpSpPr/>
              <p:nvPr/>
            </p:nvGrpSpPr>
            <p:grpSpPr>
              <a:xfrm>
                <a:off x="4519922" y="1140822"/>
                <a:ext cx="1465166" cy="1714326"/>
                <a:chOff x="7903782" y="1193508"/>
                <a:chExt cx="1091161" cy="1187738"/>
              </a:xfrm>
            </p:grpSpPr>
            <p:pic>
              <p:nvPicPr>
                <p:cNvPr id="197" name="그래픽 196" descr="데이터베이스 단색으로 채워진">
                  <a:extLst>
                    <a:ext uri="{FF2B5EF4-FFF2-40B4-BE49-F238E27FC236}">
                      <a16:creationId xmlns:a16="http://schemas.microsoft.com/office/drawing/2014/main" id="{924516C2-D56E-509F-2046-2149C66DBE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992163" y="1193508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0A51FCC8-6938-35AF-C2BE-2EB4DEA93931}"/>
                    </a:ext>
                  </a:extLst>
                </p:cNvPr>
                <p:cNvSpPr txBox="1"/>
                <p:nvPr/>
              </p:nvSpPr>
              <p:spPr>
                <a:xfrm>
                  <a:off x="7903782" y="2018743"/>
                  <a:ext cx="1091161" cy="3625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400" b="1" dirty="0"/>
                    <a:t>부품 특성 정보 데이터</a:t>
                  </a:r>
                </a:p>
              </p:txBody>
            </p:sp>
          </p:grpSp>
          <p:grpSp>
            <p:nvGrpSpPr>
              <p:cNvPr id="193" name="그룹 192">
                <a:extLst>
                  <a:ext uri="{FF2B5EF4-FFF2-40B4-BE49-F238E27FC236}">
                    <a16:creationId xmlns:a16="http://schemas.microsoft.com/office/drawing/2014/main" id="{7C12795D-7B2E-D346-AA58-1B207C618373}"/>
                  </a:ext>
                </a:extLst>
              </p:cNvPr>
              <p:cNvGrpSpPr/>
              <p:nvPr/>
            </p:nvGrpSpPr>
            <p:grpSpPr>
              <a:xfrm>
                <a:off x="6071955" y="1145001"/>
                <a:ext cx="1433603" cy="1705968"/>
                <a:chOff x="7917849" y="1193508"/>
                <a:chExt cx="1067656" cy="1181947"/>
              </a:xfrm>
            </p:grpSpPr>
            <p:pic>
              <p:nvPicPr>
                <p:cNvPr id="194" name="그래픽 193" descr="데이터베이스 단색으로 채워진">
                  <a:extLst>
                    <a:ext uri="{FF2B5EF4-FFF2-40B4-BE49-F238E27FC236}">
                      <a16:creationId xmlns:a16="http://schemas.microsoft.com/office/drawing/2014/main" id="{A250BC87-D2C8-65AC-9607-46F53E7FD0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992163" y="1193508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9658341C-8B79-0A8B-2BC1-10E26B18BA5D}"/>
                    </a:ext>
                  </a:extLst>
                </p:cNvPr>
                <p:cNvSpPr txBox="1"/>
                <p:nvPr/>
              </p:nvSpPr>
              <p:spPr>
                <a:xfrm>
                  <a:off x="7917849" y="2012952"/>
                  <a:ext cx="1067656" cy="3625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400" b="1" dirty="0"/>
                    <a:t>조립 관계 정보 </a:t>
                  </a:r>
                  <a:endParaRPr lang="en-US" altLang="ko-KR" sz="1400" b="1" dirty="0"/>
                </a:p>
                <a:p>
                  <a:pPr algn="ctr"/>
                  <a:r>
                    <a:rPr lang="ko-KR" altLang="en-US" sz="1400" b="1" dirty="0"/>
                    <a:t>데이터</a:t>
                  </a:r>
                </a:p>
              </p:txBody>
            </p:sp>
          </p:grpSp>
        </p:grpSp>
        <p:sp>
          <p:nvSpPr>
            <p:cNvPr id="202" name="화살표: 아래쪽 201">
              <a:extLst>
                <a:ext uri="{FF2B5EF4-FFF2-40B4-BE49-F238E27FC236}">
                  <a16:creationId xmlns:a16="http://schemas.microsoft.com/office/drawing/2014/main" id="{401150B2-B7DC-8B57-BBB0-76D76411D655}"/>
                </a:ext>
              </a:extLst>
            </p:cNvPr>
            <p:cNvSpPr/>
            <p:nvPr/>
          </p:nvSpPr>
          <p:spPr>
            <a:xfrm>
              <a:off x="6173057" y="2862261"/>
              <a:ext cx="1231399" cy="598972"/>
            </a:xfrm>
            <a:prstGeom prst="downArrow">
              <a:avLst>
                <a:gd name="adj1" fmla="val 78046"/>
                <a:gd name="adj2" fmla="val 26961"/>
              </a:avLst>
            </a:prstGeom>
            <a:solidFill>
              <a:srgbClr val="FFB7D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ysClr val="windowText" lastClr="000000"/>
                  </a:solidFill>
                </a:rPr>
                <a:t>데이터 참조</a:t>
              </a:r>
            </a:p>
          </p:txBody>
        </p:sp>
      </p:grpSp>
      <p:sp>
        <p:nvSpPr>
          <p:cNvPr id="207" name="화살표: 오른쪽 206">
            <a:extLst>
              <a:ext uri="{FF2B5EF4-FFF2-40B4-BE49-F238E27FC236}">
                <a16:creationId xmlns:a16="http://schemas.microsoft.com/office/drawing/2014/main" id="{A444A25B-C4B4-9EEC-29B1-C50A9EA25206}"/>
              </a:ext>
            </a:extLst>
          </p:cNvPr>
          <p:cNvSpPr/>
          <p:nvPr/>
        </p:nvSpPr>
        <p:spPr>
          <a:xfrm>
            <a:off x="3697331" y="4011115"/>
            <a:ext cx="720437" cy="63981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8" name="화살표: 오른쪽 207">
            <a:extLst>
              <a:ext uri="{FF2B5EF4-FFF2-40B4-BE49-F238E27FC236}">
                <a16:creationId xmlns:a16="http://schemas.microsoft.com/office/drawing/2014/main" id="{E4A20EB7-CACD-72EC-AFDE-BC85D7A5DE93}"/>
              </a:ext>
            </a:extLst>
          </p:cNvPr>
          <p:cNvSpPr/>
          <p:nvPr/>
        </p:nvSpPr>
        <p:spPr>
          <a:xfrm>
            <a:off x="7774231" y="4011115"/>
            <a:ext cx="720437" cy="63981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3FEF0434-63ED-6AC0-0FF9-A22ADE4ADC82}"/>
              </a:ext>
            </a:extLst>
          </p:cNvPr>
          <p:cNvSpPr txBox="1"/>
          <p:nvPr/>
        </p:nvSpPr>
        <p:spPr>
          <a:xfrm>
            <a:off x="3591747" y="4959391"/>
            <a:ext cx="41350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부품의 특성 정보</a:t>
            </a:r>
            <a:r>
              <a:rPr lang="en-US" altLang="ko-KR" dirty="0"/>
              <a:t>, </a:t>
            </a:r>
            <a:r>
              <a:rPr lang="ko-KR" altLang="en-US" dirty="0"/>
              <a:t>조립 관계 정보로 </a:t>
            </a:r>
            <a:br>
              <a:rPr lang="en-US" altLang="ko-KR" dirty="0"/>
            </a:br>
            <a:r>
              <a:rPr lang="ko-KR" altLang="en-US" dirty="0"/>
              <a:t>주어진 부품 리스트에서 가능한 </a:t>
            </a:r>
            <a:br>
              <a:rPr lang="en-US" altLang="ko-KR" dirty="0"/>
            </a:br>
            <a:r>
              <a:rPr lang="ko-KR" altLang="en-US" dirty="0"/>
              <a:t>조립의 경우의 수를 파악하는 시스템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C6D6C85-607B-107E-634F-F3B2D5859A5D}"/>
              </a:ext>
            </a:extLst>
          </p:cNvPr>
          <p:cNvGrpSpPr/>
          <p:nvPr/>
        </p:nvGrpSpPr>
        <p:grpSpPr>
          <a:xfrm>
            <a:off x="1188029" y="1642338"/>
            <a:ext cx="1536726" cy="3972618"/>
            <a:chOff x="1219118" y="1569200"/>
            <a:chExt cx="684000" cy="2594067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5FCDCAC7-715C-25F4-3938-5D4DCA1D9656}"/>
                </a:ext>
              </a:extLst>
            </p:cNvPr>
            <p:cNvSpPr/>
            <p:nvPr/>
          </p:nvSpPr>
          <p:spPr>
            <a:xfrm>
              <a:off x="1219118" y="1569200"/>
              <a:ext cx="684000" cy="304304"/>
            </a:xfrm>
            <a:prstGeom prst="roundRect">
              <a:avLst/>
            </a:prstGeom>
            <a:solidFill>
              <a:srgbClr val="E9713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프론트 도어</a:t>
              </a:r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B49787B8-0E85-B5C4-E256-581162CA6267}"/>
                </a:ext>
              </a:extLst>
            </p:cNvPr>
            <p:cNvSpPr/>
            <p:nvPr/>
          </p:nvSpPr>
          <p:spPr>
            <a:xfrm>
              <a:off x="1219118" y="2027153"/>
              <a:ext cx="684000" cy="30430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도어 래치</a:t>
              </a: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6989DED2-DF02-14E6-CB6B-49826F5724B0}"/>
                </a:ext>
              </a:extLst>
            </p:cNvPr>
            <p:cNvSpPr/>
            <p:nvPr/>
          </p:nvSpPr>
          <p:spPr>
            <a:xfrm>
              <a:off x="1219118" y="2485106"/>
              <a:ext cx="684000" cy="304304"/>
            </a:xfrm>
            <a:prstGeom prst="roundRect">
              <a:avLst/>
            </a:prstGeom>
            <a:solidFill>
              <a:srgbClr val="0F9E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도어</a:t>
              </a:r>
              <a:endParaRPr lang="en-US" altLang="ko-KR" sz="1000" dirty="0"/>
            </a:p>
            <a:p>
              <a:pPr algn="ctr"/>
              <a:r>
                <a:rPr lang="ko-KR" altLang="en-US" sz="1000" dirty="0" err="1"/>
                <a:t>체커</a:t>
              </a:r>
              <a:endParaRPr lang="ko-KR" altLang="en-US" sz="1000" dirty="0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56212EF0-A240-9AA6-DC82-F5A79199B88C}"/>
                </a:ext>
              </a:extLst>
            </p:cNvPr>
            <p:cNvSpPr/>
            <p:nvPr/>
          </p:nvSpPr>
          <p:spPr>
            <a:xfrm>
              <a:off x="1219118" y="3401012"/>
              <a:ext cx="684000" cy="304304"/>
            </a:xfrm>
            <a:prstGeom prst="roundRect">
              <a:avLst/>
            </a:prstGeom>
            <a:solidFill>
              <a:srgbClr val="A02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볼트</a:t>
              </a:r>
              <a:r>
                <a:rPr lang="en-US" altLang="ko-KR" sz="1000" dirty="0"/>
                <a:t>2</a:t>
              </a:r>
              <a:endParaRPr lang="ko-KR" altLang="en-US" sz="1000" dirty="0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C41FEAE6-6DA8-E3F7-789D-B93856D42955}"/>
                </a:ext>
              </a:extLst>
            </p:cNvPr>
            <p:cNvSpPr/>
            <p:nvPr/>
          </p:nvSpPr>
          <p:spPr>
            <a:xfrm>
              <a:off x="1219118" y="2943059"/>
              <a:ext cx="684000" cy="304304"/>
            </a:xfrm>
            <a:prstGeom prst="roundRect">
              <a:avLst/>
            </a:prstGeom>
            <a:solidFill>
              <a:srgbClr val="A02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볼트</a:t>
              </a:r>
              <a:r>
                <a:rPr lang="en-US" altLang="ko-KR" sz="1000" dirty="0"/>
                <a:t>1</a:t>
              </a:r>
              <a:endParaRPr lang="ko-KR" altLang="en-US" sz="1000" dirty="0"/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8AD6B29F-5F6C-E3AB-9114-02E646C7EEA0}"/>
                </a:ext>
              </a:extLst>
            </p:cNvPr>
            <p:cNvSpPr/>
            <p:nvPr/>
          </p:nvSpPr>
          <p:spPr>
            <a:xfrm>
              <a:off x="1219118" y="3858963"/>
              <a:ext cx="684000" cy="304304"/>
            </a:xfrm>
            <a:prstGeom prst="roundRect">
              <a:avLst/>
            </a:prstGeom>
            <a:solidFill>
              <a:srgbClr val="A02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바디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30D20CC-D087-244C-AB82-16A50C99AEA4}"/>
              </a:ext>
            </a:extLst>
          </p:cNvPr>
          <p:cNvGrpSpPr/>
          <p:nvPr/>
        </p:nvGrpSpPr>
        <p:grpSpPr>
          <a:xfrm>
            <a:off x="9070037" y="938501"/>
            <a:ext cx="2331140" cy="5190836"/>
            <a:chOff x="9070038" y="1019633"/>
            <a:chExt cx="2331140" cy="5190836"/>
          </a:xfrm>
        </p:grpSpPr>
        <p:sp>
          <p:nvSpPr>
            <p:cNvPr id="185" name="사각형: 둥근 모서리 184">
              <a:extLst>
                <a:ext uri="{FF2B5EF4-FFF2-40B4-BE49-F238E27FC236}">
                  <a16:creationId xmlns:a16="http://schemas.microsoft.com/office/drawing/2014/main" id="{925FD709-ECCD-BA70-4F5C-CE44494D1341}"/>
                </a:ext>
              </a:extLst>
            </p:cNvPr>
            <p:cNvSpPr/>
            <p:nvPr/>
          </p:nvSpPr>
          <p:spPr>
            <a:xfrm>
              <a:off x="9070038" y="1019633"/>
              <a:ext cx="2331140" cy="5190836"/>
            </a:xfrm>
            <a:prstGeom prst="roundRect">
              <a:avLst>
                <a:gd name="adj" fmla="val 3566"/>
              </a:avLst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4416BE64-02EA-78A3-B971-B4065FA9D201}"/>
                </a:ext>
              </a:extLst>
            </p:cNvPr>
            <p:cNvGrpSpPr/>
            <p:nvPr/>
          </p:nvGrpSpPr>
          <p:grpSpPr>
            <a:xfrm>
              <a:off x="9133527" y="1093519"/>
              <a:ext cx="2204162" cy="996639"/>
              <a:chOff x="9133527" y="1093519"/>
              <a:chExt cx="2204162" cy="996639"/>
            </a:xfrm>
          </p:grpSpPr>
          <p:sp>
            <p:nvSpPr>
              <p:cNvPr id="84" name="사각형: 둥근 모서리 83">
                <a:extLst>
                  <a:ext uri="{FF2B5EF4-FFF2-40B4-BE49-F238E27FC236}">
                    <a16:creationId xmlns:a16="http://schemas.microsoft.com/office/drawing/2014/main" id="{671BC6AE-8C04-E637-BA86-47940658D6C9}"/>
                  </a:ext>
                </a:extLst>
              </p:cNvPr>
              <p:cNvSpPr/>
              <p:nvPr/>
            </p:nvSpPr>
            <p:spPr>
              <a:xfrm>
                <a:off x="9133527" y="1093519"/>
                <a:ext cx="2204162" cy="996639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id="{AE7BEF8C-C4A1-004F-9735-C925B58CAFDB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758889"/>
                <a:chOff x="9249790" y="1212394"/>
                <a:chExt cx="1971636" cy="758889"/>
              </a:xfrm>
            </p:grpSpPr>
            <p:grpSp>
              <p:nvGrpSpPr>
                <p:cNvPr id="171" name="그룹 170">
                  <a:extLst>
                    <a:ext uri="{FF2B5EF4-FFF2-40B4-BE49-F238E27FC236}">
                      <a16:creationId xmlns:a16="http://schemas.microsoft.com/office/drawing/2014/main" id="{826CBD42-9313-133A-7B20-E56BA45AA3ED}"/>
                    </a:ext>
                  </a:extLst>
                </p:cNvPr>
                <p:cNvGrpSpPr/>
                <p:nvPr/>
              </p:nvGrpSpPr>
              <p:grpSpPr>
                <a:xfrm>
                  <a:off x="9249790" y="1212394"/>
                  <a:ext cx="1971636" cy="320257"/>
                  <a:chOff x="4649054" y="810783"/>
                  <a:chExt cx="1971636" cy="360000"/>
                </a:xfrm>
              </p:grpSpPr>
              <p:sp>
                <p:nvSpPr>
                  <p:cNvPr id="113" name="사각형: 둥근 모서리 112">
                    <a:extLst>
                      <a:ext uri="{FF2B5EF4-FFF2-40B4-BE49-F238E27FC236}">
                        <a16:creationId xmlns:a16="http://schemas.microsoft.com/office/drawing/2014/main" id="{851A09BB-B457-E6B0-7D8D-715C49B7B1DB}"/>
                      </a:ext>
                    </a:extLst>
                  </p:cNvPr>
                  <p:cNvSpPr/>
                  <p:nvPr/>
                </p:nvSpPr>
                <p:spPr>
                  <a:xfrm>
                    <a:off x="5432690" y="810783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/>
                      <a:t>Type A-1 </a:t>
                    </a:r>
                    <a:endParaRPr lang="ko-KR" altLang="en-US" sz="1000" dirty="0"/>
                  </a:p>
                </p:txBody>
              </p:sp>
              <p:sp>
                <p:nvSpPr>
                  <p:cNvPr id="114" name="사각형: 둥근 모서리 113">
                    <a:extLst>
                      <a:ext uri="{FF2B5EF4-FFF2-40B4-BE49-F238E27FC236}">
                        <a16:creationId xmlns:a16="http://schemas.microsoft.com/office/drawing/2014/main" id="{CC9B2640-79F3-4A70-137C-A5D2970585E8}"/>
                      </a:ext>
                    </a:extLst>
                  </p:cNvPr>
                  <p:cNvSpPr/>
                  <p:nvPr/>
                </p:nvSpPr>
                <p:spPr>
                  <a:xfrm>
                    <a:off x="4649054" y="810783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</p:grpSp>
            <p:grpSp>
              <p:nvGrpSpPr>
                <p:cNvPr id="170" name="그룹 169">
                  <a:extLst>
                    <a:ext uri="{FF2B5EF4-FFF2-40B4-BE49-F238E27FC236}">
                      <a16:creationId xmlns:a16="http://schemas.microsoft.com/office/drawing/2014/main" id="{50EE3B09-EE88-3F61-563E-4BBD63E66F41}"/>
                    </a:ext>
                  </a:extLst>
                </p:cNvPr>
                <p:cNvGrpSpPr/>
                <p:nvPr/>
              </p:nvGrpSpPr>
              <p:grpSpPr>
                <a:xfrm>
                  <a:off x="9249790" y="1651026"/>
                  <a:ext cx="1971636" cy="320257"/>
                  <a:chOff x="4649054" y="1303849"/>
                  <a:chExt cx="1971636" cy="360000"/>
                </a:xfrm>
              </p:grpSpPr>
              <p:sp>
                <p:nvSpPr>
                  <p:cNvPr id="115" name="사각형: 둥근 모서리 114">
                    <a:extLst>
                      <a:ext uri="{FF2B5EF4-FFF2-40B4-BE49-F238E27FC236}">
                        <a16:creationId xmlns:a16="http://schemas.microsoft.com/office/drawing/2014/main" id="{AF08073F-89BA-C15D-1041-BF80D57A5001}"/>
                      </a:ext>
                    </a:extLst>
                  </p:cNvPr>
                  <p:cNvSpPr/>
                  <p:nvPr/>
                </p:nvSpPr>
                <p:spPr>
                  <a:xfrm>
                    <a:off x="5432690" y="1303849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 dirty="0"/>
                      <a:t>Type A-2 </a:t>
                    </a:r>
                    <a:endParaRPr lang="ko-KR" altLang="en-US" sz="1000" dirty="0"/>
                  </a:p>
                </p:txBody>
              </p:sp>
              <p:sp>
                <p:nvSpPr>
                  <p:cNvPr id="116" name="사각형: 둥근 모서리 115">
                    <a:extLst>
                      <a:ext uri="{FF2B5EF4-FFF2-40B4-BE49-F238E27FC236}">
                        <a16:creationId xmlns:a16="http://schemas.microsoft.com/office/drawing/2014/main" id="{23A8BDF6-71CB-5163-05CB-8DF55BA60CAF}"/>
                      </a:ext>
                    </a:extLst>
                  </p:cNvPr>
                  <p:cNvSpPr/>
                  <p:nvPr/>
                </p:nvSpPr>
                <p:spPr>
                  <a:xfrm>
                    <a:off x="4649054" y="1303849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</a:t>
                    </a:r>
                    <a:endParaRPr lang="en-US" altLang="ko-KR" sz="1000"/>
                  </a:p>
                  <a:p>
                    <a:pPr algn="ctr"/>
                    <a:r>
                      <a:rPr lang="ko-KR" altLang="en-US" sz="1000"/>
                      <a:t>체커</a:t>
                    </a:r>
                    <a:endParaRPr lang="ko-KR" altLang="en-US" sz="1000" dirty="0"/>
                  </a:p>
                </p:txBody>
              </p:sp>
            </p:grpSp>
            <p:cxnSp>
              <p:nvCxnSpPr>
                <p:cNvPr id="12" name="직선 연결선 11">
                  <a:extLst>
                    <a:ext uri="{FF2B5EF4-FFF2-40B4-BE49-F238E27FC236}">
                      <a16:creationId xmlns:a16="http://schemas.microsoft.com/office/drawing/2014/main" id="{4A0970B1-7DB1-61E0-7D22-35EB191A98AE}"/>
                    </a:ext>
                  </a:extLst>
                </p:cNvPr>
                <p:cNvCxnSpPr>
                  <a:stCxn id="113" idx="2"/>
                  <a:endCxn id="115" idx="0"/>
                </p:cNvCxnSpPr>
                <p:nvPr/>
              </p:nvCxnSpPr>
              <p:spPr>
                <a:xfrm>
                  <a:off x="10627426" y="1532651"/>
                  <a:ext cx="0" cy="118375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49985E59-3506-870E-CE44-CD3851C7A9E0}"/>
                </a:ext>
              </a:extLst>
            </p:cNvPr>
            <p:cNvGrpSpPr/>
            <p:nvPr/>
          </p:nvGrpSpPr>
          <p:grpSpPr>
            <a:xfrm>
              <a:off x="9133527" y="3725979"/>
              <a:ext cx="2204162" cy="954834"/>
              <a:chOff x="9133527" y="3725979"/>
              <a:chExt cx="2204162" cy="954834"/>
            </a:xfrm>
          </p:grpSpPr>
          <p:sp>
            <p:nvSpPr>
              <p:cNvPr id="126" name="사각형: 둥근 모서리 125">
                <a:extLst>
                  <a:ext uri="{FF2B5EF4-FFF2-40B4-BE49-F238E27FC236}">
                    <a16:creationId xmlns:a16="http://schemas.microsoft.com/office/drawing/2014/main" id="{D5C1752E-F944-9EB4-EE55-8E3DC3DFAE04}"/>
                  </a:ext>
                </a:extLst>
              </p:cNvPr>
              <p:cNvSpPr/>
              <p:nvPr/>
            </p:nvSpPr>
            <p:spPr>
              <a:xfrm>
                <a:off x="9133527" y="3725979"/>
                <a:ext cx="2204162" cy="954834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5F3EC10E-D699-C53E-5F7A-DC5BB89D21A6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743433"/>
                <a:chOff x="9249790" y="3831675"/>
                <a:chExt cx="1971636" cy="743433"/>
              </a:xfrm>
            </p:grpSpPr>
            <p:grpSp>
              <p:nvGrpSpPr>
                <p:cNvPr id="160" name="그룹 159">
                  <a:extLst>
                    <a:ext uri="{FF2B5EF4-FFF2-40B4-BE49-F238E27FC236}">
                      <a16:creationId xmlns:a16="http://schemas.microsoft.com/office/drawing/2014/main" id="{F70499BC-9F93-388E-CB1A-DAA26773C937}"/>
                    </a:ext>
                  </a:extLst>
                </p:cNvPr>
                <p:cNvGrpSpPr/>
                <p:nvPr/>
              </p:nvGrpSpPr>
              <p:grpSpPr>
                <a:xfrm>
                  <a:off x="9249790" y="4254852"/>
                  <a:ext cx="1971636" cy="320256"/>
                  <a:chOff x="744758" y="3198858"/>
                  <a:chExt cx="1971636" cy="360000"/>
                </a:xfrm>
              </p:grpSpPr>
              <p:sp>
                <p:nvSpPr>
                  <p:cNvPr id="161" name="사각형: 둥근 모서리 160">
                    <a:extLst>
                      <a:ext uri="{FF2B5EF4-FFF2-40B4-BE49-F238E27FC236}">
                        <a16:creationId xmlns:a16="http://schemas.microsoft.com/office/drawing/2014/main" id="{53B9FC24-C58A-E301-F597-4FD1E6F19FAC}"/>
                      </a:ext>
                    </a:extLst>
                  </p:cNvPr>
                  <p:cNvSpPr/>
                  <p:nvPr/>
                </p:nvSpPr>
                <p:spPr>
                  <a:xfrm>
                    <a:off x="744758" y="3198858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 래치</a:t>
                    </a:r>
                  </a:p>
                </p:txBody>
              </p:sp>
              <p:sp>
                <p:nvSpPr>
                  <p:cNvPr id="162" name="타원 161">
                    <a:extLst>
                      <a:ext uri="{FF2B5EF4-FFF2-40B4-BE49-F238E27FC236}">
                        <a16:creationId xmlns:a16="http://schemas.microsoft.com/office/drawing/2014/main" id="{9A2AD718-1B95-16ED-8CC3-DEB487E5F881}"/>
                      </a:ext>
                    </a:extLst>
                  </p:cNvPr>
                  <p:cNvSpPr/>
                  <p:nvPr/>
                </p:nvSpPr>
                <p:spPr>
                  <a:xfrm>
                    <a:off x="1528394" y="3198858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도어 래치 커넥터 </a:t>
                    </a:r>
                    <a:r>
                      <a:rPr lang="en-US" altLang="ko-KR" sz="1000" dirty="0">
                        <a:latin typeface="+mj-ea"/>
                      </a:rPr>
                      <a:t>Female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</p:grpSp>
            <p:grpSp>
              <p:nvGrpSpPr>
                <p:cNvPr id="163" name="그룹 162">
                  <a:extLst>
                    <a:ext uri="{FF2B5EF4-FFF2-40B4-BE49-F238E27FC236}">
                      <a16:creationId xmlns:a16="http://schemas.microsoft.com/office/drawing/2014/main" id="{25BDFA1C-CF7E-97BD-DB8D-859F0F39DEFD}"/>
                    </a:ext>
                  </a:extLst>
                </p:cNvPr>
                <p:cNvGrpSpPr/>
                <p:nvPr/>
              </p:nvGrpSpPr>
              <p:grpSpPr>
                <a:xfrm>
                  <a:off x="9249790" y="3831675"/>
                  <a:ext cx="1971636" cy="320256"/>
                  <a:chOff x="744758" y="267180"/>
                  <a:chExt cx="1971636" cy="360000"/>
                </a:xfrm>
              </p:grpSpPr>
              <p:sp>
                <p:nvSpPr>
                  <p:cNvPr id="164" name="사각형: 둥근 모서리 163">
                    <a:extLst>
                      <a:ext uri="{FF2B5EF4-FFF2-40B4-BE49-F238E27FC236}">
                        <a16:creationId xmlns:a16="http://schemas.microsoft.com/office/drawing/2014/main" id="{F7A09756-A8D2-1C45-9638-E26177F0DB12}"/>
                      </a:ext>
                    </a:extLst>
                  </p:cNvPr>
                  <p:cNvSpPr/>
                  <p:nvPr/>
                </p:nvSpPr>
                <p:spPr>
                  <a:xfrm>
                    <a:off x="744758" y="267180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  <p:sp>
                <p:nvSpPr>
                  <p:cNvPr id="165" name="타원 164">
                    <a:extLst>
                      <a:ext uri="{FF2B5EF4-FFF2-40B4-BE49-F238E27FC236}">
                        <a16:creationId xmlns:a16="http://schemas.microsoft.com/office/drawing/2014/main" id="{B0DE5F9C-CCCB-3F47-FDF3-B98724CC67CB}"/>
                      </a:ext>
                    </a:extLst>
                  </p:cNvPr>
                  <p:cNvSpPr/>
                  <p:nvPr/>
                </p:nvSpPr>
                <p:spPr>
                  <a:xfrm>
                    <a:off x="1528394" y="267180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도어 래치 커넥터 </a:t>
                    </a:r>
                    <a:r>
                      <a:rPr lang="en-US" altLang="ko-KR" sz="1000" dirty="0">
                        <a:latin typeface="+mj-ea"/>
                      </a:rPr>
                      <a:t>Male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</p:grpSp>
            <p:cxnSp>
              <p:nvCxnSpPr>
                <p:cNvPr id="16" name="직선 연결선 15">
                  <a:extLst>
                    <a:ext uri="{FF2B5EF4-FFF2-40B4-BE49-F238E27FC236}">
                      <a16:creationId xmlns:a16="http://schemas.microsoft.com/office/drawing/2014/main" id="{7DA208F4-CC18-CC69-3DCC-58612ED2F65D}"/>
                    </a:ext>
                  </a:extLst>
                </p:cNvPr>
                <p:cNvCxnSpPr>
                  <a:cxnSpLocks/>
                  <a:stCxn id="162" idx="0"/>
                  <a:endCxn id="165" idx="4"/>
                </p:cNvCxnSpPr>
                <p:nvPr/>
              </p:nvCxnSpPr>
              <p:spPr>
                <a:xfrm flipV="1">
                  <a:off x="10627426" y="4151937"/>
                  <a:ext cx="0" cy="10291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F112EF51-F1E2-FF03-F091-C2BBE1E89517}"/>
                </a:ext>
              </a:extLst>
            </p:cNvPr>
            <p:cNvGrpSpPr/>
            <p:nvPr/>
          </p:nvGrpSpPr>
          <p:grpSpPr>
            <a:xfrm>
              <a:off x="9133527" y="2187491"/>
              <a:ext cx="2204162" cy="1441156"/>
              <a:chOff x="9133527" y="2187491"/>
              <a:chExt cx="2204162" cy="1441156"/>
            </a:xfrm>
          </p:grpSpPr>
          <p:sp>
            <p:nvSpPr>
              <p:cNvPr id="117" name="사각형: 둥근 모서리 116">
                <a:extLst>
                  <a:ext uri="{FF2B5EF4-FFF2-40B4-BE49-F238E27FC236}">
                    <a16:creationId xmlns:a16="http://schemas.microsoft.com/office/drawing/2014/main" id="{F30427D5-BE78-3CBB-3DD2-DF3438C4CCEB}"/>
                  </a:ext>
                </a:extLst>
              </p:cNvPr>
              <p:cNvSpPr/>
              <p:nvPr/>
            </p:nvSpPr>
            <p:spPr>
              <a:xfrm>
                <a:off x="9133527" y="2187491"/>
                <a:ext cx="2204162" cy="1441156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A3555EF7-2C64-EF15-BEF1-1B62A904DDD8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1180308"/>
                <a:chOff x="9249790" y="2317915"/>
                <a:chExt cx="1971636" cy="1180308"/>
              </a:xfrm>
            </p:grpSpPr>
            <p:cxnSp>
              <p:nvCxnSpPr>
                <p:cNvPr id="13" name="직선 연결선 12">
                  <a:extLst>
                    <a:ext uri="{FF2B5EF4-FFF2-40B4-BE49-F238E27FC236}">
                      <a16:creationId xmlns:a16="http://schemas.microsoft.com/office/drawing/2014/main" id="{3BD06A6B-43A5-16A1-4310-3117512238D1}"/>
                    </a:ext>
                  </a:extLst>
                </p:cNvPr>
                <p:cNvCxnSpPr>
                  <a:cxnSpLocks/>
                  <a:stCxn id="118" idx="2"/>
                  <a:endCxn id="124" idx="0"/>
                </p:cNvCxnSpPr>
                <p:nvPr/>
              </p:nvCxnSpPr>
              <p:spPr>
                <a:xfrm>
                  <a:off x="10627426" y="2638173"/>
                  <a:ext cx="0" cy="539792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69" name="그룹 168">
                  <a:extLst>
                    <a:ext uri="{FF2B5EF4-FFF2-40B4-BE49-F238E27FC236}">
                      <a16:creationId xmlns:a16="http://schemas.microsoft.com/office/drawing/2014/main" id="{E1EE4DB7-D602-51B4-73FB-C5DED42FC409}"/>
                    </a:ext>
                  </a:extLst>
                </p:cNvPr>
                <p:cNvGrpSpPr/>
                <p:nvPr/>
              </p:nvGrpSpPr>
              <p:grpSpPr>
                <a:xfrm>
                  <a:off x="9249790" y="2317915"/>
                  <a:ext cx="1971636" cy="320257"/>
                  <a:chOff x="4649054" y="1981046"/>
                  <a:chExt cx="1971636" cy="360000"/>
                </a:xfrm>
              </p:grpSpPr>
              <p:sp>
                <p:nvSpPr>
                  <p:cNvPr id="118" name="사각형: 둥근 모서리 117">
                    <a:extLst>
                      <a:ext uri="{FF2B5EF4-FFF2-40B4-BE49-F238E27FC236}">
                        <a16:creationId xmlns:a16="http://schemas.microsoft.com/office/drawing/2014/main" id="{11FD6A84-0A5F-46A7-6C80-5105D54C4ECC}"/>
                      </a:ext>
                    </a:extLst>
                  </p:cNvPr>
                  <p:cNvSpPr/>
                  <p:nvPr/>
                </p:nvSpPr>
                <p:spPr>
                  <a:xfrm>
                    <a:off x="5432690" y="1981046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/>
                      <a:t>Type B-1 </a:t>
                    </a:r>
                    <a:endParaRPr lang="ko-KR" altLang="en-US" sz="1000" dirty="0"/>
                  </a:p>
                </p:txBody>
              </p:sp>
              <p:sp>
                <p:nvSpPr>
                  <p:cNvPr id="119" name="사각형: 둥근 모서리 118">
                    <a:extLst>
                      <a:ext uri="{FF2B5EF4-FFF2-40B4-BE49-F238E27FC236}">
                        <a16:creationId xmlns:a16="http://schemas.microsoft.com/office/drawing/2014/main" id="{DBF73087-35CA-3C98-4C69-D8F28090D2F9}"/>
                      </a:ext>
                    </a:extLst>
                  </p:cNvPr>
                  <p:cNvSpPr/>
                  <p:nvPr/>
                </p:nvSpPr>
                <p:spPr>
                  <a:xfrm>
                    <a:off x="4649054" y="1981046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</p:grpSp>
            <p:grpSp>
              <p:nvGrpSpPr>
                <p:cNvPr id="168" name="그룹 167">
                  <a:extLst>
                    <a:ext uri="{FF2B5EF4-FFF2-40B4-BE49-F238E27FC236}">
                      <a16:creationId xmlns:a16="http://schemas.microsoft.com/office/drawing/2014/main" id="{28E15987-E5E4-A412-56E0-A8ED47C9792F}"/>
                    </a:ext>
                  </a:extLst>
                </p:cNvPr>
                <p:cNvGrpSpPr/>
                <p:nvPr/>
              </p:nvGrpSpPr>
              <p:grpSpPr>
                <a:xfrm>
                  <a:off x="9249790" y="2745776"/>
                  <a:ext cx="1971636" cy="320257"/>
                  <a:chOff x="4649054" y="2462005"/>
                  <a:chExt cx="1971636" cy="360000"/>
                </a:xfrm>
              </p:grpSpPr>
              <p:sp>
                <p:nvSpPr>
                  <p:cNvPr id="122" name="사각형: 둥근 모서리 121">
                    <a:extLst>
                      <a:ext uri="{FF2B5EF4-FFF2-40B4-BE49-F238E27FC236}">
                        <a16:creationId xmlns:a16="http://schemas.microsoft.com/office/drawing/2014/main" id="{904CA58B-6425-519A-22D3-8D2AF29F75EC}"/>
                      </a:ext>
                    </a:extLst>
                  </p:cNvPr>
                  <p:cNvSpPr/>
                  <p:nvPr/>
                </p:nvSpPr>
                <p:spPr>
                  <a:xfrm>
                    <a:off x="4649054" y="2462005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 래치</a:t>
                    </a:r>
                  </a:p>
                </p:txBody>
              </p:sp>
              <p:sp>
                <p:nvSpPr>
                  <p:cNvPr id="123" name="사각형: 둥근 모서리 122">
                    <a:extLst>
                      <a:ext uri="{FF2B5EF4-FFF2-40B4-BE49-F238E27FC236}">
                        <a16:creationId xmlns:a16="http://schemas.microsoft.com/office/drawing/2014/main" id="{4EA6F637-4526-75D1-D802-6B6EE5873A16}"/>
                      </a:ext>
                    </a:extLst>
                  </p:cNvPr>
                  <p:cNvSpPr/>
                  <p:nvPr/>
                </p:nvSpPr>
                <p:spPr>
                  <a:xfrm>
                    <a:off x="5432690" y="2462005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 dirty="0"/>
                      <a:t>Type B-2 </a:t>
                    </a:r>
                    <a:endParaRPr lang="ko-KR" altLang="en-US" sz="1000" dirty="0"/>
                  </a:p>
                </p:txBody>
              </p:sp>
            </p:grpSp>
            <p:grpSp>
              <p:nvGrpSpPr>
                <p:cNvPr id="167" name="그룹 166">
                  <a:extLst>
                    <a:ext uri="{FF2B5EF4-FFF2-40B4-BE49-F238E27FC236}">
                      <a16:creationId xmlns:a16="http://schemas.microsoft.com/office/drawing/2014/main" id="{4897EC63-5B60-F14C-EB28-90C2A55E0A60}"/>
                    </a:ext>
                  </a:extLst>
                </p:cNvPr>
                <p:cNvGrpSpPr/>
                <p:nvPr/>
              </p:nvGrpSpPr>
              <p:grpSpPr>
                <a:xfrm>
                  <a:off x="9249790" y="3177966"/>
                  <a:ext cx="1971636" cy="320257"/>
                  <a:chOff x="4649054" y="2947826"/>
                  <a:chExt cx="1971636" cy="360000"/>
                </a:xfrm>
              </p:grpSpPr>
              <p:sp>
                <p:nvSpPr>
                  <p:cNvPr id="124" name="타원 123">
                    <a:extLst>
                      <a:ext uri="{FF2B5EF4-FFF2-40B4-BE49-F238E27FC236}">
                        <a16:creationId xmlns:a16="http://schemas.microsoft.com/office/drawing/2014/main" id="{5BC1573F-43D6-6D33-607A-092B3438EC26}"/>
                      </a:ext>
                    </a:extLst>
                  </p:cNvPr>
                  <p:cNvSpPr/>
                  <p:nvPr/>
                </p:nvSpPr>
                <p:spPr>
                  <a:xfrm>
                    <a:off x="5432690" y="2947826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>
                        <a:latin typeface="+mj-ea"/>
                      </a:rPr>
                      <a:t>나사탭</a:t>
                    </a:r>
                    <a:r>
                      <a:rPr lang="en-US" altLang="ko-KR" sz="1000">
                        <a:latin typeface="+mj-ea"/>
                      </a:rPr>
                      <a:t>:</a:t>
                    </a:r>
                    <a:r>
                      <a:rPr lang="ko-KR" altLang="en-US" sz="1000">
                        <a:latin typeface="+mj-ea"/>
                      </a:rPr>
                      <a:t> </a:t>
                    </a:r>
                    <a:r>
                      <a:rPr lang="en-US" altLang="ko-KR" sz="1000">
                        <a:latin typeface="+mj-ea"/>
                      </a:rPr>
                      <a:t>M4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125" name="사각형: 둥근 모서리 124">
                    <a:extLst>
                      <a:ext uri="{FF2B5EF4-FFF2-40B4-BE49-F238E27FC236}">
                        <a16:creationId xmlns:a16="http://schemas.microsoft.com/office/drawing/2014/main" id="{20F7E668-3BE0-65B1-2CED-8FD26B94D296}"/>
                      </a:ext>
                    </a:extLst>
                  </p:cNvPr>
                  <p:cNvSpPr/>
                  <p:nvPr/>
                </p:nvSpPr>
                <p:spPr>
                  <a:xfrm>
                    <a:off x="4649054" y="2947826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볼트</a:t>
                    </a:r>
                    <a:r>
                      <a:rPr lang="en-US" altLang="ko-KR" sz="1000"/>
                      <a:t>2</a:t>
                    </a:r>
                    <a:endParaRPr lang="ko-KR" altLang="en-US" sz="1000" dirty="0"/>
                  </a:p>
                </p:txBody>
              </p:sp>
            </p:grpSp>
          </p:grp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03A425DA-02A9-A7A0-5F4C-ADA31E00D2B6}"/>
                </a:ext>
              </a:extLst>
            </p:cNvPr>
            <p:cNvGrpSpPr/>
            <p:nvPr/>
          </p:nvGrpSpPr>
          <p:grpSpPr>
            <a:xfrm>
              <a:off x="9133527" y="4778146"/>
              <a:ext cx="2204162" cy="1365327"/>
              <a:chOff x="9133527" y="4778146"/>
              <a:chExt cx="2204162" cy="1365327"/>
            </a:xfrm>
          </p:grpSpPr>
          <p:sp>
            <p:nvSpPr>
              <p:cNvPr id="135" name="사각형: 둥근 모서리 134">
                <a:extLst>
                  <a:ext uri="{FF2B5EF4-FFF2-40B4-BE49-F238E27FC236}">
                    <a16:creationId xmlns:a16="http://schemas.microsoft.com/office/drawing/2014/main" id="{69913C0E-A16F-7837-6234-AEC5B1DE2D83}"/>
                  </a:ext>
                </a:extLst>
              </p:cNvPr>
              <p:cNvSpPr/>
              <p:nvPr/>
            </p:nvSpPr>
            <p:spPr>
              <a:xfrm>
                <a:off x="9133527" y="4778146"/>
                <a:ext cx="2204162" cy="1365327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5" name="그룹 24">
                <a:extLst>
                  <a:ext uri="{FF2B5EF4-FFF2-40B4-BE49-F238E27FC236}">
                    <a16:creationId xmlns:a16="http://schemas.microsoft.com/office/drawing/2014/main" id="{BC7279A2-104F-A119-CA72-084A203725EB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1171117"/>
                <a:chOff x="9249790" y="4875255"/>
                <a:chExt cx="1971636" cy="1171117"/>
              </a:xfrm>
            </p:grpSpPr>
            <p:cxnSp>
              <p:nvCxnSpPr>
                <p:cNvPr id="19" name="직선 연결선 18">
                  <a:extLst>
                    <a:ext uri="{FF2B5EF4-FFF2-40B4-BE49-F238E27FC236}">
                      <a16:creationId xmlns:a16="http://schemas.microsoft.com/office/drawing/2014/main" id="{962F0A08-7235-EDDF-14F0-CEE2314A98D6}"/>
                    </a:ext>
                  </a:extLst>
                </p:cNvPr>
                <p:cNvCxnSpPr>
                  <a:cxnSpLocks/>
                  <a:endCxn id="142" idx="0"/>
                </p:cNvCxnSpPr>
                <p:nvPr/>
              </p:nvCxnSpPr>
              <p:spPr>
                <a:xfrm>
                  <a:off x="10627426" y="5195511"/>
                  <a:ext cx="0" cy="53059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4" name="그룹 143">
                  <a:extLst>
                    <a:ext uri="{FF2B5EF4-FFF2-40B4-BE49-F238E27FC236}">
                      <a16:creationId xmlns:a16="http://schemas.microsoft.com/office/drawing/2014/main" id="{3D004A95-E413-6595-5E7F-F1B5154CF232}"/>
                    </a:ext>
                  </a:extLst>
                </p:cNvPr>
                <p:cNvGrpSpPr/>
                <p:nvPr/>
              </p:nvGrpSpPr>
              <p:grpSpPr>
                <a:xfrm>
                  <a:off x="9249790" y="4875255"/>
                  <a:ext cx="1971636" cy="320257"/>
                  <a:chOff x="4661776" y="4732921"/>
                  <a:chExt cx="1971636" cy="360000"/>
                </a:xfrm>
              </p:grpSpPr>
              <p:sp>
                <p:nvSpPr>
                  <p:cNvPr id="138" name="타원 137">
                    <a:extLst>
                      <a:ext uri="{FF2B5EF4-FFF2-40B4-BE49-F238E27FC236}">
                        <a16:creationId xmlns:a16="http://schemas.microsoft.com/office/drawing/2014/main" id="{D6C9E988-E050-3A71-7600-C2C294F1F335}"/>
                      </a:ext>
                    </a:extLst>
                  </p:cNvPr>
                  <p:cNvSpPr/>
                  <p:nvPr/>
                </p:nvSpPr>
                <p:spPr>
                  <a:xfrm>
                    <a:off x="5445412" y="4732921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나사구멍</a:t>
                    </a:r>
                    <a:r>
                      <a:rPr lang="en-US" altLang="ko-KR" sz="1000">
                        <a:latin typeface="+mj-ea"/>
                      </a:rPr>
                      <a:t>:</a:t>
                    </a:r>
                    <a:r>
                      <a:rPr lang="ko-KR" altLang="en-US" sz="1000">
                        <a:latin typeface="+mj-ea"/>
                      </a:rPr>
                      <a:t> </a:t>
                    </a:r>
                    <a:r>
                      <a:rPr lang="en-US" altLang="ko-KR" sz="1000">
                        <a:latin typeface="+mj-ea"/>
                      </a:rPr>
                      <a:t>Ø8mm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139" name="사각형: 둥근 모서리 138">
                    <a:extLst>
                      <a:ext uri="{FF2B5EF4-FFF2-40B4-BE49-F238E27FC236}">
                        <a16:creationId xmlns:a16="http://schemas.microsoft.com/office/drawing/2014/main" id="{9DDB1BB0-010C-3387-19D2-139A6F6151E1}"/>
                      </a:ext>
                    </a:extLst>
                  </p:cNvPr>
                  <p:cNvSpPr/>
                  <p:nvPr/>
                </p:nvSpPr>
                <p:spPr>
                  <a:xfrm>
                    <a:off x="4661776" y="4732921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/>
                      <a:t>도어</a:t>
                    </a:r>
                    <a:endParaRPr lang="en-US" altLang="ko-KR" sz="1000"/>
                  </a:p>
                  <a:p>
                    <a:pPr algn="ctr"/>
                    <a:r>
                      <a:rPr lang="ko-KR" altLang="en-US" sz="1000"/>
                      <a:t>체커</a:t>
                    </a:r>
                  </a:p>
                </p:txBody>
              </p:sp>
            </p:grpSp>
            <p:grpSp>
              <p:nvGrpSpPr>
                <p:cNvPr id="145" name="그룹 144">
                  <a:extLst>
                    <a:ext uri="{FF2B5EF4-FFF2-40B4-BE49-F238E27FC236}">
                      <a16:creationId xmlns:a16="http://schemas.microsoft.com/office/drawing/2014/main" id="{D79A55CA-D01B-BF77-D176-1EB13DABE16C}"/>
                    </a:ext>
                  </a:extLst>
                </p:cNvPr>
                <p:cNvGrpSpPr/>
                <p:nvPr/>
              </p:nvGrpSpPr>
              <p:grpSpPr>
                <a:xfrm>
                  <a:off x="9249790" y="5300682"/>
                  <a:ext cx="1971636" cy="320257"/>
                  <a:chOff x="4649054" y="5218927"/>
                  <a:chExt cx="1971636" cy="360000"/>
                </a:xfrm>
              </p:grpSpPr>
              <p:sp>
                <p:nvSpPr>
                  <p:cNvPr id="140" name="타원 139">
                    <a:extLst>
                      <a:ext uri="{FF2B5EF4-FFF2-40B4-BE49-F238E27FC236}">
                        <a16:creationId xmlns:a16="http://schemas.microsoft.com/office/drawing/2014/main" id="{F2A91E52-673B-13C5-F1F8-BAEB434EC6BD}"/>
                      </a:ext>
                    </a:extLst>
                  </p:cNvPr>
                  <p:cNvSpPr/>
                  <p:nvPr/>
                </p:nvSpPr>
                <p:spPr>
                  <a:xfrm>
                    <a:off x="5432690" y="5218927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>
                        <a:latin typeface="+mj-ea"/>
                      </a:rPr>
                      <a:t>나사탭</a:t>
                    </a:r>
                    <a:r>
                      <a:rPr lang="en-US" altLang="ko-KR" sz="1000" dirty="0">
                        <a:latin typeface="+mj-ea"/>
                      </a:rPr>
                      <a:t>:</a:t>
                    </a:r>
                    <a:r>
                      <a:rPr lang="ko-KR" altLang="en-US" sz="1000" dirty="0">
                        <a:latin typeface="+mj-ea"/>
                      </a:rPr>
                      <a:t> </a:t>
                    </a:r>
                    <a:r>
                      <a:rPr lang="en-US" altLang="ko-KR" sz="1000" dirty="0">
                        <a:latin typeface="+mj-ea"/>
                      </a:rPr>
                      <a:t>M8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141" name="사각형: 둥근 모서리 140">
                    <a:extLst>
                      <a:ext uri="{FF2B5EF4-FFF2-40B4-BE49-F238E27FC236}">
                        <a16:creationId xmlns:a16="http://schemas.microsoft.com/office/drawing/2014/main" id="{C4880EF3-9326-71D5-B1D1-BE70B11B4599}"/>
                      </a:ext>
                    </a:extLst>
                  </p:cNvPr>
                  <p:cNvSpPr/>
                  <p:nvPr/>
                </p:nvSpPr>
                <p:spPr>
                  <a:xfrm>
                    <a:off x="4649054" y="5218927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/>
                      <a:t>바디</a:t>
                    </a:r>
                  </a:p>
                </p:txBody>
              </p:sp>
            </p:grpSp>
            <p:grpSp>
              <p:nvGrpSpPr>
                <p:cNvPr id="146" name="그룹 145">
                  <a:extLst>
                    <a:ext uri="{FF2B5EF4-FFF2-40B4-BE49-F238E27FC236}">
                      <a16:creationId xmlns:a16="http://schemas.microsoft.com/office/drawing/2014/main" id="{E7B4D66D-297A-B061-742F-DBE43B4D59FB}"/>
                    </a:ext>
                  </a:extLst>
                </p:cNvPr>
                <p:cNvGrpSpPr/>
                <p:nvPr/>
              </p:nvGrpSpPr>
              <p:grpSpPr>
                <a:xfrm>
                  <a:off x="9249790" y="5726115"/>
                  <a:ext cx="1971636" cy="320257"/>
                  <a:chOff x="4649054" y="5689365"/>
                  <a:chExt cx="1971636" cy="360000"/>
                </a:xfrm>
              </p:grpSpPr>
              <p:sp>
                <p:nvSpPr>
                  <p:cNvPr id="142" name="타원 141">
                    <a:extLst>
                      <a:ext uri="{FF2B5EF4-FFF2-40B4-BE49-F238E27FC236}">
                        <a16:creationId xmlns:a16="http://schemas.microsoft.com/office/drawing/2014/main" id="{5F21F427-9DBF-03E3-A040-F7893C2FD25F}"/>
                      </a:ext>
                    </a:extLst>
                  </p:cNvPr>
                  <p:cNvSpPr/>
                  <p:nvPr/>
                </p:nvSpPr>
                <p:spPr>
                  <a:xfrm>
                    <a:off x="5432690" y="5689365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/>
                      <a:t>나사</a:t>
                    </a:r>
                    <a:r>
                      <a:rPr lang="en-US" altLang="ko-KR" sz="1000"/>
                      <a:t>: M8</a:t>
                    </a:r>
                    <a:endParaRPr lang="ko-KR" altLang="en-US" sz="1000" dirty="0"/>
                  </a:p>
                </p:txBody>
              </p:sp>
              <p:sp>
                <p:nvSpPr>
                  <p:cNvPr id="143" name="사각형: 둥근 모서리 142">
                    <a:extLst>
                      <a:ext uri="{FF2B5EF4-FFF2-40B4-BE49-F238E27FC236}">
                        <a16:creationId xmlns:a16="http://schemas.microsoft.com/office/drawing/2014/main" id="{69F30893-D471-6731-DE3A-0EFE2729A905}"/>
                      </a:ext>
                    </a:extLst>
                  </p:cNvPr>
                  <p:cNvSpPr/>
                  <p:nvPr/>
                </p:nvSpPr>
                <p:spPr>
                  <a:xfrm>
                    <a:off x="4649054" y="5689365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볼트</a:t>
                    </a:r>
                    <a:r>
                      <a:rPr lang="en-US" altLang="ko-KR" sz="1000"/>
                      <a:t>1</a:t>
                    </a:r>
                    <a:endParaRPr lang="ko-KR" altLang="en-US" sz="1000" dirty="0"/>
                  </a:p>
                </p:txBody>
              </p:sp>
            </p:grpSp>
          </p:grp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E0D5586-DF4E-9468-35C0-AD5F68E4BBE3}"/>
              </a:ext>
            </a:extLst>
          </p:cNvPr>
          <p:cNvSpPr txBox="1"/>
          <p:nvPr/>
        </p:nvSpPr>
        <p:spPr>
          <a:xfrm>
            <a:off x="3591747" y="5887303"/>
            <a:ext cx="5207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Planning </a:t>
            </a:r>
            <a:r>
              <a:rPr lang="ko-KR" altLang="en-US" dirty="0"/>
              <a:t>에서의 조립 과정을 컴퓨터 모델링하는 </a:t>
            </a:r>
            <a:br>
              <a:rPr lang="en-US" altLang="ko-KR" dirty="0"/>
            </a:br>
            <a:r>
              <a:rPr lang="ko-KR" altLang="en-US" b="1" dirty="0">
                <a:solidFill>
                  <a:schemeClr val="accent1"/>
                </a:solidFill>
              </a:rPr>
              <a:t>상태 전이 모델 </a:t>
            </a:r>
            <a:r>
              <a:rPr lang="ko-KR" altLang="en-US" dirty="0"/>
              <a:t>역할 </a:t>
            </a:r>
            <a:r>
              <a:rPr lang="en-US" altLang="ko-KR" sz="1400" dirty="0"/>
              <a:t>※[</a:t>
            </a:r>
            <a:r>
              <a:rPr lang="ko-KR" altLang="en-US" sz="1400" dirty="0"/>
              <a:t>첨부</a:t>
            </a:r>
            <a:r>
              <a:rPr lang="en-US" altLang="ko-KR" sz="1400" dirty="0"/>
              <a:t>3] </a:t>
            </a:r>
            <a:r>
              <a:rPr lang="ko-KR" altLang="en-US" sz="1400" dirty="0"/>
              <a:t>참조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4590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E72B4-F7B8-8A37-9708-8DD661901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89">
            <a:extLst>
              <a:ext uri="{FF2B5EF4-FFF2-40B4-BE49-F238E27FC236}">
                <a16:creationId xmlns:a16="http://schemas.microsoft.com/office/drawing/2014/main" id="{8A12BCAF-5395-A1B9-063F-A28F026E6F27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2] </a:t>
            </a:r>
            <a:r>
              <a:rPr kumimoji="1" lang="en-US" altLang="ko-KR" sz="2400" b="1" dirty="0">
                <a:latin typeface="+mj-ea"/>
                <a:ea typeface="+mj-ea"/>
              </a:rPr>
              <a:t>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후보 평가 시스템</a:t>
            </a:r>
          </a:p>
        </p:txBody>
      </p: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8C007ACC-3F39-AD83-97C9-CCD2DF4D2CE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직사각형 1">
            <a:extLst>
              <a:ext uri="{FF2B5EF4-FFF2-40B4-BE49-F238E27FC236}">
                <a16:creationId xmlns:a16="http://schemas.microsoft.com/office/drawing/2014/main" id="{EA44B779-72F7-94F1-96F5-10AA84961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4" name="말풍선: 모서리가 둥근 사각형 3">
            <a:extLst>
              <a:ext uri="{FF2B5EF4-FFF2-40B4-BE49-F238E27FC236}">
                <a16:creationId xmlns:a16="http://schemas.microsoft.com/office/drawing/2014/main" id="{AA00E86A-2066-2297-4FF8-B2AFB3B6AD58}"/>
              </a:ext>
            </a:extLst>
          </p:cNvPr>
          <p:cNvSpPr/>
          <p:nvPr/>
        </p:nvSpPr>
        <p:spPr>
          <a:xfrm>
            <a:off x="8011099" y="2000875"/>
            <a:ext cx="4082208" cy="472246"/>
          </a:xfrm>
          <a:prstGeom prst="wedgeRoundRectCallout">
            <a:avLst>
              <a:gd name="adj1" fmla="val -28625"/>
              <a:gd name="adj2" fmla="val 31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후보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1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평가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결과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👍👍👍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조립가능 조립 목표와 합치</a:t>
            </a:r>
          </a:p>
        </p:txBody>
      </p:sp>
      <p:sp>
        <p:nvSpPr>
          <p:cNvPr id="11" name="말풍선: 모서리가 둥근 사각형 10">
            <a:extLst>
              <a:ext uri="{FF2B5EF4-FFF2-40B4-BE49-F238E27FC236}">
                <a16:creationId xmlns:a16="http://schemas.microsoft.com/office/drawing/2014/main" id="{1DDAF2AC-8CAA-6B11-D00E-7E5049262A5D}"/>
              </a:ext>
            </a:extLst>
          </p:cNvPr>
          <p:cNvSpPr/>
          <p:nvPr/>
        </p:nvSpPr>
        <p:spPr>
          <a:xfrm>
            <a:off x="8011099" y="2990531"/>
            <a:ext cx="4032854" cy="472246"/>
          </a:xfrm>
          <a:prstGeom prst="wedgeRoundRectCallout">
            <a:avLst>
              <a:gd name="adj1" fmla="val -33110"/>
              <a:gd name="adj2" fmla="val 13722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후보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2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평가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결과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👎👎👎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조립 중 부품 간 </a:t>
            </a:r>
            <a:r>
              <a:rPr lang="ko-KR" altLang="en-US" sz="1200" b="1" kern="0" dirty="0">
                <a:solidFill>
                  <a:srgbClr val="000000"/>
                </a:solidFill>
                <a:latin typeface="+mn-ea"/>
              </a:rPr>
              <a:t>간섭 우려</a:t>
            </a:r>
          </a:p>
        </p:txBody>
      </p:sp>
      <p:sp>
        <p:nvSpPr>
          <p:cNvPr id="14" name="말풍선: 모서리가 둥근 사각형 13">
            <a:extLst>
              <a:ext uri="{FF2B5EF4-FFF2-40B4-BE49-F238E27FC236}">
                <a16:creationId xmlns:a16="http://schemas.microsoft.com/office/drawing/2014/main" id="{AE16725C-492B-E377-36D0-EB5F0CCF2E94}"/>
              </a:ext>
            </a:extLst>
          </p:cNvPr>
          <p:cNvSpPr/>
          <p:nvPr/>
        </p:nvSpPr>
        <p:spPr>
          <a:xfrm>
            <a:off x="8011099" y="3980187"/>
            <a:ext cx="3765795" cy="472246"/>
          </a:xfrm>
          <a:prstGeom prst="wedgeRoundRectCallout">
            <a:avLst>
              <a:gd name="adj1" fmla="val -36134"/>
              <a:gd name="adj2" fmla="val -7793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후보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3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평가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결과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👎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가능하나 </a:t>
            </a:r>
            <a:r>
              <a:rPr lang="ko-KR" altLang="en-US" sz="1200" b="1" kern="0" dirty="0">
                <a:solidFill>
                  <a:srgbClr val="000000"/>
                </a:solidFill>
                <a:latin typeface="+mn-ea"/>
              </a:rPr>
              <a:t>조립 목표와 불합치</a:t>
            </a:r>
          </a:p>
        </p:txBody>
      </p:sp>
      <p:sp>
        <p:nvSpPr>
          <p:cNvPr id="15" name="말풍선: 모서리가 둥근 사각형 14">
            <a:extLst>
              <a:ext uri="{FF2B5EF4-FFF2-40B4-BE49-F238E27FC236}">
                <a16:creationId xmlns:a16="http://schemas.microsoft.com/office/drawing/2014/main" id="{6FA2391B-6762-FCB2-3703-91F53D59DA47}"/>
              </a:ext>
            </a:extLst>
          </p:cNvPr>
          <p:cNvSpPr/>
          <p:nvPr/>
        </p:nvSpPr>
        <p:spPr>
          <a:xfrm>
            <a:off x="8011099" y="4969843"/>
            <a:ext cx="2689100" cy="472246"/>
          </a:xfrm>
          <a:prstGeom prst="wedgeRoundRectCallout">
            <a:avLst>
              <a:gd name="adj1" fmla="val -16871"/>
              <a:gd name="adj2" fmla="val 13722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후보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4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평가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결과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👍👍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조립 가능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A3AC3C2-A5FE-C578-CB35-2478F85E48F3}"/>
              </a:ext>
            </a:extLst>
          </p:cNvPr>
          <p:cNvSpPr/>
          <p:nvPr/>
        </p:nvSpPr>
        <p:spPr>
          <a:xfrm>
            <a:off x="4894957" y="3975365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조립 후보 평가 시스템</a:t>
            </a:r>
            <a:endParaRPr lang="en-US" altLang="ko-KR" sz="16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C18889B-81D3-B83E-4515-1452913566E7}"/>
              </a:ext>
            </a:extLst>
          </p:cNvPr>
          <p:cNvSpPr/>
          <p:nvPr/>
        </p:nvSpPr>
        <p:spPr>
          <a:xfrm>
            <a:off x="748693" y="6346748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</a:rPr>
              <a:t>조립 후보 리스트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A79AA73-4329-7649-39A5-AE1419766A14}"/>
              </a:ext>
            </a:extLst>
          </p:cNvPr>
          <p:cNvGrpSpPr/>
          <p:nvPr/>
        </p:nvGrpSpPr>
        <p:grpSpPr>
          <a:xfrm>
            <a:off x="751984" y="1039289"/>
            <a:ext cx="2331140" cy="5190836"/>
            <a:chOff x="9070038" y="1019633"/>
            <a:chExt cx="2331140" cy="5190836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EB6C6D31-09F4-CC3E-2968-80EB52414EED}"/>
                </a:ext>
              </a:extLst>
            </p:cNvPr>
            <p:cNvSpPr/>
            <p:nvPr/>
          </p:nvSpPr>
          <p:spPr>
            <a:xfrm>
              <a:off x="9070038" y="1019633"/>
              <a:ext cx="2331140" cy="5190836"/>
            </a:xfrm>
            <a:prstGeom prst="roundRect">
              <a:avLst>
                <a:gd name="adj" fmla="val 3566"/>
              </a:avLst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83615283-6D9E-9E03-CE4E-4AE501FE349A}"/>
                </a:ext>
              </a:extLst>
            </p:cNvPr>
            <p:cNvGrpSpPr/>
            <p:nvPr/>
          </p:nvGrpSpPr>
          <p:grpSpPr>
            <a:xfrm>
              <a:off x="9133527" y="1093519"/>
              <a:ext cx="2204162" cy="996639"/>
              <a:chOff x="9133527" y="1093519"/>
              <a:chExt cx="2204162" cy="996639"/>
            </a:xfrm>
          </p:grpSpPr>
          <p:sp>
            <p:nvSpPr>
              <p:cNvPr id="71" name="사각형: 둥근 모서리 70">
                <a:extLst>
                  <a:ext uri="{FF2B5EF4-FFF2-40B4-BE49-F238E27FC236}">
                    <a16:creationId xmlns:a16="http://schemas.microsoft.com/office/drawing/2014/main" id="{D766545A-21C7-66EA-8D73-C6F5F63AE1AD}"/>
                  </a:ext>
                </a:extLst>
              </p:cNvPr>
              <p:cNvSpPr/>
              <p:nvPr/>
            </p:nvSpPr>
            <p:spPr>
              <a:xfrm>
                <a:off x="9133527" y="1093519"/>
                <a:ext cx="2204162" cy="996639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BE6AAB29-05CF-00E6-365E-DC0B2965D417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758889"/>
                <a:chOff x="9249790" y="1212394"/>
                <a:chExt cx="1971636" cy="758889"/>
              </a:xfrm>
            </p:grpSpPr>
            <p:grpSp>
              <p:nvGrpSpPr>
                <p:cNvPr id="73" name="그룹 72">
                  <a:extLst>
                    <a:ext uri="{FF2B5EF4-FFF2-40B4-BE49-F238E27FC236}">
                      <a16:creationId xmlns:a16="http://schemas.microsoft.com/office/drawing/2014/main" id="{8885C0BC-24B9-A738-B14B-F3118E3400C8}"/>
                    </a:ext>
                  </a:extLst>
                </p:cNvPr>
                <p:cNvGrpSpPr/>
                <p:nvPr/>
              </p:nvGrpSpPr>
              <p:grpSpPr>
                <a:xfrm>
                  <a:off x="9249790" y="1212394"/>
                  <a:ext cx="1971636" cy="320257"/>
                  <a:chOff x="4649054" y="810783"/>
                  <a:chExt cx="1971636" cy="360000"/>
                </a:xfrm>
              </p:grpSpPr>
              <p:sp>
                <p:nvSpPr>
                  <p:cNvPr id="78" name="사각형: 둥근 모서리 77">
                    <a:extLst>
                      <a:ext uri="{FF2B5EF4-FFF2-40B4-BE49-F238E27FC236}">
                        <a16:creationId xmlns:a16="http://schemas.microsoft.com/office/drawing/2014/main" id="{0EEC486C-860B-BC56-8BE8-2FC907E46C86}"/>
                      </a:ext>
                    </a:extLst>
                  </p:cNvPr>
                  <p:cNvSpPr/>
                  <p:nvPr/>
                </p:nvSpPr>
                <p:spPr>
                  <a:xfrm>
                    <a:off x="5432690" y="810783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/>
                      <a:t>Type A-1 </a:t>
                    </a:r>
                    <a:endParaRPr lang="ko-KR" altLang="en-US" sz="1000" dirty="0"/>
                  </a:p>
                </p:txBody>
              </p:sp>
              <p:sp>
                <p:nvSpPr>
                  <p:cNvPr id="79" name="사각형: 둥근 모서리 78">
                    <a:extLst>
                      <a:ext uri="{FF2B5EF4-FFF2-40B4-BE49-F238E27FC236}">
                        <a16:creationId xmlns:a16="http://schemas.microsoft.com/office/drawing/2014/main" id="{FC13B789-AB75-4BAF-16AC-3E0F92E09C04}"/>
                      </a:ext>
                    </a:extLst>
                  </p:cNvPr>
                  <p:cNvSpPr/>
                  <p:nvPr/>
                </p:nvSpPr>
                <p:spPr>
                  <a:xfrm>
                    <a:off x="4649054" y="810783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</p:grpSp>
            <p:grpSp>
              <p:nvGrpSpPr>
                <p:cNvPr id="74" name="그룹 73">
                  <a:extLst>
                    <a:ext uri="{FF2B5EF4-FFF2-40B4-BE49-F238E27FC236}">
                      <a16:creationId xmlns:a16="http://schemas.microsoft.com/office/drawing/2014/main" id="{2FD61E82-DA9B-3692-91E8-A847D061B0D8}"/>
                    </a:ext>
                  </a:extLst>
                </p:cNvPr>
                <p:cNvGrpSpPr/>
                <p:nvPr/>
              </p:nvGrpSpPr>
              <p:grpSpPr>
                <a:xfrm>
                  <a:off x="9249790" y="1651026"/>
                  <a:ext cx="1971636" cy="320257"/>
                  <a:chOff x="4649054" y="1303849"/>
                  <a:chExt cx="1971636" cy="360000"/>
                </a:xfrm>
              </p:grpSpPr>
              <p:sp>
                <p:nvSpPr>
                  <p:cNvPr id="76" name="사각형: 둥근 모서리 75">
                    <a:extLst>
                      <a:ext uri="{FF2B5EF4-FFF2-40B4-BE49-F238E27FC236}">
                        <a16:creationId xmlns:a16="http://schemas.microsoft.com/office/drawing/2014/main" id="{8CF8CD31-D5CD-4813-1AF1-D3F8E29EAF96}"/>
                      </a:ext>
                    </a:extLst>
                  </p:cNvPr>
                  <p:cNvSpPr/>
                  <p:nvPr/>
                </p:nvSpPr>
                <p:spPr>
                  <a:xfrm>
                    <a:off x="5432690" y="1303849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 dirty="0"/>
                      <a:t>Type A-2 </a:t>
                    </a:r>
                    <a:endParaRPr lang="ko-KR" altLang="en-US" sz="1000" dirty="0"/>
                  </a:p>
                </p:txBody>
              </p:sp>
              <p:sp>
                <p:nvSpPr>
                  <p:cNvPr id="77" name="사각형: 둥근 모서리 76">
                    <a:extLst>
                      <a:ext uri="{FF2B5EF4-FFF2-40B4-BE49-F238E27FC236}">
                        <a16:creationId xmlns:a16="http://schemas.microsoft.com/office/drawing/2014/main" id="{9F4B8188-3B5B-2F40-FC2F-E0E65129819F}"/>
                      </a:ext>
                    </a:extLst>
                  </p:cNvPr>
                  <p:cNvSpPr/>
                  <p:nvPr/>
                </p:nvSpPr>
                <p:spPr>
                  <a:xfrm>
                    <a:off x="4649054" y="1303849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</a:t>
                    </a:r>
                    <a:endParaRPr lang="en-US" altLang="ko-KR" sz="1000"/>
                  </a:p>
                  <a:p>
                    <a:pPr algn="ctr"/>
                    <a:r>
                      <a:rPr lang="ko-KR" altLang="en-US" sz="1000"/>
                      <a:t>체커</a:t>
                    </a:r>
                    <a:endParaRPr lang="ko-KR" altLang="en-US" sz="1000" dirty="0"/>
                  </a:p>
                </p:txBody>
              </p:sp>
            </p:grpSp>
            <p:cxnSp>
              <p:nvCxnSpPr>
                <p:cNvPr id="75" name="직선 연결선 74">
                  <a:extLst>
                    <a:ext uri="{FF2B5EF4-FFF2-40B4-BE49-F238E27FC236}">
                      <a16:creationId xmlns:a16="http://schemas.microsoft.com/office/drawing/2014/main" id="{1765E3CA-C871-C658-EBF4-14FEA12E1CED}"/>
                    </a:ext>
                  </a:extLst>
                </p:cNvPr>
                <p:cNvCxnSpPr>
                  <a:stCxn id="78" idx="2"/>
                  <a:endCxn id="76" idx="0"/>
                </p:cNvCxnSpPr>
                <p:nvPr/>
              </p:nvCxnSpPr>
              <p:spPr>
                <a:xfrm>
                  <a:off x="10627426" y="1532651"/>
                  <a:ext cx="0" cy="118375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FDA7FF84-81EB-3A5C-D678-F7F251417DC4}"/>
                </a:ext>
              </a:extLst>
            </p:cNvPr>
            <p:cNvGrpSpPr/>
            <p:nvPr/>
          </p:nvGrpSpPr>
          <p:grpSpPr>
            <a:xfrm>
              <a:off x="9133527" y="3725979"/>
              <a:ext cx="2204162" cy="954834"/>
              <a:chOff x="9133527" y="3725979"/>
              <a:chExt cx="2204162" cy="954834"/>
            </a:xfrm>
          </p:grpSpPr>
          <p:sp>
            <p:nvSpPr>
              <p:cNvPr id="62" name="사각형: 둥근 모서리 61">
                <a:extLst>
                  <a:ext uri="{FF2B5EF4-FFF2-40B4-BE49-F238E27FC236}">
                    <a16:creationId xmlns:a16="http://schemas.microsoft.com/office/drawing/2014/main" id="{9D8B8A1D-7555-64AF-848D-6FEFE7C8A5CE}"/>
                  </a:ext>
                </a:extLst>
              </p:cNvPr>
              <p:cNvSpPr/>
              <p:nvPr/>
            </p:nvSpPr>
            <p:spPr>
              <a:xfrm>
                <a:off x="9133527" y="3725979"/>
                <a:ext cx="2204162" cy="954834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5DD2D59B-26E1-3C3D-B225-3D251BD8ADE4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743433"/>
                <a:chOff x="9249790" y="3831675"/>
                <a:chExt cx="1971636" cy="743433"/>
              </a:xfrm>
            </p:grpSpPr>
            <p:grpSp>
              <p:nvGrpSpPr>
                <p:cNvPr id="64" name="그룹 63">
                  <a:extLst>
                    <a:ext uri="{FF2B5EF4-FFF2-40B4-BE49-F238E27FC236}">
                      <a16:creationId xmlns:a16="http://schemas.microsoft.com/office/drawing/2014/main" id="{43F8E40F-AD95-D045-71BB-B6C815DDB4DD}"/>
                    </a:ext>
                  </a:extLst>
                </p:cNvPr>
                <p:cNvGrpSpPr/>
                <p:nvPr/>
              </p:nvGrpSpPr>
              <p:grpSpPr>
                <a:xfrm>
                  <a:off x="9249790" y="4254852"/>
                  <a:ext cx="1971636" cy="320256"/>
                  <a:chOff x="744758" y="3198858"/>
                  <a:chExt cx="1971636" cy="360000"/>
                </a:xfrm>
              </p:grpSpPr>
              <p:sp>
                <p:nvSpPr>
                  <p:cNvPr id="69" name="사각형: 둥근 모서리 68">
                    <a:extLst>
                      <a:ext uri="{FF2B5EF4-FFF2-40B4-BE49-F238E27FC236}">
                        <a16:creationId xmlns:a16="http://schemas.microsoft.com/office/drawing/2014/main" id="{63B9A0DB-9BDC-9E7E-B3A2-D341A540E688}"/>
                      </a:ext>
                    </a:extLst>
                  </p:cNvPr>
                  <p:cNvSpPr/>
                  <p:nvPr/>
                </p:nvSpPr>
                <p:spPr>
                  <a:xfrm>
                    <a:off x="744758" y="3198858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 래치</a:t>
                    </a:r>
                  </a:p>
                </p:txBody>
              </p:sp>
              <p:sp>
                <p:nvSpPr>
                  <p:cNvPr id="70" name="타원 69">
                    <a:extLst>
                      <a:ext uri="{FF2B5EF4-FFF2-40B4-BE49-F238E27FC236}">
                        <a16:creationId xmlns:a16="http://schemas.microsoft.com/office/drawing/2014/main" id="{56D0751A-4961-61DD-619B-AAFFF8741010}"/>
                      </a:ext>
                    </a:extLst>
                  </p:cNvPr>
                  <p:cNvSpPr/>
                  <p:nvPr/>
                </p:nvSpPr>
                <p:spPr>
                  <a:xfrm>
                    <a:off x="1528394" y="3198858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도어 래치 커넥터 </a:t>
                    </a:r>
                    <a:r>
                      <a:rPr lang="en-US" altLang="ko-KR" sz="1000" dirty="0">
                        <a:latin typeface="+mj-ea"/>
                      </a:rPr>
                      <a:t>Female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</p:grpSp>
            <p:grpSp>
              <p:nvGrpSpPr>
                <p:cNvPr id="65" name="그룹 64">
                  <a:extLst>
                    <a:ext uri="{FF2B5EF4-FFF2-40B4-BE49-F238E27FC236}">
                      <a16:creationId xmlns:a16="http://schemas.microsoft.com/office/drawing/2014/main" id="{7B03A309-9C2F-0451-CE8E-C5190AA233E6}"/>
                    </a:ext>
                  </a:extLst>
                </p:cNvPr>
                <p:cNvGrpSpPr/>
                <p:nvPr/>
              </p:nvGrpSpPr>
              <p:grpSpPr>
                <a:xfrm>
                  <a:off x="9249790" y="3831675"/>
                  <a:ext cx="1971636" cy="320256"/>
                  <a:chOff x="744758" y="267180"/>
                  <a:chExt cx="1971636" cy="360000"/>
                </a:xfrm>
              </p:grpSpPr>
              <p:sp>
                <p:nvSpPr>
                  <p:cNvPr id="67" name="사각형: 둥근 모서리 66">
                    <a:extLst>
                      <a:ext uri="{FF2B5EF4-FFF2-40B4-BE49-F238E27FC236}">
                        <a16:creationId xmlns:a16="http://schemas.microsoft.com/office/drawing/2014/main" id="{9E21F612-2885-9761-D4D6-FB717B3AF7ED}"/>
                      </a:ext>
                    </a:extLst>
                  </p:cNvPr>
                  <p:cNvSpPr/>
                  <p:nvPr/>
                </p:nvSpPr>
                <p:spPr>
                  <a:xfrm>
                    <a:off x="744758" y="267180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  <p:sp>
                <p:nvSpPr>
                  <p:cNvPr id="68" name="타원 67">
                    <a:extLst>
                      <a:ext uri="{FF2B5EF4-FFF2-40B4-BE49-F238E27FC236}">
                        <a16:creationId xmlns:a16="http://schemas.microsoft.com/office/drawing/2014/main" id="{8E4AE110-18D3-0B4C-A737-2F2C4D03AAF6}"/>
                      </a:ext>
                    </a:extLst>
                  </p:cNvPr>
                  <p:cNvSpPr/>
                  <p:nvPr/>
                </p:nvSpPr>
                <p:spPr>
                  <a:xfrm>
                    <a:off x="1528394" y="267180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도어 래치 커넥터 </a:t>
                    </a:r>
                    <a:r>
                      <a:rPr lang="en-US" altLang="ko-KR" sz="1000" dirty="0">
                        <a:latin typeface="+mj-ea"/>
                      </a:rPr>
                      <a:t>Male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</p:grpSp>
            <p:cxnSp>
              <p:nvCxnSpPr>
                <p:cNvPr id="66" name="직선 연결선 65">
                  <a:extLst>
                    <a:ext uri="{FF2B5EF4-FFF2-40B4-BE49-F238E27FC236}">
                      <a16:creationId xmlns:a16="http://schemas.microsoft.com/office/drawing/2014/main" id="{21E4F99A-3FB2-175D-B0C2-AE79389172FB}"/>
                    </a:ext>
                  </a:extLst>
                </p:cNvPr>
                <p:cNvCxnSpPr>
                  <a:cxnSpLocks/>
                  <a:stCxn id="70" idx="0"/>
                  <a:endCxn id="68" idx="4"/>
                </p:cNvCxnSpPr>
                <p:nvPr/>
              </p:nvCxnSpPr>
              <p:spPr>
                <a:xfrm flipV="1">
                  <a:off x="10627426" y="4151937"/>
                  <a:ext cx="0" cy="10291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3483AA89-35AF-CA5D-D4B2-F631335DE98B}"/>
                </a:ext>
              </a:extLst>
            </p:cNvPr>
            <p:cNvGrpSpPr/>
            <p:nvPr/>
          </p:nvGrpSpPr>
          <p:grpSpPr>
            <a:xfrm>
              <a:off x="9133527" y="2187491"/>
              <a:ext cx="2204162" cy="1441156"/>
              <a:chOff x="9133527" y="2187491"/>
              <a:chExt cx="2204162" cy="1441156"/>
            </a:xfrm>
          </p:grpSpPr>
          <p:sp>
            <p:nvSpPr>
              <p:cNvPr id="49" name="사각형: 둥근 모서리 48">
                <a:extLst>
                  <a:ext uri="{FF2B5EF4-FFF2-40B4-BE49-F238E27FC236}">
                    <a16:creationId xmlns:a16="http://schemas.microsoft.com/office/drawing/2014/main" id="{9CC3319F-B675-49B1-5F64-21E4ECDA23FC}"/>
                  </a:ext>
                </a:extLst>
              </p:cNvPr>
              <p:cNvSpPr/>
              <p:nvPr/>
            </p:nvSpPr>
            <p:spPr>
              <a:xfrm>
                <a:off x="9133527" y="2187491"/>
                <a:ext cx="2204162" cy="1441156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9936677B-EBCD-D242-617F-201BA282CEAA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1180308"/>
                <a:chOff x="9249790" y="2317915"/>
                <a:chExt cx="1971636" cy="1180308"/>
              </a:xfrm>
            </p:grpSpPr>
            <p:cxnSp>
              <p:nvCxnSpPr>
                <p:cNvPr id="51" name="직선 연결선 50">
                  <a:extLst>
                    <a:ext uri="{FF2B5EF4-FFF2-40B4-BE49-F238E27FC236}">
                      <a16:creationId xmlns:a16="http://schemas.microsoft.com/office/drawing/2014/main" id="{3A227E43-17D8-F35B-47DA-BA7D03BF5820}"/>
                    </a:ext>
                  </a:extLst>
                </p:cNvPr>
                <p:cNvCxnSpPr>
                  <a:cxnSpLocks/>
                  <a:stCxn id="60" idx="2"/>
                  <a:endCxn id="55" idx="0"/>
                </p:cNvCxnSpPr>
                <p:nvPr/>
              </p:nvCxnSpPr>
              <p:spPr>
                <a:xfrm>
                  <a:off x="10627426" y="2638173"/>
                  <a:ext cx="0" cy="539792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2" name="그룹 51">
                  <a:extLst>
                    <a:ext uri="{FF2B5EF4-FFF2-40B4-BE49-F238E27FC236}">
                      <a16:creationId xmlns:a16="http://schemas.microsoft.com/office/drawing/2014/main" id="{7A1F5021-EFFC-E965-CF8E-0101B03BEACB}"/>
                    </a:ext>
                  </a:extLst>
                </p:cNvPr>
                <p:cNvGrpSpPr/>
                <p:nvPr/>
              </p:nvGrpSpPr>
              <p:grpSpPr>
                <a:xfrm>
                  <a:off x="9249790" y="2317915"/>
                  <a:ext cx="1971636" cy="320257"/>
                  <a:chOff x="4649054" y="1981046"/>
                  <a:chExt cx="1971636" cy="360000"/>
                </a:xfrm>
              </p:grpSpPr>
              <p:sp>
                <p:nvSpPr>
                  <p:cNvPr id="60" name="사각형: 둥근 모서리 59">
                    <a:extLst>
                      <a:ext uri="{FF2B5EF4-FFF2-40B4-BE49-F238E27FC236}">
                        <a16:creationId xmlns:a16="http://schemas.microsoft.com/office/drawing/2014/main" id="{CFC9A058-DABD-AB4C-0191-C7B422F3D0A6}"/>
                      </a:ext>
                    </a:extLst>
                  </p:cNvPr>
                  <p:cNvSpPr/>
                  <p:nvPr/>
                </p:nvSpPr>
                <p:spPr>
                  <a:xfrm>
                    <a:off x="5432690" y="1981046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/>
                      <a:t>Type B-1 </a:t>
                    </a:r>
                    <a:endParaRPr lang="ko-KR" altLang="en-US" sz="1000" dirty="0"/>
                  </a:p>
                </p:txBody>
              </p:sp>
              <p:sp>
                <p:nvSpPr>
                  <p:cNvPr id="61" name="사각형: 둥근 모서리 60">
                    <a:extLst>
                      <a:ext uri="{FF2B5EF4-FFF2-40B4-BE49-F238E27FC236}">
                        <a16:creationId xmlns:a16="http://schemas.microsoft.com/office/drawing/2014/main" id="{236D3564-61D4-FA98-0C53-5BB71C78AD5B}"/>
                      </a:ext>
                    </a:extLst>
                  </p:cNvPr>
                  <p:cNvSpPr/>
                  <p:nvPr/>
                </p:nvSpPr>
                <p:spPr>
                  <a:xfrm>
                    <a:off x="4649054" y="1981046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</p:grpSp>
            <p:grpSp>
              <p:nvGrpSpPr>
                <p:cNvPr id="53" name="그룹 52">
                  <a:extLst>
                    <a:ext uri="{FF2B5EF4-FFF2-40B4-BE49-F238E27FC236}">
                      <a16:creationId xmlns:a16="http://schemas.microsoft.com/office/drawing/2014/main" id="{D07A465E-AE06-F5F2-CD48-F90EFBFD3B2A}"/>
                    </a:ext>
                  </a:extLst>
                </p:cNvPr>
                <p:cNvGrpSpPr/>
                <p:nvPr/>
              </p:nvGrpSpPr>
              <p:grpSpPr>
                <a:xfrm>
                  <a:off x="9249790" y="2745776"/>
                  <a:ext cx="1971636" cy="320257"/>
                  <a:chOff x="4649054" y="2462005"/>
                  <a:chExt cx="1971636" cy="360000"/>
                </a:xfrm>
              </p:grpSpPr>
              <p:sp>
                <p:nvSpPr>
                  <p:cNvPr id="58" name="사각형: 둥근 모서리 57">
                    <a:extLst>
                      <a:ext uri="{FF2B5EF4-FFF2-40B4-BE49-F238E27FC236}">
                        <a16:creationId xmlns:a16="http://schemas.microsoft.com/office/drawing/2014/main" id="{0AC3FD05-BF91-052A-4F66-25AC41ADCB01}"/>
                      </a:ext>
                    </a:extLst>
                  </p:cNvPr>
                  <p:cNvSpPr/>
                  <p:nvPr/>
                </p:nvSpPr>
                <p:spPr>
                  <a:xfrm>
                    <a:off x="4649054" y="2462005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 래치</a:t>
                    </a:r>
                  </a:p>
                </p:txBody>
              </p:sp>
              <p:sp>
                <p:nvSpPr>
                  <p:cNvPr id="59" name="사각형: 둥근 모서리 58">
                    <a:extLst>
                      <a:ext uri="{FF2B5EF4-FFF2-40B4-BE49-F238E27FC236}">
                        <a16:creationId xmlns:a16="http://schemas.microsoft.com/office/drawing/2014/main" id="{9DBA49BF-65E1-F0B4-2EC4-8E27B1489B62}"/>
                      </a:ext>
                    </a:extLst>
                  </p:cNvPr>
                  <p:cNvSpPr/>
                  <p:nvPr/>
                </p:nvSpPr>
                <p:spPr>
                  <a:xfrm>
                    <a:off x="5432690" y="2462005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 dirty="0"/>
                      <a:t>Type B-2 </a:t>
                    </a:r>
                    <a:endParaRPr lang="ko-KR" altLang="en-US" sz="1000" dirty="0"/>
                  </a:p>
                </p:txBody>
              </p:sp>
            </p:grpSp>
            <p:grpSp>
              <p:nvGrpSpPr>
                <p:cNvPr id="54" name="그룹 53">
                  <a:extLst>
                    <a:ext uri="{FF2B5EF4-FFF2-40B4-BE49-F238E27FC236}">
                      <a16:creationId xmlns:a16="http://schemas.microsoft.com/office/drawing/2014/main" id="{46DEF12C-E1B2-0087-1540-3101B6FD9A57}"/>
                    </a:ext>
                  </a:extLst>
                </p:cNvPr>
                <p:cNvGrpSpPr/>
                <p:nvPr/>
              </p:nvGrpSpPr>
              <p:grpSpPr>
                <a:xfrm>
                  <a:off x="9249790" y="3177966"/>
                  <a:ext cx="1971636" cy="320257"/>
                  <a:chOff x="4649054" y="2947826"/>
                  <a:chExt cx="1971636" cy="360000"/>
                </a:xfrm>
              </p:grpSpPr>
              <p:sp>
                <p:nvSpPr>
                  <p:cNvPr id="55" name="타원 54">
                    <a:extLst>
                      <a:ext uri="{FF2B5EF4-FFF2-40B4-BE49-F238E27FC236}">
                        <a16:creationId xmlns:a16="http://schemas.microsoft.com/office/drawing/2014/main" id="{7D6876DD-E525-8BEA-D0D6-BB4AC30C9126}"/>
                      </a:ext>
                    </a:extLst>
                  </p:cNvPr>
                  <p:cNvSpPr/>
                  <p:nvPr/>
                </p:nvSpPr>
                <p:spPr>
                  <a:xfrm>
                    <a:off x="5432690" y="2947826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>
                        <a:latin typeface="+mj-ea"/>
                      </a:rPr>
                      <a:t>나사탭</a:t>
                    </a:r>
                    <a:r>
                      <a:rPr lang="en-US" altLang="ko-KR" sz="1000">
                        <a:latin typeface="+mj-ea"/>
                      </a:rPr>
                      <a:t>:</a:t>
                    </a:r>
                    <a:r>
                      <a:rPr lang="ko-KR" altLang="en-US" sz="1000">
                        <a:latin typeface="+mj-ea"/>
                      </a:rPr>
                      <a:t> </a:t>
                    </a:r>
                    <a:r>
                      <a:rPr lang="en-US" altLang="ko-KR" sz="1000">
                        <a:latin typeface="+mj-ea"/>
                      </a:rPr>
                      <a:t>M4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57" name="사각형: 둥근 모서리 56">
                    <a:extLst>
                      <a:ext uri="{FF2B5EF4-FFF2-40B4-BE49-F238E27FC236}">
                        <a16:creationId xmlns:a16="http://schemas.microsoft.com/office/drawing/2014/main" id="{6C911DBA-F1BD-EBAC-0422-95CB19CA865C}"/>
                      </a:ext>
                    </a:extLst>
                  </p:cNvPr>
                  <p:cNvSpPr/>
                  <p:nvPr/>
                </p:nvSpPr>
                <p:spPr>
                  <a:xfrm>
                    <a:off x="4649054" y="2947826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볼트</a:t>
                    </a:r>
                    <a:r>
                      <a:rPr lang="en-US" altLang="ko-KR" sz="1000"/>
                      <a:t>2</a:t>
                    </a:r>
                    <a:endParaRPr lang="ko-KR" altLang="en-US" sz="1000" dirty="0"/>
                  </a:p>
                </p:txBody>
              </p:sp>
            </p:grpSp>
          </p:grp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370C2F87-0877-CE14-A565-222466574C5B}"/>
                </a:ext>
              </a:extLst>
            </p:cNvPr>
            <p:cNvGrpSpPr/>
            <p:nvPr/>
          </p:nvGrpSpPr>
          <p:grpSpPr>
            <a:xfrm>
              <a:off x="9133527" y="4778146"/>
              <a:ext cx="2204162" cy="1365327"/>
              <a:chOff x="9133527" y="4778146"/>
              <a:chExt cx="2204162" cy="1365327"/>
            </a:xfrm>
          </p:grpSpPr>
          <p:sp>
            <p:nvSpPr>
              <p:cNvPr id="35" name="사각형: 둥근 모서리 34">
                <a:extLst>
                  <a:ext uri="{FF2B5EF4-FFF2-40B4-BE49-F238E27FC236}">
                    <a16:creationId xmlns:a16="http://schemas.microsoft.com/office/drawing/2014/main" id="{629C2E9E-92A2-44BD-EBAF-4C31CE33977B}"/>
                  </a:ext>
                </a:extLst>
              </p:cNvPr>
              <p:cNvSpPr/>
              <p:nvPr/>
            </p:nvSpPr>
            <p:spPr>
              <a:xfrm>
                <a:off x="9133527" y="4778146"/>
                <a:ext cx="2204162" cy="1365327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A4A3BF30-7895-ABF3-4971-C0A75EF5276A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1171117"/>
                <a:chOff x="9249790" y="4875255"/>
                <a:chExt cx="1971636" cy="1171117"/>
              </a:xfrm>
            </p:grpSpPr>
            <p:cxnSp>
              <p:nvCxnSpPr>
                <p:cNvPr id="37" name="직선 연결선 36">
                  <a:extLst>
                    <a:ext uri="{FF2B5EF4-FFF2-40B4-BE49-F238E27FC236}">
                      <a16:creationId xmlns:a16="http://schemas.microsoft.com/office/drawing/2014/main" id="{AB2D2B6C-6885-8498-D0F5-380D4F34441D}"/>
                    </a:ext>
                  </a:extLst>
                </p:cNvPr>
                <p:cNvCxnSpPr>
                  <a:cxnSpLocks/>
                  <a:endCxn id="41" idx="0"/>
                </p:cNvCxnSpPr>
                <p:nvPr/>
              </p:nvCxnSpPr>
              <p:spPr>
                <a:xfrm>
                  <a:off x="10627426" y="5195511"/>
                  <a:ext cx="0" cy="53059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8" name="그룹 37">
                  <a:extLst>
                    <a:ext uri="{FF2B5EF4-FFF2-40B4-BE49-F238E27FC236}">
                      <a16:creationId xmlns:a16="http://schemas.microsoft.com/office/drawing/2014/main" id="{5D0439E4-8610-A5A1-19D7-8FC50E49B737}"/>
                    </a:ext>
                  </a:extLst>
                </p:cNvPr>
                <p:cNvGrpSpPr/>
                <p:nvPr/>
              </p:nvGrpSpPr>
              <p:grpSpPr>
                <a:xfrm>
                  <a:off x="9249790" y="4875255"/>
                  <a:ext cx="1971636" cy="320257"/>
                  <a:chOff x="4661776" y="4732921"/>
                  <a:chExt cx="1971636" cy="360000"/>
                </a:xfrm>
              </p:grpSpPr>
              <p:sp>
                <p:nvSpPr>
                  <p:cNvPr id="47" name="타원 46">
                    <a:extLst>
                      <a:ext uri="{FF2B5EF4-FFF2-40B4-BE49-F238E27FC236}">
                        <a16:creationId xmlns:a16="http://schemas.microsoft.com/office/drawing/2014/main" id="{73408C24-68C0-05B4-0373-F82CBAEFB058}"/>
                      </a:ext>
                    </a:extLst>
                  </p:cNvPr>
                  <p:cNvSpPr/>
                  <p:nvPr/>
                </p:nvSpPr>
                <p:spPr>
                  <a:xfrm>
                    <a:off x="5445412" y="4732921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나사구멍</a:t>
                    </a:r>
                    <a:r>
                      <a:rPr lang="en-US" altLang="ko-KR" sz="1000">
                        <a:latin typeface="+mj-ea"/>
                      </a:rPr>
                      <a:t>:</a:t>
                    </a:r>
                    <a:r>
                      <a:rPr lang="ko-KR" altLang="en-US" sz="1000">
                        <a:latin typeface="+mj-ea"/>
                      </a:rPr>
                      <a:t> </a:t>
                    </a:r>
                    <a:r>
                      <a:rPr lang="en-US" altLang="ko-KR" sz="1000">
                        <a:latin typeface="+mj-ea"/>
                      </a:rPr>
                      <a:t>Ø8mm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48" name="사각형: 둥근 모서리 47">
                    <a:extLst>
                      <a:ext uri="{FF2B5EF4-FFF2-40B4-BE49-F238E27FC236}">
                        <a16:creationId xmlns:a16="http://schemas.microsoft.com/office/drawing/2014/main" id="{0D4DCDEE-73E6-5899-2264-0779EDDF7C57}"/>
                      </a:ext>
                    </a:extLst>
                  </p:cNvPr>
                  <p:cNvSpPr/>
                  <p:nvPr/>
                </p:nvSpPr>
                <p:spPr>
                  <a:xfrm>
                    <a:off x="4661776" y="4732921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/>
                      <a:t>도어</a:t>
                    </a:r>
                    <a:endParaRPr lang="en-US" altLang="ko-KR" sz="1000"/>
                  </a:p>
                  <a:p>
                    <a:pPr algn="ctr"/>
                    <a:r>
                      <a:rPr lang="ko-KR" altLang="en-US" sz="1000"/>
                      <a:t>체커</a:t>
                    </a:r>
                  </a:p>
                </p:txBody>
              </p:sp>
            </p:grpSp>
            <p:grpSp>
              <p:nvGrpSpPr>
                <p:cNvPr id="39" name="그룹 38">
                  <a:extLst>
                    <a:ext uri="{FF2B5EF4-FFF2-40B4-BE49-F238E27FC236}">
                      <a16:creationId xmlns:a16="http://schemas.microsoft.com/office/drawing/2014/main" id="{16D96074-E57C-AF3B-989A-FF032F23AD50}"/>
                    </a:ext>
                  </a:extLst>
                </p:cNvPr>
                <p:cNvGrpSpPr/>
                <p:nvPr/>
              </p:nvGrpSpPr>
              <p:grpSpPr>
                <a:xfrm>
                  <a:off x="9249790" y="5300682"/>
                  <a:ext cx="1971636" cy="320257"/>
                  <a:chOff x="4649054" y="5218927"/>
                  <a:chExt cx="1971636" cy="360000"/>
                </a:xfrm>
              </p:grpSpPr>
              <p:sp>
                <p:nvSpPr>
                  <p:cNvPr id="43" name="타원 42">
                    <a:extLst>
                      <a:ext uri="{FF2B5EF4-FFF2-40B4-BE49-F238E27FC236}">
                        <a16:creationId xmlns:a16="http://schemas.microsoft.com/office/drawing/2014/main" id="{B711267E-A468-FC81-7FC3-989A90A59F85}"/>
                      </a:ext>
                    </a:extLst>
                  </p:cNvPr>
                  <p:cNvSpPr/>
                  <p:nvPr/>
                </p:nvSpPr>
                <p:spPr>
                  <a:xfrm>
                    <a:off x="5432690" y="5218927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>
                        <a:latin typeface="+mj-ea"/>
                      </a:rPr>
                      <a:t>나사탭</a:t>
                    </a:r>
                    <a:r>
                      <a:rPr lang="en-US" altLang="ko-KR" sz="1000" dirty="0">
                        <a:latin typeface="+mj-ea"/>
                      </a:rPr>
                      <a:t>:</a:t>
                    </a:r>
                    <a:r>
                      <a:rPr lang="ko-KR" altLang="en-US" sz="1000" dirty="0">
                        <a:latin typeface="+mj-ea"/>
                      </a:rPr>
                      <a:t> </a:t>
                    </a:r>
                    <a:r>
                      <a:rPr lang="en-US" altLang="ko-KR" sz="1000" dirty="0">
                        <a:latin typeface="+mj-ea"/>
                      </a:rPr>
                      <a:t>M8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44" name="사각형: 둥근 모서리 43">
                    <a:extLst>
                      <a:ext uri="{FF2B5EF4-FFF2-40B4-BE49-F238E27FC236}">
                        <a16:creationId xmlns:a16="http://schemas.microsoft.com/office/drawing/2014/main" id="{8F6E412D-0D82-EC0D-E580-BE604F0BD5D2}"/>
                      </a:ext>
                    </a:extLst>
                  </p:cNvPr>
                  <p:cNvSpPr/>
                  <p:nvPr/>
                </p:nvSpPr>
                <p:spPr>
                  <a:xfrm>
                    <a:off x="4649054" y="5218927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/>
                      <a:t>바디</a:t>
                    </a:r>
                  </a:p>
                </p:txBody>
              </p:sp>
            </p:grpSp>
            <p:grpSp>
              <p:nvGrpSpPr>
                <p:cNvPr id="40" name="그룹 39">
                  <a:extLst>
                    <a:ext uri="{FF2B5EF4-FFF2-40B4-BE49-F238E27FC236}">
                      <a16:creationId xmlns:a16="http://schemas.microsoft.com/office/drawing/2014/main" id="{006D19E0-DE5E-18D1-6FB7-CDF8D031F3DB}"/>
                    </a:ext>
                  </a:extLst>
                </p:cNvPr>
                <p:cNvGrpSpPr/>
                <p:nvPr/>
              </p:nvGrpSpPr>
              <p:grpSpPr>
                <a:xfrm>
                  <a:off x="9249790" y="5726115"/>
                  <a:ext cx="1971636" cy="320257"/>
                  <a:chOff x="4649054" y="5689365"/>
                  <a:chExt cx="1971636" cy="360000"/>
                </a:xfrm>
              </p:grpSpPr>
              <p:sp>
                <p:nvSpPr>
                  <p:cNvPr id="41" name="타원 40">
                    <a:extLst>
                      <a:ext uri="{FF2B5EF4-FFF2-40B4-BE49-F238E27FC236}">
                        <a16:creationId xmlns:a16="http://schemas.microsoft.com/office/drawing/2014/main" id="{0C36115C-C0AB-7104-A4F7-C3789901A5BA}"/>
                      </a:ext>
                    </a:extLst>
                  </p:cNvPr>
                  <p:cNvSpPr/>
                  <p:nvPr/>
                </p:nvSpPr>
                <p:spPr>
                  <a:xfrm>
                    <a:off x="5432690" y="5689365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/>
                      <a:t>나사</a:t>
                    </a:r>
                    <a:r>
                      <a:rPr lang="en-US" altLang="ko-KR" sz="1000"/>
                      <a:t>: M8</a:t>
                    </a:r>
                    <a:endParaRPr lang="ko-KR" altLang="en-US" sz="1000" dirty="0"/>
                  </a:p>
                </p:txBody>
              </p:sp>
              <p:sp>
                <p:nvSpPr>
                  <p:cNvPr id="42" name="사각형: 둥근 모서리 41">
                    <a:extLst>
                      <a:ext uri="{FF2B5EF4-FFF2-40B4-BE49-F238E27FC236}">
                        <a16:creationId xmlns:a16="http://schemas.microsoft.com/office/drawing/2014/main" id="{F7E26163-7D9D-9097-0215-85293E7EA794}"/>
                      </a:ext>
                    </a:extLst>
                  </p:cNvPr>
                  <p:cNvSpPr/>
                  <p:nvPr/>
                </p:nvSpPr>
                <p:spPr>
                  <a:xfrm>
                    <a:off x="4649054" y="5689365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볼트</a:t>
                    </a:r>
                    <a:r>
                      <a:rPr lang="en-US" altLang="ko-KR" sz="1000"/>
                      <a:t>1</a:t>
                    </a:r>
                    <a:endParaRPr lang="ko-KR" altLang="en-US" sz="1000" dirty="0"/>
                  </a:p>
                </p:txBody>
              </p:sp>
            </p:grpSp>
          </p:grpSp>
        </p:grp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A6F6FEED-A235-E749-464A-FFD015555AD6}"/>
              </a:ext>
            </a:extLst>
          </p:cNvPr>
          <p:cNvSpPr txBox="1"/>
          <p:nvPr/>
        </p:nvSpPr>
        <p:spPr>
          <a:xfrm>
            <a:off x="3140121" y="5994522"/>
            <a:ext cx="5455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현재 상태</a:t>
            </a:r>
            <a:r>
              <a:rPr lang="en-US" altLang="ko-KR" dirty="0"/>
              <a:t>, </a:t>
            </a:r>
            <a:r>
              <a:rPr lang="ko-KR" altLang="en-US" dirty="0"/>
              <a:t>조립 </a:t>
            </a:r>
            <a:r>
              <a:rPr lang="ko-KR" altLang="en-US" dirty="0" err="1"/>
              <a:t>목표등의</a:t>
            </a:r>
            <a:r>
              <a:rPr lang="ko-KR" altLang="en-US" dirty="0"/>
              <a:t> 사용자 입력을 바탕으로 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/>
              <a:t>조립 후보가 사용자의 목적에 부합하는지 평가</a:t>
            </a: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056B4056-BC18-2301-A515-FEDEA778A86A}"/>
              </a:ext>
            </a:extLst>
          </p:cNvPr>
          <p:cNvGrpSpPr/>
          <p:nvPr/>
        </p:nvGrpSpPr>
        <p:grpSpPr>
          <a:xfrm>
            <a:off x="5608126" y="1614217"/>
            <a:ext cx="2211028" cy="1340779"/>
            <a:chOff x="2438097" y="1177547"/>
            <a:chExt cx="1525175" cy="999873"/>
          </a:xfrm>
        </p:grpSpPr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69639126-D02C-A595-1599-588E9CDB41A3}"/>
                </a:ext>
              </a:extLst>
            </p:cNvPr>
            <p:cNvGrpSpPr/>
            <p:nvPr/>
          </p:nvGrpSpPr>
          <p:grpSpPr>
            <a:xfrm>
              <a:off x="2598255" y="1177547"/>
              <a:ext cx="1204859" cy="669888"/>
              <a:chOff x="2567856" y="1152608"/>
              <a:chExt cx="1577232" cy="802664"/>
            </a:xfrm>
          </p:grpSpPr>
          <p:cxnSp>
            <p:nvCxnSpPr>
              <p:cNvPr id="121" name="직선 연결선 120">
                <a:extLst>
                  <a:ext uri="{FF2B5EF4-FFF2-40B4-BE49-F238E27FC236}">
                    <a16:creationId xmlns:a16="http://schemas.microsoft.com/office/drawing/2014/main" id="{589CFCDB-5FBB-4CF8-86E8-249E7ABA2587}"/>
                  </a:ext>
                </a:extLst>
              </p:cNvPr>
              <p:cNvCxnSpPr>
                <a:cxnSpLocks/>
                <a:stCxn id="147" idx="4"/>
                <a:endCxn id="149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타원 126">
                <a:extLst>
                  <a:ext uri="{FF2B5EF4-FFF2-40B4-BE49-F238E27FC236}">
                    <a16:creationId xmlns:a16="http://schemas.microsoft.com/office/drawing/2014/main" id="{981F120D-2C56-E965-D7DB-30D294760DC2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28" name="직선 연결선 127">
                <a:extLst>
                  <a:ext uri="{FF2B5EF4-FFF2-40B4-BE49-F238E27FC236}">
                    <a16:creationId xmlns:a16="http://schemas.microsoft.com/office/drawing/2014/main" id="{C1C2D976-1A34-2A93-FEF6-0581E8E26221}"/>
                  </a:ext>
                </a:extLst>
              </p:cNvPr>
              <p:cNvCxnSpPr>
                <a:cxnSpLocks/>
                <a:stCxn id="137" idx="2"/>
                <a:endCxn id="127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9" name="타원 128">
                <a:extLst>
                  <a:ext uri="{FF2B5EF4-FFF2-40B4-BE49-F238E27FC236}">
                    <a16:creationId xmlns:a16="http://schemas.microsoft.com/office/drawing/2014/main" id="{3C5E1760-42AE-1167-E6AE-6860F7D9BB43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0" name="직선 연결선 129">
                <a:extLst>
                  <a:ext uri="{FF2B5EF4-FFF2-40B4-BE49-F238E27FC236}">
                    <a16:creationId xmlns:a16="http://schemas.microsoft.com/office/drawing/2014/main" id="{97DD36D3-DBF9-3354-29A4-13FF0B129591}"/>
                  </a:ext>
                </a:extLst>
              </p:cNvPr>
              <p:cNvCxnSpPr>
                <a:cxnSpLocks/>
                <a:stCxn id="133" idx="1"/>
                <a:endCxn id="129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CF410E4F-E4E3-B473-C6C3-8E531F777BD4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C8699574-C883-603B-9371-12B8C242CBC4}"/>
                  </a:ext>
                </a:extLst>
              </p:cNvPr>
              <p:cNvCxnSpPr>
                <a:cxnSpLocks/>
                <a:stCxn id="147" idx="6"/>
                <a:endCxn id="131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3" name="사각형: 둥근 모서리 132">
                <a:extLst>
                  <a:ext uri="{FF2B5EF4-FFF2-40B4-BE49-F238E27FC236}">
                    <a16:creationId xmlns:a16="http://schemas.microsoft.com/office/drawing/2014/main" id="{EBB4E19B-083E-1811-F6E5-601BB439CB03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34" name="사각형: 둥근 모서리 133">
                <a:extLst>
                  <a:ext uri="{FF2B5EF4-FFF2-40B4-BE49-F238E27FC236}">
                    <a16:creationId xmlns:a16="http://schemas.microsoft.com/office/drawing/2014/main" id="{93AC7508-3646-6476-2D51-4C9A5E8D9DE7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6" name="직선 연결선 135">
                <a:extLst>
                  <a:ext uri="{FF2B5EF4-FFF2-40B4-BE49-F238E27FC236}">
                    <a16:creationId xmlns:a16="http://schemas.microsoft.com/office/drawing/2014/main" id="{C439E6FD-9663-0453-4885-08EF1C8B34D4}"/>
                  </a:ext>
                </a:extLst>
              </p:cNvPr>
              <p:cNvCxnSpPr>
                <a:cxnSpLocks/>
                <a:stCxn id="134" idx="3"/>
                <a:endCxn id="127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7" name="타원 136">
                <a:extLst>
                  <a:ext uri="{FF2B5EF4-FFF2-40B4-BE49-F238E27FC236}">
                    <a16:creationId xmlns:a16="http://schemas.microsoft.com/office/drawing/2014/main" id="{6796E6AC-CF2B-BCA1-07D8-9B669C45EAD4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7" name="타원 146">
                <a:extLst>
                  <a:ext uri="{FF2B5EF4-FFF2-40B4-BE49-F238E27FC236}">
                    <a16:creationId xmlns:a16="http://schemas.microsoft.com/office/drawing/2014/main" id="{5FB45106-401B-0EE9-D5C2-0C89675D404D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8" name="타원 147">
                <a:extLst>
                  <a:ext uri="{FF2B5EF4-FFF2-40B4-BE49-F238E27FC236}">
                    <a16:creationId xmlns:a16="http://schemas.microsoft.com/office/drawing/2014/main" id="{D9D38C62-5F50-F061-21DC-4766C385F4FD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9" name="타원 148">
                <a:extLst>
                  <a:ext uri="{FF2B5EF4-FFF2-40B4-BE49-F238E27FC236}">
                    <a16:creationId xmlns:a16="http://schemas.microsoft.com/office/drawing/2014/main" id="{E561A5A0-A0E1-7A04-EF9A-2C58554FEC27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50" name="직선 연결선 149">
                <a:extLst>
                  <a:ext uri="{FF2B5EF4-FFF2-40B4-BE49-F238E27FC236}">
                    <a16:creationId xmlns:a16="http://schemas.microsoft.com/office/drawing/2014/main" id="{80A0079A-4A07-A689-42A2-0E2FB6603EF0}"/>
                  </a:ext>
                </a:extLst>
              </p:cNvPr>
              <p:cNvCxnSpPr>
                <a:cxnSpLocks/>
                <a:stCxn id="149" idx="4"/>
                <a:endCxn id="148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>
                <a:extLst>
                  <a:ext uri="{FF2B5EF4-FFF2-40B4-BE49-F238E27FC236}">
                    <a16:creationId xmlns:a16="http://schemas.microsoft.com/office/drawing/2014/main" id="{B393BB03-C4B2-7216-4236-C70394B45EEE}"/>
                  </a:ext>
                </a:extLst>
              </p:cNvPr>
              <p:cNvCxnSpPr>
                <a:cxnSpLocks/>
                <a:stCxn id="133" idx="2"/>
                <a:endCxn id="134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05435110-0FF5-2AD4-69DD-5DA6FF8271F3}"/>
                </a:ext>
              </a:extLst>
            </p:cNvPr>
            <p:cNvSpPr txBox="1"/>
            <p:nvPr/>
          </p:nvSpPr>
          <p:spPr>
            <a:xfrm>
              <a:off x="2438097" y="1931199"/>
              <a:ext cx="15251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sp>
        <p:nvSpPr>
          <p:cNvPr id="152" name="화살표: 아래쪽 151">
            <a:extLst>
              <a:ext uri="{FF2B5EF4-FFF2-40B4-BE49-F238E27FC236}">
                <a16:creationId xmlns:a16="http://schemas.microsoft.com/office/drawing/2014/main" id="{49378E8B-C30E-A6E0-3BB0-D9898023AA10}"/>
              </a:ext>
            </a:extLst>
          </p:cNvPr>
          <p:cNvSpPr/>
          <p:nvPr/>
        </p:nvSpPr>
        <p:spPr>
          <a:xfrm>
            <a:off x="5019675" y="3067319"/>
            <a:ext cx="1219516" cy="664773"/>
          </a:xfrm>
          <a:prstGeom prst="downArrow">
            <a:avLst>
              <a:gd name="adj1" fmla="val 62562"/>
              <a:gd name="adj2" fmla="val 32543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사용자 입력</a:t>
            </a: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FDA39241-9CA4-22DF-C431-9878243D8B02}"/>
              </a:ext>
            </a:extLst>
          </p:cNvPr>
          <p:cNvSpPr/>
          <p:nvPr/>
        </p:nvSpPr>
        <p:spPr>
          <a:xfrm>
            <a:off x="3859075" y="4248139"/>
            <a:ext cx="720437" cy="63981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11DBEF77-3A0B-8A97-5C20-05DA88D1117C}"/>
              </a:ext>
            </a:extLst>
          </p:cNvPr>
          <p:cNvSpPr/>
          <p:nvPr/>
        </p:nvSpPr>
        <p:spPr>
          <a:xfrm>
            <a:off x="7098717" y="4272745"/>
            <a:ext cx="720437" cy="63981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845B16D-F21E-2B6C-E223-3FFE76B49742}"/>
              </a:ext>
            </a:extLst>
          </p:cNvPr>
          <p:cNvGrpSpPr/>
          <p:nvPr/>
        </p:nvGrpSpPr>
        <p:grpSpPr>
          <a:xfrm>
            <a:off x="3654005" y="1597283"/>
            <a:ext cx="1897124" cy="1281009"/>
            <a:chOff x="567997" y="1152609"/>
            <a:chExt cx="1734024" cy="132675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6234EB17-7B1C-DB17-938A-A20F7BCBFCFF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13EA04B9-31B7-0CF0-A73B-9B6B20167517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B68645E5-D55C-7C07-5446-9A501BDDFE72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56" name="타원 55">
                  <a:extLst>
                    <a:ext uri="{FF2B5EF4-FFF2-40B4-BE49-F238E27FC236}">
                      <a16:creationId xmlns:a16="http://schemas.microsoft.com/office/drawing/2014/main" id="{803E309F-28ED-6C39-B8A1-1A591789B2AC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3BC58A23-6F72-DEFA-021D-742BEE2FE5AF}"/>
                    </a:ext>
                  </a:extLst>
                </p:cNvPr>
                <p:cNvCxnSpPr>
                  <a:cxnSpLocks/>
                  <a:endCxn id="46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직선 연결선 112">
                  <a:extLst>
                    <a:ext uri="{FF2B5EF4-FFF2-40B4-BE49-F238E27FC236}">
                      <a16:creationId xmlns:a16="http://schemas.microsoft.com/office/drawing/2014/main" id="{AF9DF3A3-57F0-D0CA-0522-436118EDCDB6}"/>
                    </a:ext>
                  </a:extLst>
                </p:cNvPr>
                <p:cNvCxnSpPr>
                  <a:cxnSpLocks/>
                  <a:stCxn id="56" idx="2"/>
                  <a:endCxn id="46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4" name="그룹 113">
                  <a:extLst>
                    <a:ext uri="{FF2B5EF4-FFF2-40B4-BE49-F238E27FC236}">
                      <a16:creationId xmlns:a16="http://schemas.microsoft.com/office/drawing/2014/main" id="{A9ECCD5F-76C8-34CC-7176-24CEB536B11C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15" name="사각형: 둥근 모서리 114">
                    <a:extLst>
                      <a:ext uri="{FF2B5EF4-FFF2-40B4-BE49-F238E27FC236}">
                        <a16:creationId xmlns:a16="http://schemas.microsoft.com/office/drawing/2014/main" id="{61E14D91-E873-DD96-8363-81D47AE6A08A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16" name="타원 115">
                    <a:extLst>
                      <a:ext uri="{FF2B5EF4-FFF2-40B4-BE49-F238E27FC236}">
                        <a16:creationId xmlns:a16="http://schemas.microsoft.com/office/drawing/2014/main" id="{E2126F1A-2EB2-010F-4C1F-2B8015DAC22B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17" name="타원 116">
                    <a:extLst>
                      <a:ext uri="{FF2B5EF4-FFF2-40B4-BE49-F238E27FC236}">
                        <a16:creationId xmlns:a16="http://schemas.microsoft.com/office/drawing/2014/main" id="{7B6177B3-3AF7-3355-C704-8469B4F21425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18" name="타원 117">
                    <a:extLst>
                      <a:ext uri="{FF2B5EF4-FFF2-40B4-BE49-F238E27FC236}">
                        <a16:creationId xmlns:a16="http://schemas.microsoft.com/office/drawing/2014/main" id="{5920BCB7-7697-D92F-B3E0-A51D192112DB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9B95DEB5-B7C1-A8CB-BABD-AFE0E8FEAD9A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0" name="타원 9">
                  <a:extLst>
                    <a:ext uri="{FF2B5EF4-FFF2-40B4-BE49-F238E27FC236}">
                      <a16:creationId xmlns:a16="http://schemas.microsoft.com/office/drawing/2014/main" id="{F6BD9151-1E91-D5BE-15BA-EA3FAA10C637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2" name="그룹 11">
                  <a:extLst>
                    <a:ext uri="{FF2B5EF4-FFF2-40B4-BE49-F238E27FC236}">
                      <a16:creationId xmlns:a16="http://schemas.microsoft.com/office/drawing/2014/main" id="{DE258A60-9BE1-4A3D-9071-25564311F674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60399860-F751-C53D-570F-0C74B9A3AB7A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F5244E3D-E1A4-D529-EC73-B6ACA3371C0E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BE3A01EA-5408-73DC-8833-7E9CD140A5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1E2DED07-9860-3CC6-FC55-4311AE4979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45" name="타원 44">
                      <a:extLst>
                        <a:ext uri="{FF2B5EF4-FFF2-40B4-BE49-F238E27FC236}">
                          <a16:creationId xmlns:a16="http://schemas.microsoft.com/office/drawing/2014/main" id="{A3EBF573-D095-4895-5D9B-661C16E759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80302C9A-1CC8-0004-E35F-0CBF4F981FC8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323B128E-DB62-6CCE-873F-91F953B5E4B8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6" name="타원 15">
                  <a:extLst>
                    <a:ext uri="{FF2B5EF4-FFF2-40B4-BE49-F238E27FC236}">
                      <a16:creationId xmlns:a16="http://schemas.microsoft.com/office/drawing/2014/main" id="{3374CC87-50BF-FEA6-F54B-A1802BD8673C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B23642D6-97F2-F312-056C-94DCE0833B9D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2F7D654D-C39A-64E2-4453-B055F13B1C95}"/>
                    </a:ext>
                  </a:extLst>
                </p:cNvPr>
                <p:cNvCxnSpPr>
                  <a:cxnSpLocks/>
                  <a:endCxn id="10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D5F15480-5F1A-481F-43C4-0F1427FBA8F7}"/>
                    </a:ext>
                  </a:extLst>
                </p:cNvPr>
                <p:cNvCxnSpPr>
                  <a:cxnSpLocks/>
                  <a:stCxn id="10" idx="7"/>
                  <a:endCxn id="13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4301DC8E-101A-970C-AF08-F3786F78B6BE}"/>
                    </a:ext>
                  </a:extLst>
                </p:cNvPr>
                <p:cNvCxnSpPr>
                  <a:cxnSpLocks/>
                  <a:stCxn id="16" idx="1"/>
                  <a:endCxn id="10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E7300074-7383-40C4-106D-1DC6D319C312}"/>
                    </a:ext>
                  </a:extLst>
                </p:cNvPr>
                <p:cNvCxnSpPr>
                  <a:cxnSpLocks/>
                  <a:stCxn id="19" idx="7"/>
                  <a:endCxn id="10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8B3A3F3-FE8D-32BA-E106-387DB881302D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54F1D7DE-9AD1-3B1C-0741-6320575BB65C}"/>
              </a:ext>
            </a:extLst>
          </p:cNvPr>
          <p:cNvSpPr txBox="1"/>
          <p:nvPr/>
        </p:nvSpPr>
        <p:spPr>
          <a:xfrm>
            <a:off x="3356149" y="864158"/>
            <a:ext cx="1271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중복 우려</a:t>
            </a:r>
          </a:p>
        </p:txBody>
      </p:sp>
    </p:spTree>
    <p:extLst>
      <p:ext uri="{BB962C8B-B14F-4D97-AF65-F5344CB8AC3E}">
        <p14:creationId xmlns:p14="http://schemas.microsoft.com/office/powerpoint/2010/main" val="262192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1C9FA-FC68-6624-A351-1826327C9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A2EE882-FD03-00AC-E1AB-BDCFEA38504E}"/>
              </a:ext>
            </a:extLst>
          </p:cNvPr>
          <p:cNvSpPr/>
          <p:nvPr/>
        </p:nvSpPr>
        <p:spPr>
          <a:xfrm>
            <a:off x="203365" y="1139431"/>
            <a:ext cx="11785270" cy="5608896"/>
          </a:xfrm>
          <a:prstGeom prst="roundRect">
            <a:avLst>
              <a:gd name="adj" fmla="val 3238"/>
            </a:avLst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cxnSp>
        <p:nvCxnSpPr>
          <p:cNvPr id="3" name="Google Shape;295;p20">
            <a:extLst>
              <a:ext uri="{FF2B5EF4-FFF2-40B4-BE49-F238E27FC236}">
                <a16:creationId xmlns:a16="http://schemas.microsoft.com/office/drawing/2014/main" id="{927F3542-23EB-480E-11A3-27E3033FB6A7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5369034" y="2689487"/>
            <a:ext cx="878508" cy="53528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294;p20">
            <a:extLst>
              <a:ext uri="{FF2B5EF4-FFF2-40B4-BE49-F238E27FC236}">
                <a16:creationId xmlns:a16="http://schemas.microsoft.com/office/drawing/2014/main" id="{51DE62DC-DFCD-15E6-BCA3-1D4978CFBB39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7315200" y="2341044"/>
            <a:ext cx="3038195" cy="883725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294;p20">
            <a:extLst>
              <a:ext uri="{FF2B5EF4-FFF2-40B4-BE49-F238E27FC236}">
                <a16:creationId xmlns:a16="http://schemas.microsoft.com/office/drawing/2014/main" id="{9BD5ADF3-0053-F44C-2DF9-5256504A9CFE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2876854" y="2463779"/>
            <a:ext cx="3211944" cy="76099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AutoShape 176">
            <a:extLst>
              <a:ext uri="{FF2B5EF4-FFF2-40B4-BE49-F238E27FC236}">
                <a16:creationId xmlns:a16="http://schemas.microsoft.com/office/drawing/2014/main" id="{CDEB84F4-1072-9B26-44F1-6C9DB6F48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50" y="1619805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① </a:t>
            </a:r>
            <a:r>
              <a:rPr kumimoji="0" lang="en-US" altLang="ko-KR" sz="1600" kern="0" dirty="0">
                <a:solidFill>
                  <a:prstClr val="black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</a:t>
            </a:r>
            <a:r>
              <a:rPr lang="ko-KR" altLang="en-US" sz="1600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후보 확인 </a:t>
            </a:r>
            <a:r>
              <a:rPr lang="ko-KR" altLang="en-US" sz="1600" dirty="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단계</a:t>
            </a:r>
            <a:endParaRPr lang="en-US" altLang="ko-KR" sz="1600" dirty="0">
              <a:solidFill>
                <a:srgbClr val="00000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17ED118-82E3-0068-21C7-2F5440DF02C0}"/>
              </a:ext>
            </a:extLst>
          </p:cNvPr>
          <p:cNvGrpSpPr/>
          <p:nvPr/>
        </p:nvGrpSpPr>
        <p:grpSpPr>
          <a:xfrm>
            <a:off x="298775" y="1929387"/>
            <a:ext cx="3511310" cy="902330"/>
            <a:chOff x="496184" y="5500685"/>
            <a:chExt cx="2348707" cy="701423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137ACF1F-0F68-40E1-C032-5706EFA6D24C}"/>
                </a:ext>
              </a:extLst>
            </p:cNvPr>
            <p:cNvSpPr/>
            <p:nvPr/>
          </p:nvSpPr>
          <p:spPr>
            <a:xfrm>
              <a:off x="731081" y="5749188"/>
              <a:ext cx="2113810" cy="45292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ko-KR" altLang="en-US" sz="1600" b="1" dirty="0">
                  <a:solidFill>
                    <a:schemeClr val="accent1"/>
                  </a:solidFill>
                  <a:latin typeface="Hyundai Sans Text Pro Medium" panose="020B0604040000000000" pitchFamily="34" charset="-127"/>
                  <a:ea typeface="Hyundai Sans Text Pro Medium" panose="020B0604040000000000" pitchFamily="34" charset="-127"/>
                </a:rPr>
                <a:t>조립 가능 후보 확인 시스템 </a:t>
              </a:r>
              <a:endParaRPr lang="en-US" altLang="ko-KR" sz="1600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endParaRPr>
            </a:p>
            <a:p>
              <a:pPr algn="ctr" defTabSz="457212">
                <a:defRPr/>
              </a:pPr>
              <a:r>
                <a:rPr lang="en-US" altLang="ko-KR" sz="1600" b="1" kern="0" dirty="0">
                  <a:latin typeface="Hyundai Sans Text Pro Regular" panose="020B0504040000000000" pitchFamily="34" charset="-127"/>
                  <a:ea typeface="Hyundai Sans Text Pro Medium" panose="020B0604040000000000" pitchFamily="34" charset="-127"/>
                </a:rPr>
                <a:t>Next State</a:t>
              </a:r>
              <a:r>
                <a:rPr lang="en-US" altLang="ko-KR" sz="16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 Generation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2A95C332-3777-575E-57D4-EAE4BFDF6728}"/>
                </a:ext>
              </a:extLst>
            </p:cNvPr>
            <p:cNvGrpSpPr/>
            <p:nvPr/>
          </p:nvGrpSpPr>
          <p:grpSpPr>
            <a:xfrm>
              <a:off x="496184" y="5500685"/>
              <a:ext cx="428618" cy="428618"/>
              <a:chOff x="496184" y="5500685"/>
              <a:chExt cx="428618" cy="428618"/>
            </a:xfrm>
          </p:grpSpPr>
          <p:sp>
            <p:nvSpPr>
              <p:cNvPr id="21" name="원통형 20">
                <a:extLst>
                  <a:ext uri="{FF2B5EF4-FFF2-40B4-BE49-F238E27FC236}">
                    <a16:creationId xmlns:a16="http://schemas.microsoft.com/office/drawing/2014/main" id="{C7A02F63-4288-06FE-0779-A76BEE4A6EDF}"/>
                  </a:ext>
                </a:extLst>
              </p:cNvPr>
              <p:cNvSpPr/>
              <p:nvPr/>
            </p:nvSpPr>
            <p:spPr bwMode="auto">
              <a:xfrm>
                <a:off x="577143" y="5536405"/>
                <a:ext cx="266700" cy="358971"/>
              </a:xfrm>
              <a:prstGeom prst="can">
                <a:avLst>
                  <a:gd name="adj" fmla="val 33036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chemeClr val="accent2"/>
                  </a:buClr>
                  <a:buSzPct val="80000"/>
                </a:pPr>
                <a:endParaRPr lang="ko-KR" altLang="en-US"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24" name="그래픽 23" descr="데이터베이스 단색으로 채워진">
                <a:extLst>
                  <a:ext uri="{FF2B5EF4-FFF2-40B4-BE49-F238E27FC236}">
                    <a16:creationId xmlns:a16="http://schemas.microsoft.com/office/drawing/2014/main" id="{C193DA74-09C5-DA5B-784D-A4B5B635C4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6184" y="5500685"/>
                <a:ext cx="428618" cy="428618"/>
              </a:xfrm>
              <a:prstGeom prst="rect">
                <a:avLst/>
              </a:prstGeom>
            </p:spPr>
          </p:pic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99FB968-F848-35BD-0154-1321BC5A8F2C}"/>
              </a:ext>
            </a:extLst>
          </p:cNvPr>
          <p:cNvSpPr txBox="1"/>
          <p:nvPr/>
        </p:nvSpPr>
        <p:spPr>
          <a:xfrm>
            <a:off x="350981" y="5318172"/>
            <a:ext cx="11484432" cy="1287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INPUT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으로 들어온 </a:t>
            </a: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아이템 리스트</a:t>
            </a: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에 대해</a:t>
            </a:r>
            <a:endParaRPr lang="en-US" altLang="ko-KR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첫 번째 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Step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으로 올 수 있는 조립 후보들을 </a:t>
            </a:r>
            <a:r>
              <a:rPr lang="en-US" altLang="ko-KR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후보 확인 시스템</a:t>
            </a:r>
            <a:r>
              <a:rPr lang="en-US" altLang="ko-KR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제안</a:t>
            </a:r>
            <a:endParaRPr lang="en-US" altLang="ko-KR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후보 확인 시스템</a:t>
            </a:r>
            <a:r>
              <a:rPr lang="en-US" altLang="ko-KR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Planning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에서의 </a:t>
            </a:r>
            <a:r>
              <a:rPr lang="ko-KR" altLang="en-US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상태 전이 모델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의 역할인 </a:t>
            </a: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en-US" altLang="ko-KR" b="1" kern="0" dirty="0"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Next State</a:t>
            </a:r>
            <a:r>
              <a:rPr lang="en-US" altLang="ko-KR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Generation</a:t>
            </a: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을 수행함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.</a:t>
            </a:r>
            <a:endParaRPr lang="ko-KR" altLang="en-US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847FF98-145B-3AE0-6EBB-D8F7F978386D}"/>
              </a:ext>
            </a:extLst>
          </p:cNvPr>
          <p:cNvSpPr txBox="1"/>
          <p:nvPr/>
        </p:nvSpPr>
        <p:spPr>
          <a:xfrm>
            <a:off x="350981" y="309479"/>
            <a:ext cx="93472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3] </a:t>
            </a:r>
            <a:r>
              <a:rPr kumimoji="1" lang="en-US" altLang="ko-KR" sz="2400" b="1" dirty="0">
                <a:latin typeface="+mj-ea"/>
                <a:ea typeface="+mj-ea"/>
              </a:rPr>
              <a:t>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가능 </a:t>
            </a:r>
            <a:r>
              <a:rPr kumimoji="1" lang="en-US" altLang="ko-KR" sz="2400" b="1" dirty="0">
                <a:latin typeface="+mj-ea"/>
                <a:ea typeface="+mj-ea"/>
              </a:rPr>
              <a:t>Plan </a:t>
            </a:r>
            <a:r>
              <a:rPr kumimoji="1" lang="ko-KR" altLang="en-US" sz="2400" b="1" dirty="0">
                <a:latin typeface="+mj-ea"/>
                <a:ea typeface="+mj-ea"/>
              </a:rPr>
              <a:t>탐색 시스템</a:t>
            </a:r>
          </a:p>
          <a:p>
            <a:endParaRPr kumimoji="1" lang="ko-KR" altLang="en-US" sz="2400" b="1" dirty="0">
              <a:latin typeface="+mj-ea"/>
              <a:ea typeface="+mj-ea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A9336A8B-8179-061E-9E96-8A4B239D0A4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1">
            <a:extLst>
              <a:ext uri="{FF2B5EF4-FFF2-40B4-BE49-F238E27FC236}">
                <a16:creationId xmlns:a16="http://schemas.microsoft.com/office/drawing/2014/main" id="{CD03476E-E6F5-8319-3D84-4E3C0D243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19F4B48-A3F3-F00B-B262-65A421072637}"/>
              </a:ext>
            </a:extLst>
          </p:cNvPr>
          <p:cNvSpPr/>
          <p:nvPr/>
        </p:nvSpPr>
        <p:spPr bwMode="auto">
          <a:xfrm>
            <a:off x="1898958" y="3224769"/>
            <a:ext cx="1955792" cy="1182232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EB80C6-67B6-9350-1432-514302FFE420}"/>
              </a:ext>
            </a:extLst>
          </p:cNvPr>
          <p:cNvSpPr txBox="1"/>
          <p:nvPr/>
        </p:nvSpPr>
        <p:spPr>
          <a:xfrm>
            <a:off x="2036560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</a:t>
            </a: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FDB99A0A-55C9-E223-FEB7-772B1E668BB9}"/>
              </a:ext>
            </a:extLst>
          </p:cNvPr>
          <p:cNvGrpSpPr/>
          <p:nvPr/>
        </p:nvGrpSpPr>
        <p:grpSpPr>
          <a:xfrm>
            <a:off x="1998346" y="3557956"/>
            <a:ext cx="1757016" cy="734859"/>
            <a:chOff x="9133527" y="1125845"/>
            <a:chExt cx="2204162" cy="904189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0466F4C5-FCE7-215F-808B-427BBBB624C0}"/>
                </a:ext>
              </a:extLst>
            </p:cNvPr>
            <p:cNvSpPr/>
            <p:nvPr/>
          </p:nvSpPr>
          <p:spPr>
            <a:xfrm>
              <a:off x="9133527" y="1125845"/>
              <a:ext cx="2204162" cy="90418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B445CF10-C629-DDA0-DDCB-BC28A07724BE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100" name="그룹 99">
                <a:extLst>
                  <a:ext uri="{FF2B5EF4-FFF2-40B4-BE49-F238E27FC236}">
                    <a16:creationId xmlns:a16="http://schemas.microsoft.com/office/drawing/2014/main" id="{C5134312-0D4A-0674-974C-9E60BA5198C9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105" name="사각형: 둥근 모서리 104">
                  <a:extLst>
                    <a:ext uri="{FF2B5EF4-FFF2-40B4-BE49-F238E27FC236}">
                      <a16:creationId xmlns:a16="http://schemas.microsoft.com/office/drawing/2014/main" id="{E3A930A4-DBA8-65AF-F5AC-C854010AD5A0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/>
                    <a:t>Type A-1 </a:t>
                  </a:r>
                  <a:endParaRPr lang="ko-KR" altLang="en-US" sz="800" dirty="0"/>
                </a:p>
              </p:txBody>
            </p:sp>
            <p:sp>
              <p:nvSpPr>
                <p:cNvPr id="106" name="사각형: 둥근 모서리 105">
                  <a:extLst>
                    <a:ext uri="{FF2B5EF4-FFF2-40B4-BE49-F238E27FC236}">
                      <a16:creationId xmlns:a16="http://schemas.microsoft.com/office/drawing/2014/main" id="{AB458F3E-73DD-13B7-8F6F-38B77B9985D8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프론트 도어</a:t>
                  </a:r>
                </a:p>
              </p:txBody>
            </p:sp>
          </p:grpSp>
          <p:grpSp>
            <p:nvGrpSpPr>
              <p:cNvPr id="101" name="그룹 100">
                <a:extLst>
                  <a:ext uri="{FF2B5EF4-FFF2-40B4-BE49-F238E27FC236}">
                    <a16:creationId xmlns:a16="http://schemas.microsoft.com/office/drawing/2014/main" id="{23E8F921-4507-CE74-A69E-FA89E93495F0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103" name="사각형: 둥근 모서리 102">
                  <a:extLst>
                    <a:ext uri="{FF2B5EF4-FFF2-40B4-BE49-F238E27FC236}">
                      <a16:creationId xmlns:a16="http://schemas.microsoft.com/office/drawing/2014/main" id="{0EE69156-8CCE-3328-AC64-46996C528335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 dirty="0"/>
                    <a:t>Type A-2 </a:t>
                  </a:r>
                  <a:endParaRPr lang="ko-KR" altLang="en-US" sz="800" dirty="0"/>
                </a:p>
              </p:txBody>
            </p:sp>
            <p:sp>
              <p:nvSpPr>
                <p:cNvPr id="104" name="사각형: 둥근 모서리 103">
                  <a:extLst>
                    <a:ext uri="{FF2B5EF4-FFF2-40B4-BE49-F238E27FC236}">
                      <a16:creationId xmlns:a16="http://schemas.microsoft.com/office/drawing/2014/main" id="{5BD12CEC-1163-0762-02A0-F9C9BB311F8A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도어</a:t>
                  </a:r>
                  <a:endParaRPr lang="en-US" altLang="ko-KR" sz="800"/>
                </a:p>
                <a:p>
                  <a:pPr algn="ctr"/>
                  <a:r>
                    <a:rPr lang="ko-KR" altLang="en-US" sz="800"/>
                    <a:t>체커</a:t>
                  </a:r>
                  <a:endParaRPr lang="ko-KR" altLang="en-US" sz="800" dirty="0"/>
                </a:p>
              </p:txBody>
            </p:sp>
          </p:grp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E71500AB-E2E9-3B92-B40A-381C1C6ED89F}"/>
                  </a:ext>
                </a:extLst>
              </p:cNvPr>
              <p:cNvCxnSpPr>
                <a:stCxn id="105" idx="2"/>
                <a:endCxn id="103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4FF2649C-0C5D-93BB-4161-E656E30D4ABA}"/>
              </a:ext>
            </a:extLst>
          </p:cNvPr>
          <p:cNvSpPr/>
          <p:nvPr/>
        </p:nvSpPr>
        <p:spPr bwMode="auto">
          <a:xfrm>
            <a:off x="6883318" y="3224769"/>
            <a:ext cx="1955792" cy="1182232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1B16E8D-AA79-4155-C651-7F503B44CD5D}"/>
              </a:ext>
            </a:extLst>
          </p:cNvPr>
          <p:cNvSpPr txBox="1"/>
          <p:nvPr/>
        </p:nvSpPr>
        <p:spPr>
          <a:xfrm>
            <a:off x="7020920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3</a:t>
            </a: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FD0DE047-C13A-57A3-E811-6C93A09FDAE9}"/>
              </a:ext>
            </a:extLst>
          </p:cNvPr>
          <p:cNvGrpSpPr/>
          <p:nvPr/>
        </p:nvGrpSpPr>
        <p:grpSpPr>
          <a:xfrm>
            <a:off x="6982706" y="3549440"/>
            <a:ext cx="1757016" cy="761132"/>
            <a:chOff x="9133527" y="3725979"/>
            <a:chExt cx="2204162" cy="954834"/>
          </a:xfrm>
        </p:grpSpPr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826B4E85-DF37-D46A-DE4D-DD2188B3F663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2A351BFF-DAD6-149F-96F8-40217D3FADED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110" name="그룹 109">
                <a:extLst>
                  <a:ext uri="{FF2B5EF4-FFF2-40B4-BE49-F238E27FC236}">
                    <a16:creationId xmlns:a16="http://schemas.microsoft.com/office/drawing/2014/main" id="{BD6E74BC-8F7E-6E09-D1C9-F9EED6400D22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115" name="사각형: 둥근 모서리 114">
                  <a:extLst>
                    <a:ext uri="{FF2B5EF4-FFF2-40B4-BE49-F238E27FC236}">
                      <a16:creationId xmlns:a16="http://schemas.microsoft.com/office/drawing/2014/main" id="{1A09E09C-CCC3-52EF-B6DC-64AB99AF37F5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도어 래치</a:t>
                  </a:r>
                </a:p>
              </p:txBody>
            </p:sp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5E72F650-337F-621D-4C3C-9C5E10924408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도어 래치 커넥터 </a:t>
                  </a:r>
                  <a:r>
                    <a:rPr lang="en-US" altLang="ko-KR" sz="800" dirty="0">
                      <a:latin typeface="+mj-ea"/>
                    </a:rPr>
                    <a:t>Female</a:t>
                  </a:r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111" name="그룹 110">
                <a:extLst>
                  <a:ext uri="{FF2B5EF4-FFF2-40B4-BE49-F238E27FC236}">
                    <a16:creationId xmlns:a16="http://schemas.microsoft.com/office/drawing/2014/main" id="{042A14FD-76A8-210E-42A8-1014AF44C826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113" name="사각형: 둥근 모서리 112">
                  <a:extLst>
                    <a:ext uri="{FF2B5EF4-FFF2-40B4-BE49-F238E27FC236}">
                      <a16:creationId xmlns:a16="http://schemas.microsoft.com/office/drawing/2014/main" id="{22543EC5-1A3B-89BD-F2D8-003540811B64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프론트 도어</a:t>
                  </a:r>
                </a:p>
              </p:txBody>
            </p:sp>
            <p:sp>
              <p:nvSpPr>
                <p:cNvPr id="114" name="타원 113">
                  <a:extLst>
                    <a:ext uri="{FF2B5EF4-FFF2-40B4-BE49-F238E27FC236}">
                      <a16:creationId xmlns:a16="http://schemas.microsoft.com/office/drawing/2014/main" id="{F2CDCB53-0A2D-5567-AD04-0DA175BD7A3A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도어 래치 커넥터 </a:t>
                  </a:r>
                  <a:r>
                    <a:rPr lang="en-US" altLang="ko-KR" sz="800" dirty="0">
                      <a:latin typeface="+mj-ea"/>
                    </a:rPr>
                    <a:t>Male</a:t>
                  </a:r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0E336AF3-46DD-FF3E-D1B1-7E800FA2A3A1}"/>
                  </a:ext>
                </a:extLst>
              </p:cNvPr>
              <p:cNvCxnSpPr>
                <a:cxnSpLocks/>
                <a:stCxn id="116" idx="0"/>
                <a:endCxn id="114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744F6A3-90BB-8DA1-F90F-545A34F57303}"/>
              </a:ext>
            </a:extLst>
          </p:cNvPr>
          <p:cNvSpPr/>
          <p:nvPr/>
        </p:nvSpPr>
        <p:spPr bwMode="auto">
          <a:xfrm>
            <a:off x="4329432" y="3224769"/>
            <a:ext cx="2079204" cy="1629407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51F855-78CD-69C0-11B9-1551AE08E668}"/>
              </a:ext>
            </a:extLst>
          </p:cNvPr>
          <p:cNvSpPr txBox="1"/>
          <p:nvPr/>
        </p:nvSpPr>
        <p:spPr>
          <a:xfrm>
            <a:off x="4531884" y="3224769"/>
            <a:ext cx="1674300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</a:t>
            </a: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8A0ED300-C7E5-5971-B843-3236D8F44A53}"/>
              </a:ext>
            </a:extLst>
          </p:cNvPr>
          <p:cNvGrpSpPr/>
          <p:nvPr/>
        </p:nvGrpSpPr>
        <p:grpSpPr>
          <a:xfrm>
            <a:off x="4490526" y="3549440"/>
            <a:ext cx="1757016" cy="1187810"/>
            <a:chOff x="9133527" y="2187491"/>
            <a:chExt cx="2204162" cy="1441156"/>
          </a:xfrm>
        </p:grpSpPr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E2B5C132-0E32-BD6D-81A1-257E8E4DAE0A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F10005D6-45B8-6709-B06C-8F7851D5CE04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120" name="직선 연결선 119">
                <a:extLst>
                  <a:ext uri="{FF2B5EF4-FFF2-40B4-BE49-F238E27FC236}">
                    <a16:creationId xmlns:a16="http://schemas.microsoft.com/office/drawing/2014/main" id="{19A83BF8-ADFD-624D-775F-FDDEE7023605}"/>
                  </a:ext>
                </a:extLst>
              </p:cNvPr>
              <p:cNvCxnSpPr>
                <a:cxnSpLocks/>
                <a:stCxn id="128" idx="2"/>
                <a:endCxn id="124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1" name="그룹 120">
                <a:extLst>
                  <a:ext uri="{FF2B5EF4-FFF2-40B4-BE49-F238E27FC236}">
                    <a16:creationId xmlns:a16="http://schemas.microsoft.com/office/drawing/2014/main" id="{4974562B-BE34-6220-0C09-A0F649EBA181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128" name="사각형: 둥근 모서리 127">
                  <a:extLst>
                    <a:ext uri="{FF2B5EF4-FFF2-40B4-BE49-F238E27FC236}">
                      <a16:creationId xmlns:a16="http://schemas.microsoft.com/office/drawing/2014/main" id="{FCF73FA2-BB2C-BA43-E915-0561AD889930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 dirty="0"/>
                    <a:t>Type B-1 </a:t>
                  </a:r>
                  <a:endParaRPr lang="ko-KR" altLang="en-US" sz="800" dirty="0"/>
                </a:p>
              </p:txBody>
            </p:sp>
            <p:sp>
              <p:nvSpPr>
                <p:cNvPr id="129" name="사각형: 둥근 모서리 128">
                  <a:extLst>
                    <a:ext uri="{FF2B5EF4-FFF2-40B4-BE49-F238E27FC236}">
                      <a16:creationId xmlns:a16="http://schemas.microsoft.com/office/drawing/2014/main" id="{6FD854F2-6F8A-ADC1-D068-3C1FC440ACC5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프론트 도어</a:t>
                  </a:r>
                </a:p>
              </p:txBody>
            </p:sp>
          </p:grpSp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A513AC7A-D8BA-F7B1-6DAC-39C1C011517F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126" name="사각형: 둥근 모서리 125">
                  <a:extLst>
                    <a:ext uri="{FF2B5EF4-FFF2-40B4-BE49-F238E27FC236}">
                      <a16:creationId xmlns:a16="http://schemas.microsoft.com/office/drawing/2014/main" id="{E4E19B90-C7E5-DABC-A9E8-879311A1E9A3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도어 래치</a:t>
                  </a:r>
                </a:p>
              </p:txBody>
            </p:sp>
            <p:sp>
              <p:nvSpPr>
                <p:cNvPr id="127" name="사각형: 둥근 모서리 126">
                  <a:extLst>
                    <a:ext uri="{FF2B5EF4-FFF2-40B4-BE49-F238E27FC236}">
                      <a16:creationId xmlns:a16="http://schemas.microsoft.com/office/drawing/2014/main" id="{C86F0B95-8C0D-B0CC-6B6E-E272E2100700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 dirty="0"/>
                    <a:t>Type B-2 </a:t>
                  </a:r>
                  <a:endParaRPr lang="ko-KR" altLang="en-US" sz="800" dirty="0"/>
                </a:p>
              </p:txBody>
            </p:sp>
          </p:grpSp>
          <p:grpSp>
            <p:nvGrpSpPr>
              <p:cNvPr id="123" name="그룹 122">
                <a:extLst>
                  <a:ext uri="{FF2B5EF4-FFF2-40B4-BE49-F238E27FC236}">
                    <a16:creationId xmlns:a16="http://schemas.microsoft.com/office/drawing/2014/main" id="{CA3380E3-EBA0-39DD-66E7-E4BC7704390B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124" name="타원 123">
                  <a:extLst>
                    <a:ext uri="{FF2B5EF4-FFF2-40B4-BE49-F238E27FC236}">
                      <a16:creationId xmlns:a16="http://schemas.microsoft.com/office/drawing/2014/main" id="{87C9D7C2-15FE-0DF5-E0A6-D064671A3BC4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>
                      <a:latin typeface="+mj-ea"/>
                    </a:rPr>
                    <a:t>나사탭</a:t>
                  </a:r>
                  <a:r>
                    <a:rPr lang="en-US" altLang="ko-KR" sz="800">
                      <a:latin typeface="+mj-ea"/>
                    </a:rPr>
                    <a:t>:</a:t>
                  </a:r>
                  <a:r>
                    <a:rPr lang="ko-KR" altLang="en-US" sz="800">
                      <a:latin typeface="+mj-ea"/>
                    </a:rPr>
                    <a:t> </a:t>
                  </a:r>
                  <a:r>
                    <a:rPr lang="en-US" altLang="ko-KR" sz="800">
                      <a:latin typeface="+mj-ea"/>
                    </a:rPr>
                    <a:t>M4</a:t>
                  </a:r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25" name="사각형: 둥근 모서리 124">
                  <a:extLst>
                    <a:ext uri="{FF2B5EF4-FFF2-40B4-BE49-F238E27FC236}">
                      <a16:creationId xmlns:a16="http://schemas.microsoft.com/office/drawing/2014/main" id="{C4386249-A8B0-9006-0448-53A12881D4C8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볼트</a:t>
                  </a:r>
                  <a:r>
                    <a:rPr lang="en-US" altLang="ko-KR" sz="800"/>
                    <a:t>2</a:t>
                  </a:r>
                  <a:endParaRPr lang="ko-KR" altLang="en-US" sz="800" dirty="0"/>
                </a:p>
              </p:txBody>
            </p:sp>
          </p:grpSp>
        </p:grpSp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132C751E-DAC5-9C4B-E967-F352E55B461D}"/>
              </a:ext>
            </a:extLst>
          </p:cNvPr>
          <p:cNvSpPr/>
          <p:nvPr/>
        </p:nvSpPr>
        <p:spPr bwMode="auto">
          <a:xfrm>
            <a:off x="9313793" y="3224769"/>
            <a:ext cx="2079204" cy="1558183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B0368151-7E5B-D1ED-6425-A8DBD3700858}"/>
              </a:ext>
            </a:extLst>
          </p:cNvPr>
          <p:cNvGrpSpPr/>
          <p:nvPr/>
        </p:nvGrpSpPr>
        <p:grpSpPr>
          <a:xfrm>
            <a:off x="9465673" y="3549440"/>
            <a:ext cx="1775445" cy="1099766"/>
            <a:chOff x="9133527" y="4778146"/>
            <a:chExt cx="2204162" cy="1365327"/>
          </a:xfrm>
        </p:grpSpPr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50B30833-E8B9-9998-E8D3-126D89F61589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9E6292D3-4C8F-CCDE-3DCA-C5669A36DF4B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25D6204A-38EF-9ECA-0C6F-592967D3E119}"/>
                  </a:ext>
                </a:extLst>
              </p:cNvPr>
              <p:cNvCxnSpPr>
                <a:cxnSpLocks/>
                <a:endCxn id="137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4" name="그룹 133">
                <a:extLst>
                  <a:ext uri="{FF2B5EF4-FFF2-40B4-BE49-F238E27FC236}">
                    <a16:creationId xmlns:a16="http://schemas.microsoft.com/office/drawing/2014/main" id="{77602C36-F414-50E8-729A-BC64A2727B47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141" name="타원 140">
                  <a:extLst>
                    <a:ext uri="{FF2B5EF4-FFF2-40B4-BE49-F238E27FC236}">
                      <a16:creationId xmlns:a16="http://schemas.microsoft.com/office/drawing/2014/main" id="{66720A6F-DDDA-FEBB-9728-DC2BD40AD92A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나사구멍</a:t>
                  </a:r>
                  <a:r>
                    <a:rPr lang="en-US" altLang="ko-KR" sz="800">
                      <a:latin typeface="+mj-ea"/>
                    </a:rPr>
                    <a:t>:</a:t>
                  </a:r>
                  <a:r>
                    <a:rPr lang="ko-KR" altLang="en-US" sz="800">
                      <a:latin typeface="+mj-ea"/>
                    </a:rPr>
                    <a:t> </a:t>
                  </a:r>
                  <a:r>
                    <a:rPr lang="en-US" altLang="ko-KR" sz="800">
                      <a:latin typeface="+mj-ea"/>
                    </a:rPr>
                    <a:t>Ø8mm</a:t>
                  </a:r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2" name="사각형: 둥근 모서리 141">
                  <a:extLst>
                    <a:ext uri="{FF2B5EF4-FFF2-40B4-BE49-F238E27FC236}">
                      <a16:creationId xmlns:a16="http://schemas.microsoft.com/office/drawing/2014/main" id="{CF51B236-4082-1B5D-AC4D-39BD2ECF4BCF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도어</a:t>
                  </a:r>
                  <a:endParaRPr lang="en-US" altLang="ko-KR" sz="800"/>
                </a:p>
                <a:p>
                  <a:pPr algn="ctr"/>
                  <a:r>
                    <a:rPr lang="ko-KR" altLang="en-US" sz="800"/>
                    <a:t>체커</a:t>
                  </a:r>
                </a:p>
              </p:txBody>
            </p:sp>
          </p:grpSp>
          <p:grpSp>
            <p:nvGrpSpPr>
              <p:cNvPr id="135" name="그룹 134">
                <a:extLst>
                  <a:ext uri="{FF2B5EF4-FFF2-40B4-BE49-F238E27FC236}">
                    <a16:creationId xmlns:a16="http://schemas.microsoft.com/office/drawing/2014/main" id="{A337297B-0E96-3171-6837-E68525122C63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139" name="타원 138">
                  <a:extLst>
                    <a:ext uri="{FF2B5EF4-FFF2-40B4-BE49-F238E27FC236}">
                      <a16:creationId xmlns:a16="http://schemas.microsoft.com/office/drawing/2014/main" id="{A54A723B-9DFE-1510-798E-C66AC9968DC9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>
                      <a:latin typeface="+mj-ea"/>
                    </a:rPr>
                    <a:t>나사탭</a:t>
                  </a:r>
                  <a:r>
                    <a:rPr lang="en-US" altLang="ko-KR" sz="800" dirty="0">
                      <a:latin typeface="+mj-ea"/>
                    </a:rPr>
                    <a:t>:</a:t>
                  </a:r>
                  <a:r>
                    <a:rPr lang="ko-KR" altLang="en-US" sz="800" dirty="0">
                      <a:latin typeface="+mj-ea"/>
                    </a:rPr>
                    <a:t> </a:t>
                  </a:r>
                  <a:r>
                    <a:rPr lang="en-US" altLang="ko-KR" sz="800" dirty="0">
                      <a:latin typeface="+mj-ea"/>
                    </a:rPr>
                    <a:t>M8</a:t>
                  </a:r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0" name="사각형: 둥근 모서리 139">
                  <a:extLst>
                    <a:ext uri="{FF2B5EF4-FFF2-40B4-BE49-F238E27FC236}">
                      <a16:creationId xmlns:a16="http://schemas.microsoft.com/office/drawing/2014/main" id="{C7FCA7BD-1A16-F9DF-9F1C-B95DCBF40F5B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바디</a:t>
                  </a:r>
                </a:p>
              </p:txBody>
            </p:sp>
          </p:grpSp>
          <p:grpSp>
            <p:nvGrpSpPr>
              <p:cNvPr id="136" name="그룹 135">
                <a:extLst>
                  <a:ext uri="{FF2B5EF4-FFF2-40B4-BE49-F238E27FC236}">
                    <a16:creationId xmlns:a16="http://schemas.microsoft.com/office/drawing/2014/main" id="{FDDF03E8-A0F0-8EBD-29BA-DF70441624EC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137" name="타원 136">
                  <a:extLst>
                    <a:ext uri="{FF2B5EF4-FFF2-40B4-BE49-F238E27FC236}">
                      <a16:creationId xmlns:a16="http://schemas.microsoft.com/office/drawing/2014/main" id="{84212FF5-FD22-6D41-7E75-FC41CCFE0299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/>
                    <a:t>나사</a:t>
                  </a:r>
                  <a:r>
                    <a:rPr lang="en-US" altLang="ko-KR" sz="800"/>
                    <a:t>: M8</a:t>
                  </a:r>
                  <a:endParaRPr lang="ko-KR" altLang="en-US" sz="800" dirty="0"/>
                </a:p>
              </p:txBody>
            </p:sp>
            <p:sp>
              <p:nvSpPr>
                <p:cNvPr id="138" name="사각형: 둥근 모서리 137">
                  <a:extLst>
                    <a:ext uri="{FF2B5EF4-FFF2-40B4-BE49-F238E27FC236}">
                      <a16:creationId xmlns:a16="http://schemas.microsoft.com/office/drawing/2014/main" id="{A478074C-F110-7D95-B17B-F895CBA25E50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볼트</a:t>
                  </a:r>
                  <a:r>
                    <a:rPr lang="en-US" altLang="ko-KR" sz="800"/>
                    <a:t>1</a:t>
                  </a:r>
                  <a:endParaRPr lang="ko-KR" altLang="en-US" sz="800" dirty="0"/>
                </a:p>
              </p:txBody>
            </p:sp>
          </p:grpSp>
        </p:grp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8B3321FD-349B-3FB4-468A-2CBF304D339C}"/>
              </a:ext>
            </a:extLst>
          </p:cNvPr>
          <p:cNvSpPr txBox="1"/>
          <p:nvPr/>
        </p:nvSpPr>
        <p:spPr>
          <a:xfrm>
            <a:off x="9513101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4</a:t>
            </a:r>
          </a:p>
        </p:txBody>
      </p:sp>
      <p:cxnSp>
        <p:nvCxnSpPr>
          <p:cNvPr id="156" name="Google Shape;295;p20">
            <a:extLst>
              <a:ext uri="{FF2B5EF4-FFF2-40B4-BE49-F238E27FC236}">
                <a16:creationId xmlns:a16="http://schemas.microsoft.com/office/drawing/2014/main" id="{4A80278A-F236-F4A6-D743-8B24DBA2DECD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6831390" y="2147507"/>
            <a:ext cx="1029824" cy="107726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7847F0-DA56-A52A-F285-BCB11784CD29}"/>
              </a:ext>
            </a:extLst>
          </p:cNvPr>
          <p:cNvSpPr/>
          <p:nvPr/>
        </p:nvSpPr>
        <p:spPr bwMode="auto">
          <a:xfrm>
            <a:off x="5965969" y="1586079"/>
            <a:ext cx="1588890" cy="1228625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 dirty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CCAA5-551E-9618-B64E-B960DE178F88}"/>
              </a:ext>
            </a:extLst>
          </p:cNvPr>
          <p:cNvSpPr txBox="1"/>
          <p:nvPr/>
        </p:nvSpPr>
        <p:spPr>
          <a:xfrm>
            <a:off x="6103203" y="1493814"/>
            <a:ext cx="1314421" cy="584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Initial state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C9E888F6-FB11-E0B7-1C2B-3FD7DD6BFBAA}"/>
              </a:ext>
            </a:extLst>
          </p:cNvPr>
          <p:cNvGrpSpPr/>
          <p:nvPr/>
        </p:nvGrpSpPr>
        <p:grpSpPr>
          <a:xfrm>
            <a:off x="6050376" y="1863793"/>
            <a:ext cx="1420077" cy="859212"/>
            <a:chOff x="567997" y="1152609"/>
            <a:chExt cx="1734024" cy="1329763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41EED3D2-C58C-AA8D-2694-090C3D520620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84543F57-1B6A-2397-40F3-2F3C052E94DE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81" name="타원 80">
                  <a:extLst>
                    <a:ext uri="{FF2B5EF4-FFF2-40B4-BE49-F238E27FC236}">
                      <a16:creationId xmlns:a16="http://schemas.microsoft.com/office/drawing/2014/main" id="{9593E2C3-5942-C127-9D82-059669B32268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2" name="타원 81">
                  <a:extLst>
                    <a:ext uri="{FF2B5EF4-FFF2-40B4-BE49-F238E27FC236}">
                      <a16:creationId xmlns:a16="http://schemas.microsoft.com/office/drawing/2014/main" id="{FB94ECB8-2585-EB1D-1822-D8141FE79E7B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83" name="직선 연결선 82">
                  <a:extLst>
                    <a:ext uri="{FF2B5EF4-FFF2-40B4-BE49-F238E27FC236}">
                      <a16:creationId xmlns:a16="http://schemas.microsoft.com/office/drawing/2014/main" id="{D12B2E8E-B6EC-9856-0E3C-DDA690EDB909}"/>
                    </a:ext>
                  </a:extLst>
                </p:cNvPr>
                <p:cNvCxnSpPr>
                  <a:cxnSpLocks/>
                  <a:endCxn id="81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6E92460C-76F4-8A8B-2C45-394E01F56259}"/>
                    </a:ext>
                  </a:extLst>
                </p:cNvPr>
                <p:cNvCxnSpPr>
                  <a:cxnSpLocks/>
                  <a:stCxn id="82" idx="2"/>
                  <a:endCxn id="81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85" name="그룹 84">
                  <a:extLst>
                    <a:ext uri="{FF2B5EF4-FFF2-40B4-BE49-F238E27FC236}">
                      <a16:creationId xmlns:a16="http://schemas.microsoft.com/office/drawing/2014/main" id="{A79EAD15-A3CC-833F-56F2-3CA573D5004E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86" name="사각형: 둥근 모서리 85">
                    <a:extLst>
                      <a:ext uri="{FF2B5EF4-FFF2-40B4-BE49-F238E27FC236}">
                        <a16:creationId xmlns:a16="http://schemas.microsoft.com/office/drawing/2014/main" id="{5753C829-C180-4C2A-3451-63F5541157D5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7" name="타원 86">
                    <a:extLst>
                      <a:ext uri="{FF2B5EF4-FFF2-40B4-BE49-F238E27FC236}">
                        <a16:creationId xmlns:a16="http://schemas.microsoft.com/office/drawing/2014/main" id="{8DB35C80-F68A-6AEE-C109-0F7FCE54D347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8" name="타원 87">
                    <a:extLst>
                      <a:ext uri="{FF2B5EF4-FFF2-40B4-BE49-F238E27FC236}">
                        <a16:creationId xmlns:a16="http://schemas.microsoft.com/office/drawing/2014/main" id="{86C807FE-B420-980D-F115-1B81AB8826CA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9" name="타원 88">
                    <a:extLst>
                      <a:ext uri="{FF2B5EF4-FFF2-40B4-BE49-F238E27FC236}">
                        <a16:creationId xmlns:a16="http://schemas.microsoft.com/office/drawing/2014/main" id="{88ACC08D-ACD3-0A08-899E-05DC43D74390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1420C624-92DE-40DF-5890-8E702908D293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64" name="타원 63">
                  <a:extLst>
                    <a:ext uri="{FF2B5EF4-FFF2-40B4-BE49-F238E27FC236}">
                      <a16:creationId xmlns:a16="http://schemas.microsoft.com/office/drawing/2014/main" id="{8D23D4E6-D01B-5524-394C-D81DEAD96DD2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65" name="그룹 64">
                  <a:extLst>
                    <a:ext uri="{FF2B5EF4-FFF2-40B4-BE49-F238E27FC236}">
                      <a16:creationId xmlns:a16="http://schemas.microsoft.com/office/drawing/2014/main" id="{DA26FE9C-E508-63CE-369D-5FB0448C0EEB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75" name="사각형: 둥근 모서리 74">
                    <a:extLst>
                      <a:ext uri="{FF2B5EF4-FFF2-40B4-BE49-F238E27FC236}">
                        <a16:creationId xmlns:a16="http://schemas.microsoft.com/office/drawing/2014/main" id="{EAD67007-E227-3D04-85CD-DFB197163BDE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76" name="그룹 75">
                    <a:extLst>
                      <a:ext uri="{FF2B5EF4-FFF2-40B4-BE49-F238E27FC236}">
                        <a16:creationId xmlns:a16="http://schemas.microsoft.com/office/drawing/2014/main" id="{8A2AA3B3-D6AB-66DF-D8B0-D99C0B115C3F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78" name="타원 77">
                      <a:extLst>
                        <a:ext uri="{FF2B5EF4-FFF2-40B4-BE49-F238E27FC236}">
                          <a16:creationId xmlns:a16="http://schemas.microsoft.com/office/drawing/2014/main" id="{A1C3412A-41FC-6D74-F8DF-8FE76CFBE1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79" name="타원 78">
                      <a:extLst>
                        <a:ext uri="{FF2B5EF4-FFF2-40B4-BE49-F238E27FC236}">
                          <a16:creationId xmlns:a16="http://schemas.microsoft.com/office/drawing/2014/main" id="{CD173130-AED4-ECC8-7878-E2FB52CD1E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0" name="타원 79">
                      <a:extLst>
                        <a:ext uri="{FF2B5EF4-FFF2-40B4-BE49-F238E27FC236}">
                          <a16:creationId xmlns:a16="http://schemas.microsoft.com/office/drawing/2014/main" id="{0FFF0010-F53A-0181-A91A-0DDC99B778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77" name="타원 76">
                    <a:extLst>
                      <a:ext uri="{FF2B5EF4-FFF2-40B4-BE49-F238E27FC236}">
                        <a16:creationId xmlns:a16="http://schemas.microsoft.com/office/drawing/2014/main" id="{248F33E2-4FAA-089F-1C9C-0EB08F4A512C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66" name="타원 65">
                  <a:extLst>
                    <a:ext uri="{FF2B5EF4-FFF2-40B4-BE49-F238E27FC236}">
                      <a16:creationId xmlns:a16="http://schemas.microsoft.com/office/drawing/2014/main" id="{6E0717B3-4E30-D84C-7151-CA840E835ED8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63E21F39-627E-D64D-3117-BC78B7F87F4F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9FFBCF61-50BB-5F88-2FB8-F124969827C1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FF868E70-969A-13A9-7791-A0849622D886}"/>
                    </a:ext>
                  </a:extLst>
                </p:cNvPr>
                <p:cNvCxnSpPr>
                  <a:cxnSpLocks/>
                  <a:endCxn id="64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직선 연결선 70">
                  <a:extLst>
                    <a:ext uri="{FF2B5EF4-FFF2-40B4-BE49-F238E27FC236}">
                      <a16:creationId xmlns:a16="http://schemas.microsoft.com/office/drawing/2014/main" id="{DB769B3D-55E2-E72D-8A58-27151B22B104}"/>
                    </a:ext>
                  </a:extLst>
                </p:cNvPr>
                <p:cNvCxnSpPr>
                  <a:cxnSpLocks/>
                  <a:stCxn id="64" idx="7"/>
                  <a:endCxn id="66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B200888E-0407-C210-E6B1-289D18FE62A6}"/>
                    </a:ext>
                  </a:extLst>
                </p:cNvPr>
                <p:cNvCxnSpPr>
                  <a:cxnSpLocks/>
                  <a:stCxn id="67" idx="1"/>
                  <a:endCxn id="64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직선 연결선 72">
                  <a:extLst>
                    <a:ext uri="{FF2B5EF4-FFF2-40B4-BE49-F238E27FC236}">
                      <a16:creationId xmlns:a16="http://schemas.microsoft.com/office/drawing/2014/main" id="{6823C45B-136A-B39F-D78D-9B3767AF3ECC}"/>
                    </a:ext>
                  </a:extLst>
                </p:cNvPr>
                <p:cNvCxnSpPr>
                  <a:cxnSpLocks/>
                  <a:stCxn id="69" idx="7"/>
                  <a:endCxn id="64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F2F776F-6722-5772-45FD-BF386C573F36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50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</a:t>
              </a:r>
            </a:p>
          </p:txBody>
        </p:sp>
      </p:grp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25A3193-98D4-68E2-22F9-BAC63A4F830D}"/>
              </a:ext>
            </a:extLst>
          </p:cNvPr>
          <p:cNvSpPr/>
          <p:nvPr/>
        </p:nvSpPr>
        <p:spPr>
          <a:xfrm>
            <a:off x="141349" y="921798"/>
            <a:ext cx="2379509" cy="598830"/>
          </a:xfrm>
          <a:prstGeom prst="roundRect">
            <a:avLst>
              <a:gd name="adj" fmla="val 12042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가능 </a:t>
            </a:r>
            <a:r>
              <a:rPr lang="en-US" altLang="ko-KR" sz="1600" dirty="0"/>
              <a:t>Plan </a:t>
            </a:r>
            <a:r>
              <a:rPr lang="ko-KR" altLang="en-US" sz="1600" dirty="0"/>
              <a:t>탐색 시스템</a:t>
            </a:r>
            <a:endParaRPr lang="en-US" altLang="ko-KR" sz="1600" dirty="0"/>
          </a:p>
          <a:p>
            <a:pPr algn="ctr"/>
            <a:r>
              <a:rPr lang="en-US" altLang="ko-KR" sz="1600" dirty="0"/>
              <a:t>(Search Algorithm)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251683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8F2D3-4250-FDAC-B3FA-85B1C0445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0664B87B-E0C4-4F74-96C0-DA7ED5FC8522}"/>
              </a:ext>
            </a:extLst>
          </p:cNvPr>
          <p:cNvSpPr/>
          <p:nvPr/>
        </p:nvSpPr>
        <p:spPr>
          <a:xfrm>
            <a:off x="203365" y="1139431"/>
            <a:ext cx="11785270" cy="5608896"/>
          </a:xfrm>
          <a:prstGeom prst="roundRect">
            <a:avLst>
              <a:gd name="adj" fmla="val 3238"/>
            </a:avLst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cxnSp>
        <p:nvCxnSpPr>
          <p:cNvPr id="3" name="Google Shape;295;p20">
            <a:extLst>
              <a:ext uri="{FF2B5EF4-FFF2-40B4-BE49-F238E27FC236}">
                <a16:creationId xmlns:a16="http://schemas.microsoft.com/office/drawing/2014/main" id="{5E84C752-2CA0-086E-B88B-08D5E1077E3D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5369034" y="2689487"/>
            <a:ext cx="878508" cy="53528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294;p20">
            <a:extLst>
              <a:ext uri="{FF2B5EF4-FFF2-40B4-BE49-F238E27FC236}">
                <a16:creationId xmlns:a16="http://schemas.microsoft.com/office/drawing/2014/main" id="{32A0A8FD-AEB3-E7BA-9B27-5F2B75A910B5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7315200" y="2341044"/>
            <a:ext cx="3038195" cy="883725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294;p20">
            <a:extLst>
              <a:ext uri="{FF2B5EF4-FFF2-40B4-BE49-F238E27FC236}">
                <a16:creationId xmlns:a16="http://schemas.microsoft.com/office/drawing/2014/main" id="{918BA350-6A91-A4B5-797D-9BAD64D30FB7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2876854" y="2463779"/>
            <a:ext cx="3211944" cy="76099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AutoShape 176">
            <a:extLst>
              <a:ext uri="{FF2B5EF4-FFF2-40B4-BE49-F238E27FC236}">
                <a16:creationId xmlns:a16="http://schemas.microsoft.com/office/drawing/2014/main" id="{30605E5C-0859-7AE2-8A70-24777AB6A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50" y="1619805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② </a:t>
            </a:r>
            <a:r>
              <a:rPr kumimoji="0" lang="en-US" altLang="ko-KR" sz="1600" kern="0" dirty="0">
                <a:solidFill>
                  <a:prstClr val="black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</a:t>
            </a:r>
            <a:r>
              <a:rPr lang="ko-KR" altLang="en-US" sz="1600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후보 평가 </a:t>
            </a:r>
            <a:r>
              <a:rPr lang="ko-KR" altLang="en-US" sz="1600" dirty="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단계</a:t>
            </a:r>
            <a:endParaRPr lang="en-US" altLang="ko-KR" sz="1600" dirty="0">
              <a:solidFill>
                <a:srgbClr val="00000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4C730F9-FC89-2E59-DD44-6FBDBC2E0466}"/>
              </a:ext>
            </a:extLst>
          </p:cNvPr>
          <p:cNvSpPr/>
          <p:nvPr/>
        </p:nvSpPr>
        <p:spPr>
          <a:xfrm>
            <a:off x="649946" y="2249070"/>
            <a:ext cx="3160140" cy="582649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600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후보 평가 시스템</a:t>
            </a:r>
            <a:endParaRPr lang="en-US" altLang="ko-KR" sz="1600" b="1" dirty="0">
              <a:solidFill>
                <a:schemeClr val="accent1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A13AD1-F053-7150-C8C2-4E59D4C4AE28}"/>
              </a:ext>
            </a:extLst>
          </p:cNvPr>
          <p:cNvSpPr txBox="1"/>
          <p:nvPr/>
        </p:nvSpPr>
        <p:spPr>
          <a:xfrm>
            <a:off x="617746" y="5929749"/>
            <a:ext cx="1091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</a:t>
            </a:r>
            <a:r>
              <a:rPr lang="ko-KR" altLang="en-US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후보 확인 </a:t>
            </a:r>
            <a:r>
              <a:rPr lang="ko-KR" altLang="en-US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시스템</a:t>
            </a:r>
            <a:r>
              <a:rPr lang="en-US" altLang="ko-KR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제안한 조립 후보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1~4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에 대해 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kumimoji="1" lang="ko-KR" altLang="en-US" dirty="0">
                <a:solidFill>
                  <a:schemeClr val="accent1"/>
                </a:solidFill>
                <a:latin typeface="+mj-ea"/>
              </a:rPr>
              <a:t>조립 </a:t>
            </a:r>
            <a:r>
              <a:rPr kumimoji="1" lang="ko-KR" altLang="en-US" b="1" dirty="0">
                <a:solidFill>
                  <a:schemeClr val="accent1"/>
                </a:solidFill>
                <a:latin typeface="+mj-ea"/>
              </a:rPr>
              <a:t>후보 평가 </a:t>
            </a:r>
            <a:r>
              <a:rPr kumimoji="1" lang="ko-KR" altLang="en-US" dirty="0">
                <a:solidFill>
                  <a:schemeClr val="accent1"/>
                </a:solidFill>
                <a:latin typeface="+mj-ea"/>
              </a:rPr>
              <a:t>시스템</a:t>
            </a:r>
            <a:r>
              <a:rPr kumimoji="1" lang="en-US" altLang="ko-KR" dirty="0">
                <a:solidFill>
                  <a:schemeClr val="accent1"/>
                </a:solidFill>
                <a:latin typeface="+mj-ea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평가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4A4631-4FDB-0F7D-277C-09FAD98399E1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3] Planning </a:t>
            </a:r>
            <a:r>
              <a:rPr kumimoji="1" lang="ko-KR" altLang="en-US" sz="2400" b="1" dirty="0">
                <a:latin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</a:rPr>
              <a:t>: </a:t>
            </a:r>
            <a:r>
              <a:rPr kumimoji="1" lang="ko-KR" altLang="en-US" sz="2400" b="1" dirty="0">
                <a:latin typeface="+mj-ea"/>
              </a:rPr>
              <a:t>가능 </a:t>
            </a:r>
            <a:r>
              <a:rPr kumimoji="1" lang="en-US" altLang="ko-KR" sz="2400" b="1" dirty="0">
                <a:latin typeface="+mj-ea"/>
              </a:rPr>
              <a:t>Plan </a:t>
            </a:r>
            <a:r>
              <a:rPr kumimoji="1" lang="ko-KR" altLang="en-US" sz="2400" b="1" dirty="0">
                <a:latin typeface="+mj-ea"/>
              </a:rPr>
              <a:t>탐색 시스템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6D6A2349-512C-387D-8689-79C2E391D190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1">
            <a:extLst>
              <a:ext uri="{FF2B5EF4-FFF2-40B4-BE49-F238E27FC236}">
                <a16:creationId xmlns:a16="http://schemas.microsoft.com/office/drawing/2014/main" id="{F0DA5732-CD9D-8C5A-98F3-94CA1CC5B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cxnSp>
        <p:nvCxnSpPr>
          <p:cNvPr id="156" name="Google Shape;295;p20">
            <a:extLst>
              <a:ext uri="{FF2B5EF4-FFF2-40B4-BE49-F238E27FC236}">
                <a16:creationId xmlns:a16="http://schemas.microsoft.com/office/drawing/2014/main" id="{FFBD0156-8FCF-8C2C-807E-39F6D664CC6A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6831390" y="2147507"/>
            <a:ext cx="1029824" cy="107726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582BA7C-FEFB-997B-5F89-F91AC4AE1BCA}"/>
              </a:ext>
            </a:extLst>
          </p:cNvPr>
          <p:cNvSpPr/>
          <p:nvPr/>
        </p:nvSpPr>
        <p:spPr bwMode="auto">
          <a:xfrm>
            <a:off x="1898958" y="3224769"/>
            <a:ext cx="1955792" cy="1182232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4BC604-67B2-8DF0-43B0-1493E784DC99}"/>
              </a:ext>
            </a:extLst>
          </p:cNvPr>
          <p:cNvSpPr txBox="1"/>
          <p:nvPr/>
        </p:nvSpPr>
        <p:spPr>
          <a:xfrm>
            <a:off x="2036560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</a:t>
            </a: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F5DF100B-C45B-9A4B-AB90-D9D9E8960EA1}"/>
              </a:ext>
            </a:extLst>
          </p:cNvPr>
          <p:cNvGrpSpPr/>
          <p:nvPr/>
        </p:nvGrpSpPr>
        <p:grpSpPr>
          <a:xfrm>
            <a:off x="1998346" y="3557956"/>
            <a:ext cx="1757016" cy="734859"/>
            <a:chOff x="9133527" y="1125845"/>
            <a:chExt cx="2204162" cy="904189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4FD25175-2AC2-AAEF-3600-49D15C15DA4E}"/>
                </a:ext>
              </a:extLst>
            </p:cNvPr>
            <p:cNvSpPr/>
            <p:nvPr/>
          </p:nvSpPr>
          <p:spPr>
            <a:xfrm>
              <a:off x="9133527" y="1125845"/>
              <a:ext cx="2204162" cy="90418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58783907-A95B-0F1F-49D4-EA477B9FD7DB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100" name="그룹 99">
                <a:extLst>
                  <a:ext uri="{FF2B5EF4-FFF2-40B4-BE49-F238E27FC236}">
                    <a16:creationId xmlns:a16="http://schemas.microsoft.com/office/drawing/2014/main" id="{7B85BB09-DFBD-179C-D2B8-E3CA34A83635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105" name="사각형: 둥근 모서리 104">
                  <a:extLst>
                    <a:ext uri="{FF2B5EF4-FFF2-40B4-BE49-F238E27FC236}">
                      <a16:creationId xmlns:a16="http://schemas.microsoft.com/office/drawing/2014/main" id="{77DC327B-1214-6536-EB2D-46ECF88E1C31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/>
                    <a:t>Type A-1 </a:t>
                  </a:r>
                  <a:endParaRPr lang="ko-KR" altLang="en-US" sz="800" dirty="0"/>
                </a:p>
              </p:txBody>
            </p:sp>
            <p:sp>
              <p:nvSpPr>
                <p:cNvPr id="106" name="사각형: 둥근 모서리 105">
                  <a:extLst>
                    <a:ext uri="{FF2B5EF4-FFF2-40B4-BE49-F238E27FC236}">
                      <a16:creationId xmlns:a16="http://schemas.microsoft.com/office/drawing/2014/main" id="{78983AD3-492A-D22B-4FC4-29E5107D995D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프론트 도어</a:t>
                  </a:r>
                </a:p>
              </p:txBody>
            </p:sp>
          </p:grpSp>
          <p:grpSp>
            <p:nvGrpSpPr>
              <p:cNvPr id="101" name="그룹 100">
                <a:extLst>
                  <a:ext uri="{FF2B5EF4-FFF2-40B4-BE49-F238E27FC236}">
                    <a16:creationId xmlns:a16="http://schemas.microsoft.com/office/drawing/2014/main" id="{CE051A37-7906-0426-C2A5-D184558FEF5C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103" name="사각형: 둥근 모서리 102">
                  <a:extLst>
                    <a:ext uri="{FF2B5EF4-FFF2-40B4-BE49-F238E27FC236}">
                      <a16:creationId xmlns:a16="http://schemas.microsoft.com/office/drawing/2014/main" id="{0DC5B66A-0FCA-0E66-78C8-E9E741970F5A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 dirty="0"/>
                    <a:t>Type A-2 </a:t>
                  </a:r>
                  <a:endParaRPr lang="ko-KR" altLang="en-US" sz="800" dirty="0"/>
                </a:p>
              </p:txBody>
            </p:sp>
            <p:sp>
              <p:nvSpPr>
                <p:cNvPr id="104" name="사각형: 둥근 모서리 103">
                  <a:extLst>
                    <a:ext uri="{FF2B5EF4-FFF2-40B4-BE49-F238E27FC236}">
                      <a16:creationId xmlns:a16="http://schemas.microsoft.com/office/drawing/2014/main" id="{656C6C81-01EB-3297-7CC3-B4BED30B8E30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도어</a:t>
                  </a:r>
                  <a:endParaRPr lang="en-US" altLang="ko-KR" sz="800"/>
                </a:p>
                <a:p>
                  <a:pPr algn="ctr"/>
                  <a:r>
                    <a:rPr lang="ko-KR" altLang="en-US" sz="800"/>
                    <a:t>체커</a:t>
                  </a:r>
                  <a:endParaRPr lang="ko-KR" altLang="en-US" sz="800" dirty="0"/>
                </a:p>
              </p:txBody>
            </p:sp>
          </p:grp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2016ADE1-6657-9E1D-67D3-E0E42649768E}"/>
                  </a:ext>
                </a:extLst>
              </p:cNvPr>
              <p:cNvCxnSpPr>
                <a:stCxn id="105" idx="2"/>
                <a:endCxn id="103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8A763478-FF9D-4B67-FE45-ADCE4B1F65C8}"/>
              </a:ext>
            </a:extLst>
          </p:cNvPr>
          <p:cNvSpPr/>
          <p:nvPr/>
        </p:nvSpPr>
        <p:spPr bwMode="auto">
          <a:xfrm>
            <a:off x="6883318" y="3224769"/>
            <a:ext cx="1955792" cy="1182232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B5DA18-FC72-893F-52AB-31FB69B7893C}"/>
              </a:ext>
            </a:extLst>
          </p:cNvPr>
          <p:cNvSpPr txBox="1"/>
          <p:nvPr/>
        </p:nvSpPr>
        <p:spPr>
          <a:xfrm>
            <a:off x="7020920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3</a:t>
            </a: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2A2C0669-5C4F-2AE6-0F99-66DC57124EA8}"/>
              </a:ext>
            </a:extLst>
          </p:cNvPr>
          <p:cNvGrpSpPr/>
          <p:nvPr/>
        </p:nvGrpSpPr>
        <p:grpSpPr>
          <a:xfrm>
            <a:off x="6982706" y="3549440"/>
            <a:ext cx="1757016" cy="761132"/>
            <a:chOff x="9133527" y="3725979"/>
            <a:chExt cx="2204162" cy="954834"/>
          </a:xfrm>
        </p:grpSpPr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0874B3A3-DCAB-50EE-E3E0-7A50C81AA8BE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471A9412-C0E0-ADD9-ABF2-B2BB079762B0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110" name="그룹 109">
                <a:extLst>
                  <a:ext uri="{FF2B5EF4-FFF2-40B4-BE49-F238E27FC236}">
                    <a16:creationId xmlns:a16="http://schemas.microsoft.com/office/drawing/2014/main" id="{BC45D2E9-5650-ECD2-2F04-E0AABF16F36E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115" name="사각형: 둥근 모서리 114">
                  <a:extLst>
                    <a:ext uri="{FF2B5EF4-FFF2-40B4-BE49-F238E27FC236}">
                      <a16:creationId xmlns:a16="http://schemas.microsoft.com/office/drawing/2014/main" id="{98F68975-AFC1-3815-492E-314C51421561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도어 래치</a:t>
                  </a:r>
                </a:p>
              </p:txBody>
            </p:sp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0BA94D51-4559-01C3-94D7-58ADCF265BC6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도어 래치 커넥터 </a:t>
                  </a:r>
                  <a:r>
                    <a:rPr lang="en-US" altLang="ko-KR" sz="800" dirty="0">
                      <a:latin typeface="+mj-ea"/>
                    </a:rPr>
                    <a:t>Female</a:t>
                  </a:r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111" name="그룹 110">
                <a:extLst>
                  <a:ext uri="{FF2B5EF4-FFF2-40B4-BE49-F238E27FC236}">
                    <a16:creationId xmlns:a16="http://schemas.microsoft.com/office/drawing/2014/main" id="{12864377-FC3E-C58E-FAAE-FA1A8A74A823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113" name="사각형: 둥근 모서리 112">
                  <a:extLst>
                    <a:ext uri="{FF2B5EF4-FFF2-40B4-BE49-F238E27FC236}">
                      <a16:creationId xmlns:a16="http://schemas.microsoft.com/office/drawing/2014/main" id="{AB94DCEF-EDE7-C60E-48CC-F9453A5A8C9B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프론트 도어</a:t>
                  </a:r>
                </a:p>
              </p:txBody>
            </p:sp>
            <p:sp>
              <p:nvSpPr>
                <p:cNvPr id="114" name="타원 113">
                  <a:extLst>
                    <a:ext uri="{FF2B5EF4-FFF2-40B4-BE49-F238E27FC236}">
                      <a16:creationId xmlns:a16="http://schemas.microsoft.com/office/drawing/2014/main" id="{6049795A-5C6C-4D13-F0E6-66C4AA716C5A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도어 래치 커넥터 </a:t>
                  </a:r>
                  <a:r>
                    <a:rPr lang="en-US" altLang="ko-KR" sz="800" dirty="0">
                      <a:latin typeface="+mj-ea"/>
                    </a:rPr>
                    <a:t>Male</a:t>
                  </a:r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BC417EF3-D311-0CB8-0521-FDE71B1C2656}"/>
                  </a:ext>
                </a:extLst>
              </p:cNvPr>
              <p:cNvCxnSpPr>
                <a:cxnSpLocks/>
                <a:stCxn id="116" idx="0"/>
                <a:endCxn id="114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FF4A1C2-0FEF-82EC-5B3C-7047D96F1DBC}"/>
              </a:ext>
            </a:extLst>
          </p:cNvPr>
          <p:cNvSpPr/>
          <p:nvPr/>
        </p:nvSpPr>
        <p:spPr bwMode="auto">
          <a:xfrm>
            <a:off x="4329432" y="3224769"/>
            <a:ext cx="2079204" cy="1629407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76435D-6627-1CAB-DABA-93C85D61D956}"/>
              </a:ext>
            </a:extLst>
          </p:cNvPr>
          <p:cNvSpPr txBox="1"/>
          <p:nvPr/>
        </p:nvSpPr>
        <p:spPr>
          <a:xfrm>
            <a:off x="4531884" y="3224769"/>
            <a:ext cx="1674300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</a:t>
            </a: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49479DBE-FCE2-7881-831A-76EFAF59B5A6}"/>
              </a:ext>
            </a:extLst>
          </p:cNvPr>
          <p:cNvGrpSpPr/>
          <p:nvPr/>
        </p:nvGrpSpPr>
        <p:grpSpPr>
          <a:xfrm>
            <a:off x="4490526" y="3549440"/>
            <a:ext cx="1757016" cy="1187810"/>
            <a:chOff x="9133527" y="2187491"/>
            <a:chExt cx="2204162" cy="1441156"/>
          </a:xfrm>
        </p:grpSpPr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563E2C51-F2CC-A04F-6351-BE44F5699F02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CB5EBC59-FE7A-F7D8-B3CD-21D3C4AF75EE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120" name="직선 연결선 119">
                <a:extLst>
                  <a:ext uri="{FF2B5EF4-FFF2-40B4-BE49-F238E27FC236}">
                    <a16:creationId xmlns:a16="http://schemas.microsoft.com/office/drawing/2014/main" id="{05B0F272-9715-36A0-7FF9-062E3EF84EBB}"/>
                  </a:ext>
                </a:extLst>
              </p:cNvPr>
              <p:cNvCxnSpPr>
                <a:cxnSpLocks/>
                <a:stCxn id="128" idx="2"/>
                <a:endCxn id="124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1" name="그룹 120">
                <a:extLst>
                  <a:ext uri="{FF2B5EF4-FFF2-40B4-BE49-F238E27FC236}">
                    <a16:creationId xmlns:a16="http://schemas.microsoft.com/office/drawing/2014/main" id="{3DC8C57B-EA7A-730E-AA9A-B9C1E955252D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128" name="사각형: 둥근 모서리 127">
                  <a:extLst>
                    <a:ext uri="{FF2B5EF4-FFF2-40B4-BE49-F238E27FC236}">
                      <a16:creationId xmlns:a16="http://schemas.microsoft.com/office/drawing/2014/main" id="{EDD2D190-D721-B82C-EEFC-F0A309C32E43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 dirty="0"/>
                    <a:t>Type B-1 </a:t>
                  </a:r>
                  <a:endParaRPr lang="ko-KR" altLang="en-US" sz="800" dirty="0"/>
                </a:p>
              </p:txBody>
            </p:sp>
            <p:sp>
              <p:nvSpPr>
                <p:cNvPr id="129" name="사각형: 둥근 모서리 128">
                  <a:extLst>
                    <a:ext uri="{FF2B5EF4-FFF2-40B4-BE49-F238E27FC236}">
                      <a16:creationId xmlns:a16="http://schemas.microsoft.com/office/drawing/2014/main" id="{A07A01D3-5CCF-4D8B-C0BE-5333EFC9A4DB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프론트 도어</a:t>
                  </a:r>
                </a:p>
              </p:txBody>
            </p:sp>
          </p:grpSp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36627F18-1D1F-E002-1A16-41E5C6A42311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126" name="사각형: 둥근 모서리 125">
                  <a:extLst>
                    <a:ext uri="{FF2B5EF4-FFF2-40B4-BE49-F238E27FC236}">
                      <a16:creationId xmlns:a16="http://schemas.microsoft.com/office/drawing/2014/main" id="{FF886340-BDB3-1B4A-0876-E29ABCDDF4DE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도어 래치</a:t>
                  </a:r>
                </a:p>
              </p:txBody>
            </p:sp>
            <p:sp>
              <p:nvSpPr>
                <p:cNvPr id="127" name="사각형: 둥근 모서리 126">
                  <a:extLst>
                    <a:ext uri="{FF2B5EF4-FFF2-40B4-BE49-F238E27FC236}">
                      <a16:creationId xmlns:a16="http://schemas.microsoft.com/office/drawing/2014/main" id="{C05CE2BC-F4E9-9CD7-BF29-D0C6F2FC9580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 dirty="0"/>
                    <a:t>Type B-2 </a:t>
                  </a:r>
                  <a:endParaRPr lang="ko-KR" altLang="en-US" sz="800" dirty="0"/>
                </a:p>
              </p:txBody>
            </p:sp>
          </p:grpSp>
          <p:grpSp>
            <p:nvGrpSpPr>
              <p:cNvPr id="123" name="그룹 122">
                <a:extLst>
                  <a:ext uri="{FF2B5EF4-FFF2-40B4-BE49-F238E27FC236}">
                    <a16:creationId xmlns:a16="http://schemas.microsoft.com/office/drawing/2014/main" id="{16993403-A145-67F7-CB30-E7CA11E8DBD3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124" name="타원 123">
                  <a:extLst>
                    <a:ext uri="{FF2B5EF4-FFF2-40B4-BE49-F238E27FC236}">
                      <a16:creationId xmlns:a16="http://schemas.microsoft.com/office/drawing/2014/main" id="{F3C9AC0C-BA71-D78B-6C4B-910ABA2C84A2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>
                      <a:latin typeface="+mj-ea"/>
                    </a:rPr>
                    <a:t>나사탭</a:t>
                  </a:r>
                  <a:r>
                    <a:rPr lang="en-US" altLang="ko-KR" sz="800">
                      <a:latin typeface="+mj-ea"/>
                    </a:rPr>
                    <a:t>:</a:t>
                  </a:r>
                  <a:r>
                    <a:rPr lang="ko-KR" altLang="en-US" sz="800">
                      <a:latin typeface="+mj-ea"/>
                    </a:rPr>
                    <a:t> </a:t>
                  </a:r>
                  <a:r>
                    <a:rPr lang="en-US" altLang="ko-KR" sz="800">
                      <a:latin typeface="+mj-ea"/>
                    </a:rPr>
                    <a:t>M4</a:t>
                  </a:r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25" name="사각형: 둥근 모서리 124">
                  <a:extLst>
                    <a:ext uri="{FF2B5EF4-FFF2-40B4-BE49-F238E27FC236}">
                      <a16:creationId xmlns:a16="http://schemas.microsoft.com/office/drawing/2014/main" id="{C1F63F07-0AA3-0CBC-8D8D-B91EB983F16C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볼트</a:t>
                  </a:r>
                  <a:r>
                    <a:rPr lang="en-US" altLang="ko-KR" sz="800"/>
                    <a:t>2</a:t>
                  </a:r>
                  <a:endParaRPr lang="ko-KR" altLang="en-US" sz="800" dirty="0"/>
                </a:p>
              </p:txBody>
            </p:sp>
          </p:grpSp>
        </p:grpSp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75427C95-B1D8-CCAA-1633-65901198B122}"/>
              </a:ext>
            </a:extLst>
          </p:cNvPr>
          <p:cNvSpPr/>
          <p:nvPr/>
        </p:nvSpPr>
        <p:spPr bwMode="auto">
          <a:xfrm>
            <a:off x="9313793" y="3224769"/>
            <a:ext cx="2079204" cy="1558183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E664DA31-954C-DF74-06E4-558455C99C2A}"/>
              </a:ext>
            </a:extLst>
          </p:cNvPr>
          <p:cNvGrpSpPr/>
          <p:nvPr/>
        </p:nvGrpSpPr>
        <p:grpSpPr>
          <a:xfrm>
            <a:off x="9465673" y="3549440"/>
            <a:ext cx="1775445" cy="1099766"/>
            <a:chOff x="9133527" y="4778146"/>
            <a:chExt cx="2204162" cy="1365327"/>
          </a:xfrm>
        </p:grpSpPr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ED51889F-EBCC-C5AE-B059-5850F7B5F1C8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F039CE8B-409A-0AC6-7B5E-DD993E278A9D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8A732B0B-1AF7-D9FD-CA73-D8D2A1AB1F98}"/>
                  </a:ext>
                </a:extLst>
              </p:cNvPr>
              <p:cNvCxnSpPr>
                <a:cxnSpLocks/>
                <a:endCxn id="137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4" name="그룹 133">
                <a:extLst>
                  <a:ext uri="{FF2B5EF4-FFF2-40B4-BE49-F238E27FC236}">
                    <a16:creationId xmlns:a16="http://schemas.microsoft.com/office/drawing/2014/main" id="{51690D85-1487-D770-9E37-44894795A183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141" name="타원 140">
                  <a:extLst>
                    <a:ext uri="{FF2B5EF4-FFF2-40B4-BE49-F238E27FC236}">
                      <a16:creationId xmlns:a16="http://schemas.microsoft.com/office/drawing/2014/main" id="{8B3E0C67-833A-63FA-82D2-75D3EC262DA6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나사구멍</a:t>
                  </a:r>
                  <a:r>
                    <a:rPr lang="en-US" altLang="ko-KR" sz="800">
                      <a:latin typeface="+mj-ea"/>
                    </a:rPr>
                    <a:t>:</a:t>
                  </a:r>
                  <a:r>
                    <a:rPr lang="ko-KR" altLang="en-US" sz="800">
                      <a:latin typeface="+mj-ea"/>
                    </a:rPr>
                    <a:t> </a:t>
                  </a:r>
                  <a:r>
                    <a:rPr lang="en-US" altLang="ko-KR" sz="800">
                      <a:latin typeface="+mj-ea"/>
                    </a:rPr>
                    <a:t>Ø8mm</a:t>
                  </a:r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2" name="사각형: 둥근 모서리 141">
                  <a:extLst>
                    <a:ext uri="{FF2B5EF4-FFF2-40B4-BE49-F238E27FC236}">
                      <a16:creationId xmlns:a16="http://schemas.microsoft.com/office/drawing/2014/main" id="{2A087BB0-899B-B94D-E782-6634B7994724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도어</a:t>
                  </a:r>
                  <a:endParaRPr lang="en-US" altLang="ko-KR" sz="800"/>
                </a:p>
                <a:p>
                  <a:pPr algn="ctr"/>
                  <a:r>
                    <a:rPr lang="ko-KR" altLang="en-US" sz="800"/>
                    <a:t>체커</a:t>
                  </a:r>
                </a:p>
              </p:txBody>
            </p:sp>
          </p:grpSp>
          <p:grpSp>
            <p:nvGrpSpPr>
              <p:cNvPr id="135" name="그룹 134">
                <a:extLst>
                  <a:ext uri="{FF2B5EF4-FFF2-40B4-BE49-F238E27FC236}">
                    <a16:creationId xmlns:a16="http://schemas.microsoft.com/office/drawing/2014/main" id="{8CC6E7D7-C52C-5322-11DA-5BEEA4A8E418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139" name="타원 138">
                  <a:extLst>
                    <a:ext uri="{FF2B5EF4-FFF2-40B4-BE49-F238E27FC236}">
                      <a16:creationId xmlns:a16="http://schemas.microsoft.com/office/drawing/2014/main" id="{D821EA0D-FC3D-03DF-97C5-BEFE2322CD9C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>
                      <a:latin typeface="+mj-ea"/>
                    </a:rPr>
                    <a:t>나사탭</a:t>
                  </a:r>
                  <a:r>
                    <a:rPr lang="en-US" altLang="ko-KR" sz="800" dirty="0">
                      <a:latin typeface="+mj-ea"/>
                    </a:rPr>
                    <a:t>:</a:t>
                  </a:r>
                  <a:r>
                    <a:rPr lang="ko-KR" altLang="en-US" sz="800" dirty="0">
                      <a:latin typeface="+mj-ea"/>
                    </a:rPr>
                    <a:t> </a:t>
                  </a:r>
                  <a:r>
                    <a:rPr lang="en-US" altLang="ko-KR" sz="800" dirty="0">
                      <a:latin typeface="+mj-ea"/>
                    </a:rPr>
                    <a:t>M8</a:t>
                  </a:r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0" name="사각형: 둥근 모서리 139">
                  <a:extLst>
                    <a:ext uri="{FF2B5EF4-FFF2-40B4-BE49-F238E27FC236}">
                      <a16:creationId xmlns:a16="http://schemas.microsoft.com/office/drawing/2014/main" id="{2BF7B15C-B5E0-B15C-3F5C-37C37C2EAA6E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바디</a:t>
                  </a:r>
                </a:p>
              </p:txBody>
            </p:sp>
          </p:grpSp>
          <p:grpSp>
            <p:nvGrpSpPr>
              <p:cNvPr id="136" name="그룹 135">
                <a:extLst>
                  <a:ext uri="{FF2B5EF4-FFF2-40B4-BE49-F238E27FC236}">
                    <a16:creationId xmlns:a16="http://schemas.microsoft.com/office/drawing/2014/main" id="{030365D4-ABF3-8522-5446-73C403E40000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137" name="타원 136">
                  <a:extLst>
                    <a:ext uri="{FF2B5EF4-FFF2-40B4-BE49-F238E27FC236}">
                      <a16:creationId xmlns:a16="http://schemas.microsoft.com/office/drawing/2014/main" id="{6159FA6A-218C-F510-17D4-D7CFB8E84D4C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/>
                    <a:t>나사</a:t>
                  </a:r>
                  <a:r>
                    <a:rPr lang="en-US" altLang="ko-KR" sz="800"/>
                    <a:t>: M8</a:t>
                  </a:r>
                  <a:endParaRPr lang="ko-KR" altLang="en-US" sz="800" dirty="0"/>
                </a:p>
              </p:txBody>
            </p:sp>
            <p:sp>
              <p:nvSpPr>
                <p:cNvPr id="138" name="사각형: 둥근 모서리 137">
                  <a:extLst>
                    <a:ext uri="{FF2B5EF4-FFF2-40B4-BE49-F238E27FC236}">
                      <a16:creationId xmlns:a16="http://schemas.microsoft.com/office/drawing/2014/main" id="{98BD49AC-4150-B250-34F2-B513CAA93981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볼트</a:t>
                  </a:r>
                  <a:r>
                    <a:rPr lang="en-US" altLang="ko-KR" sz="800"/>
                    <a:t>1</a:t>
                  </a:r>
                  <a:endParaRPr lang="ko-KR" altLang="en-US" sz="800" dirty="0"/>
                </a:p>
              </p:txBody>
            </p:sp>
          </p:grpSp>
        </p:grp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B8A0B08D-307C-3D3A-605D-E30B9AFA19AE}"/>
              </a:ext>
            </a:extLst>
          </p:cNvPr>
          <p:cNvSpPr txBox="1"/>
          <p:nvPr/>
        </p:nvSpPr>
        <p:spPr>
          <a:xfrm>
            <a:off x="9513101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4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31639B9-D10E-FCCD-6A35-EABFAC7C0E08}"/>
              </a:ext>
            </a:extLst>
          </p:cNvPr>
          <p:cNvSpPr/>
          <p:nvPr/>
        </p:nvSpPr>
        <p:spPr bwMode="auto">
          <a:xfrm>
            <a:off x="5965969" y="1586079"/>
            <a:ext cx="1588890" cy="1228625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 dirty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D7BCC-3599-7998-D1CA-954B9D4E70A7}"/>
              </a:ext>
            </a:extLst>
          </p:cNvPr>
          <p:cNvSpPr txBox="1"/>
          <p:nvPr/>
        </p:nvSpPr>
        <p:spPr>
          <a:xfrm>
            <a:off x="6103203" y="1493814"/>
            <a:ext cx="1314421" cy="584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Initial state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BBC724AF-23DF-D6E2-3200-DB1857063019}"/>
              </a:ext>
            </a:extLst>
          </p:cNvPr>
          <p:cNvGrpSpPr/>
          <p:nvPr/>
        </p:nvGrpSpPr>
        <p:grpSpPr>
          <a:xfrm>
            <a:off x="6050376" y="1863793"/>
            <a:ext cx="1420077" cy="859212"/>
            <a:chOff x="567997" y="1152609"/>
            <a:chExt cx="1734024" cy="1329763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D7686069-3EDD-A799-4234-E904B81FEFD2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11C5BFFA-22A3-CCCE-4705-60DA345D063E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81" name="타원 80">
                  <a:extLst>
                    <a:ext uri="{FF2B5EF4-FFF2-40B4-BE49-F238E27FC236}">
                      <a16:creationId xmlns:a16="http://schemas.microsoft.com/office/drawing/2014/main" id="{14039BFE-1994-4E06-1C03-0ED2F55280E2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2" name="타원 81">
                  <a:extLst>
                    <a:ext uri="{FF2B5EF4-FFF2-40B4-BE49-F238E27FC236}">
                      <a16:creationId xmlns:a16="http://schemas.microsoft.com/office/drawing/2014/main" id="{AAE4A7AC-D6B8-7476-E24E-81C47352D3AE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83" name="직선 연결선 82">
                  <a:extLst>
                    <a:ext uri="{FF2B5EF4-FFF2-40B4-BE49-F238E27FC236}">
                      <a16:creationId xmlns:a16="http://schemas.microsoft.com/office/drawing/2014/main" id="{AB69CECA-5666-006F-5299-73FB31C46CEA}"/>
                    </a:ext>
                  </a:extLst>
                </p:cNvPr>
                <p:cNvCxnSpPr>
                  <a:cxnSpLocks/>
                  <a:endCxn id="81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505AFD0C-0684-EC57-3D64-4DF6ACE7C2B8}"/>
                    </a:ext>
                  </a:extLst>
                </p:cNvPr>
                <p:cNvCxnSpPr>
                  <a:cxnSpLocks/>
                  <a:stCxn id="82" idx="2"/>
                  <a:endCxn id="81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85" name="그룹 84">
                  <a:extLst>
                    <a:ext uri="{FF2B5EF4-FFF2-40B4-BE49-F238E27FC236}">
                      <a16:creationId xmlns:a16="http://schemas.microsoft.com/office/drawing/2014/main" id="{D34902A6-A3D2-094D-7028-54E08B3FC3E2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86" name="사각형: 둥근 모서리 85">
                    <a:extLst>
                      <a:ext uri="{FF2B5EF4-FFF2-40B4-BE49-F238E27FC236}">
                        <a16:creationId xmlns:a16="http://schemas.microsoft.com/office/drawing/2014/main" id="{6A412C65-8187-B12A-AE9D-0D2B57773ED2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7" name="타원 86">
                    <a:extLst>
                      <a:ext uri="{FF2B5EF4-FFF2-40B4-BE49-F238E27FC236}">
                        <a16:creationId xmlns:a16="http://schemas.microsoft.com/office/drawing/2014/main" id="{65CA4B98-2B70-1957-1AF7-77EC0272F882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8" name="타원 87">
                    <a:extLst>
                      <a:ext uri="{FF2B5EF4-FFF2-40B4-BE49-F238E27FC236}">
                        <a16:creationId xmlns:a16="http://schemas.microsoft.com/office/drawing/2014/main" id="{D08C62C9-D75B-F2FB-5589-AB34FDAECB38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9" name="타원 88">
                    <a:extLst>
                      <a:ext uri="{FF2B5EF4-FFF2-40B4-BE49-F238E27FC236}">
                        <a16:creationId xmlns:a16="http://schemas.microsoft.com/office/drawing/2014/main" id="{718F023C-B5BA-2139-38A9-2F25C10C61E7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A65B4758-DD61-AA49-895B-858AAD91918E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64" name="타원 63">
                  <a:extLst>
                    <a:ext uri="{FF2B5EF4-FFF2-40B4-BE49-F238E27FC236}">
                      <a16:creationId xmlns:a16="http://schemas.microsoft.com/office/drawing/2014/main" id="{3E1886E7-FC68-1901-C111-73DEDD6071CD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65" name="그룹 64">
                  <a:extLst>
                    <a:ext uri="{FF2B5EF4-FFF2-40B4-BE49-F238E27FC236}">
                      <a16:creationId xmlns:a16="http://schemas.microsoft.com/office/drawing/2014/main" id="{855CF3A2-0458-3F07-CB7A-CE17093D7B61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75" name="사각형: 둥근 모서리 74">
                    <a:extLst>
                      <a:ext uri="{FF2B5EF4-FFF2-40B4-BE49-F238E27FC236}">
                        <a16:creationId xmlns:a16="http://schemas.microsoft.com/office/drawing/2014/main" id="{5B126056-CC6B-41C3-E61D-DA6371E27E81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76" name="그룹 75">
                    <a:extLst>
                      <a:ext uri="{FF2B5EF4-FFF2-40B4-BE49-F238E27FC236}">
                        <a16:creationId xmlns:a16="http://schemas.microsoft.com/office/drawing/2014/main" id="{2A694D3E-3C91-A9D2-8493-05B904C4F238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78" name="타원 77">
                      <a:extLst>
                        <a:ext uri="{FF2B5EF4-FFF2-40B4-BE49-F238E27FC236}">
                          <a16:creationId xmlns:a16="http://schemas.microsoft.com/office/drawing/2014/main" id="{AAAC8159-2103-D158-4A92-9211C6C993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79" name="타원 78">
                      <a:extLst>
                        <a:ext uri="{FF2B5EF4-FFF2-40B4-BE49-F238E27FC236}">
                          <a16:creationId xmlns:a16="http://schemas.microsoft.com/office/drawing/2014/main" id="{7853ECB8-1D6E-9E69-E4B1-D2D4FC1968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0" name="타원 79">
                      <a:extLst>
                        <a:ext uri="{FF2B5EF4-FFF2-40B4-BE49-F238E27FC236}">
                          <a16:creationId xmlns:a16="http://schemas.microsoft.com/office/drawing/2014/main" id="{33F68CED-07D6-A96A-D80F-04C0F21EEB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77" name="타원 76">
                    <a:extLst>
                      <a:ext uri="{FF2B5EF4-FFF2-40B4-BE49-F238E27FC236}">
                        <a16:creationId xmlns:a16="http://schemas.microsoft.com/office/drawing/2014/main" id="{26A486A5-CF45-B0E9-1112-B4EF24F1854A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66" name="타원 65">
                  <a:extLst>
                    <a:ext uri="{FF2B5EF4-FFF2-40B4-BE49-F238E27FC236}">
                      <a16:creationId xmlns:a16="http://schemas.microsoft.com/office/drawing/2014/main" id="{0020D0B6-251D-08F0-C3B1-A46CB231A112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9DA075BD-4144-F8D6-E1FA-72CA4DFEA995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78E19C14-CCA8-2080-60C7-7BEC559D1927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D89713F7-0D65-6305-2EC0-DC916C79A466}"/>
                    </a:ext>
                  </a:extLst>
                </p:cNvPr>
                <p:cNvCxnSpPr>
                  <a:cxnSpLocks/>
                  <a:endCxn id="64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직선 연결선 70">
                  <a:extLst>
                    <a:ext uri="{FF2B5EF4-FFF2-40B4-BE49-F238E27FC236}">
                      <a16:creationId xmlns:a16="http://schemas.microsoft.com/office/drawing/2014/main" id="{E19930B1-41CA-321C-F1D3-1F4231B054B3}"/>
                    </a:ext>
                  </a:extLst>
                </p:cNvPr>
                <p:cNvCxnSpPr>
                  <a:cxnSpLocks/>
                  <a:stCxn id="64" idx="7"/>
                  <a:endCxn id="66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5F49DB18-2BC6-4251-44E8-07CE7C990D45}"/>
                    </a:ext>
                  </a:extLst>
                </p:cNvPr>
                <p:cNvCxnSpPr>
                  <a:cxnSpLocks/>
                  <a:stCxn id="67" idx="1"/>
                  <a:endCxn id="64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직선 연결선 72">
                  <a:extLst>
                    <a:ext uri="{FF2B5EF4-FFF2-40B4-BE49-F238E27FC236}">
                      <a16:creationId xmlns:a16="http://schemas.microsoft.com/office/drawing/2014/main" id="{2C342C3B-3CA4-E28D-4845-269F972D88B1}"/>
                    </a:ext>
                  </a:extLst>
                </p:cNvPr>
                <p:cNvCxnSpPr>
                  <a:cxnSpLocks/>
                  <a:stCxn id="69" idx="7"/>
                  <a:endCxn id="64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1CEEAEB-9A1F-A67E-D2BF-5DF8A0C09F5A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50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</a:t>
              </a:r>
            </a:p>
          </p:txBody>
        </p:sp>
      </p:grp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14C9AE77-127F-11E2-8E5F-6A2BC24FAAD8}"/>
              </a:ext>
            </a:extLst>
          </p:cNvPr>
          <p:cNvSpPr/>
          <p:nvPr/>
        </p:nvSpPr>
        <p:spPr>
          <a:xfrm>
            <a:off x="1846403" y="5173133"/>
            <a:ext cx="2060902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👍👍👍</a:t>
            </a:r>
            <a:endParaRPr lang="ko-KR" altLang="en-US" sz="1200" kern="0" dirty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6B3F08BF-C924-DA56-1E37-2543D930151E}"/>
              </a:ext>
            </a:extLst>
          </p:cNvPr>
          <p:cNvSpPr/>
          <p:nvPr/>
        </p:nvSpPr>
        <p:spPr>
          <a:xfrm>
            <a:off x="4365174" y="5173133"/>
            <a:ext cx="2060902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👍</a:t>
            </a:r>
            <a:endParaRPr lang="ko-KR" altLang="en-US" sz="1200" kern="0" dirty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9" name="말풍선: 모서리가 둥근 사각형 8">
            <a:extLst>
              <a:ext uri="{FF2B5EF4-FFF2-40B4-BE49-F238E27FC236}">
                <a16:creationId xmlns:a16="http://schemas.microsoft.com/office/drawing/2014/main" id="{93C41D07-C809-4582-CB88-22970C8F95AE}"/>
              </a:ext>
            </a:extLst>
          </p:cNvPr>
          <p:cNvSpPr/>
          <p:nvPr/>
        </p:nvSpPr>
        <p:spPr>
          <a:xfrm>
            <a:off x="6831390" y="5173133"/>
            <a:ext cx="2060901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👎👎👎</a:t>
            </a:r>
            <a:endParaRPr lang="ko-KR" altLang="en-US" sz="1200" kern="0" dirty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11" name="말풍선: 모서리가 둥근 사각형 10">
            <a:extLst>
              <a:ext uri="{FF2B5EF4-FFF2-40B4-BE49-F238E27FC236}">
                <a16:creationId xmlns:a16="http://schemas.microsoft.com/office/drawing/2014/main" id="{86E0E9A9-57E9-E2E5-C0FE-0AA853B151CC}"/>
              </a:ext>
            </a:extLst>
          </p:cNvPr>
          <p:cNvSpPr/>
          <p:nvPr/>
        </p:nvSpPr>
        <p:spPr>
          <a:xfrm>
            <a:off x="9340339" y="5166909"/>
            <a:ext cx="2060902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👎</a:t>
            </a:r>
            <a:endParaRPr lang="ko-KR" altLang="en-US" sz="1200" kern="0" dirty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5C381BC-90C6-1456-AD09-591110E50FA5}"/>
              </a:ext>
            </a:extLst>
          </p:cNvPr>
          <p:cNvGrpSpPr/>
          <p:nvPr/>
        </p:nvGrpSpPr>
        <p:grpSpPr>
          <a:xfrm>
            <a:off x="342487" y="1871869"/>
            <a:ext cx="756967" cy="756967"/>
            <a:chOff x="280988" y="1633755"/>
            <a:chExt cx="756967" cy="756967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B68CBFB9-3125-D839-23D7-DBB7275871CC}"/>
                </a:ext>
              </a:extLst>
            </p:cNvPr>
            <p:cNvSpPr/>
            <p:nvPr/>
          </p:nvSpPr>
          <p:spPr bwMode="auto">
            <a:xfrm>
              <a:off x="325962" y="1742506"/>
              <a:ext cx="667020" cy="529207"/>
            </a:xfrm>
            <a:prstGeom prst="roundRect">
              <a:avLst>
                <a:gd name="adj" fmla="val 2817"/>
              </a:avLst>
            </a:prstGeom>
            <a:solidFill>
              <a:srgbClr val="FFFF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pic>
          <p:nvPicPr>
            <p:cNvPr id="18" name="그래픽 17" descr="CMD 터미널 단색으로 채워진">
              <a:extLst>
                <a:ext uri="{FF2B5EF4-FFF2-40B4-BE49-F238E27FC236}">
                  <a16:creationId xmlns:a16="http://schemas.microsoft.com/office/drawing/2014/main" id="{BA4F7691-761F-022F-0EED-1C5E9E600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80988" y="1633755"/>
              <a:ext cx="756967" cy="756967"/>
            </a:xfrm>
            <a:prstGeom prst="rect">
              <a:avLst/>
            </a:prstGeom>
          </p:spPr>
        </p:pic>
      </p:grp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96F216C9-790F-ACB8-52E1-C5CF8230F712}"/>
              </a:ext>
            </a:extLst>
          </p:cNvPr>
          <p:cNvSpPr/>
          <p:nvPr/>
        </p:nvSpPr>
        <p:spPr>
          <a:xfrm>
            <a:off x="141349" y="921798"/>
            <a:ext cx="2379509" cy="598830"/>
          </a:xfrm>
          <a:prstGeom prst="roundRect">
            <a:avLst>
              <a:gd name="adj" fmla="val 12042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가능 </a:t>
            </a:r>
            <a:r>
              <a:rPr lang="en-US" altLang="ko-KR" sz="1600" dirty="0"/>
              <a:t>Plan </a:t>
            </a:r>
            <a:r>
              <a:rPr lang="ko-KR" altLang="en-US" sz="1600" dirty="0"/>
              <a:t>탐색 시스템</a:t>
            </a:r>
            <a:endParaRPr lang="en-US" altLang="ko-KR" sz="1600" dirty="0"/>
          </a:p>
          <a:p>
            <a:pPr algn="ctr"/>
            <a:r>
              <a:rPr lang="en-US" altLang="ko-KR" sz="1600" dirty="0"/>
              <a:t>(Search Algorithm)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46833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AC1AD-7499-34B2-50FE-61884085C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사각형: 둥근 모서리 220">
            <a:extLst>
              <a:ext uri="{FF2B5EF4-FFF2-40B4-BE49-F238E27FC236}">
                <a16:creationId xmlns:a16="http://schemas.microsoft.com/office/drawing/2014/main" id="{57F07DC1-2C9A-5C60-8608-8E74325147FD}"/>
              </a:ext>
            </a:extLst>
          </p:cNvPr>
          <p:cNvSpPr/>
          <p:nvPr/>
        </p:nvSpPr>
        <p:spPr>
          <a:xfrm>
            <a:off x="203365" y="1139431"/>
            <a:ext cx="11785270" cy="5608896"/>
          </a:xfrm>
          <a:prstGeom prst="roundRect">
            <a:avLst>
              <a:gd name="adj" fmla="val 3238"/>
            </a:avLst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cxnSp>
        <p:nvCxnSpPr>
          <p:cNvPr id="3" name="Google Shape;295;p20">
            <a:extLst>
              <a:ext uri="{FF2B5EF4-FFF2-40B4-BE49-F238E27FC236}">
                <a16:creationId xmlns:a16="http://schemas.microsoft.com/office/drawing/2014/main" id="{20362894-5718-0729-1603-BA8D77E30FFC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5369034" y="2689487"/>
            <a:ext cx="878508" cy="53528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294;p20">
            <a:extLst>
              <a:ext uri="{FF2B5EF4-FFF2-40B4-BE49-F238E27FC236}">
                <a16:creationId xmlns:a16="http://schemas.microsoft.com/office/drawing/2014/main" id="{FEECA600-E665-66E8-9F2A-78ABE6017B77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7315200" y="2341044"/>
            <a:ext cx="3038195" cy="883725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294;p20">
            <a:extLst>
              <a:ext uri="{FF2B5EF4-FFF2-40B4-BE49-F238E27FC236}">
                <a16:creationId xmlns:a16="http://schemas.microsoft.com/office/drawing/2014/main" id="{540950FE-D4FB-D808-A630-E8A10DD49CA6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2876854" y="2463779"/>
            <a:ext cx="3211944" cy="76099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AutoShape 176">
            <a:extLst>
              <a:ext uri="{FF2B5EF4-FFF2-40B4-BE49-F238E27FC236}">
                <a16:creationId xmlns:a16="http://schemas.microsoft.com/office/drawing/2014/main" id="{852E837B-9D46-5C91-3F90-565CD465F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50" y="1619805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③ </a:t>
            </a:r>
            <a:r>
              <a:rPr lang="ko-KR" altLang="en-US" sz="1600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후보 재생성 및 확장</a:t>
            </a:r>
            <a:r>
              <a:rPr lang="ko-KR" altLang="en-US" sz="1600" dirty="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단계</a:t>
            </a:r>
            <a:endParaRPr lang="en-US" altLang="ko-KR" sz="1600" dirty="0">
              <a:solidFill>
                <a:srgbClr val="00000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90A3C19-5659-65D5-9701-282EA205ED1A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3] Planning </a:t>
            </a:r>
            <a:r>
              <a:rPr kumimoji="1" lang="ko-KR" altLang="en-US" sz="2400" b="1" dirty="0">
                <a:latin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</a:rPr>
              <a:t>: </a:t>
            </a:r>
            <a:r>
              <a:rPr kumimoji="1" lang="ko-KR" altLang="en-US" sz="2400" b="1" dirty="0">
                <a:latin typeface="+mj-ea"/>
              </a:rPr>
              <a:t>가능 </a:t>
            </a:r>
            <a:r>
              <a:rPr kumimoji="1" lang="en-US" altLang="ko-KR" sz="2400" b="1" dirty="0">
                <a:latin typeface="+mj-ea"/>
              </a:rPr>
              <a:t>Plan </a:t>
            </a:r>
            <a:r>
              <a:rPr kumimoji="1" lang="ko-KR" altLang="en-US" sz="2400" b="1" dirty="0">
                <a:latin typeface="+mj-ea"/>
              </a:rPr>
              <a:t>탐색 시스템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9E194D0F-D877-1010-6AEB-FAB1B0F3C52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1">
            <a:extLst>
              <a:ext uri="{FF2B5EF4-FFF2-40B4-BE49-F238E27FC236}">
                <a16:creationId xmlns:a16="http://schemas.microsoft.com/office/drawing/2014/main" id="{913DEF92-7318-9ABC-BCC5-50D84512B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109E06AE-0117-324A-3BBA-B07A1B19FAB4}"/>
              </a:ext>
            </a:extLst>
          </p:cNvPr>
          <p:cNvSpPr/>
          <p:nvPr/>
        </p:nvSpPr>
        <p:spPr>
          <a:xfrm>
            <a:off x="141349" y="921798"/>
            <a:ext cx="2379509" cy="598830"/>
          </a:xfrm>
          <a:prstGeom prst="roundRect">
            <a:avLst>
              <a:gd name="adj" fmla="val 12042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가능 </a:t>
            </a:r>
            <a:r>
              <a:rPr lang="en-US" altLang="ko-KR" sz="1600" dirty="0"/>
              <a:t>Plan </a:t>
            </a:r>
            <a:r>
              <a:rPr lang="ko-KR" altLang="en-US" sz="1600" dirty="0"/>
              <a:t>탐색 시스템</a:t>
            </a:r>
            <a:endParaRPr lang="en-US" altLang="ko-KR" sz="1600" dirty="0"/>
          </a:p>
          <a:p>
            <a:pPr algn="ctr"/>
            <a:r>
              <a:rPr lang="en-US" altLang="ko-KR" sz="1600" dirty="0"/>
              <a:t>(Search Algorithm)</a:t>
            </a:r>
            <a:endParaRPr lang="ko-KR" altLang="en-US" sz="1600" dirty="0"/>
          </a:p>
        </p:txBody>
      </p:sp>
      <p:cxnSp>
        <p:nvCxnSpPr>
          <p:cNvPr id="156" name="Google Shape;295;p20">
            <a:extLst>
              <a:ext uri="{FF2B5EF4-FFF2-40B4-BE49-F238E27FC236}">
                <a16:creationId xmlns:a16="http://schemas.microsoft.com/office/drawing/2014/main" id="{98C41D6B-5DA6-F742-A618-BD5922D35B70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6831390" y="2147507"/>
            <a:ext cx="1029824" cy="107726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464CA36-9A4C-0CDF-CD91-680FC7B1D052}"/>
              </a:ext>
            </a:extLst>
          </p:cNvPr>
          <p:cNvGrpSpPr/>
          <p:nvPr/>
        </p:nvGrpSpPr>
        <p:grpSpPr>
          <a:xfrm>
            <a:off x="8322227" y="4608306"/>
            <a:ext cx="1087101" cy="426287"/>
            <a:chOff x="8303614" y="4440472"/>
            <a:chExt cx="1140658" cy="471479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1F807460-2BE7-BB96-EB57-308BFBA9AE99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21" name="곱하기 기호 20">
              <a:extLst>
                <a:ext uri="{FF2B5EF4-FFF2-40B4-BE49-F238E27FC236}">
                  <a16:creationId xmlns:a16="http://schemas.microsoft.com/office/drawing/2014/main" id="{24DC0625-7912-E86C-901A-4577D341BD85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23" name="Google Shape;295;p20">
            <a:extLst>
              <a:ext uri="{FF2B5EF4-FFF2-40B4-BE49-F238E27FC236}">
                <a16:creationId xmlns:a16="http://schemas.microsoft.com/office/drawing/2014/main" id="{C933A19C-5C5F-B030-128C-952032DBEB8E}"/>
              </a:ext>
            </a:extLst>
          </p:cNvPr>
          <p:cNvCxnSpPr>
            <a:cxnSpLocks/>
            <a:stCxn id="145" idx="2"/>
            <a:endCxn id="20" idx="0"/>
          </p:cNvCxnSpPr>
          <p:nvPr/>
        </p:nvCxnSpPr>
        <p:spPr>
          <a:xfrm>
            <a:off x="7861214" y="3980995"/>
            <a:ext cx="1004564" cy="627311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46FADFD-2B3E-9F06-7A85-F0E204780A66}"/>
              </a:ext>
            </a:extLst>
          </p:cNvPr>
          <p:cNvGrpSpPr/>
          <p:nvPr/>
        </p:nvGrpSpPr>
        <p:grpSpPr>
          <a:xfrm>
            <a:off x="10112662" y="4608306"/>
            <a:ext cx="1087101" cy="426287"/>
            <a:chOff x="8303614" y="4440472"/>
            <a:chExt cx="1140658" cy="471479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58548233-CDD1-5B71-476E-E48EC8F06DFF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 dirty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5" name="곱하기 기호 34">
              <a:extLst>
                <a:ext uri="{FF2B5EF4-FFF2-40B4-BE49-F238E27FC236}">
                  <a16:creationId xmlns:a16="http://schemas.microsoft.com/office/drawing/2014/main" id="{7DADCF26-2FD7-884D-A30B-BD9333402338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37" name="Google Shape;295;p20">
            <a:extLst>
              <a:ext uri="{FF2B5EF4-FFF2-40B4-BE49-F238E27FC236}">
                <a16:creationId xmlns:a16="http://schemas.microsoft.com/office/drawing/2014/main" id="{5E763163-6488-A76A-3A1A-4EF207B8C0A8}"/>
              </a:ext>
            </a:extLst>
          </p:cNvPr>
          <p:cNvCxnSpPr>
            <a:cxnSpLocks/>
            <a:stCxn id="144" idx="2"/>
            <a:endCxn id="32" idx="0"/>
          </p:cNvCxnSpPr>
          <p:nvPr/>
        </p:nvCxnSpPr>
        <p:spPr>
          <a:xfrm>
            <a:off x="10353395" y="4151996"/>
            <a:ext cx="302818" cy="45631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" name="Google Shape;295;p20">
            <a:extLst>
              <a:ext uri="{FF2B5EF4-FFF2-40B4-BE49-F238E27FC236}">
                <a16:creationId xmlns:a16="http://schemas.microsoft.com/office/drawing/2014/main" id="{029D255E-AA15-B806-9E05-096A30EAA9B8}"/>
              </a:ext>
            </a:extLst>
          </p:cNvPr>
          <p:cNvCxnSpPr>
            <a:cxnSpLocks/>
            <a:stCxn id="14" idx="2"/>
            <a:endCxn id="95" idx="0"/>
          </p:cNvCxnSpPr>
          <p:nvPr/>
        </p:nvCxnSpPr>
        <p:spPr>
          <a:xfrm flipH="1">
            <a:off x="1653072" y="3985290"/>
            <a:ext cx="1223782" cy="623016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717DB51-3F3A-4D56-AC5B-00D8A98F325E}"/>
              </a:ext>
            </a:extLst>
          </p:cNvPr>
          <p:cNvSpPr/>
          <p:nvPr/>
        </p:nvSpPr>
        <p:spPr bwMode="auto">
          <a:xfrm>
            <a:off x="1898958" y="3224769"/>
            <a:ext cx="1955792" cy="760521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B1971C-D4A5-36CA-C772-09D63B05B4CD}"/>
              </a:ext>
            </a:extLst>
          </p:cNvPr>
          <p:cNvSpPr txBox="1"/>
          <p:nvPr/>
        </p:nvSpPr>
        <p:spPr>
          <a:xfrm>
            <a:off x="2036560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</a:t>
            </a: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D06CA676-4AC9-ED0A-6294-319D64D7816D}"/>
              </a:ext>
            </a:extLst>
          </p:cNvPr>
          <p:cNvGrpSpPr/>
          <p:nvPr/>
        </p:nvGrpSpPr>
        <p:grpSpPr>
          <a:xfrm>
            <a:off x="1998346" y="3557957"/>
            <a:ext cx="1757016" cy="353080"/>
            <a:chOff x="9133527" y="1125845"/>
            <a:chExt cx="2204162" cy="904189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B7C750AA-C8DD-7255-F14E-6F930E53DD03}"/>
                </a:ext>
              </a:extLst>
            </p:cNvPr>
            <p:cNvSpPr/>
            <p:nvPr/>
          </p:nvSpPr>
          <p:spPr>
            <a:xfrm>
              <a:off x="9133527" y="1125845"/>
              <a:ext cx="2204162" cy="90418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290BC1DE-2A06-2AB7-DD29-4083BDD091ED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100" name="그룹 99">
                <a:extLst>
                  <a:ext uri="{FF2B5EF4-FFF2-40B4-BE49-F238E27FC236}">
                    <a16:creationId xmlns:a16="http://schemas.microsoft.com/office/drawing/2014/main" id="{450BCB96-F185-64C6-9D5B-98C38D6F41B2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105" name="사각형: 둥근 모서리 104">
                  <a:extLst>
                    <a:ext uri="{FF2B5EF4-FFF2-40B4-BE49-F238E27FC236}">
                      <a16:creationId xmlns:a16="http://schemas.microsoft.com/office/drawing/2014/main" id="{E49A4233-DDB1-749D-74E6-A9C305E25ECB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06" name="사각형: 둥근 모서리 105">
                  <a:extLst>
                    <a:ext uri="{FF2B5EF4-FFF2-40B4-BE49-F238E27FC236}">
                      <a16:creationId xmlns:a16="http://schemas.microsoft.com/office/drawing/2014/main" id="{4313F032-5DBA-0F74-723A-D8869436DAF8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01" name="그룹 100">
                <a:extLst>
                  <a:ext uri="{FF2B5EF4-FFF2-40B4-BE49-F238E27FC236}">
                    <a16:creationId xmlns:a16="http://schemas.microsoft.com/office/drawing/2014/main" id="{4E85FEF2-9693-2158-D6BD-0267A076C545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103" name="사각형: 둥근 모서리 102">
                  <a:extLst>
                    <a:ext uri="{FF2B5EF4-FFF2-40B4-BE49-F238E27FC236}">
                      <a16:creationId xmlns:a16="http://schemas.microsoft.com/office/drawing/2014/main" id="{7A38798F-2CCF-D2A2-430C-8BC2321EF692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04" name="사각형: 둥근 모서리 103">
                  <a:extLst>
                    <a:ext uri="{FF2B5EF4-FFF2-40B4-BE49-F238E27FC236}">
                      <a16:creationId xmlns:a16="http://schemas.microsoft.com/office/drawing/2014/main" id="{E6743BD0-4246-ECCB-9CF7-5F89279E59B4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</p:grp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C2D5BEB4-8CFA-1CEB-3611-4809CEB73B84}"/>
                  </a:ext>
                </a:extLst>
              </p:cNvPr>
              <p:cNvCxnSpPr>
                <a:stCxn id="105" idx="2"/>
                <a:endCxn id="103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D0B1CF74-D4BA-EE7C-AB9E-BE0C39C30340}"/>
              </a:ext>
            </a:extLst>
          </p:cNvPr>
          <p:cNvSpPr/>
          <p:nvPr/>
        </p:nvSpPr>
        <p:spPr bwMode="auto">
          <a:xfrm>
            <a:off x="6883318" y="3224769"/>
            <a:ext cx="1955792" cy="756226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027BE1-B169-0FE6-6B42-8FDFE4C9542B}"/>
              </a:ext>
            </a:extLst>
          </p:cNvPr>
          <p:cNvSpPr txBox="1"/>
          <p:nvPr/>
        </p:nvSpPr>
        <p:spPr>
          <a:xfrm>
            <a:off x="7020920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3</a:t>
            </a: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E09C1AA4-BFF9-E20A-4DC6-E91669E3450B}"/>
              </a:ext>
            </a:extLst>
          </p:cNvPr>
          <p:cNvGrpSpPr/>
          <p:nvPr/>
        </p:nvGrpSpPr>
        <p:grpSpPr>
          <a:xfrm>
            <a:off x="6982706" y="3549440"/>
            <a:ext cx="1757016" cy="365703"/>
            <a:chOff x="9133527" y="3725979"/>
            <a:chExt cx="2204162" cy="954834"/>
          </a:xfrm>
        </p:grpSpPr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EF58D0FC-256A-5E35-E81F-7290D9663CA6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CF4F3D17-3777-C524-C44D-9FE862FE5624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110" name="그룹 109">
                <a:extLst>
                  <a:ext uri="{FF2B5EF4-FFF2-40B4-BE49-F238E27FC236}">
                    <a16:creationId xmlns:a16="http://schemas.microsoft.com/office/drawing/2014/main" id="{6C1D7A30-5D80-F38D-E441-C2A8DDEE3654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115" name="사각형: 둥근 모서리 114">
                  <a:extLst>
                    <a:ext uri="{FF2B5EF4-FFF2-40B4-BE49-F238E27FC236}">
                      <a16:creationId xmlns:a16="http://schemas.microsoft.com/office/drawing/2014/main" id="{38D753DC-4A12-B3F3-5FDD-6B98A816BD8E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20D535F1-58FB-CB62-B70F-44A83B1132AC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111" name="그룹 110">
                <a:extLst>
                  <a:ext uri="{FF2B5EF4-FFF2-40B4-BE49-F238E27FC236}">
                    <a16:creationId xmlns:a16="http://schemas.microsoft.com/office/drawing/2014/main" id="{8F5FD9AE-7446-88C0-4DB4-CD34BFF07BB0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113" name="사각형: 둥근 모서리 112">
                  <a:extLst>
                    <a:ext uri="{FF2B5EF4-FFF2-40B4-BE49-F238E27FC236}">
                      <a16:creationId xmlns:a16="http://schemas.microsoft.com/office/drawing/2014/main" id="{1336D406-CF00-1429-3063-62899BCFDA86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14" name="타원 113">
                  <a:extLst>
                    <a:ext uri="{FF2B5EF4-FFF2-40B4-BE49-F238E27FC236}">
                      <a16:creationId xmlns:a16="http://schemas.microsoft.com/office/drawing/2014/main" id="{E64F7C38-E3A9-E75E-A3FD-504AF8530CFA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25A68CB2-C180-17C6-DDA3-762AF3E38AA4}"/>
                  </a:ext>
                </a:extLst>
              </p:cNvPr>
              <p:cNvCxnSpPr>
                <a:cxnSpLocks/>
                <a:stCxn id="116" idx="0"/>
                <a:endCxn id="114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FE025A3-7210-D71B-4AAD-021784EEEF16}"/>
              </a:ext>
            </a:extLst>
          </p:cNvPr>
          <p:cNvSpPr/>
          <p:nvPr/>
        </p:nvSpPr>
        <p:spPr bwMode="auto">
          <a:xfrm>
            <a:off x="4329432" y="3224770"/>
            <a:ext cx="2079204" cy="979532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6618EC-6768-3AD4-068D-6010B11C0789}"/>
              </a:ext>
            </a:extLst>
          </p:cNvPr>
          <p:cNvSpPr txBox="1"/>
          <p:nvPr/>
        </p:nvSpPr>
        <p:spPr>
          <a:xfrm>
            <a:off x="4531884" y="3224769"/>
            <a:ext cx="1674300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</a:t>
            </a: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61CFF9D4-9329-2BFB-B12A-D543DCC61A58}"/>
              </a:ext>
            </a:extLst>
          </p:cNvPr>
          <p:cNvGrpSpPr/>
          <p:nvPr/>
        </p:nvGrpSpPr>
        <p:grpSpPr>
          <a:xfrm>
            <a:off x="4490526" y="3549440"/>
            <a:ext cx="1757016" cy="570710"/>
            <a:chOff x="9133527" y="2187491"/>
            <a:chExt cx="2204162" cy="1441156"/>
          </a:xfrm>
        </p:grpSpPr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6367EC58-AE7D-78A0-0ADC-362B41D50E6F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F523CC06-3990-1331-0ACB-02D2F3045724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120" name="직선 연결선 119">
                <a:extLst>
                  <a:ext uri="{FF2B5EF4-FFF2-40B4-BE49-F238E27FC236}">
                    <a16:creationId xmlns:a16="http://schemas.microsoft.com/office/drawing/2014/main" id="{CB27227E-B968-9F88-F5C5-1FB839787B2B}"/>
                  </a:ext>
                </a:extLst>
              </p:cNvPr>
              <p:cNvCxnSpPr>
                <a:cxnSpLocks/>
                <a:stCxn id="128" idx="2"/>
                <a:endCxn id="124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1" name="그룹 120">
                <a:extLst>
                  <a:ext uri="{FF2B5EF4-FFF2-40B4-BE49-F238E27FC236}">
                    <a16:creationId xmlns:a16="http://schemas.microsoft.com/office/drawing/2014/main" id="{6214B9CF-8AE0-6997-ECFC-5214C29B50B5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128" name="사각형: 둥근 모서리 127">
                  <a:extLst>
                    <a:ext uri="{FF2B5EF4-FFF2-40B4-BE49-F238E27FC236}">
                      <a16:creationId xmlns:a16="http://schemas.microsoft.com/office/drawing/2014/main" id="{3B7D55CF-78C0-8613-4DB1-70332F4C0C63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29" name="사각형: 둥근 모서리 128">
                  <a:extLst>
                    <a:ext uri="{FF2B5EF4-FFF2-40B4-BE49-F238E27FC236}">
                      <a16:creationId xmlns:a16="http://schemas.microsoft.com/office/drawing/2014/main" id="{04259466-C9F6-7987-820B-E94AEFF4E669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C06E39DD-D6B0-5D42-0139-733F21AF2992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126" name="사각형: 둥근 모서리 125">
                  <a:extLst>
                    <a:ext uri="{FF2B5EF4-FFF2-40B4-BE49-F238E27FC236}">
                      <a16:creationId xmlns:a16="http://schemas.microsoft.com/office/drawing/2014/main" id="{7E33433A-BA24-337D-1B7D-6959FB64B1BA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27" name="사각형: 둥근 모서리 126">
                  <a:extLst>
                    <a:ext uri="{FF2B5EF4-FFF2-40B4-BE49-F238E27FC236}">
                      <a16:creationId xmlns:a16="http://schemas.microsoft.com/office/drawing/2014/main" id="{9BFAF2A9-FFF5-07DB-4B4F-522B1FCF40CC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23" name="그룹 122">
                <a:extLst>
                  <a:ext uri="{FF2B5EF4-FFF2-40B4-BE49-F238E27FC236}">
                    <a16:creationId xmlns:a16="http://schemas.microsoft.com/office/drawing/2014/main" id="{F63522EA-A70E-3BC6-157B-07D79D56EBC2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124" name="타원 123">
                  <a:extLst>
                    <a:ext uri="{FF2B5EF4-FFF2-40B4-BE49-F238E27FC236}">
                      <a16:creationId xmlns:a16="http://schemas.microsoft.com/office/drawing/2014/main" id="{7439A7B5-768C-26CB-5D3A-A7D7CAC557F2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25" name="사각형: 둥근 모서리 124">
                  <a:extLst>
                    <a:ext uri="{FF2B5EF4-FFF2-40B4-BE49-F238E27FC236}">
                      <a16:creationId xmlns:a16="http://schemas.microsoft.com/office/drawing/2014/main" id="{BF49BFDF-5267-BB5D-F6C2-779C509C66C2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1B0EA0D7-4899-14E4-D720-CEF5B57E3227}"/>
              </a:ext>
            </a:extLst>
          </p:cNvPr>
          <p:cNvSpPr/>
          <p:nvPr/>
        </p:nvSpPr>
        <p:spPr bwMode="auto">
          <a:xfrm>
            <a:off x="9313793" y="3224770"/>
            <a:ext cx="2079204" cy="927226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2EA8E239-DE60-5CF0-0BAD-0F394E5C517B}"/>
              </a:ext>
            </a:extLst>
          </p:cNvPr>
          <p:cNvGrpSpPr/>
          <p:nvPr/>
        </p:nvGrpSpPr>
        <p:grpSpPr>
          <a:xfrm>
            <a:off x="9465673" y="3549440"/>
            <a:ext cx="1775445" cy="528407"/>
            <a:chOff x="9133527" y="4778146"/>
            <a:chExt cx="2204162" cy="1365327"/>
          </a:xfrm>
        </p:grpSpPr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493388A6-4E84-D0ED-F514-0A4E3D19208D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3F9273C7-DD82-31CA-50DC-E70B6E4FE5A6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73E868EC-78E6-C486-AE67-058EDFF3DA62}"/>
                  </a:ext>
                </a:extLst>
              </p:cNvPr>
              <p:cNvCxnSpPr>
                <a:cxnSpLocks/>
                <a:endCxn id="137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4" name="그룹 133">
                <a:extLst>
                  <a:ext uri="{FF2B5EF4-FFF2-40B4-BE49-F238E27FC236}">
                    <a16:creationId xmlns:a16="http://schemas.microsoft.com/office/drawing/2014/main" id="{96E27AF3-D5BF-686E-F4A0-34019341813D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141" name="타원 140">
                  <a:extLst>
                    <a:ext uri="{FF2B5EF4-FFF2-40B4-BE49-F238E27FC236}">
                      <a16:creationId xmlns:a16="http://schemas.microsoft.com/office/drawing/2014/main" id="{03F81E1D-77CC-ABC5-6B7B-69A2285E756F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2" name="사각형: 둥근 모서리 141">
                  <a:extLst>
                    <a:ext uri="{FF2B5EF4-FFF2-40B4-BE49-F238E27FC236}">
                      <a16:creationId xmlns:a16="http://schemas.microsoft.com/office/drawing/2014/main" id="{68ADE240-903D-D541-2B6C-BD4B5BDD12A7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35" name="그룹 134">
                <a:extLst>
                  <a:ext uri="{FF2B5EF4-FFF2-40B4-BE49-F238E27FC236}">
                    <a16:creationId xmlns:a16="http://schemas.microsoft.com/office/drawing/2014/main" id="{81E1675F-CD7E-0B03-1613-688DB8DCF2B6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139" name="타원 138">
                  <a:extLst>
                    <a:ext uri="{FF2B5EF4-FFF2-40B4-BE49-F238E27FC236}">
                      <a16:creationId xmlns:a16="http://schemas.microsoft.com/office/drawing/2014/main" id="{D86210A8-5D6E-D496-7E90-2DC38A265D13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0" name="사각형: 둥근 모서리 139">
                  <a:extLst>
                    <a:ext uri="{FF2B5EF4-FFF2-40B4-BE49-F238E27FC236}">
                      <a16:creationId xmlns:a16="http://schemas.microsoft.com/office/drawing/2014/main" id="{C5E60590-1537-B093-5C75-FDE32015C4F4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36" name="그룹 135">
                <a:extLst>
                  <a:ext uri="{FF2B5EF4-FFF2-40B4-BE49-F238E27FC236}">
                    <a16:creationId xmlns:a16="http://schemas.microsoft.com/office/drawing/2014/main" id="{062695EF-6D84-6010-2061-FAE27181480F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137" name="타원 136">
                  <a:extLst>
                    <a:ext uri="{FF2B5EF4-FFF2-40B4-BE49-F238E27FC236}">
                      <a16:creationId xmlns:a16="http://schemas.microsoft.com/office/drawing/2014/main" id="{21B309CB-D87B-913B-6D81-0E07E4B86692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38" name="사각형: 둥근 모서리 137">
                  <a:extLst>
                    <a:ext uri="{FF2B5EF4-FFF2-40B4-BE49-F238E27FC236}">
                      <a16:creationId xmlns:a16="http://schemas.microsoft.com/office/drawing/2014/main" id="{1AEF3CF2-7769-42DA-6854-B38303767924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A7F5BFFA-A88A-472C-3CFC-295290335529}"/>
              </a:ext>
            </a:extLst>
          </p:cNvPr>
          <p:cNvSpPr txBox="1"/>
          <p:nvPr/>
        </p:nvSpPr>
        <p:spPr>
          <a:xfrm>
            <a:off x="9513101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4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E379E37-2BEF-A465-632D-E9D5813BCD1A}"/>
              </a:ext>
            </a:extLst>
          </p:cNvPr>
          <p:cNvSpPr/>
          <p:nvPr/>
        </p:nvSpPr>
        <p:spPr bwMode="auto">
          <a:xfrm>
            <a:off x="5965969" y="1586079"/>
            <a:ext cx="1588890" cy="1228625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 dirty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F126EA-BC03-A8EE-0C0A-D7D66EEE6503}"/>
              </a:ext>
            </a:extLst>
          </p:cNvPr>
          <p:cNvSpPr txBox="1"/>
          <p:nvPr/>
        </p:nvSpPr>
        <p:spPr>
          <a:xfrm>
            <a:off x="6103203" y="1493814"/>
            <a:ext cx="1314421" cy="584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Initial state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0F77DA39-3105-9BAF-7D2C-779B408300DD}"/>
              </a:ext>
            </a:extLst>
          </p:cNvPr>
          <p:cNvGrpSpPr/>
          <p:nvPr/>
        </p:nvGrpSpPr>
        <p:grpSpPr>
          <a:xfrm>
            <a:off x="6050376" y="1863793"/>
            <a:ext cx="1420077" cy="859212"/>
            <a:chOff x="567997" y="1152609"/>
            <a:chExt cx="1734024" cy="1329763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5D6818F0-A59F-E6C0-B529-12843926E277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DC7F5577-7C80-7545-6112-7B08A38F0100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81" name="타원 80">
                  <a:extLst>
                    <a:ext uri="{FF2B5EF4-FFF2-40B4-BE49-F238E27FC236}">
                      <a16:creationId xmlns:a16="http://schemas.microsoft.com/office/drawing/2014/main" id="{3073E210-061B-8BAD-F6AA-6723D9F2D266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2" name="타원 81">
                  <a:extLst>
                    <a:ext uri="{FF2B5EF4-FFF2-40B4-BE49-F238E27FC236}">
                      <a16:creationId xmlns:a16="http://schemas.microsoft.com/office/drawing/2014/main" id="{14F477A2-4EE3-D3E0-3AFE-1AC7203EA5AB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83" name="직선 연결선 82">
                  <a:extLst>
                    <a:ext uri="{FF2B5EF4-FFF2-40B4-BE49-F238E27FC236}">
                      <a16:creationId xmlns:a16="http://schemas.microsoft.com/office/drawing/2014/main" id="{E50BEB39-DB60-3473-7174-4BCDB5E9D99A}"/>
                    </a:ext>
                  </a:extLst>
                </p:cNvPr>
                <p:cNvCxnSpPr>
                  <a:cxnSpLocks/>
                  <a:endCxn id="81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12A8A517-5551-7357-2A00-4124687216E7}"/>
                    </a:ext>
                  </a:extLst>
                </p:cNvPr>
                <p:cNvCxnSpPr>
                  <a:cxnSpLocks/>
                  <a:stCxn id="82" idx="2"/>
                  <a:endCxn id="81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85" name="그룹 84">
                  <a:extLst>
                    <a:ext uri="{FF2B5EF4-FFF2-40B4-BE49-F238E27FC236}">
                      <a16:creationId xmlns:a16="http://schemas.microsoft.com/office/drawing/2014/main" id="{FA6B1FA0-91CF-97F0-F479-33341AAE5E43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86" name="사각형: 둥근 모서리 85">
                    <a:extLst>
                      <a:ext uri="{FF2B5EF4-FFF2-40B4-BE49-F238E27FC236}">
                        <a16:creationId xmlns:a16="http://schemas.microsoft.com/office/drawing/2014/main" id="{C20D16B9-70D4-D9CB-3C15-AE13171B7CB8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7" name="타원 86">
                    <a:extLst>
                      <a:ext uri="{FF2B5EF4-FFF2-40B4-BE49-F238E27FC236}">
                        <a16:creationId xmlns:a16="http://schemas.microsoft.com/office/drawing/2014/main" id="{53320EC3-4A0A-38AB-E5B9-D88A3C6BCEA4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8" name="타원 87">
                    <a:extLst>
                      <a:ext uri="{FF2B5EF4-FFF2-40B4-BE49-F238E27FC236}">
                        <a16:creationId xmlns:a16="http://schemas.microsoft.com/office/drawing/2014/main" id="{F6D45FBC-2B4C-4BC8-8B6D-71E128F2DAC2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9" name="타원 88">
                    <a:extLst>
                      <a:ext uri="{FF2B5EF4-FFF2-40B4-BE49-F238E27FC236}">
                        <a16:creationId xmlns:a16="http://schemas.microsoft.com/office/drawing/2014/main" id="{D006BCCA-17FD-183E-38DC-DAA056CADF51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DA69B09E-93A9-B485-DA11-275796E0F015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64" name="타원 63">
                  <a:extLst>
                    <a:ext uri="{FF2B5EF4-FFF2-40B4-BE49-F238E27FC236}">
                      <a16:creationId xmlns:a16="http://schemas.microsoft.com/office/drawing/2014/main" id="{6207E3BB-C4CD-11AB-E6A9-D98D2D8F8153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65" name="그룹 64">
                  <a:extLst>
                    <a:ext uri="{FF2B5EF4-FFF2-40B4-BE49-F238E27FC236}">
                      <a16:creationId xmlns:a16="http://schemas.microsoft.com/office/drawing/2014/main" id="{A0905668-BBF2-4A40-C237-AE817E17B57F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75" name="사각형: 둥근 모서리 74">
                    <a:extLst>
                      <a:ext uri="{FF2B5EF4-FFF2-40B4-BE49-F238E27FC236}">
                        <a16:creationId xmlns:a16="http://schemas.microsoft.com/office/drawing/2014/main" id="{B49DB09A-2969-301E-2F0B-1EECBFAFF0A4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76" name="그룹 75">
                    <a:extLst>
                      <a:ext uri="{FF2B5EF4-FFF2-40B4-BE49-F238E27FC236}">
                        <a16:creationId xmlns:a16="http://schemas.microsoft.com/office/drawing/2014/main" id="{3E2B72C8-8F4E-7139-B775-64814AA2CC7A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78" name="타원 77">
                      <a:extLst>
                        <a:ext uri="{FF2B5EF4-FFF2-40B4-BE49-F238E27FC236}">
                          <a16:creationId xmlns:a16="http://schemas.microsoft.com/office/drawing/2014/main" id="{925F718A-A119-B666-45DC-507A28C984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79" name="타원 78">
                      <a:extLst>
                        <a:ext uri="{FF2B5EF4-FFF2-40B4-BE49-F238E27FC236}">
                          <a16:creationId xmlns:a16="http://schemas.microsoft.com/office/drawing/2014/main" id="{C52AF101-8036-E9DD-A8B8-2471C37E34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0" name="타원 79">
                      <a:extLst>
                        <a:ext uri="{FF2B5EF4-FFF2-40B4-BE49-F238E27FC236}">
                          <a16:creationId xmlns:a16="http://schemas.microsoft.com/office/drawing/2014/main" id="{6DC8468B-630E-97C7-C566-C7C5D297B5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77" name="타원 76">
                    <a:extLst>
                      <a:ext uri="{FF2B5EF4-FFF2-40B4-BE49-F238E27FC236}">
                        <a16:creationId xmlns:a16="http://schemas.microsoft.com/office/drawing/2014/main" id="{2EDD38AC-5989-C55C-43C3-EEE08761FBD1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66" name="타원 65">
                  <a:extLst>
                    <a:ext uri="{FF2B5EF4-FFF2-40B4-BE49-F238E27FC236}">
                      <a16:creationId xmlns:a16="http://schemas.microsoft.com/office/drawing/2014/main" id="{08275A1D-6505-F210-01B4-C4AA97B58B8D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62180BA3-6AD2-439C-70AF-072CF9405270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E681F155-8C77-E2B2-CFA8-7DB4DA665DFB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85377367-F923-B700-8EF6-C2D62D3399B8}"/>
                    </a:ext>
                  </a:extLst>
                </p:cNvPr>
                <p:cNvCxnSpPr>
                  <a:cxnSpLocks/>
                  <a:endCxn id="64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직선 연결선 70">
                  <a:extLst>
                    <a:ext uri="{FF2B5EF4-FFF2-40B4-BE49-F238E27FC236}">
                      <a16:creationId xmlns:a16="http://schemas.microsoft.com/office/drawing/2014/main" id="{D811C087-7547-8545-02A2-85FEAD9A4640}"/>
                    </a:ext>
                  </a:extLst>
                </p:cNvPr>
                <p:cNvCxnSpPr>
                  <a:cxnSpLocks/>
                  <a:stCxn id="64" idx="7"/>
                  <a:endCxn id="66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C120CD09-099C-87A7-1518-A3456B4A66CA}"/>
                    </a:ext>
                  </a:extLst>
                </p:cNvPr>
                <p:cNvCxnSpPr>
                  <a:cxnSpLocks/>
                  <a:stCxn id="67" idx="1"/>
                  <a:endCxn id="64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직선 연결선 72">
                  <a:extLst>
                    <a:ext uri="{FF2B5EF4-FFF2-40B4-BE49-F238E27FC236}">
                      <a16:creationId xmlns:a16="http://schemas.microsoft.com/office/drawing/2014/main" id="{51C4F955-BC76-F51D-B319-A2D48E954901}"/>
                    </a:ext>
                  </a:extLst>
                </p:cNvPr>
                <p:cNvCxnSpPr>
                  <a:cxnSpLocks/>
                  <a:stCxn id="69" idx="7"/>
                  <a:endCxn id="64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54CC2AC-99E6-CC07-1904-BC1267C196D1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50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</a:t>
              </a:r>
            </a:p>
          </p:txBody>
        </p:sp>
      </p:grp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220BB3AB-22B4-6DF3-C5E3-04AE4EA188C9}"/>
              </a:ext>
            </a:extLst>
          </p:cNvPr>
          <p:cNvSpPr/>
          <p:nvPr/>
        </p:nvSpPr>
        <p:spPr bwMode="auto">
          <a:xfrm>
            <a:off x="785285" y="4608306"/>
            <a:ext cx="1735574" cy="756226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3B91F4B-A009-ACF8-2067-5ECA49C73B24}"/>
              </a:ext>
            </a:extLst>
          </p:cNvPr>
          <p:cNvSpPr txBox="1"/>
          <p:nvPr/>
        </p:nvSpPr>
        <p:spPr>
          <a:xfrm>
            <a:off x="736354" y="4608306"/>
            <a:ext cx="1833436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1→3</a:t>
            </a: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CD877741-D674-5488-5B38-E6D50F10F4F6}"/>
              </a:ext>
            </a:extLst>
          </p:cNvPr>
          <p:cNvGrpSpPr/>
          <p:nvPr/>
        </p:nvGrpSpPr>
        <p:grpSpPr>
          <a:xfrm>
            <a:off x="873482" y="4932977"/>
            <a:ext cx="1559180" cy="365703"/>
            <a:chOff x="9133527" y="3725979"/>
            <a:chExt cx="2204162" cy="954834"/>
          </a:xfrm>
        </p:grpSpPr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43B4CEAF-B232-1C27-A9CB-FE1AC097650B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3DE5F094-0334-0A87-6B3B-8D2BD8F21BF6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149" name="그룹 148">
                <a:extLst>
                  <a:ext uri="{FF2B5EF4-FFF2-40B4-BE49-F238E27FC236}">
                    <a16:creationId xmlns:a16="http://schemas.microsoft.com/office/drawing/2014/main" id="{07FD2271-777E-3C24-B732-2C6EBEF46C22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154" name="사각형: 둥근 모서리 153">
                  <a:extLst>
                    <a:ext uri="{FF2B5EF4-FFF2-40B4-BE49-F238E27FC236}">
                      <a16:creationId xmlns:a16="http://schemas.microsoft.com/office/drawing/2014/main" id="{A59B0935-3075-F4A4-C1DC-F4089ABC6BB7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55" name="타원 154">
                  <a:extLst>
                    <a:ext uri="{FF2B5EF4-FFF2-40B4-BE49-F238E27FC236}">
                      <a16:creationId xmlns:a16="http://schemas.microsoft.com/office/drawing/2014/main" id="{5ED496F2-F1BA-6880-6FB7-05D55750CD62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150" name="그룹 149">
                <a:extLst>
                  <a:ext uri="{FF2B5EF4-FFF2-40B4-BE49-F238E27FC236}">
                    <a16:creationId xmlns:a16="http://schemas.microsoft.com/office/drawing/2014/main" id="{B7EAA9BC-22B5-9FAE-C1DC-ED86157DD97E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152" name="사각형: 둥근 모서리 151">
                  <a:extLst>
                    <a:ext uri="{FF2B5EF4-FFF2-40B4-BE49-F238E27FC236}">
                      <a16:creationId xmlns:a16="http://schemas.microsoft.com/office/drawing/2014/main" id="{3A1D5ACB-7703-0C0C-CE7D-ED657FDA7B0E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53" name="타원 152">
                  <a:extLst>
                    <a:ext uri="{FF2B5EF4-FFF2-40B4-BE49-F238E27FC236}">
                      <a16:creationId xmlns:a16="http://schemas.microsoft.com/office/drawing/2014/main" id="{A85C8C3B-8827-7D1C-47E3-AEB8ED8995DD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151" name="직선 연결선 150">
                <a:extLst>
                  <a:ext uri="{FF2B5EF4-FFF2-40B4-BE49-F238E27FC236}">
                    <a16:creationId xmlns:a16="http://schemas.microsoft.com/office/drawing/2014/main" id="{8BD5BEE8-D742-9184-6580-9AF11B791163}"/>
                  </a:ext>
                </a:extLst>
              </p:cNvPr>
              <p:cNvCxnSpPr>
                <a:cxnSpLocks/>
                <a:stCxn id="155" idx="0"/>
                <a:endCxn id="153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0B844C20-2DEF-09E0-32E2-C54A41E1696F}"/>
              </a:ext>
            </a:extLst>
          </p:cNvPr>
          <p:cNvSpPr/>
          <p:nvPr/>
        </p:nvSpPr>
        <p:spPr bwMode="auto">
          <a:xfrm>
            <a:off x="3224193" y="4608307"/>
            <a:ext cx="1735574" cy="979532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EFD6A4BD-3274-AC25-2175-914346404D00}"/>
              </a:ext>
            </a:extLst>
          </p:cNvPr>
          <p:cNvSpPr txBox="1"/>
          <p:nvPr/>
        </p:nvSpPr>
        <p:spPr>
          <a:xfrm>
            <a:off x="3225955" y="4608306"/>
            <a:ext cx="1732050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1→2</a:t>
            </a:r>
          </a:p>
        </p:txBody>
      </p: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809EFCC2-2791-F284-C00D-93D395AFFA41}"/>
              </a:ext>
            </a:extLst>
          </p:cNvPr>
          <p:cNvGrpSpPr/>
          <p:nvPr/>
        </p:nvGrpSpPr>
        <p:grpSpPr>
          <a:xfrm>
            <a:off x="3358663" y="4932977"/>
            <a:ext cx="1466634" cy="570710"/>
            <a:chOff x="9133527" y="2187491"/>
            <a:chExt cx="2204162" cy="1441156"/>
          </a:xfrm>
        </p:grpSpPr>
        <p:sp>
          <p:nvSpPr>
            <p:cNvPr id="182" name="사각형: 둥근 모서리 181">
              <a:extLst>
                <a:ext uri="{FF2B5EF4-FFF2-40B4-BE49-F238E27FC236}">
                  <a16:creationId xmlns:a16="http://schemas.microsoft.com/office/drawing/2014/main" id="{14AF548B-0F88-1C9A-1651-09CEBD61BBAF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CAB9DBC9-D3BB-0DA6-9316-EC0B4D8F9BD2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184" name="직선 연결선 183">
                <a:extLst>
                  <a:ext uri="{FF2B5EF4-FFF2-40B4-BE49-F238E27FC236}">
                    <a16:creationId xmlns:a16="http://schemas.microsoft.com/office/drawing/2014/main" id="{86B79F12-FDE9-A524-25AB-815D8067347C}"/>
                  </a:ext>
                </a:extLst>
              </p:cNvPr>
              <p:cNvCxnSpPr>
                <a:cxnSpLocks/>
                <a:stCxn id="192" idx="2"/>
                <a:endCxn id="188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그룹 184">
                <a:extLst>
                  <a:ext uri="{FF2B5EF4-FFF2-40B4-BE49-F238E27FC236}">
                    <a16:creationId xmlns:a16="http://schemas.microsoft.com/office/drawing/2014/main" id="{D7664FD5-9F4F-35A5-0813-DBD73673479F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192" name="사각형: 둥근 모서리 191">
                  <a:extLst>
                    <a:ext uri="{FF2B5EF4-FFF2-40B4-BE49-F238E27FC236}">
                      <a16:creationId xmlns:a16="http://schemas.microsoft.com/office/drawing/2014/main" id="{6D64A97C-0B77-597C-00CE-E65F5A2CC8B4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93" name="사각형: 둥근 모서리 192">
                  <a:extLst>
                    <a:ext uri="{FF2B5EF4-FFF2-40B4-BE49-F238E27FC236}">
                      <a16:creationId xmlns:a16="http://schemas.microsoft.com/office/drawing/2014/main" id="{7C1CF16B-6FBA-E092-0726-95558725C404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86" name="그룹 185">
                <a:extLst>
                  <a:ext uri="{FF2B5EF4-FFF2-40B4-BE49-F238E27FC236}">
                    <a16:creationId xmlns:a16="http://schemas.microsoft.com/office/drawing/2014/main" id="{BC5AA1A4-061B-1D27-C847-C30E514DBE0B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190" name="사각형: 둥근 모서리 189">
                  <a:extLst>
                    <a:ext uri="{FF2B5EF4-FFF2-40B4-BE49-F238E27FC236}">
                      <a16:creationId xmlns:a16="http://schemas.microsoft.com/office/drawing/2014/main" id="{AC5EB9FB-07B9-6CB7-01B0-257F22FFD5ED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91" name="사각형: 둥근 모서리 190">
                  <a:extLst>
                    <a:ext uri="{FF2B5EF4-FFF2-40B4-BE49-F238E27FC236}">
                      <a16:creationId xmlns:a16="http://schemas.microsoft.com/office/drawing/2014/main" id="{98CA57D8-7AA4-5D8B-76A0-D32DEB5740E6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FF928E7E-1B31-021A-23D6-67F94A4360E4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188" name="타원 187">
                  <a:extLst>
                    <a:ext uri="{FF2B5EF4-FFF2-40B4-BE49-F238E27FC236}">
                      <a16:creationId xmlns:a16="http://schemas.microsoft.com/office/drawing/2014/main" id="{C95E0CB0-A8EC-4253-596E-8EF05D2BD648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89" name="사각형: 둥근 모서리 188">
                  <a:extLst>
                    <a:ext uri="{FF2B5EF4-FFF2-40B4-BE49-F238E27FC236}">
                      <a16:creationId xmlns:a16="http://schemas.microsoft.com/office/drawing/2014/main" id="{93ED9F8B-B88A-E822-AE9A-58FF27A08A61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2454B70C-44BB-217C-9AB8-13181325C038}"/>
              </a:ext>
            </a:extLst>
          </p:cNvPr>
          <p:cNvSpPr/>
          <p:nvPr/>
        </p:nvSpPr>
        <p:spPr bwMode="auto">
          <a:xfrm>
            <a:off x="5663101" y="4608306"/>
            <a:ext cx="1955792" cy="760521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1E0989E2-63F5-CBA3-B472-CC3C4AE63826}"/>
              </a:ext>
            </a:extLst>
          </p:cNvPr>
          <p:cNvSpPr txBox="1"/>
          <p:nvPr/>
        </p:nvSpPr>
        <p:spPr>
          <a:xfrm>
            <a:off x="5663389" y="4608306"/>
            <a:ext cx="1955216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2→1</a:t>
            </a:r>
          </a:p>
        </p:txBody>
      </p: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FECB1790-90E6-9597-A083-F92B0DB739AD}"/>
              </a:ext>
            </a:extLst>
          </p:cNvPr>
          <p:cNvGrpSpPr/>
          <p:nvPr/>
        </p:nvGrpSpPr>
        <p:grpSpPr>
          <a:xfrm>
            <a:off x="5762489" y="4941494"/>
            <a:ext cx="1757016" cy="353080"/>
            <a:chOff x="9133527" y="1125845"/>
            <a:chExt cx="2204162" cy="904189"/>
          </a:xfrm>
        </p:grpSpPr>
        <p:sp>
          <p:nvSpPr>
            <p:cNvPr id="198" name="사각형: 둥근 모서리 197">
              <a:extLst>
                <a:ext uri="{FF2B5EF4-FFF2-40B4-BE49-F238E27FC236}">
                  <a16:creationId xmlns:a16="http://schemas.microsoft.com/office/drawing/2014/main" id="{D6BA448E-B483-CF34-B5F0-CDB156E1C69E}"/>
                </a:ext>
              </a:extLst>
            </p:cNvPr>
            <p:cNvSpPr/>
            <p:nvPr/>
          </p:nvSpPr>
          <p:spPr>
            <a:xfrm>
              <a:off x="9133527" y="1125845"/>
              <a:ext cx="2204162" cy="90418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199" name="그룹 198">
              <a:extLst>
                <a:ext uri="{FF2B5EF4-FFF2-40B4-BE49-F238E27FC236}">
                  <a16:creationId xmlns:a16="http://schemas.microsoft.com/office/drawing/2014/main" id="{E756A180-4385-816A-9757-8113D59B41F0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200" name="그룹 199">
                <a:extLst>
                  <a:ext uri="{FF2B5EF4-FFF2-40B4-BE49-F238E27FC236}">
                    <a16:creationId xmlns:a16="http://schemas.microsoft.com/office/drawing/2014/main" id="{AA127BE2-077A-D97D-C99D-C6B79272D66C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205" name="사각형: 둥근 모서리 204">
                  <a:extLst>
                    <a:ext uri="{FF2B5EF4-FFF2-40B4-BE49-F238E27FC236}">
                      <a16:creationId xmlns:a16="http://schemas.microsoft.com/office/drawing/2014/main" id="{BADEFF39-15B1-B23F-8347-DB7FF349174F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6" name="사각형: 둥근 모서리 205">
                  <a:extLst>
                    <a:ext uri="{FF2B5EF4-FFF2-40B4-BE49-F238E27FC236}">
                      <a16:creationId xmlns:a16="http://schemas.microsoft.com/office/drawing/2014/main" id="{5694BC58-74AE-8103-A49C-346121D48051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01" name="그룹 200">
                <a:extLst>
                  <a:ext uri="{FF2B5EF4-FFF2-40B4-BE49-F238E27FC236}">
                    <a16:creationId xmlns:a16="http://schemas.microsoft.com/office/drawing/2014/main" id="{7B57157F-0D5C-40CB-B0DD-02EB19C53D79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203" name="사각형: 둥근 모서리 202">
                  <a:extLst>
                    <a:ext uri="{FF2B5EF4-FFF2-40B4-BE49-F238E27FC236}">
                      <a16:creationId xmlns:a16="http://schemas.microsoft.com/office/drawing/2014/main" id="{3B380144-31D2-AE32-1139-FD55B6C15979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4" name="사각형: 둥근 모서리 203">
                  <a:extLst>
                    <a:ext uri="{FF2B5EF4-FFF2-40B4-BE49-F238E27FC236}">
                      <a16:creationId xmlns:a16="http://schemas.microsoft.com/office/drawing/2014/main" id="{6EA59F26-2070-6199-00CE-4D579813E0DA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</p:grpSp>
          <p:cxnSp>
            <p:nvCxnSpPr>
              <p:cNvPr id="202" name="직선 연결선 201">
                <a:extLst>
                  <a:ext uri="{FF2B5EF4-FFF2-40B4-BE49-F238E27FC236}">
                    <a16:creationId xmlns:a16="http://schemas.microsoft.com/office/drawing/2014/main" id="{1A68AEA4-9A83-FED8-772B-4D78D0DD5311}"/>
                  </a:ext>
                </a:extLst>
              </p:cNvPr>
              <p:cNvCxnSpPr>
                <a:stCxn id="205" idx="2"/>
                <a:endCxn id="203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07" name="Google Shape;295;p20">
            <a:extLst>
              <a:ext uri="{FF2B5EF4-FFF2-40B4-BE49-F238E27FC236}">
                <a16:creationId xmlns:a16="http://schemas.microsoft.com/office/drawing/2014/main" id="{C8FDC074-347B-331A-C8AA-67D667183544}"/>
              </a:ext>
            </a:extLst>
          </p:cNvPr>
          <p:cNvCxnSpPr>
            <a:cxnSpLocks/>
            <a:stCxn id="14" idx="2"/>
            <a:endCxn id="180" idx="0"/>
          </p:cNvCxnSpPr>
          <p:nvPr/>
        </p:nvCxnSpPr>
        <p:spPr>
          <a:xfrm>
            <a:off x="2876854" y="3985290"/>
            <a:ext cx="1215126" cy="623016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0" name="Google Shape;295;p20">
            <a:extLst>
              <a:ext uri="{FF2B5EF4-FFF2-40B4-BE49-F238E27FC236}">
                <a16:creationId xmlns:a16="http://schemas.microsoft.com/office/drawing/2014/main" id="{0F6B81AB-CB6D-A9DA-71EA-D365867A18F0}"/>
              </a:ext>
            </a:extLst>
          </p:cNvPr>
          <p:cNvCxnSpPr>
            <a:cxnSpLocks/>
            <a:stCxn id="34" idx="2"/>
            <a:endCxn id="195" idx="0"/>
          </p:cNvCxnSpPr>
          <p:nvPr/>
        </p:nvCxnSpPr>
        <p:spPr>
          <a:xfrm>
            <a:off x="5369034" y="4204302"/>
            <a:ext cx="1271963" cy="404004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1EEC3385-D79B-CD28-2492-856B26FB6307}"/>
              </a:ext>
            </a:extLst>
          </p:cNvPr>
          <p:cNvGrpSpPr/>
          <p:nvPr/>
        </p:nvGrpSpPr>
        <p:grpSpPr>
          <a:xfrm>
            <a:off x="298775" y="1929387"/>
            <a:ext cx="3511310" cy="902330"/>
            <a:chOff x="496184" y="5500685"/>
            <a:chExt cx="2348707" cy="701423"/>
          </a:xfrm>
        </p:grpSpPr>
        <p:sp>
          <p:nvSpPr>
            <p:cNvPr id="215" name="사각형: 둥근 모서리 214">
              <a:extLst>
                <a:ext uri="{FF2B5EF4-FFF2-40B4-BE49-F238E27FC236}">
                  <a16:creationId xmlns:a16="http://schemas.microsoft.com/office/drawing/2014/main" id="{A60DC7B6-DCE4-421D-218C-E8680307A2FC}"/>
                </a:ext>
              </a:extLst>
            </p:cNvPr>
            <p:cNvSpPr/>
            <p:nvPr/>
          </p:nvSpPr>
          <p:spPr>
            <a:xfrm>
              <a:off x="731081" y="5749188"/>
              <a:ext cx="2113810" cy="45292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ko-KR" altLang="en-US" sz="1600" b="1" dirty="0">
                  <a:solidFill>
                    <a:schemeClr val="accent1"/>
                  </a:solidFill>
                  <a:latin typeface="Hyundai Sans Text Pro Medium" panose="020B0604040000000000" pitchFamily="34" charset="-127"/>
                  <a:ea typeface="Hyundai Sans Text Pro Medium" panose="020B0604040000000000" pitchFamily="34" charset="-127"/>
                </a:rPr>
                <a:t>조립 가능 후보 확인 시스템 </a:t>
              </a:r>
              <a:r>
                <a:rPr lang="en-US" altLang="ko-KR" sz="16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Next State Generation</a:t>
              </a:r>
            </a:p>
          </p:txBody>
        </p:sp>
        <p:grpSp>
          <p:nvGrpSpPr>
            <p:cNvPr id="216" name="그룹 215">
              <a:extLst>
                <a:ext uri="{FF2B5EF4-FFF2-40B4-BE49-F238E27FC236}">
                  <a16:creationId xmlns:a16="http://schemas.microsoft.com/office/drawing/2014/main" id="{084D3805-5DFB-E0ED-847B-42CAF7DA1AA7}"/>
                </a:ext>
              </a:extLst>
            </p:cNvPr>
            <p:cNvGrpSpPr/>
            <p:nvPr/>
          </p:nvGrpSpPr>
          <p:grpSpPr>
            <a:xfrm>
              <a:off x="496184" y="5500685"/>
              <a:ext cx="428618" cy="428618"/>
              <a:chOff x="496184" y="5500685"/>
              <a:chExt cx="428618" cy="428618"/>
            </a:xfrm>
          </p:grpSpPr>
          <p:sp>
            <p:nvSpPr>
              <p:cNvPr id="217" name="원통형 216">
                <a:extLst>
                  <a:ext uri="{FF2B5EF4-FFF2-40B4-BE49-F238E27FC236}">
                    <a16:creationId xmlns:a16="http://schemas.microsoft.com/office/drawing/2014/main" id="{05937098-F5DA-A8D0-1123-0112C1047E76}"/>
                  </a:ext>
                </a:extLst>
              </p:cNvPr>
              <p:cNvSpPr/>
              <p:nvPr/>
            </p:nvSpPr>
            <p:spPr bwMode="auto">
              <a:xfrm>
                <a:off x="577143" y="5536405"/>
                <a:ext cx="266700" cy="358971"/>
              </a:xfrm>
              <a:prstGeom prst="can">
                <a:avLst>
                  <a:gd name="adj" fmla="val 33036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chemeClr val="accent2"/>
                  </a:buClr>
                  <a:buSzPct val="80000"/>
                </a:pPr>
                <a:endParaRPr lang="ko-KR" altLang="en-US"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218" name="그래픽 217" descr="데이터베이스 단색으로 채워진">
                <a:extLst>
                  <a:ext uri="{FF2B5EF4-FFF2-40B4-BE49-F238E27FC236}">
                    <a16:creationId xmlns:a16="http://schemas.microsoft.com/office/drawing/2014/main" id="{7901AB47-13F5-3F6C-6D5B-E8595FDE27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6184" y="5500685"/>
                <a:ext cx="428618" cy="428618"/>
              </a:xfrm>
              <a:prstGeom prst="rect">
                <a:avLst/>
              </a:prstGeom>
            </p:spPr>
          </p:pic>
        </p:grpSp>
      </p:grpSp>
      <p:sp>
        <p:nvSpPr>
          <p:cNvPr id="222" name="TextBox 221">
            <a:extLst>
              <a:ext uri="{FF2B5EF4-FFF2-40B4-BE49-F238E27FC236}">
                <a16:creationId xmlns:a16="http://schemas.microsoft.com/office/drawing/2014/main" id="{9F04A6B2-734F-4D3D-6355-1B904BE8106E}"/>
              </a:ext>
            </a:extLst>
          </p:cNvPr>
          <p:cNvSpPr txBox="1"/>
          <p:nvPr/>
        </p:nvSpPr>
        <p:spPr>
          <a:xfrm>
            <a:off x="633362" y="5735278"/>
            <a:ext cx="10910872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평가를 통해 </a:t>
            </a:r>
            <a:r>
              <a:rPr lang="ko-KR" altLang="en-US" b="1" dirty="0">
                <a:latin typeface="+mn-ea"/>
              </a:rPr>
              <a:t>불가능한 </a:t>
            </a:r>
            <a:r>
              <a:rPr lang="en-US" altLang="ko-KR" b="1" dirty="0">
                <a:latin typeface="+mn-ea"/>
              </a:rPr>
              <a:t>Plan</a:t>
            </a:r>
            <a:r>
              <a:rPr lang="ko-KR" altLang="en-US" b="1" dirty="0">
                <a:latin typeface="+mn-ea"/>
              </a:rPr>
              <a:t>을 필터링 </a:t>
            </a:r>
            <a:r>
              <a:rPr lang="ko-KR" altLang="en-US" dirty="0">
                <a:latin typeface="+mn-ea"/>
              </a:rPr>
              <a:t>후</a:t>
            </a:r>
            <a:endParaRPr lang="en-US" altLang="ko-KR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가능한 조립 후보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b="1" kern="0" dirty="0">
                <a:solidFill>
                  <a:prstClr val="black"/>
                </a:solidFill>
                <a:latin typeface="+mn-ea"/>
              </a:rPr>
              <a:t>Next State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들을 </a:t>
            </a:r>
            <a:r>
              <a:rPr lang="en-US" altLang="ko-KR" b="1" dirty="0">
                <a:solidFill>
                  <a:schemeClr val="accent1"/>
                </a:solidFill>
                <a:latin typeface="+mn-ea"/>
              </a:rPr>
              <a:t>‘</a:t>
            </a:r>
            <a:r>
              <a:rPr lang="ko-KR" altLang="en-US" b="1" dirty="0">
                <a:solidFill>
                  <a:schemeClr val="accent1"/>
                </a:solidFill>
                <a:latin typeface="+mn-ea"/>
              </a:rPr>
              <a:t>조립 가능 후보 확인 시스템</a:t>
            </a:r>
            <a:r>
              <a:rPr lang="en-US" altLang="ko-KR" b="1" dirty="0">
                <a:solidFill>
                  <a:schemeClr val="accent1"/>
                </a:solidFill>
                <a:latin typeface="+mn-ea"/>
              </a:rPr>
              <a:t>’</a:t>
            </a:r>
            <a:r>
              <a:rPr lang="ko-KR" altLang="en-US" dirty="0">
                <a:latin typeface="+mn-ea"/>
              </a:rPr>
              <a:t>이 다시 제안</a:t>
            </a:r>
          </a:p>
        </p:txBody>
      </p:sp>
    </p:spTree>
    <p:extLst>
      <p:ext uri="{BB962C8B-B14F-4D97-AF65-F5344CB8AC3E}">
        <p14:creationId xmlns:p14="http://schemas.microsoft.com/office/powerpoint/2010/main" val="3027177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12E32-D9BB-928E-111E-79D6C87E0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>
            <a:extLst>
              <a:ext uri="{FF2B5EF4-FFF2-40B4-BE49-F238E27FC236}">
                <a16:creationId xmlns:a16="http://schemas.microsoft.com/office/drawing/2014/main" id="{DC75CE9B-55C6-8A9D-7565-41701B9584C7}"/>
              </a:ext>
            </a:extLst>
          </p:cNvPr>
          <p:cNvGrpSpPr/>
          <p:nvPr/>
        </p:nvGrpSpPr>
        <p:grpSpPr>
          <a:xfrm>
            <a:off x="723229" y="2271512"/>
            <a:ext cx="9626573" cy="3664690"/>
            <a:chOff x="723229" y="2271512"/>
            <a:chExt cx="9626573" cy="36646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0FE687E5-4580-D6D5-961A-64AFF7A26469}"/>
                </a:ext>
              </a:extLst>
            </p:cNvPr>
            <p:cNvSpPr/>
            <p:nvPr/>
          </p:nvSpPr>
          <p:spPr>
            <a:xfrm>
              <a:off x="7788281" y="3914646"/>
              <a:ext cx="2561521" cy="1976500"/>
            </a:xfrm>
            <a:prstGeom prst="roundRect">
              <a:avLst>
                <a:gd name="adj" fmla="val 9198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7C2346A9-F98E-14AB-DD53-07DCEB719FB3}"/>
                </a:ext>
              </a:extLst>
            </p:cNvPr>
            <p:cNvSpPr/>
            <p:nvPr/>
          </p:nvSpPr>
          <p:spPr>
            <a:xfrm>
              <a:off x="5723404" y="3079208"/>
              <a:ext cx="2219401" cy="1016512"/>
            </a:xfrm>
            <a:prstGeom prst="roundRect">
              <a:avLst>
                <a:gd name="adj" fmla="val 9198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F45CBE47-BB14-CB3A-9433-BC6C171A78D1}"/>
                </a:ext>
              </a:extLst>
            </p:cNvPr>
            <p:cNvSpPr/>
            <p:nvPr/>
          </p:nvSpPr>
          <p:spPr>
            <a:xfrm>
              <a:off x="4446132" y="2282683"/>
              <a:ext cx="2240416" cy="946586"/>
            </a:xfrm>
            <a:prstGeom prst="roundRect">
              <a:avLst>
                <a:gd name="adj" fmla="val 9198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C109AAC5-33D0-1B20-6C92-01433FA0D5AF}"/>
                </a:ext>
              </a:extLst>
            </p:cNvPr>
            <p:cNvSpPr/>
            <p:nvPr/>
          </p:nvSpPr>
          <p:spPr>
            <a:xfrm>
              <a:off x="1930802" y="2271512"/>
              <a:ext cx="2240416" cy="876337"/>
            </a:xfrm>
            <a:prstGeom prst="roundRect">
              <a:avLst>
                <a:gd name="adj" fmla="val 9198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39EBEA12-294E-26BD-632E-2C61AD19FDC0}"/>
                </a:ext>
              </a:extLst>
            </p:cNvPr>
            <p:cNvSpPr/>
            <p:nvPr/>
          </p:nvSpPr>
          <p:spPr>
            <a:xfrm>
              <a:off x="723229" y="3022887"/>
              <a:ext cx="2444285" cy="2913315"/>
            </a:xfrm>
            <a:prstGeom prst="roundRect">
              <a:avLst>
                <a:gd name="adj" fmla="val 4265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C277DF83-7D44-4307-AD41-D59E71609203}"/>
              </a:ext>
            </a:extLst>
          </p:cNvPr>
          <p:cNvSpPr/>
          <p:nvPr/>
        </p:nvSpPr>
        <p:spPr>
          <a:xfrm>
            <a:off x="203365" y="1139431"/>
            <a:ext cx="11785270" cy="5608896"/>
          </a:xfrm>
          <a:prstGeom prst="roundRect">
            <a:avLst>
              <a:gd name="adj" fmla="val 3238"/>
            </a:avLst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16" name="AutoShape 176">
            <a:extLst>
              <a:ext uri="{FF2B5EF4-FFF2-40B4-BE49-F238E27FC236}">
                <a16:creationId xmlns:a16="http://schemas.microsoft.com/office/drawing/2014/main" id="{4DA2D093-0582-5B50-C919-EDD53AF12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50" y="1619805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④ </a:t>
            </a:r>
            <a:r>
              <a:rPr lang="ko-KR" altLang="en-US" sz="2000" b="1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반복 및 최종 결과 도출 </a:t>
            </a:r>
            <a:r>
              <a:rPr lang="ko-KR" altLang="en-US" sz="1600" dirty="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단계</a:t>
            </a:r>
            <a:endParaRPr lang="en-US" altLang="ko-KR" sz="1600" dirty="0">
              <a:solidFill>
                <a:srgbClr val="00000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BF3A4CC-4B60-84C3-D0A2-397364963D98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3] Planning </a:t>
            </a:r>
            <a:r>
              <a:rPr kumimoji="1" lang="ko-KR" altLang="en-US" sz="2400" b="1" dirty="0">
                <a:latin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</a:rPr>
              <a:t>: </a:t>
            </a:r>
            <a:r>
              <a:rPr kumimoji="1" lang="ko-KR" altLang="en-US" sz="2400" b="1" dirty="0">
                <a:latin typeface="+mj-ea"/>
              </a:rPr>
              <a:t>가능 </a:t>
            </a:r>
            <a:r>
              <a:rPr kumimoji="1" lang="en-US" altLang="ko-KR" sz="2400" b="1" dirty="0">
                <a:latin typeface="+mj-ea"/>
              </a:rPr>
              <a:t>Plan </a:t>
            </a:r>
            <a:r>
              <a:rPr kumimoji="1" lang="ko-KR" altLang="en-US" sz="2400" b="1" dirty="0">
                <a:latin typeface="+mj-ea"/>
              </a:rPr>
              <a:t>탐색 시스템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E5C12BFC-52FF-A309-4486-C47192C3AE8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1">
            <a:extLst>
              <a:ext uri="{FF2B5EF4-FFF2-40B4-BE49-F238E27FC236}">
                <a16:creationId xmlns:a16="http://schemas.microsoft.com/office/drawing/2014/main" id="{05CCA24A-3D7C-DFB3-F653-000CD9205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cxnSp>
        <p:nvCxnSpPr>
          <p:cNvPr id="3" name="Google Shape;295;p20">
            <a:extLst>
              <a:ext uri="{FF2B5EF4-FFF2-40B4-BE49-F238E27FC236}">
                <a16:creationId xmlns:a16="http://schemas.microsoft.com/office/drawing/2014/main" id="{F8D6F865-D62E-04C8-5D58-A40D368E866A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5551917" y="1884464"/>
            <a:ext cx="878508" cy="412712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Google Shape;294;p20">
            <a:extLst>
              <a:ext uri="{FF2B5EF4-FFF2-40B4-BE49-F238E27FC236}">
                <a16:creationId xmlns:a16="http://schemas.microsoft.com/office/drawing/2014/main" id="{358ED514-3934-3C1C-9280-A5018557CE9A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7498083" y="1615809"/>
            <a:ext cx="3038195" cy="681367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Google Shape;294;p20">
            <a:extLst>
              <a:ext uri="{FF2B5EF4-FFF2-40B4-BE49-F238E27FC236}">
                <a16:creationId xmlns:a16="http://schemas.microsoft.com/office/drawing/2014/main" id="{3B2B7D06-E284-DA65-02A3-28960836E1C1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3059737" y="1710440"/>
            <a:ext cx="3211944" cy="586736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Google Shape;295;p20">
            <a:extLst>
              <a:ext uri="{FF2B5EF4-FFF2-40B4-BE49-F238E27FC236}">
                <a16:creationId xmlns:a16="http://schemas.microsoft.com/office/drawing/2014/main" id="{260D859D-9984-4870-0041-5B6CD7BE39F8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7014273" y="1466588"/>
            <a:ext cx="1029824" cy="83058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E7B3135-8A20-56C5-3F9F-17480A87AD26}"/>
              </a:ext>
            </a:extLst>
          </p:cNvPr>
          <p:cNvSpPr/>
          <p:nvPr/>
        </p:nvSpPr>
        <p:spPr bwMode="auto">
          <a:xfrm>
            <a:off x="6148852" y="1242727"/>
            <a:ext cx="1588890" cy="947291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 dirty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89D1CA-FF70-3046-CFF5-646A8D534385}"/>
              </a:ext>
            </a:extLst>
          </p:cNvPr>
          <p:cNvSpPr txBox="1"/>
          <p:nvPr/>
        </p:nvSpPr>
        <p:spPr>
          <a:xfrm>
            <a:off x="6286086" y="1171589"/>
            <a:ext cx="1314421" cy="450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Initial state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CD1D5CD5-B3A1-DCA6-A5B3-F40ECD1C3159}"/>
              </a:ext>
            </a:extLst>
          </p:cNvPr>
          <p:cNvGrpSpPr/>
          <p:nvPr/>
        </p:nvGrpSpPr>
        <p:grpSpPr>
          <a:xfrm>
            <a:off x="6233259" y="1456849"/>
            <a:ext cx="1420077" cy="662467"/>
            <a:chOff x="567997" y="1152609"/>
            <a:chExt cx="1734024" cy="1329763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0B89CB3E-46AA-EF09-F0C4-42A72FF28146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7A425404-C505-5CE9-4B98-F8AEC038132B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81" name="타원 80">
                  <a:extLst>
                    <a:ext uri="{FF2B5EF4-FFF2-40B4-BE49-F238E27FC236}">
                      <a16:creationId xmlns:a16="http://schemas.microsoft.com/office/drawing/2014/main" id="{5C1C7407-6556-5A07-0305-600BE83E0AC0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2" name="타원 81">
                  <a:extLst>
                    <a:ext uri="{FF2B5EF4-FFF2-40B4-BE49-F238E27FC236}">
                      <a16:creationId xmlns:a16="http://schemas.microsoft.com/office/drawing/2014/main" id="{97616D4B-57A8-B44E-3D5A-24E31044162E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83" name="직선 연결선 82">
                  <a:extLst>
                    <a:ext uri="{FF2B5EF4-FFF2-40B4-BE49-F238E27FC236}">
                      <a16:creationId xmlns:a16="http://schemas.microsoft.com/office/drawing/2014/main" id="{5F60C6B7-E967-2CCF-A9AE-802996C63C8D}"/>
                    </a:ext>
                  </a:extLst>
                </p:cNvPr>
                <p:cNvCxnSpPr>
                  <a:cxnSpLocks/>
                  <a:endCxn id="81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87BD2DBC-7A63-BA5A-C1BC-56E3C0948D7E}"/>
                    </a:ext>
                  </a:extLst>
                </p:cNvPr>
                <p:cNvCxnSpPr>
                  <a:cxnSpLocks/>
                  <a:stCxn id="82" idx="2"/>
                  <a:endCxn id="81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85" name="그룹 84">
                  <a:extLst>
                    <a:ext uri="{FF2B5EF4-FFF2-40B4-BE49-F238E27FC236}">
                      <a16:creationId xmlns:a16="http://schemas.microsoft.com/office/drawing/2014/main" id="{F8C891DE-CA1C-5331-72F9-79BA8FE9297C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86" name="사각형: 둥근 모서리 85">
                    <a:extLst>
                      <a:ext uri="{FF2B5EF4-FFF2-40B4-BE49-F238E27FC236}">
                        <a16:creationId xmlns:a16="http://schemas.microsoft.com/office/drawing/2014/main" id="{4CA31EBF-B3C7-3B84-A7F1-CFD9771340E4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7" name="타원 86">
                    <a:extLst>
                      <a:ext uri="{FF2B5EF4-FFF2-40B4-BE49-F238E27FC236}">
                        <a16:creationId xmlns:a16="http://schemas.microsoft.com/office/drawing/2014/main" id="{ACA5FA56-93D9-58C5-40D4-17214FF03309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8" name="타원 87">
                    <a:extLst>
                      <a:ext uri="{FF2B5EF4-FFF2-40B4-BE49-F238E27FC236}">
                        <a16:creationId xmlns:a16="http://schemas.microsoft.com/office/drawing/2014/main" id="{EDC2E57E-0F57-8DAE-05D3-9E23162FB3E9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9" name="타원 88">
                    <a:extLst>
                      <a:ext uri="{FF2B5EF4-FFF2-40B4-BE49-F238E27FC236}">
                        <a16:creationId xmlns:a16="http://schemas.microsoft.com/office/drawing/2014/main" id="{A4E65E90-4F71-C58E-17A7-0F06B27672AF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81E3F411-6D07-8032-E36C-2D83693E2B8B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64" name="타원 63">
                  <a:extLst>
                    <a:ext uri="{FF2B5EF4-FFF2-40B4-BE49-F238E27FC236}">
                      <a16:creationId xmlns:a16="http://schemas.microsoft.com/office/drawing/2014/main" id="{2F241591-683E-7568-02F8-AA93BBBB61A8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65" name="그룹 64">
                  <a:extLst>
                    <a:ext uri="{FF2B5EF4-FFF2-40B4-BE49-F238E27FC236}">
                      <a16:creationId xmlns:a16="http://schemas.microsoft.com/office/drawing/2014/main" id="{D1810BA1-72B0-1A14-B704-0C55B9EE996A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75" name="사각형: 둥근 모서리 74">
                    <a:extLst>
                      <a:ext uri="{FF2B5EF4-FFF2-40B4-BE49-F238E27FC236}">
                        <a16:creationId xmlns:a16="http://schemas.microsoft.com/office/drawing/2014/main" id="{BAAE5570-9EC9-4F77-6C0C-8D466DE22102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76" name="그룹 75">
                    <a:extLst>
                      <a:ext uri="{FF2B5EF4-FFF2-40B4-BE49-F238E27FC236}">
                        <a16:creationId xmlns:a16="http://schemas.microsoft.com/office/drawing/2014/main" id="{4D0634B5-B045-871F-EDBC-524069F8FB06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78" name="타원 77">
                      <a:extLst>
                        <a:ext uri="{FF2B5EF4-FFF2-40B4-BE49-F238E27FC236}">
                          <a16:creationId xmlns:a16="http://schemas.microsoft.com/office/drawing/2014/main" id="{D2B8BFCA-6BE2-8FD1-2DE4-7BD269F221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79" name="타원 78">
                      <a:extLst>
                        <a:ext uri="{FF2B5EF4-FFF2-40B4-BE49-F238E27FC236}">
                          <a16:creationId xmlns:a16="http://schemas.microsoft.com/office/drawing/2014/main" id="{E647A6A9-180C-EE5C-19BB-C43A9D2CE2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0" name="타원 79">
                      <a:extLst>
                        <a:ext uri="{FF2B5EF4-FFF2-40B4-BE49-F238E27FC236}">
                          <a16:creationId xmlns:a16="http://schemas.microsoft.com/office/drawing/2014/main" id="{F22432A0-E4F6-EF1A-FEB8-4CB5506D78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77" name="타원 76">
                    <a:extLst>
                      <a:ext uri="{FF2B5EF4-FFF2-40B4-BE49-F238E27FC236}">
                        <a16:creationId xmlns:a16="http://schemas.microsoft.com/office/drawing/2014/main" id="{FAE2F4FA-29E0-F516-786E-0252ADC74E78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66" name="타원 65">
                  <a:extLst>
                    <a:ext uri="{FF2B5EF4-FFF2-40B4-BE49-F238E27FC236}">
                      <a16:creationId xmlns:a16="http://schemas.microsoft.com/office/drawing/2014/main" id="{476CB5D7-99B1-4C7A-5658-21CFDF81AFD1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8536153C-B8E3-1BB6-08D6-12E437518DE8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EBFE4121-1963-CCBF-4A97-EDB206709E5E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A1F74AF3-F5B2-D6C6-DA3E-1A3B91CE7405}"/>
                    </a:ext>
                  </a:extLst>
                </p:cNvPr>
                <p:cNvCxnSpPr>
                  <a:cxnSpLocks/>
                  <a:endCxn id="64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직선 연결선 70">
                  <a:extLst>
                    <a:ext uri="{FF2B5EF4-FFF2-40B4-BE49-F238E27FC236}">
                      <a16:creationId xmlns:a16="http://schemas.microsoft.com/office/drawing/2014/main" id="{86D430CD-2681-E518-CFE0-CAF5BD17A3FF}"/>
                    </a:ext>
                  </a:extLst>
                </p:cNvPr>
                <p:cNvCxnSpPr>
                  <a:cxnSpLocks/>
                  <a:stCxn id="64" idx="7"/>
                  <a:endCxn id="66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945409B8-C245-7013-12CD-E644F2B42339}"/>
                    </a:ext>
                  </a:extLst>
                </p:cNvPr>
                <p:cNvCxnSpPr>
                  <a:cxnSpLocks/>
                  <a:stCxn id="67" idx="1"/>
                  <a:endCxn id="64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직선 연결선 72">
                  <a:extLst>
                    <a:ext uri="{FF2B5EF4-FFF2-40B4-BE49-F238E27FC236}">
                      <a16:creationId xmlns:a16="http://schemas.microsoft.com/office/drawing/2014/main" id="{A004FE59-7B11-F975-E4F8-8A9A737D5C5F}"/>
                    </a:ext>
                  </a:extLst>
                </p:cNvPr>
                <p:cNvCxnSpPr>
                  <a:cxnSpLocks/>
                  <a:stCxn id="69" idx="7"/>
                  <a:endCxn id="64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A8F2DEF-80E7-750A-01C2-EE88C36789F1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50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D07381F-AE9E-842B-9322-21FBB7CB9FC1}"/>
              </a:ext>
            </a:extLst>
          </p:cNvPr>
          <p:cNvGrpSpPr/>
          <p:nvPr/>
        </p:nvGrpSpPr>
        <p:grpSpPr>
          <a:xfrm>
            <a:off x="8505110" y="3320365"/>
            <a:ext cx="1087101" cy="328675"/>
            <a:chOff x="8303614" y="4440472"/>
            <a:chExt cx="1140658" cy="471479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2B5CCC3D-6C85-AA8B-416A-E3480A91550D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21" name="곱하기 기호 20">
              <a:extLst>
                <a:ext uri="{FF2B5EF4-FFF2-40B4-BE49-F238E27FC236}">
                  <a16:creationId xmlns:a16="http://schemas.microsoft.com/office/drawing/2014/main" id="{DA612AF0-2CC1-1F21-5086-0ACB8D162639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23" name="Google Shape;295;p20">
            <a:extLst>
              <a:ext uri="{FF2B5EF4-FFF2-40B4-BE49-F238E27FC236}">
                <a16:creationId xmlns:a16="http://schemas.microsoft.com/office/drawing/2014/main" id="{1C9BDB7D-3C07-1D69-451F-D61908E85F4A}"/>
              </a:ext>
            </a:extLst>
          </p:cNvPr>
          <p:cNvCxnSpPr>
            <a:cxnSpLocks/>
            <a:stCxn id="145" idx="2"/>
            <a:endCxn id="20" idx="0"/>
          </p:cNvCxnSpPr>
          <p:nvPr/>
        </p:nvCxnSpPr>
        <p:spPr>
          <a:xfrm>
            <a:off x="8044097" y="2949907"/>
            <a:ext cx="1004564" cy="37045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1BA3993B-632A-D89C-F036-B84064E301A9}"/>
              </a:ext>
            </a:extLst>
          </p:cNvPr>
          <p:cNvGrpSpPr/>
          <p:nvPr/>
        </p:nvGrpSpPr>
        <p:grpSpPr>
          <a:xfrm>
            <a:off x="10295545" y="3320365"/>
            <a:ext cx="1087101" cy="328675"/>
            <a:chOff x="8303614" y="4440472"/>
            <a:chExt cx="1140658" cy="471479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9F812D52-DFBC-3938-BB63-348C7CF742AB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 dirty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5" name="곱하기 기호 34">
              <a:extLst>
                <a:ext uri="{FF2B5EF4-FFF2-40B4-BE49-F238E27FC236}">
                  <a16:creationId xmlns:a16="http://schemas.microsoft.com/office/drawing/2014/main" id="{94BDAAC1-68EE-4570-A1EB-6F567E709410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37" name="Google Shape;295;p20">
            <a:extLst>
              <a:ext uri="{FF2B5EF4-FFF2-40B4-BE49-F238E27FC236}">
                <a16:creationId xmlns:a16="http://schemas.microsoft.com/office/drawing/2014/main" id="{55A4DEC4-ABC0-ED67-38A5-530BE43E2161}"/>
              </a:ext>
            </a:extLst>
          </p:cNvPr>
          <p:cNvCxnSpPr>
            <a:cxnSpLocks/>
            <a:stCxn id="144" idx="2"/>
            <a:endCxn id="32" idx="0"/>
          </p:cNvCxnSpPr>
          <p:nvPr/>
        </p:nvCxnSpPr>
        <p:spPr>
          <a:xfrm>
            <a:off x="10536278" y="3081752"/>
            <a:ext cx="302818" cy="238613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Google Shape;295;p20">
            <a:extLst>
              <a:ext uri="{FF2B5EF4-FFF2-40B4-BE49-F238E27FC236}">
                <a16:creationId xmlns:a16="http://schemas.microsoft.com/office/drawing/2014/main" id="{4231CA31-6CC9-1D3E-857B-B0FB7998A7E0}"/>
              </a:ext>
            </a:extLst>
          </p:cNvPr>
          <p:cNvCxnSpPr>
            <a:cxnSpLocks/>
            <a:stCxn id="14" idx="2"/>
            <a:endCxn id="95" idx="0"/>
          </p:cNvCxnSpPr>
          <p:nvPr/>
        </p:nvCxnSpPr>
        <p:spPr>
          <a:xfrm flipH="1">
            <a:off x="1951564" y="2953219"/>
            <a:ext cx="1108173" cy="297478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B2A8226-DAF3-56F2-BA94-5D6E4B59A5AC}"/>
              </a:ext>
            </a:extLst>
          </p:cNvPr>
          <p:cNvSpPr/>
          <p:nvPr/>
        </p:nvSpPr>
        <p:spPr bwMode="auto">
          <a:xfrm>
            <a:off x="4512315" y="2366845"/>
            <a:ext cx="2079204" cy="755236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804BD6-6243-6D06-87A1-5F24289422FC}"/>
              </a:ext>
            </a:extLst>
          </p:cNvPr>
          <p:cNvSpPr txBox="1"/>
          <p:nvPr/>
        </p:nvSpPr>
        <p:spPr>
          <a:xfrm>
            <a:off x="4714767" y="2297176"/>
            <a:ext cx="1674300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</a:t>
            </a: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8E661DC4-8A25-D165-4B7A-47526929BF94}"/>
              </a:ext>
            </a:extLst>
          </p:cNvPr>
          <p:cNvGrpSpPr/>
          <p:nvPr/>
        </p:nvGrpSpPr>
        <p:grpSpPr>
          <a:xfrm>
            <a:off x="4673409" y="2617171"/>
            <a:ext cx="1757016" cy="440027"/>
            <a:chOff x="9133527" y="2187491"/>
            <a:chExt cx="2204162" cy="1441156"/>
          </a:xfrm>
        </p:grpSpPr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64E0D5FA-344E-7CE0-CF2F-E05E758E12E3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CA664E97-A728-FB69-5AED-D707F9AC9029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120" name="직선 연결선 119">
                <a:extLst>
                  <a:ext uri="{FF2B5EF4-FFF2-40B4-BE49-F238E27FC236}">
                    <a16:creationId xmlns:a16="http://schemas.microsoft.com/office/drawing/2014/main" id="{176E4751-8532-97A8-93E6-EF4320F4CF62}"/>
                  </a:ext>
                </a:extLst>
              </p:cNvPr>
              <p:cNvCxnSpPr>
                <a:cxnSpLocks/>
                <a:stCxn id="128" idx="2"/>
                <a:endCxn id="124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1" name="그룹 120">
                <a:extLst>
                  <a:ext uri="{FF2B5EF4-FFF2-40B4-BE49-F238E27FC236}">
                    <a16:creationId xmlns:a16="http://schemas.microsoft.com/office/drawing/2014/main" id="{3DA85C4C-77C5-9FFE-369B-17DA56EE6E71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128" name="사각형: 둥근 모서리 127">
                  <a:extLst>
                    <a:ext uri="{FF2B5EF4-FFF2-40B4-BE49-F238E27FC236}">
                      <a16:creationId xmlns:a16="http://schemas.microsoft.com/office/drawing/2014/main" id="{2B5DC8ED-D732-9040-14CC-CA4A66BA8B85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29" name="사각형: 둥근 모서리 128">
                  <a:extLst>
                    <a:ext uri="{FF2B5EF4-FFF2-40B4-BE49-F238E27FC236}">
                      <a16:creationId xmlns:a16="http://schemas.microsoft.com/office/drawing/2014/main" id="{114A709D-E0A4-9863-94C9-C0D1C42D3A83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75100147-3088-7FF5-B281-EA0B7BBA6306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126" name="사각형: 둥근 모서리 125">
                  <a:extLst>
                    <a:ext uri="{FF2B5EF4-FFF2-40B4-BE49-F238E27FC236}">
                      <a16:creationId xmlns:a16="http://schemas.microsoft.com/office/drawing/2014/main" id="{8131FCB0-A987-6B43-C922-D0C90081C918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27" name="사각형: 둥근 모서리 126">
                  <a:extLst>
                    <a:ext uri="{FF2B5EF4-FFF2-40B4-BE49-F238E27FC236}">
                      <a16:creationId xmlns:a16="http://schemas.microsoft.com/office/drawing/2014/main" id="{E18C4440-17BC-A45E-C54E-21C029E692BE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23" name="그룹 122">
                <a:extLst>
                  <a:ext uri="{FF2B5EF4-FFF2-40B4-BE49-F238E27FC236}">
                    <a16:creationId xmlns:a16="http://schemas.microsoft.com/office/drawing/2014/main" id="{494A77E5-5BFB-55BC-61FD-EC0776A3CB65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124" name="타원 123">
                  <a:extLst>
                    <a:ext uri="{FF2B5EF4-FFF2-40B4-BE49-F238E27FC236}">
                      <a16:creationId xmlns:a16="http://schemas.microsoft.com/office/drawing/2014/main" id="{598D4601-4AB9-B65A-5A35-7E3FD475D96C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25" name="사각형: 둥근 모서리 124">
                  <a:extLst>
                    <a:ext uri="{FF2B5EF4-FFF2-40B4-BE49-F238E27FC236}">
                      <a16:creationId xmlns:a16="http://schemas.microsoft.com/office/drawing/2014/main" id="{18D5D0C3-18D5-72E1-6AF3-787C685F75DF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0A795D89-3AAE-C945-C5F6-7472FCD786CC}"/>
              </a:ext>
            </a:extLst>
          </p:cNvPr>
          <p:cNvSpPr/>
          <p:nvPr/>
        </p:nvSpPr>
        <p:spPr bwMode="auto">
          <a:xfrm>
            <a:off x="5845984" y="3320365"/>
            <a:ext cx="1951820" cy="586375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B70DED24-1C34-36F3-7C9E-1A850B68C21D}"/>
              </a:ext>
            </a:extLst>
          </p:cNvPr>
          <p:cNvSpPr txBox="1"/>
          <p:nvPr/>
        </p:nvSpPr>
        <p:spPr>
          <a:xfrm>
            <a:off x="5877827" y="3250697"/>
            <a:ext cx="1888136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2→1</a:t>
            </a:r>
          </a:p>
        </p:txBody>
      </p: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C4E3DEA1-6856-327E-4281-9E0728596A83}"/>
              </a:ext>
            </a:extLst>
          </p:cNvPr>
          <p:cNvGrpSpPr/>
          <p:nvPr/>
        </p:nvGrpSpPr>
        <p:grpSpPr>
          <a:xfrm>
            <a:off x="5945170" y="3577259"/>
            <a:ext cx="1753448" cy="272231"/>
            <a:chOff x="9133527" y="1125845"/>
            <a:chExt cx="2204162" cy="904189"/>
          </a:xfrm>
        </p:grpSpPr>
        <p:sp>
          <p:nvSpPr>
            <p:cNvPr id="198" name="사각형: 둥근 모서리 197">
              <a:extLst>
                <a:ext uri="{FF2B5EF4-FFF2-40B4-BE49-F238E27FC236}">
                  <a16:creationId xmlns:a16="http://schemas.microsoft.com/office/drawing/2014/main" id="{CC5EADE7-D42A-AFE4-9701-12EB28814082}"/>
                </a:ext>
              </a:extLst>
            </p:cNvPr>
            <p:cNvSpPr/>
            <p:nvPr/>
          </p:nvSpPr>
          <p:spPr>
            <a:xfrm>
              <a:off x="9133527" y="1125845"/>
              <a:ext cx="2204162" cy="90418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199" name="그룹 198">
              <a:extLst>
                <a:ext uri="{FF2B5EF4-FFF2-40B4-BE49-F238E27FC236}">
                  <a16:creationId xmlns:a16="http://schemas.microsoft.com/office/drawing/2014/main" id="{47195199-07DB-97F8-9067-C0F3804BACDB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200" name="그룹 199">
                <a:extLst>
                  <a:ext uri="{FF2B5EF4-FFF2-40B4-BE49-F238E27FC236}">
                    <a16:creationId xmlns:a16="http://schemas.microsoft.com/office/drawing/2014/main" id="{815F7321-AE72-DC5B-1E69-D39D4503013D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205" name="사각형: 둥근 모서리 204">
                  <a:extLst>
                    <a:ext uri="{FF2B5EF4-FFF2-40B4-BE49-F238E27FC236}">
                      <a16:creationId xmlns:a16="http://schemas.microsoft.com/office/drawing/2014/main" id="{FE650D1E-43A5-5586-E2F6-22D603AE9DF6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6" name="사각형: 둥근 모서리 205">
                  <a:extLst>
                    <a:ext uri="{FF2B5EF4-FFF2-40B4-BE49-F238E27FC236}">
                      <a16:creationId xmlns:a16="http://schemas.microsoft.com/office/drawing/2014/main" id="{EEFE06E0-C895-AF39-02F4-604C123D20E1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01" name="그룹 200">
                <a:extLst>
                  <a:ext uri="{FF2B5EF4-FFF2-40B4-BE49-F238E27FC236}">
                    <a16:creationId xmlns:a16="http://schemas.microsoft.com/office/drawing/2014/main" id="{868F8F97-BEB3-1BD0-756E-520C46C3EBD9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203" name="사각형: 둥근 모서리 202">
                  <a:extLst>
                    <a:ext uri="{FF2B5EF4-FFF2-40B4-BE49-F238E27FC236}">
                      <a16:creationId xmlns:a16="http://schemas.microsoft.com/office/drawing/2014/main" id="{F9838D92-26BB-D39A-F8BC-24FD4CC172D9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4" name="사각형: 둥근 모서리 203">
                  <a:extLst>
                    <a:ext uri="{FF2B5EF4-FFF2-40B4-BE49-F238E27FC236}">
                      <a16:creationId xmlns:a16="http://schemas.microsoft.com/office/drawing/2014/main" id="{69032571-87EE-BC09-CDDA-54485CF5C409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</p:grpSp>
          <p:cxnSp>
            <p:nvCxnSpPr>
              <p:cNvPr id="202" name="직선 연결선 201">
                <a:extLst>
                  <a:ext uri="{FF2B5EF4-FFF2-40B4-BE49-F238E27FC236}">
                    <a16:creationId xmlns:a16="http://schemas.microsoft.com/office/drawing/2014/main" id="{DA903A97-ACFC-EE65-9884-3E5A20527F60}"/>
                  </a:ext>
                </a:extLst>
              </p:cNvPr>
              <p:cNvCxnSpPr>
                <a:stCxn id="205" idx="2"/>
                <a:endCxn id="203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07" name="Google Shape;295;p20">
            <a:extLst>
              <a:ext uri="{FF2B5EF4-FFF2-40B4-BE49-F238E27FC236}">
                <a16:creationId xmlns:a16="http://schemas.microsoft.com/office/drawing/2014/main" id="{29BF83F9-038E-CF3E-89E9-17534045DE39}"/>
              </a:ext>
            </a:extLst>
          </p:cNvPr>
          <p:cNvCxnSpPr>
            <a:cxnSpLocks/>
            <a:stCxn id="14" idx="2"/>
            <a:endCxn id="180" idx="0"/>
          </p:cNvCxnSpPr>
          <p:nvPr/>
        </p:nvCxnSpPr>
        <p:spPr>
          <a:xfrm>
            <a:off x="3059737" y="2953219"/>
            <a:ext cx="1325234" cy="29747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Google Shape;295;p20">
            <a:extLst>
              <a:ext uri="{FF2B5EF4-FFF2-40B4-BE49-F238E27FC236}">
                <a16:creationId xmlns:a16="http://schemas.microsoft.com/office/drawing/2014/main" id="{47072C50-2D55-423E-DDF1-42B03E49CFC6}"/>
              </a:ext>
            </a:extLst>
          </p:cNvPr>
          <p:cNvCxnSpPr>
            <a:cxnSpLocks/>
            <a:stCxn id="34" idx="2"/>
            <a:endCxn id="196" idx="0"/>
          </p:cNvCxnSpPr>
          <p:nvPr/>
        </p:nvCxnSpPr>
        <p:spPr>
          <a:xfrm>
            <a:off x="5551917" y="3122081"/>
            <a:ext cx="1269978" cy="128616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" name="그룹 5">
            <a:extLst>
              <a:ext uri="{FF2B5EF4-FFF2-40B4-BE49-F238E27FC236}">
                <a16:creationId xmlns:a16="http://schemas.microsoft.com/office/drawing/2014/main" id="{CC49F7BF-89A3-344C-2800-1A032F3A4469}"/>
              </a:ext>
            </a:extLst>
          </p:cNvPr>
          <p:cNvGrpSpPr/>
          <p:nvPr/>
        </p:nvGrpSpPr>
        <p:grpSpPr>
          <a:xfrm>
            <a:off x="279566" y="1995721"/>
            <a:ext cx="1528866" cy="708365"/>
            <a:chOff x="119679" y="1983056"/>
            <a:chExt cx="2175688" cy="950987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BAFDE1D8-E6FD-EC1E-4ED6-66BA27CC78FF}"/>
                </a:ext>
              </a:extLst>
            </p:cNvPr>
            <p:cNvSpPr/>
            <p:nvPr/>
          </p:nvSpPr>
          <p:spPr>
            <a:xfrm>
              <a:off x="415955" y="2351394"/>
              <a:ext cx="1879412" cy="582649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ko-KR" altLang="en-US" sz="16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최종 결과</a:t>
              </a:r>
              <a:endParaRPr lang="en-US" altLang="ko-KR" sz="16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92B8E468-73BF-0881-4201-60F1E4405717}"/>
                </a:ext>
              </a:extLst>
            </p:cNvPr>
            <p:cNvGrpSpPr/>
            <p:nvPr/>
          </p:nvGrpSpPr>
          <p:grpSpPr>
            <a:xfrm>
              <a:off x="119679" y="2045944"/>
              <a:ext cx="622587" cy="461054"/>
              <a:chOff x="496184" y="5500685"/>
              <a:chExt cx="428618" cy="428618"/>
            </a:xfrm>
          </p:grpSpPr>
          <p:sp>
            <p:nvSpPr>
              <p:cNvPr id="18" name="원통형 17">
                <a:extLst>
                  <a:ext uri="{FF2B5EF4-FFF2-40B4-BE49-F238E27FC236}">
                    <a16:creationId xmlns:a16="http://schemas.microsoft.com/office/drawing/2014/main" id="{762DD379-71AF-0A50-643B-0E291B4024A1}"/>
                  </a:ext>
                </a:extLst>
              </p:cNvPr>
              <p:cNvSpPr/>
              <p:nvPr/>
            </p:nvSpPr>
            <p:spPr bwMode="auto">
              <a:xfrm>
                <a:off x="577143" y="5536405"/>
                <a:ext cx="266700" cy="358971"/>
              </a:xfrm>
              <a:prstGeom prst="can">
                <a:avLst>
                  <a:gd name="adj" fmla="val 33036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ko-KR" altLang="en-US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19" name="그래픽 18" descr="데이터베이스 단색으로 채워진">
                <a:extLst>
                  <a:ext uri="{FF2B5EF4-FFF2-40B4-BE49-F238E27FC236}">
                    <a16:creationId xmlns:a16="http://schemas.microsoft.com/office/drawing/2014/main" id="{1ABBDFF1-FFC6-0E76-6C18-31C4758DD2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6184" y="5500685"/>
                <a:ext cx="428618" cy="428618"/>
              </a:xfrm>
              <a:prstGeom prst="rect">
                <a:avLst/>
              </a:prstGeom>
            </p:spPr>
          </p:pic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95178393-8E5B-E442-14F6-4EB4948C5675}"/>
                </a:ext>
              </a:extLst>
            </p:cNvPr>
            <p:cNvGrpSpPr/>
            <p:nvPr/>
          </p:nvGrpSpPr>
          <p:grpSpPr>
            <a:xfrm>
              <a:off x="704408" y="1983056"/>
              <a:ext cx="487335" cy="551387"/>
              <a:chOff x="280988" y="1633755"/>
              <a:chExt cx="756967" cy="756967"/>
            </a:xfrm>
          </p:grpSpPr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5DB67C4B-63E8-17D1-8D7A-0EED4797257F}"/>
                  </a:ext>
                </a:extLst>
              </p:cNvPr>
              <p:cNvSpPr/>
              <p:nvPr/>
            </p:nvSpPr>
            <p:spPr bwMode="auto">
              <a:xfrm>
                <a:off x="325962" y="1742506"/>
                <a:ext cx="667020" cy="529207"/>
              </a:xfrm>
              <a:prstGeom prst="roundRect">
                <a:avLst>
                  <a:gd name="adj" fmla="val 2817"/>
                </a:avLst>
              </a:prstGeom>
              <a:solidFill>
                <a:srgbClr val="FFFFF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ko-KR" altLang="en-US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13" name="그래픽 12" descr="CMD 터미널 단색으로 채워진">
                <a:extLst>
                  <a:ext uri="{FF2B5EF4-FFF2-40B4-BE49-F238E27FC236}">
                    <a16:creationId xmlns:a16="http://schemas.microsoft.com/office/drawing/2014/main" id="{FAE71320-0CF5-76C0-3B85-A236EC7CAC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80988" y="1633755"/>
                <a:ext cx="756967" cy="756967"/>
              </a:xfrm>
              <a:prstGeom prst="rect">
                <a:avLst/>
              </a:prstGeom>
            </p:spPr>
          </p:pic>
        </p:grpSp>
      </p:grpSp>
      <p:sp>
        <p:nvSpPr>
          <p:cNvPr id="250" name="사각형: 둥근 모서리 249">
            <a:extLst>
              <a:ext uri="{FF2B5EF4-FFF2-40B4-BE49-F238E27FC236}">
                <a16:creationId xmlns:a16="http://schemas.microsoft.com/office/drawing/2014/main" id="{C048E6AD-55DD-81BF-C712-71630D87D934}"/>
              </a:ext>
            </a:extLst>
          </p:cNvPr>
          <p:cNvSpPr/>
          <p:nvPr/>
        </p:nvSpPr>
        <p:spPr bwMode="auto">
          <a:xfrm>
            <a:off x="7980972" y="4172306"/>
            <a:ext cx="2191212" cy="583063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4D5ED5AF-D71D-BE96-E59F-7FD54B776FED}"/>
              </a:ext>
            </a:extLst>
          </p:cNvPr>
          <p:cNvSpPr txBox="1"/>
          <p:nvPr/>
        </p:nvSpPr>
        <p:spPr>
          <a:xfrm>
            <a:off x="8018106" y="4090379"/>
            <a:ext cx="2133732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2→1→3</a:t>
            </a:r>
          </a:p>
        </p:txBody>
      </p:sp>
      <p:grpSp>
        <p:nvGrpSpPr>
          <p:cNvPr id="252" name="그룹 251">
            <a:extLst>
              <a:ext uri="{FF2B5EF4-FFF2-40B4-BE49-F238E27FC236}">
                <a16:creationId xmlns:a16="http://schemas.microsoft.com/office/drawing/2014/main" id="{678E9506-5F28-1A94-12DD-0FC1EB01B4C5}"/>
              </a:ext>
            </a:extLst>
          </p:cNvPr>
          <p:cNvGrpSpPr/>
          <p:nvPr/>
        </p:nvGrpSpPr>
        <p:grpSpPr>
          <a:xfrm>
            <a:off x="8198070" y="4422633"/>
            <a:ext cx="1757016" cy="281963"/>
            <a:chOff x="9133527" y="3725979"/>
            <a:chExt cx="2204162" cy="954834"/>
          </a:xfrm>
        </p:grpSpPr>
        <p:sp>
          <p:nvSpPr>
            <p:cNvPr id="253" name="사각형: 둥근 모서리 252">
              <a:extLst>
                <a:ext uri="{FF2B5EF4-FFF2-40B4-BE49-F238E27FC236}">
                  <a16:creationId xmlns:a16="http://schemas.microsoft.com/office/drawing/2014/main" id="{A7709DDB-D55F-76CB-744A-9978A3DE1347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254" name="그룹 253">
              <a:extLst>
                <a:ext uri="{FF2B5EF4-FFF2-40B4-BE49-F238E27FC236}">
                  <a16:creationId xmlns:a16="http://schemas.microsoft.com/office/drawing/2014/main" id="{95FDD165-7B65-7806-0AB1-4309BB570CAC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255" name="그룹 254">
                <a:extLst>
                  <a:ext uri="{FF2B5EF4-FFF2-40B4-BE49-F238E27FC236}">
                    <a16:creationId xmlns:a16="http://schemas.microsoft.com/office/drawing/2014/main" id="{9549955B-0E61-1445-035A-34426B1641A5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260" name="사각형: 둥근 모서리 259">
                  <a:extLst>
                    <a:ext uri="{FF2B5EF4-FFF2-40B4-BE49-F238E27FC236}">
                      <a16:creationId xmlns:a16="http://schemas.microsoft.com/office/drawing/2014/main" id="{C5AD680B-E593-0BB9-0DCA-B382922D60F1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61" name="타원 260">
                  <a:extLst>
                    <a:ext uri="{FF2B5EF4-FFF2-40B4-BE49-F238E27FC236}">
                      <a16:creationId xmlns:a16="http://schemas.microsoft.com/office/drawing/2014/main" id="{B404D79C-8BF7-F3F0-A45A-063EB6A7E3C5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256" name="그룹 255">
                <a:extLst>
                  <a:ext uri="{FF2B5EF4-FFF2-40B4-BE49-F238E27FC236}">
                    <a16:creationId xmlns:a16="http://schemas.microsoft.com/office/drawing/2014/main" id="{18FB0ECF-13D9-2EA4-8A5A-9244A8C2168B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258" name="사각형: 둥근 모서리 257">
                  <a:extLst>
                    <a:ext uri="{FF2B5EF4-FFF2-40B4-BE49-F238E27FC236}">
                      <a16:creationId xmlns:a16="http://schemas.microsoft.com/office/drawing/2014/main" id="{0A609B3C-C0E1-D006-6B46-4BBA0711ACF5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59" name="타원 258">
                  <a:extLst>
                    <a:ext uri="{FF2B5EF4-FFF2-40B4-BE49-F238E27FC236}">
                      <a16:creationId xmlns:a16="http://schemas.microsoft.com/office/drawing/2014/main" id="{BF023E38-E212-302F-9D91-C518ADF095BB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257" name="직선 연결선 256">
                <a:extLst>
                  <a:ext uri="{FF2B5EF4-FFF2-40B4-BE49-F238E27FC236}">
                    <a16:creationId xmlns:a16="http://schemas.microsoft.com/office/drawing/2014/main" id="{3DEFDE8A-A8FE-5AE1-9F33-C0FE20C24C2E}"/>
                  </a:ext>
                </a:extLst>
              </p:cNvPr>
              <p:cNvCxnSpPr>
                <a:cxnSpLocks/>
                <a:stCxn id="261" idx="0"/>
                <a:endCxn id="259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101264A4-9AB2-BDCA-EDC1-90444F7754F4}"/>
              </a:ext>
            </a:extLst>
          </p:cNvPr>
          <p:cNvSpPr/>
          <p:nvPr/>
        </p:nvSpPr>
        <p:spPr bwMode="auto">
          <a:xfrm>
            <a:off x="7066201" y="2366844"/>
            <a:ext cx="1955792" cy="583063"/>
          </a:xfrm>
          <a:prstGeom prst="roundRect">
            <a:avLst>
              <a:gd name="adj" fmla="val 10205"/>
            </a:avLst>
          </a:prstGeom>
          <a:solidFill>
            <a:schemeClr val="tx2">
              <a:lumMod val="9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D9642F-4E53-CE29-4561-77B18615E8B4}"/>
              </a:ext>
            </a:extLst>
          </p:cNvPr>
          <p:cNvSpPr txBox="1"/>
          <p:nvPr/>
        </p:nvSpPr>
        <p:spPr>
          <a:xfrm>
            <a:off x="7203803" y="2297176"/>
            <a:ext cx="1680588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3</a:t>
            </a: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A81F0718-B9E7-4EE8-9BAE-F6D10EDFC6DE}"/>
              </a:ext>
            </a:extLst>
          </p:cNvPr>
          <p:cNvGrpSpPr/>
          <p:nvPr/>
        </p:nvGrpSpPr>
        <p:grpSpPr>
          <a:xfrm>
            <a:off x="7165589" y="2617171"/>
            <a:ext cx="1757016" cy="281963"/>
            <a:chOff x="9133527" y="3725979"/>
            <a:chExt cx="2204162" cy="954834"/>
          </a:xfrm>
        </p:grpSpPr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49861DD4-0E6A-5F3C-80C2-F4476F645247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1D78B7CF-5463-6DFB-1CE6-8AE0FE6F1452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110" name="그룹 109">
                <a:extLst>
                  <a:ext uri="{FF2B5EF4-FFF2-40B4-BE49-F238E27FC236}">
                    <a16:creationId xmlns:a16="http://schemas.microsoft.com/office/drawing/2014/main" id="{C7119FF8-0142-9F39-4E3A-EE0F24C5F736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115" name="사각형: 둥근 모서리 114">
                  <a:extLst>
                    <a:ext uri="{FF2B5EF4-FFF2-40B4-BE49-F238E27FC236}">
                      <a16:creationId xmlns:a16="http://schemas.microsoft.com/office/drawing/2014/main" id="{474AADA0-7A3F-A7A3-09AF-6574D23D2158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3328D97F-25A1-9512-2CF7-70894BBB14DC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111" name="그룹 110">
                <a:extLst>
                  <a:ext uri="{FF2B5EF4-FFF2-40B4-BE49-F238E27FC236}">
                    <a16:creationId xmlns:a16="http://schemas.microsoft.com/office/drawing/2014/main" id="{9D182BF0-4849-A27E-87B3-D004AAA451FA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113" name="사각형: 둥근 모서리 112">
                  <a:extLst>
                    <a:ext uri="{FF2B5EF4-FFF2-40B4-BE49-F238E27FC236}">
                      <a16:creationId xmlns:a16="http://schemas.microsoft.com/office/drawing/2014/main" id="{C82D44AD-777D-9711-CC7E-05F54A3E536F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14" name="타원 113">
                  <a:extLst>
                    <a:ext uri="{FF2B5EF4-FFF2-40B4-BE49-F238E27FC236}">
                      <a16:creationId xmlns:a16="http://schemas.microsoft.com/office/drawing/2014/main" id="{421F959E-3B5D-FA9E-EDA3-A601FACE314E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E49B9512-3555-E0E4-3DBD-B42A983EA676}"/>
                  </a:ext>
                </a:extLst>
              </p:cNvPr>
              <p:cNvCxnSpPr>
                <a:cxnSpLocks/>
                <a:stCxn id="116" idx="0"/>
                <a:endCxn id="114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804445C6-48EB-A5C0-74E4-945849239654}"/>
              </a:ext>
            </a:extLst>
          </p:cNvPr>
          <p:cNvSpPr/>
          <p:nvPr/>
        </p:nvSpPr>
        <p:spPr bwMode="auto">
          <a:xfrm>
            <a:off x="9496676" y="2366845"/>
            <a:ext cx="2079204" cy="714907"/>
          </a:xfrm>
          <a:prstGeom prst="roundRect">
            <a:avLst>
              <a:gd name="adj" fmla="val 10205"/>
            </a:avLst>
          </a:prstGeom>
          <a:solidFill>
            <a:schemeClr val="tx2">
              <a:lumMod val="9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C043594B-7642-A520-EF66-229E7F576B99}"/>
              </a:ext>
            </a:extLst>
          </p:cNvPr>
          <p:cNvGrpSpPr/>
          <p:nvPr/>
        </p:nvGrpSpPr>
        <p:grpSpPr>
          <a:xfrm>
            <a:off x="9648556" y="2617171"/>
            <a:ext cx="1775445" cy="407411"/>
            <a:chOff x="9133527" y="4778146"/>
            <a:chExt cx="2204162" cy="1365327"/>
          </a:xfrm>
        </p:grpSpPr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6AD7B7FD-F2A7-FC49-69F9-217BA395F81D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1FE4B0CE-E71E-1804-57D1-7DEABAB4BC7C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7A52781F-8AD3-0E43-C0F6-BC404CCA522B}"/>
                  </a:ext>
                </a:extLst>
              </p:cNvPr>
              <p:cNvCxnSpPr>
                <a:cxnSpLocks/>
                <a:endCxn id="137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4" name="그룹 133">
                <a:extLst>
                  <a:ext uri="{FF2B5EF4-FFF2-40B4-BE49-F238E27FC236}">
                    <a16:creationId xmlns:a16="http://schemas.microsoft.com/office/drawing/2014/main" id="{A9C78FDB-1678-0840-0D97-9E8A6095400A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141" name="타원 140">
                  <a:extLst>
                    <a:ext uri="{FF2B5EF4-FFF2-40B4-BE49-F238E27FC236}">
                      <a16:creationId xmlns:a16="http://schemas.microsoft.com/office/drawing/2014/main" id="{B1D89E10-3F8D-A110-AD53-70E38DB31734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2" name="사각형: 둥근 모서리 141">
                  <a:extLst>
                    <a:ext uri="{FF2B5EF4-FFF2-40B4-BE49-F238E27FC236}">
                      <a16:creationId xmlns:a16="http://schemas.microsoft.com/office/drawing/2014/main" id="{1286A4C4-E640-1C6A-6B16-2A5CCF1F1CF5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35" name="그룹 134">
                <a:extLst>
                  <a:ext uri="{FF2B5EF4-FFF2-40B4-BE49-F238E27FC236}">
                    <a16:creationId xmlns:a16="http://schemas.microsoft.com/office/drawing/2014/main" id="{90E20B01-2497-B806-52F0-425553B86067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139" name="타원 138">
                  <a:extLst>
                    <a:ext uri="{FF2B5EF4-FFF2-40B4-BE49-F238E27FC236}">
                      <a16:creationId xmlns:a16="http://schemas.microsoft.com/office/drawing/2014/main" id="{124C5464-CFCF-D39E-EDEC-B94688819AC8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0" name="사각형: 둥근 모서리 139">
                  <a:extLst>
                    <a:ext uri="{FF2B5EF4-FFF2-40B4-BE49-F238E27FC236}">
                      <a16:creationId xmlns:a16="http://schemas.microsoft.com/office/drawing/2014/main" id="{83A4C293-EA8E-CBF2-4658-9CE0A6FE6039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36" name="그룹 135">
                <a:extLst>
                  <a:ext uri="{FF2B5EF4-FFF2-40B4-BE49-F238E27FC236}">
                    <a16:creationId xmlns:a16="http://schemas.microsoft.com/office/drawing/2014/main" id="{403DEBF7-6AB1-F064-CA3C-5F9E389ADFAB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137" name="타원 136">
                  <a:extLst>
                    <a:ext uri="{FF2B5EF4-FFF2-40B4-BE49-F238E27FC236}">
                      <a16:creationId xmlns:a16="http://schemas.microsoft.com/office/drawing/2014/main" id="{441C9B7E-E628-18C8-658A-F440469100FE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38" name="사각형: 둥근 모서리 137">
                  <a:extLst>
                    <a:ext uri="{FF2B5EF4-FFF2-40B4-BE49-F238E27FC236}">
                      <a16:creationId xmlns:a16="http://schemas.microsoft.com/office/drawing/2014/main" id="{C452DEB4-22C7-F6EB-7831-C03173F5E82C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2A595006-B02D-4A50-C3E4-0E2AA1A5B980}"/>
              </a:ext>
            </a:extLst>
          </p:cNvPr>
          <p:cNvSpPr txBox="1"/>
          <p:nvPr/>
        </p:nvSpPr>
        <p:spPr>
          <a:xfrm>
            <a:off x="9695984" y="2297176"/>
            <a:ext cx="1680588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4</a:t>
            </a:r>
          </a:p>
        </p:txBody>
      </p: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9CA5B7B4-7A9C-A2E1-071A-E5D501BD4DCE}"/>
              </a:ext>
            </a:extLst>
          </p:cNvPr>
          <p:cNvSpPr/>
          <p:nvPr/>
        </p:nvSpPr>
        <p:spPr bwMode="auto">
          <a:xfrm>
            <a:off x="3407075" y="3320366"/>
            <a:ext cx="1955791" cy="755236"/>
          </a:xfrm>
          <a:prstGeom prst="roundRect">
            <a:avLst>
              <a:gd name="adj" fmla="val 10205"/>
            </a:avLst>
          </a:prstGeom>
          <a:solidFill>
            <a:schemeClr val="tx2">
              <a:lumMod val="9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032F8E36-4882-406F-154A-ECC8790F5606}"/>
              </a:ext>
            </a:extLst>
          </p:cNvPr>
          <p:cNvSpPr txBox="1"/>
          <p:nvPr/>
        </p:nvSpPr>
        <p:spPr>
          <a:xfrm>
            <a:off x="3409061" y="3250697"/>
            <a:ext cx="1951820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1→2</a:t>
            </a:r>
          </a:p>
        </p:txBody>
      </p: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F811956E-2FF3-4295-9C49-6B7107629232}"/>
              </a:ext>
            </a:extLst>
          </p:cNvPr>
          <p:cNvGrpSpPr/>
          <p:nvPr/>
        </p:nvGrpSpPr>
        <p:grpSpPr>
          <a:xfrm>
            <a:off x="3558607" y="3570692"/>
            <a:ext cx="1652727" cy="440027"/>
            <a:chOff x="9133527" y="2187491"/>
            <a:chExt cx="2204162" cy="1441156"/>
          </a:xfrm>
        </p:grpSpPr>
        <p:sp>
          <p:nvSpPr>
            <p:cNvPr id="182" name="사각형: 둥근 모서리 181">
              <a:extLst>
                <a:ext uri="{FF2B5EF4-FFF2-40B4-BE49-F238E27FC236}">
                  <a16:creationId xmlns:a16="http://schemas.microsoft.com/office/drawing/2014/main" id="{917CC662-B031-6FD4-3A90-F37E35DE56C1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D3C3A5FF-F379-3412-8A7C-14EF1286F031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184" name="직선 연결선 183">
                <a:extLst>
                  <a:ext uri="{FF2B5EF4-FFF2-40B4-BE49-F238E27FC236}">
                    <a16:creationId xmlns:a16="http://schemas.microsoft.com/office/drawing/2014/main" id="{756F7EFB-7531-5EB2-08DA-3D5AA1CC7B59}"/>
                  </a:ext>
                </a:extLst>
              </p:cNvPr>
              <p:cNvCxnSpPr>
                <a:cxnSpLocks/>
                <a:stCxn id="192" idx="2"/>
                <a:endCxn id="188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그룹 184">
                <a:extLst>
                  <a:ext uri="{FF2B5EF4-FFF2-40B4-BE49-F238E27FC236}">
                    <a16:creationId xmlns:a16="http://schemas.microsoft.com/office/drawing/2014/main" id="{7AD7F5B9-68DC-C268-D0A1-DBDC70ECCAB0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192" name="사각형: 둥근 모서리 191">
                  <a:extLst>
                    <a:ext uri="{FF2B5EF4-FFF2-40B4-BE49-F238E27FC236}">
                      <a16:creationId xmlns:a16="http://schemas.microsoft.com/office/drawing/2014/main" id="{C27E60A4-85A8-F4C5-62CA-D81EBFB092AF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93" name="사각형: 둥근 모서리 192">
                  <a:extLst>
                    <a:ext uri="{FF2B5EF4-FFF2-40B4-BE49-F238E27FC236}">
                      <a16:creationId xmlns:a16="http://schemas.microsoft.com/office/drawing/2014/main" id="{DE6212FF-5D92-7F60-2828-5F5684CEA2A2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86" name="그룹 185">
                <a:extLst>
                  <a:ext uri="{FF2B5EF4-FFF2-40B4-BE49-F238E27FC236}">
                    <a16:creationId xmlns:a16="http://schemas.microsoft.com/office/drawing/2014/main" id="{D42F58FF-E097-8A6A-ACD4-59958F53CDF1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190" name="사각형: 둥근 모서리 189">
                  <a:extLst>
                    <a:ext uri="{FF2B5EF4-FFF2-40B4-BE49-F238E27FC236}">
                      <a16:creationId xmlns:a16="http://schemas.microsoft.com/office/drawing/2014/main" id="{EAE8C817-F493-F8A8-3968-9B8A49C6BE05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91" name="사각형: 둥근 모서리 190">
                  <a:extLst>
                    <a:ext uri="{FF2B5EF4-FFF2-40B4-BE49-F238E27FC236}">
                      <a16:creationId xmlns:a16="http://schemas.microsoft.com/office/drawing/2014/main" id="{899C7DAB-FDBD-4B6B-ED74-0917E76EDCD6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A6A96F5A-EA20-AABC-BFD6-F838A140F825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188" name="타원 187">
                  <a:extLst>
                    <a:ext uri="{FF2B5EF4-FFF2-40B4-BE49-F238E27FC236}">
                      <a16:creationId xmlns:a16="http://schemas.microsoft.com/office/drawing/2014/main" id="{39E6C1FE-49B2-9461-94C0-D9FF2577C190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89" name="사각형: 둥근 모서리 188">
                  <a:extLst>
                    <a:ext uri="{FF2B5EF4-FFF2-40B4-BE49-F238E27FC236}">
                      <a16:creationId xmlns:a16="http://schemas.microsoft.com/office/drawing/2014/main" id="{A4C739FE-8D5C-CAAB-36D0-71C38D7DFB45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263" name="사각형: 둥근 모서리 262">
            <a:extLst>
              <a:ext uri="{FF2B5EF4-FFF2-40B4-BE49-F238E27FC236}">
                <a16:creationId xmlns:a16="http://schemas.microsoft.com/office/drawing/2014/main" id="{1FB3EBE8-5E43-169D-9E4D-116B322B243B}"/>
              </a:ext>
            </a:extLst>
          </p:cNvPr>
          <p:cNvSpPr/>
          <p:nvPr/>
        </p:nvSpPr>
        <p:spPr bwMode="auto">
          <a:xfrm>
            <a:off x="4854881" y="4232779"/>
            <a:ext cx="1963160" cy="714907"/>
          </a:xfrm>
          <a:prstGeom prst="roundRect">
            <a:avLst>
              <a:gd name="adj" fmla="val 10205"/>
            </a:avLst>
          </a:prstGeom>
          <a:solidFill>
            <a:schemeClr val="tx2">
              <a:lumMod val="9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1A964429-F12D-1523-7239-4497F925F711}"/>
              </a:ext>
            </a:extLst>
          </p:cNvPr>
          <p:cNvGrpSpPr/>
          <p:nvPr/>
        </p:nvGrpSpPr>
        <p:grpSpPr>
          <a:xfrm>
            <a:off x="4998284" y="4483105"/>
            <a:ext cx="1676354" cy="407411"/>
            <a:chOff x="9133527" y="4778146"/>
            <a:chExt cx="2204162" cy="1365327"/>
          </a:xfrm>
        </p:grpSpPr>
        <p:sp>
          <p:nvSpPr>
            <p:cNvPr id="266" name="사각형: 둥근 모서리 265">
              <a:extLst>
                <a:ext uri="{FF2B5EF4-FFF2-40B4-BE49-F238E27FC236}">
                  <a16:creationId xmlns:a16="http://schemas.microsoft.com/office/drawing/2014/main" id="{CDBAE1DB-D075-7819-A1DA-AD7658F03F54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267" name="그룹 266">
              <a:extLst>
                <a:ext uri="{FF2B5EF4-FFF2-40B4-BE49-F238E27FC236}">
                  <a16:creationId xmlns:a16="http://schemas.microsoft.com/office/drawing/2014/main" id="{93C7A5D1-EB15-4B0C-076C-D92C3EB4956B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268" name="직선 연결선 267">
                <a:extLst>
                  <a:ext uri="{FF2B5EF4-FFF2-40B4-BE49-F238E27FC236}">
                    <a16:creationId xmlns:a16="http://schemas.microsoft.com/office/drawing/2014/main" id="{D91E5C03-C8C4-952D-F1F7-47DA9B7CAAFF}"/>
                  </a:ext>
                </a:extLst>
              </p:cNvPr>
              <p:cNvCxnSpPr>
                <a:cxnSpLocks/>
                <a:endCxn id="272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9" name="그룹 268">
                <a:extLst>
                  <a:ext uri="{FF2B5EF4-FFF2-40B4-BE49-F238E27FC236}">
                    <a16:creationId xmlns:a16="http://schemas.microsoft.com/office/drawing/2014/main" id="{86F2C8B1-4340-4AE6-D088-502F73BE9B74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276" name="타원 275">
                  <a:extLst>
                    <a:ext uri="{FF2B5EF4-FFF2-40B4-BE49-F238E27FC236}">
                      <a16:creationId xmlns:a16="http://schemas.microsoft.com/office/drawing/2014/main" id="{DAE19A3C-571C-486C-0698-225E2617AA71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277" name="사각형: 둥근 모서리 276">
                  <a:extLst>
                    <a:ext uri="{FF2B5EF4-FFF2-40B4-BE49-F238E27FC236}">
                      <a16:creationId xmlns:a16="http://schemas.microsoft.com/office/drawing/2014/main" id="{6666CD68-A47A-3393-909C-47A43FF8B472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70" name="그룹 269">
                <a:extLst>
                  <a:ext uri="{FF2B5EF4-FFF2-40B4-BE49-F238E27FC236}">
                    <a16:creationId xmlns:a16="http://schemas.microsoft.com/office/drawing/2014/main" id="{9754F254-B1F2-6090-A2C0-C423745E8603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274" name="타원 273">
                  <a:extLst>
                    <a:ext uri="{FF2B5EF4-FFF2-40B4-BE49-F238E27FC236}">
                      <a16:creationId xmlns:a16="http://schemas.microsoft.com/office/drawing/2014/main" id="{D6E627D3-29A1-F106-15AD-5E8B7BE77974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275" name="사각형: 둥근 모서리 274">
                  <a:extLst>
                    <a:ext uri="{FF2B5EF4-FFF2-40B4-BE49-F238E27FC236}">
                      <a16:creationId xmlns:a16="http://schemas.microsoft.com/office/drawing/2014/main" id="{B46FA418-AECD-A3FD-2131-CAA34A78851D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71" name="그룹 270">
                <a:extLst>
                  <a:ext uri="{FF2B5EF4-FFF2-40B4-BE49-F238E27FC236}">
                    <a16:creationId xmlns:a16="http://schemas.microsoft.com/office/drawing/2014/main" id="{8E445341-2EF2-7703-59DF-0AF5CD9A4B07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272" name="타원 271">
                  <a:extLst>
                    <a:ext uri="{FF2B5EF4-FFF2-40B4-BE49-F238E27FC236}">
                      <a16:creationId xmlns:a16="http://schemas.microsoft.com/office/drawing/2014/main" id="{223B4D05-A831-92CD-8F41-03911AA95799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73" name="사각형: 둥근 모서리 272">
                  <a:extLst>
                    <a:ext uri="{FF2B5EF4-FFF2-40B4-BE49-F238E27FC236}">
                      <a16:creationId xmlns:a16="http://schemas.microsoft.com/office/drawing/2014/main" id="{3AC6C73E-6EF9-6166-6DCF-38DAD8D47692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265" name="TextBox 264">
            <a:extLst>
              <a:ext uri="{FF2B5EF4-FFF2-40B4-BE49-F238E27FC236}">
                <a16:creationId xmlns:a16="http://schemas.microsoft.com/office/drawing/2014/main" id="{938ED529-5E93-4C30-AD42-9263A2FB4D5D}"/>
              </a:ext>
            </a:extLst>
          </p:cNvPr>
          <p:cNvSpPr txBox="1"/>
          <p:nvPr/>
        </p:nvSpPr>
        <p:spPr>
          <a:xfrm>
            <a:off x="4783872" y="4163110"/>
            <a:ext cx="2105178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2→1→4</a:t>
            </a:r>
          </a:p>
        </p:txBody>
      </p:sp>
      <p:sp>
        <p:nvSpPr>
          <p:cNvPr id="279" name="사각형: 둥근 모서리 278">
            <a:extLst>
              <a:ext uri="{FF2B5EF4-FFF2-40B4-BE49-F238E27FC236}">
                <a16:creationId xmlns:a16="http://schemas.microsoft.com/office/drawing/2014/main" id="{E483B169-993C-6E37-404B-2210B2112690}"/>
              </a:ext>
            </a:extLst>
          </p:cNvPr>
          <p:cNvSpPr/>
          <p:nvPr/>
        </p:nvSpPr>
        <p:spPr bwMode="auto">
          <a:xfrm>
            <a:off x="7980529" y="5035059"/>
            <a:ext cx="2199466" cy="714907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280" name="그룹 279">
            <a:extLst>
              <a:ext uri="{FF2B5EF4-FFF2-40B4-BE49-F238E27FC236}">
                <a16:creationId xmlns:a16="http://schemas.microsoft.com/office/drawing/2014/main" id="{99AC89FC-1699-8408-9BE7-B81039A92848}"/>
              </a:ext>
            </a:extLst>
          </p:cNvPr>
          <p:cNvGrpSpPr/>
          <p:nvPr/>
        </p:nvGrpSpPr>
        <p:grpSpPr>
          <a:xfrm>
            <a:off x="8242085" y="5285385"/>
            <a:ext cx="1676354" cy="407411"/>
            <a:chOff x="9133527" y="4778146"/>
            <a:chExt cx="2204162" cy="1365327"/>
          </a:xfrm>
        </p:grpSpPr>
        <p:sp>
          <p:nvSpPr>
            <p:cNvPr id="282" name="사각형: 둥근 모서리 281">
              <a:extLst>
                <a:ext uri="{FF2B5EF4-FFF2-40B4-BE49-F238E27FC236}">
                  <a16:creationId xmlns:a16="http://schemas.microsoft.com/office/drawing/2014/main" id="{E3E167F0-18B5-0AB1-7D2B-B11BA6C24CD5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283" name="그룹 282">
              <a:extLst>
                <a:ext uri="{FF2B5EF4-FFF2-40B4-BE49-F238E27FC236}">
                  <a16:creationId xmlns:a16="http://schemas.microsoft.com/office/drawing/2014/main" id="{E56C173A-0307-639D-F7C8-99038D414BAE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284" name="직선 연결선 283">
                <a:extLst>
                  <a:ext uri="{FF2B5EF4-FFF2-40B4-BE49-F238E27FC236}">
                    <a16:creationId xmlns:a16="http://schemas.microsoft.com/office/drawing/2014/main" id="{61A86B7B-E128-A159-D713-40369840E49A}"/>
                  </a:ext>
                </a:extLst>
              </p:cNvPr>
              <p:cNvCxnSpPr>
                <a:cxnSpLocks/>
                <a:endCxn id="288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5" name="그룹 284">
                <a:extLst>
                  <a:ext uri="{FF2B5EF4-FFF2-40B4-BE49-F238E27FC236}">
                    <a16:creationId xmlns:a16="http://schemas.microsoft.com/office/drawing/2014/main" id="{AA4F49A3-D351-0700-04D4-67C21DD75DEE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292" name="타원 291">
                  <a:extLst>
                    <a:ext uri="{FF2B5EF4-FFF2-40B4-BE49-F238E27FC236}">
                      <a16:creationId xmlns:a16="http://schemas.microsoft.com/office/drawing/2014/main" id="{1F2AF86B-89F3-CA1E-C7FF-1EE4AD3B8112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293" name="사각형: 둥근 모서리 292">
                  <a:extLst>
                    <a:ext uri="{FF2B5EF4-FFF2-40B4-BE49-F238E27FC236}">
                      <a16:creationId xmlns:a16="http://schemas.microsoft.com/office/drawing/2014/main" id="{7E6C393F-AE50-B22C-EF84-912E6500B584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86" name="그룹 285">
                <a:extLst>
                  <a:ext uri="{FF2B5EF4-FFF2-40B4-BE49-F238E27FC236}">
                    <a16:creationId xmlns:a16="http://schemas.microsoft.com/office/drawing/2014/main" id="{AD6D5D72-4D9A-6032-A2A2-99745F5A06C4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290" name="타원 289">
                  <a:extLst>
                    <a:ext uri="{FF2B5EF4-FFF2-40B4-BE49-F238E27FC236}">
                      <a16:creationId xmlns:a16="http://schemas.microsoft.com/office/drawing/2014/main" id="{19A17695-E821-430F-FA1B-D1071DC0890A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291" name="사각형: 둥근 모서리 290">
                  <a:extLst>
                    <a:ext uri="{FF2B5EF4-FFF2-40B4-BE49-F238E27FC236}">
                      <a16:creationId xmlns:a16="http://schemas.microsoft.com/office/drawing/2014/main" id="{898193F3-A506-6438-B298-E916C127D12D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87" name="그룹 286">
                <a:extLst>
                  <a:ext uri="{FF2B5EF4-FFF2-40B4-BE49-F238E27FC236}">
                    <a16:creationId xmlns:a16="http://schemas.microsoft.com/office/drawing/2014/main" id="{6566695D-773A-B521-27CA-018D86888B13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288" name="타원 287">
                  <a:extLst>
                    <a:ext uri="{FF2B5EF4-FFF2-40B4-BE49-F238E27FC236}">
                      <a16:creationId xmlns:a16="http://schemas.microsoft.com/office/drawing/2014/main" id="{D778A260-F2FE-72B7-D087-BFCAAA7B47F6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89" name="사각형: 둥근 모서리 288">
                  <a:extLst>
                    <a:ext uri="{FF2B5EF4-FFF2-40B4-BE49-F238E27FC236}">
                      <a16:creationId xmlns:a16="http://schemas.microsoft.com/office/drawing/2014/main" id="{B204EC5B-C01E-126F-3300-5B0ADC855BFD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7738AD27-04F3-DBB3-FB4A-CFE4D090EDF5}"/>
              </a:ext>
            </a:extLst>
          </p:cNvPr>
          <p:cNvSpPr txBox="1"/>
          <p:nvPr/>
        </p:nvSpPr>
        <p:spPr>
          <a:xfrm>
            <a:off x="7915889" y="4965390"/>
            <a:ext cx="2328746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2→1→3→4</a:t>
            </a:r>
          </a:p>
        </p:txBody>
      </p:sp>
      <p:grpSp>
        <p:nvGrpSpPr>
          <p:cNvPr id="307" name="그룹 306">
            <a:extLst>
              <a:ext uri="{FF2B5EF4-FFF2-40B4-BE49-F238E27FC236}">
                <a16:creationId xmlns:a16="http://schemas.microsoft.com/office/drawing/2014/main" id="{3CC437AE-C787-0A26-FE28-3AA7DC8C13C3}"/>
              </a:ext>
            </a:extLst>
          </p:cNvPr>
          <p:cNvGrpSpPr/>
          <p:nvPr/>
        </p:nvGrpSpPr>
        <p:grpSpPr>
          <a:xfrm>
            <a:off x="3331269" y="4254758"/>
            <a:ext cx="1087101" cy="328675"/>
            <a:chOff x="8303614" y="4440472"/>
            <a:chExt cx="1140658" cy="471479"/>
          </a:xfrm>
        </p:grpSpPr>
        <p:sp>
          <p:nvSpPr>
            <p:cNvPr id="308" name="사각형: 둥근 모서리 307">
              <a:extLst>
                <a:ext uri="{FF2B5EF4-FFF2-40B4-BE49-F238E27FC236}">
                  <a16:creationId xmlns:a16="http://schemas.microsoft.com/office/drawing/2014/main" id="{182CC737-9C41-EDDD-5892-BD548A0B98E6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 dirty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09" name="곱하기 기호 308">
              <a:extLst>
                <a:ext uri="{FF2B5EF4-FFF2-40B4-BE49-F238E27FC236}">
                  <a16:creationId xmlns:a16="http://schemas.microsoft.com/office/drawing/2014/main" id="{C7C0ACA9-0C9F-ED05-B8C6-70946AB32CCB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310" name="Google Shape;295;p20">
            <a:extLst>
              <a:ext uri="{FF2B5EF4-FFF2-40B4-BE49-F238E27FC236}">
                <a16:creationId xmlns:a16="http://schemas.microsoft.com/office/drawing/2014/main" id="{0ACD9C4C-E682-9DB9-614A-2195DE350584}"/>
              </a:ext>
            </a:extLst>
          </p:cNvPr>
          <p:cNvCxnSpPr>
            <a:cxnSpLocks/>
            <a:stCxn id="179" idx="2"/>
            <a:endCxn id="308" idx="0"/>
          </p:cNvCxnSpPr>
          <p:nvPr/>
        </p:nvCxnSpPr>
        <p:spPr>
          <a:xfrm flipH="1">
            <a:off x="3874820" y="4075602"/>
            <a:ext cx="510151" cy="17915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3" name="Google Shape;295;p20">
            <a:extLst>
              <a:ext uri="{FF2B5EF4-FFF2-40B4-BE49-F238E27FC236}">
                <a16:creationId xmlns:a16="http://schemas.microsoft.com/office/drawing/2014/main" id="{1F6CB641-BC03-C390-419B-18873F9BF489}"/>
              </a:ext>
            </a:extLst>
          </p:cNvPr>
          <p:cNvCxnSpPr>
            <a:cxnSpLocks/>
            <a:stCxn id="195" idx="2"/>
            <a:endCxn id="265" idx="0"/>
          </p:cNvCxnSpPr>
          <p:nvPr/>
        </p:nvCxnSpPr>
        <p:spPr>
          <a:xfrm flipH="1">
            <a:off x="5836461" y="3906740"/>
            <a:ext cx="985433" cy="25637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6" name="Google Shape;295;p20">
            <a:extLst>
              <a:ext uri="{FF2B5EF4-FFF2-40B4-BE49-F238E27FC236}">
                <a16:creationId xmlns:a16="http://schemas.microsoft.com/office/drawing/2014/main" id="{BCD350E4-6AD0-9546-C59A-6B409DFC65A9}"/>
              </a:ext>
            </a:extLst>
          </p:cNvPr>
          <p:cNvCxnSpPr>
            <a:cxnSpLocks/>
          </p:cNvCxnSpPr>
          <p:nvPr/>
        </p:nvCxnSpPr>
        <p:spPr>
          <a:xfrm flipH="1">
            <a:off x="1950115" y="3903428"/>
            <a:ext cx="2897" cy="194571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7D953FC-25FF-03FB-68EA-95487F5FFCCA}"/>
              </a:ext>
            </a:extLst>
          </p:cNvPr>
          <p:cNvSpPr/>
          <p:nvPr/>
        </p:nvSpPr>
        <p:spPr bwMode="auto">
          <a:xfrm>
            <a:off x="2081841" y="2366844"/>
            <a:ext cx="1955792" cy="586375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BB0F3A-9B98-0D07-E93F-D8273BC8FF1E}"/>
              </a:ext>
            </a:extLst>
          </p:cNvPr>
          <p:cNvSpPr txBox="1"/>
          <p:nvPr/>
        </p:nvSpPr>
        <p:spPr>
          <a:xfrm>
            <a:off x="2219443" y="2297176"/>
            <a:ext cx="1680588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</a:t>
            </a: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89FF7535-BDFB-8D64-E2B5-492520CD633C}"/>
              </a:ext>
            </a:extLst>
          </p:cNvPr>
          <p:cNvGrpSpPr/>
          <p:nvPr/>
        </p:nvGrpSpPr>
        <p:grpSpPr>
          <a:xfrm>
            <a:off x="2181229" y="2623738"/>
            <a:ext cx="1757016" cy="272231"/>
            <a:chOff x="9133527" y="1125845"/>
            <a:chExt cx="2204162" cy="904189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A83DA920-5BB4-B997-5B05-F4C8FCC94366}"/>
                </a:ext>
              </a:extLst>
            </p:cNvPr>
            <p:cNvSpPr/>
            <p:nvPr/>
          </p:nvSpPr>
          <p:spPr>
            <a:xfrm>
              <a:off x="9133527" y="1125845"/>
              <a:ext cx="2204162" cy="90418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C3770578-A092-CBE5-607E-40A867824B03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100" name="그룹 99">
                <a:extLst>
                  <a:ext uri="{FF2B5EF4-FFF2-40B4-BE49-F238E27FC236}">
                    <a16:creationId xmlns:a16="http://schemas.microsoft.com/office/drawing/2014/main" id="{E16A77CA-F870-D882-D397-A4986300914E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105" name="사각형: 둥근 모서리 104">
                  <a:extLst>
                    <a:ext uri="{FF2B5EF4-FFF2-40B4-BE49-F238E27FC236}">
                      <a16:creationId xmlns:a16="http://schemas.microsoft.com/office/drawing/2014/main" id="{5F46CC67-FAB4-E388-95F0-F11CA7C15287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06" name="사각형: 둥근 모서리 105">
                  <a:extLst>
                    <a:ext uri="{FF2B5EF4-FFF2-40B4-BE49-F238E27FC236}">
                      <a16:creationId xmlns:a16="http://schemas.microsoft.com/office/drawing/2014/main" id="{6059D192-FF2F-C1D7-EAE2-0E34A0BF7597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01" name="그룹 100">
                <a:extLst>
                  <a:ext uri="{FF2B5EF4-FFF2-40B4-BE49-F238E27FC236}">
                    <a16:creationId xmlns:a16="http://schemas.microsoft.com/office/drawing/2014/main" id="{44E80E2F-08E0-FB31-35E2-23FB111EDC7E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103" name="사각형: 둥근 모서리 102">
                  <a:extLst>
                    <a:ext uri="{FF2B5EF4-FFF2-40B4-BE49-F238E27FC236}">
                      <a16:creationId xmlns:a16="http://schemas.microsoft.com/office/drawing/2014/main" id="{0F54A826-B546-9C96-384C-8B44A276F364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04" name="사각형: 둥근 모서리 103">
                  <a:extLst>
                    <a:ext uri="{FF2B5EF4-FFF2-40B4-BE49-F238E27FC236}">
                      <a16:creationId xmlns:a16="http://schemas.microsoft.com/office/drawing/2014/main" id="{FC631977-9AB5-2797-5A45-6A45316527B8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</p:grp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8E1834DA-C7DF-5FA4-92EF-BA46C104DF1B}"/>
                  </a:ext>
                </a:extLst>
              </p:cNvPr>
              <p:cNvCxnSpPr>
                <a:stCxn id="105" idx="2"/>
                <a:endCxn id="103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5AA63DB5-ECCA-9D4C-FDDE-8ED8355BCFF4}"/>
              </a:ext>
            </a:extLst>
          </p:cNvPr>
          <p:cNvSpPr/>
          <p:nvPr/>
        </p:nvSpPr>
        <p:spPr bwMode="auto">
          <a:xfrm>
            <a:off x="874165" y="3320365"/>
            <a:ext cx="2154796" cy="583063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C3D1336-6AE2-D037-A893-631F47B1E8AC}"/>
              </a:ext>
            </a:extLst>
          </p:cNvPr>
          <p:cNvSpPr txBox="1"/>
          <p:nvPr/>
        </p:nvSpPr>
        <p:spPr>
          <a:xfrm>
            <a:off x="1035685" y="3250697"/>
            <a:ext cx="1831757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1→3</a:t>
            </a: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39CEE534-C0AB-E7B6-0F80-FF0E1122B2A9}"/>
              </a:ext>
            </a:extLst>
          </p:cNvPr>
          <p:cNvGrpSpPr/>
          <p:nvPr/>
        </p:nvGrpSpPr>
        <p:grpSpPr>
          <a:xfrm>
            <a:off x="1073056" y="3570692"/>
            <a:ext cx="1757015" cy="281963"/>
            <a:chOff x="9133527" y="3725979"/>
            <a:chExt cx="2204162" cy="954834"/>
          </a:xfrm>
        </p:grpSpPr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B325A36C-76D3-086B-5834-C38E5C20BA38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4D989B4E-4256-960C-8456-56A7AA7A78E9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149" name="그룹 148">
                <a:extLst>
                  <a:ext uri="{FF2B5EF4-FFF2-40B4-BE49-F238E27FC236}">
                    <a16:creationId xmlns:a16="http://schemas.microsoft.com/office/drawing/2014/main" id="{311FAD57-156F-6D1A-293D-6B161B9B599A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154" name="사각형: 둥근 모서리 153">
                  <a:extLst>
                    <a:ext uri="{FF2B5EF4-FFF2-40B4-BE49-F238E27FC236}">
                      <a16:creationId xmlns:a16="http://schemas.microsoft.com/office/drawing/2014/main" id="{5BF1AD80-31EE-4099-CDED-29AC21A2B0A6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55" name="타원 154">
                  <a:extLst>
                    <a:ext uri="{FF2B5EF4-FFF2-40B4-BE49-F238E27FC236}">
                      <a16:creationId xmlns:a16="http://schemas.microsoft.com/office/drawing/2014/main" id="{946ACA90-18E4-7E88-9E25-7A6F4ECF080D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150" name="그룹 149">
                <a:extLst>
                  <a:ext uri="{FF2B5EF4-FFF2-40B4-BE49-F238E27FC236}">
                    <a16:creationId xmlns:a16="http://schemas.microsoft.com/office/drawing/2014/main" id="{7F16FE2F-BBBB-44EC-9043-0F97D531E7A3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152" name="사각형: 둥근 모서리 151">
                  <a:extLst>
                    <a:ext uri="{FF2B5EF4-FFF2-40B4-BE49-F238E27FC236}">
                      <a16:creationId xmlns:a16="http://schemas.microsoft.com/office/drawing/2014/main" id="{59B8CF7F-D247-208D-606A-54616DDC255E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53" name="타원 152">
                  <a:extLst>
                    <a:ext uri="{FF2B5EF4-FFF2-40B4-BE49-F238E27FC236}">
                      <a16:creationId xmlns:a16="http://schemas.microsoft.com/office/drawing/2014/main" id="{CA1AE077-A9E7-18B7-E1D5-7235505E371B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151" name="직선 연결선 150">
                <a:extLst>
                  <a:ext uri="{FF2B5EF4-FFF2-40B4-BE49-F238E27FC236}">
                    <a16:creationId xmlns:a16="http://schemas.microsoft.com/office/drawing/2014/main" id="{405C1517-1B11-E54F-16F6-EB8147C07167}"/>
                  </a:ext>
                </a:extLst>
              </p:cNvPr>
              <p:cNvCxnSpPr>
                <a:cxnSpLocks/>
                <a:stCxn id="155" idx="0"/>
                <a:endCxn id="153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8" name="사각형: 둥근 모서리 207">
            <a:extLst>
              <a:ext uri="{FF2B5EF4-FFF2-40B4-BE49-F238E27FC236}">
                <a16:creationId xmlns:a16="http://schemas.microsoft.com/office/drawing/2014/main" id="{6D3500F4-7414-EBFF-BB7E-E0257176747F}"/>
              </a:ext>
            </a:extLst>
          </p:cNvPr>
          <p:cNvSpPr/>
          <p:nvPr/>
        </p:nvSpPr>
        <p:spPr bwMode="auto">
          <a:xfrm>
            <a:off x="867073" y="4167668"/>
            <a:ext cx="2168980" cy="755236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D498D529-7A73-2DF3-1261-9141ED316140}"/>
              </a:ext>
            </a:extLst>
          </p:cNvPr>
          <p:cNvSpPr txBox="1"/>
          <p:nvPr/>
        </p:nvSpPr>
        <p:spPr>
          <a:xfrm>
            <a:off x="885042" y="4097999"/>
            <a:ext cx="2133042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1→3→2</a:t>
            </a:r>
          </a:p>
        </p:txBody>
      </p: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31141E8E-7C0C-1AC2-8E40-F797EB4AAB4D}"/>
              </a:ext>
            </a:extLst>
          </p:cNvPr>
          <p:cNvGrpSpPr/>
          <p:nvPr/>
        </p:nvGrpSpPr>
        <p:grpSpPr>
          <a:xfrm>
            <a:off x="1119760" y="4417994"/>
            <a:ext cx="1663607" cy="440027"/>
            <a:chOff x="9133527" y="2187491"/>
            <a:chExt cx="2204162" cy="1441156"/>
          </a:xfrm>
        </p:grpSpPr>
        <p:sp>
          <p:nvSpPr>
            <p:cNvPr id="212" name="사각형: 둥근 모서리 211">
              <a:extLst>
                <a:ext uri="{FF2B5EF4-FFF2-40B4-BE49-F238E27FC236}">
                  <a16:creationId xmlns:a16="http://schemas.microsoft.com/office/drawing/2014/main" id="{3BC02DF3-0FED-4C5E-8B34-1C05E0D56204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213" name="그룹 212">
              <a:extLst>
                <a:ext uri="{FF2B5EF4-FFF2-40B4-BE49-F238E27FC236}">
                  <a16:creationId xmlns:a16="http://schemas.microsoft.com/office/drawing/2014/main" id="{1C5CB4AE-6720-D7FB-C330-3DC3EE1D414E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219" name="직선 연결선 218">
                <a:extLst>
                  <a:ext uri="{FF2B5EF4-FFF2-40B4-BE49-F238E27FC236}">
                    <a16:creationId xmlns:a16="http://schemas.microsoft.com/office/drawing/2014/main" id="{F22AA74B-6F0B-5973-BE08-806B95FE83F2}"/>
                  </a:ext>
                </a:extLst>
              </p:cNvPr>
              <p:cNvCxnSpPr>
                <a:cxnSpLocks/>
                <a:stCxn id="227" idx="2"/>
                <a:endCxn id="223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0" name="그룹 219">
                <a:extLst>
                  <a:ext uri="{FF2B5EF4-FFF2-40B4-BE49-F238E27FC236}">
                    <a16:creationId xmlns:a16="http://schemas.microsoft.com/office/drawing/2014/main" id="{D3C95F37-681E-DF05-A9A5-8A3FF287E1E6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227" name="사각형: 둥근 모서리 226">
                  <a:extLst>
                    <a:ext uri="{FF2B5EF4-FFF2-40B4-BE49-F238E27FC236}">
                      <a16:creationId xmlns:a16="http://schemas.microsoft.com/office/drawing/2014/main" id="{129706B3-593E-5B00-8C11-14CE3B66C40F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28" name="사각형: 둥근 모서리 227">
                  <a:extLst>
                    <a:ext uri="{FF2B5EF4-FFF2-40B4-BE49-F238E27FC236}">
                      <a16:creationId xmlns:a16="http://schemas.microsoft.com/office/drawing/2014/main" id="{1E5C8130-A234-0234-FE1B-F582ECAE5B72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21" name="그룹 220">
                <a:extLst>
                  <a:ext uri="{FF2B5EF4-FFF2-40B4-BE49-F238E27FC236}">
                    <a16:creationId xmlns:a16="http://schemas.microsoft.com/office/drawing/2014/main" id="{05D0E01F-DDD5-4BB9-889A-BD315AB6BB34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225" name="사각형: 둥근 모서리 224">
                  <a:extLst>
                    <a:ext uri="{FF2B5EF4-FFF2-40B4-BE49-F238E27FC236}">
                      <a16:creationId xmlns:a16="http://schemas.microsoft.com/office/drawing/2014/main" id="{03E84B5F-D895-5151-BDA2-52F6CFA67ACD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26" name="사각형: 둥근 모서리 225">
                  <a:extLst>
                    <a:ext uri="{FF2B5EF4-FFF2-40B4-BE49-F238E27FC236}">
                      <a16:creationId xmlns:a16="http://schemas.microsoft.com/office/drawing/2014/main" id="{56ADC9A3-218D-7B87-C024-9E74517CF139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22" name="그룹 221">
                <a:extLst>
                  <a:ext uri="{FF2B5EF4-FFF2-40B4-BE49-F238E27FC236}">
                    <a16:creationId xmlns:a16="http://schemas.microsoft.com/office/drawing/2014/main" id="{680E4AD5-D444-88B3-F434-25BA49736B82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223" name="타원 222">
                  <a:extLst>
                    <a:ext uri="{FF2B5EF4-FFF2-40B4-BE49-F238E27FC236}">
                      <a16:creationId xmlns:a16="http://schemas.microsoft.com/office/drawing/2014/main" id="{E7556FCB-F995-B0F7-28C1-29EFAFCF10CC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224" name="사각형: 둥근 모서리 223">
                  <a:extLst>
                    <a:ext uri="{FF2B5EF4-FFF2-40B4-BE49-F238E27FC236}">
                      <a16:creationId xmlns:a16="http://schemas.microsoft.com/office/drawing/2014/main" id="{08F301C8-98CF-8265-652D-471C7180F976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321" name="사각형: 둥근 모서리 320">
            <a:extLst>
              <a:ext uri="{FF2B5EF4-FFF2-40B4-BE49-F238E27FC236}">
                <a16:creationId xmlns:a16="http://schemas.microsoft.com/office/drawing/2014/main" id="{7C1E1D95-9C83-1D4E-9133-086A8E76191A}"/>
              </a:ext>
            </a:extLst>
          </p:cNvPr>
          <p:cNvSpPr/>
          <p:nvPr/>
        </p:nvSpPr>
        <p:spPr bwMode="auto">
          <a:xfrm>
            <a:off x="870106" y="5120484"/>
            <a:ext cx="2162914" cy="714907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322" name="그룹 321">
            <a:extLst>
              <a:ext uri="{FF2B5EF4-FFF2-40B4-BE49-F238E27FC236}">
                <a16:creationId xmlns:a16="http://schemas.microsoft.com/office/drawing/2014/main" id="{143DBE3B-AB50-571B-97C1-64E4282EB5B2}"/>
              </a:ext>
            </a:extLst>
          </p:cNvPr>
          <p:cNvGrpSpPr/>
          <p:nvPr/>
        </p:nvGrpSpPr>
        <p:grpSpPr>
          <a:xfrm>
            <a:off x="1113386" y="5415414"/>
            <a:ext cx="1676354" cy="407411"/>
            <a:chOff x="9133527" y="4778146"/>
            <a:chExt cx="2204162" cy="1365327"/>
          </a:xfrm>
        </p:grpSpPr>
        <p:sp>
          <p:nvSpPr>
            <p:cNvPr id="324" name="사각형: 둥근 모서리 323">
              <a:extLst>
                <a:ext uri="{FF2B5EF4-FFF2-40B4-BE49-F238E27FC236}">
                  <a16:creationId xmlns:a16="http://schemas.microsoft.com/office/drawing/2014/main" id="{B49A999B-589B-29DA-9F01-4C6B517AB092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325" name="그룹 324">
              <a:extLst>
                <a:ext uri="{FF2B5EF4-FFF2-40B4-BE49-F238E27FC236}">
                  <a16:creationId xmlns:a16="http://schemas.microsoft.com/office/drawing/2014/main" id="{E4F76B67-532B-C9BF-D838-10E1B4636180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326" name="직선 연결선 325">
                <a:extLst>
                  <a:ext uri="{FF2B5EF4-FFF2-40B4-BE49-F238E27FC236}">
                    <a16:creationId xmlns:a16="http://schemas.microsoft.com/office/drawing/2014/main" id="{8BCC4D6E-9BC7-05AD-CF04-5879285A07ED}"/>
                  </a:ext>
                </a:extLst>
              </p:cNvPr>
              <p:cNvCxnSpPr>
                <a:cxnSpLocks/>
                <a:endCxn id="330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7" name="그룹 326">
                <a:extLst>
                  <a:ext uri="{FF2B5EF4-FFF2-40B4-BE49-F238E27FC236}">
                    <a16:creationId xmlns:a16="http://schemas.microsoft.com/office/drawing/2014/main" id="{F7E4DEEF-369F-857C-19BF-5D2BC1FE15BE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334" name="타원 333">
                  <a:extLst>
                    <a:ext uri="{FF2B5EF4-FFF2-40B4-BE49-F238E27FC236}">
                      <a16:creationId xmlns:a16="http://schemas.microsoft.com/office/drawing/2014/main" id="{F5B11C63-1ED7-25CE-B1F6-55CBC698D326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335" name="사각형: 둥근 모서리 334">
                  <a:extLst>
                    <a:ext uri="{FF2B5EF4-FFF2-40B4-BE49-F238E27FC236}">
                      <a16:creationId xmlns:a16="http://schemas.microsoft.com/office/drawing/2014/main" id="{F32E26C0-0803-6BFD-BAE1-DDE846F39254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28" name="그룹 327">
                <a:extLst>
                  <a:ext uri="{FF2B5EF4-FFF2-40B4-BE49-F238E27FC236}">
                    <a16:creationId xmlns:a16="http://schemas.microsoft.com/office/drawing/2014/main" id="{F6134EB2-FEAA-45DC-6262-B9640BF3DE62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332" name="타원 331">
                  <a:extLst>
                    <a:ext uri="{FF2B5EF4-FFF2-40B4-BE49-F238E27FC236}">
                      <a16:creationId xmlns:a16="http://schemas.microsoft.com/office/drawing/2014/main" id="{E8635B24-4A2B-B291-0562-CF2200445670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333" name="사각형: 둥근 모서리 332">
                  <a:extLst>
                    <a:ext uri="{FF2B5EF4-FFF2-40B4-BE49-F238E27FC236}">
                      <a16:creationId xmlns:a16="http://schemas.microsoft.com/office/drawing/2014/main" id="{5F10CF43-E9C2-E226-1FBA-7E51C1E50950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29" name="그룹 328">
                <a:extLst>
                  <a:ext uri="{FF2B5EF4-FFF2-40B4-BE49-F238E27FC236}">
                    <a16:creationId xmlns:a16="http://schemas.microsoft.com/office/drawing/2014/main" id="{4A431D60-8F8D-19F9-A653-62BCA29F8902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330" name="타원 329">
                  <a:extLst>
                    <a:ext uri="{FF2B5EF4-FFF2-40B4-BE49-F238E27FC236}">
                      <a16:creationId xmlns:a16="http://schemas.microsoft.com/office/drawing/2014/main" id="{845C051C-519A-3044-8D1B-5975B82F030F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331" name="사각형: 둥근 모서리 330">
                  <a:extLst>
                    <a:ext uri="{FF2B5EF4-FFF2-40B4-BE49-F238E27FC236}">
                      <a16:creationId xmlns:a16="http://schemas.microsoft.com/office/drawing/2014/main" id="{70A2FC38-74DD-4598-BF14-46648697AD38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323" name="TextBox 322">
            <a:extLst>
              <a:ext uri="{FF2B5EF4-FFF2-40B4-BE49-F238E27FC236}">
                <a16:creationId xmlns:a16="http://schemas.microsoft.com/office/drawing/2014/main" id="{0376A91D-03EE-0A32-1893-A1E6FD6A74B3}"/>
              </a:ext>
            </a:extLst>
          </p:cNvPr>
          <p:cNvSpPr txBox="1"/>
          <p:nvPr/>
        </p:nvSpPr>
        <p:spPr>
          <a:xfrm>
            <a:off x="832238" y="5095419"/>
            <a:ext cx="2238650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1→3→2→4</a:t>
            </a:r>
          </a:p>
        </p:txBody>
      </p:sp>
      <p:grpSp>
        <p:nvGrpSpPr>
          <p:cNvPr id="338" name="그룹 337">
            <a:extLst>
              <a:ext uri="{FF2B5EF4-FFF2-40B4-BE49-F238E27FC236}">
                <a16:creationId xmlns:a16="http://schemas.microsoft.com/office/drawing/2014/main" id="{FB65B3F0-3B09-DEA9-9EB6-5752F6F8C898}"/>
              </a:ext>
            </a:extLst>
          </p:cNvPr>
          <p:cNvGrpSpPr/>
          <p:nvPr/>
        </p:nvGrpSpPr>
        <p:grpSpPr>
          <a:xfrm>
            <a:off x="5292910" y="5124070"/>
            <a:ext cx="1087101" cy="328675"/>
            <a:chOff x="8303614" y="4440472"/>
            <a:chExt cx="1140658" cy="471479"/>
          </a:xfrm>
        </p:grpSpPr>
        <p:sp>
          <p:nvSpPr>
            <p:cNvPr id="339" name="사각형: 둥근 모서리 338">
              <a:extLst>
                <a:ext uri="{FF2B5EF4-FFF2-40B4-BE49-F238E27FC236}">
                  <a16:creationId xmlns:a16="http://schemas.microsoft.com/office/drawing/2014/main" id="{9BFF15A3-708D-F37C-799D-546C859D7F41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 dirty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40" name="곱하기 기호 339">
              <a:extLst>
                <a:ext uri="{FF2B5EF4-FFF2-40B4-BE49-F238E27FC236}">
                  <a16:creationId xmlns:a16="http://schemas.microsoft.com/office/drawing/2014/main" id="{9F275314-6781-1C57-CEF7-61BBAD2AB2F3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341" name="Google Shape;295;p20">
            <a:extLst>
              <a:ext uri="{FF2B5EF4-FFF2-40B4-BE49-F238E27FC236}">
                <a16:creationId xmlns:a16="http://schemas.microsoft.com/office/drawing/2014/main" id="{93ACB0F7-4D9E-C295-626D-5ADDD15C3F6A}"/>
              </a:ext>
            </a:extLst>
          </p:cNvPr>
          <p:cNvCxnSpPr>
            <a:cxnSpLocks/>
            <a:stCxn id="263" idx="2"/>
            <a:endCxn id="339" idx="0"/>
          </p:cNvCxnSpPr>
          <p:nvPr/>
        </p:nvCxnSpPr>
        <p:spPr>
          <a:xfrm>
            <a:off x="5836461" y="4947686"/>
            <a:ext cx="0" cy="176384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4" name="Google Shape;295;p20">
            <a:extLst>
              <a:ext uri="{FF2B5EF4-FFF2-40B4-BE49-F238E27FC236}">
                <a16:creationId xmlns:a16="http://schemas.microsoft.com/office/drawing/2014/main" id="{64B34E00-6222-2579-2229-45A36B318728}"/>
              </a:ext>
            </a:extLst>
          </p:cNvPr>
          <p:cNvCxnSpPr>
            <a:cxnSpLocks/>
          </p:cNvCxnSpPr>
          <p:nvPr/>
        </p:nvCxnSpPr>
        <p:spPr>
          <a:xfrm>
            <a:off x="1947365" y="4922904"/>
            <a:ext cx="0" cy="172515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7" name="Google Shape;295;p20">
            <a:extLst>
              <a:ext uri="{FF2B5EF4-FFF2-40B4-BE49-F238E27FC236}">
                <a16:creationId xmlns:a16="http://schemas.microsoft.com/office/drawing/2014/main" id="{9E593BA0-2BAC-2261-3A78-075ED7382311}"/>
              </a:ext>
            </a:extLst>
          </p:cNvPr>
          <p:cNvCxnSpPr>
            <a:cxnSpLocks/>
            <a:stCxn id="195" idx="2"/>
          </p:cNvCxnSpPr>
          <p:nvPr/>
        </p:nvCxnSpPr>
        <p:spPr>
          <a:xfrm>
            <a:off x="6821894" y="3906740"/>
            <a:ext cx="1084374" cy="243745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0" name="Google Shape;295;p20">
            <a:extLst>
              <a:ext uri="{FF2B5EF4-FFF2-40B4-BE49-F238E27FC236}">
                <a16:creationId xmlns:a16="http://schemas.microsoft.com/office/drawing/2014/main" id="{AB5712B2-4B31-980A-9A7C-B28B59B1242E}"/>
              </a:ext>
            </a:extLst>
          </p:cNvPr>
          <p:cNvCxnSpPr>
            <a:cxnSpLocks/>
            <a:stCxn id="250" idx="2"/>
            <a:endCxn id="281" idx="0"/>
          </p:cNvCxnSpPr>
          <p:nvPr/>
        </p:nvCxnSpPr>
        <p:spPr>
          <a:xfrm>
            <a:off x="9076578" y="4755369"/>
            <a:ext cx="3684" cy="210021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D559ECB-69E8-A233-F5E6-A49A0EFC8C56}"/>
              </a:ext>
            </a:extLst>
          </p:cNvPr>
          <p:cNvGrpSpPr/>
          <p:nvPr/>
        </p:nvGrpSpPr>
        <p:grpSpPr>
          <a:xfrm>
            <a:off x="1114254" y="6017339"/>
            <a:ext cx="1674619" cy="604795"/>
            <a:chOff x="1100347" y="6107605"/>
            <a:chExt cx="1674619" cy="604795"/>
          </a:xfrm>
        </p:grpSpPr>
        <p:grpSp>
          <p:nvGrpSpPr>
            <p:cNvPr id="362" name="그룹 361">
              <a:extLst>
                <a:ext uri="{FF2B5EF4-FFF2-40B4-BE49-F238E27FC236}">
                  <a16:creationId xmlns:a16="http://schemas.microsoft.com/office/drawing/2014/main" id="{BA30A52A-1C50-6CFD-3FBD-999C80EF947C}"/>
                </a:ext>
              </a:extLst>
            </p:cNvPr>
            <p:cNvGrpSpPr/>
            <p:nvPr/>
          </p:nvGrpSpPr>
          <p:grpSpPr>
            <a:xfrm>
              <a:off x="1100347" y="6107605"/>
              <a:ext cx="1674619" cy="589249"/>
              <a:chOff x="5639329" y="5763347"/>
              <a:chExt cx="1465572" cy="736605"/>
            </a:xfrm>
          </p:grpSpPr>
          <p:sp>
            <p:nvSpPr>
              <p:cNvPr id="363" name="사각형: 둥근 모서리 362">
                <a:extLst>
                  <a:ext uri="{FF2B5EF4-FFF2-40B4-BE49-F238E27FC236}">
                    <a16:creationId xmlns:a16="http://schemas.microsoft.com/office/drawing/2014/main" id="{868C119C-D0F5-054E-552F-BE24370D05BA}"/>
                  </a:ext>
                </a:extLst>
              </p:cNvPr>
              <p:cNvSpPr/>
              <p:nvPr/>
            </p:nvSpPr>
            <p:spPr bwMode="auto">
              <a:xfrm>
                <a:off x="5639329" y="5815543"/>
                <a:ext cx="1465572" cy="684409"/>
              </a:xfrm>
              <a:prstGeom prst="roundRect">
                <a:avLst>
                  <a:gd name="adj" fmla="val 10205"/>
                </a:avLst>
              </a:prstGeom>
              <a:solidFill>
                <a:srgbClr val="DAE6F2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364" name="TextBox 363">
                <a:extLst>
                  <a:ext uri="{FF2B5EF4-FFF2-40B4-BE49-F238E27FC236}">
                    <a16:creationId xmlns:a16="http://schemas.microsoft.com/office/drawing/2014/main" id="{DBD8BF59-3F71-44CD-07DF-F512D8D857AD}"/>
                  </a:ext>
                </a:extLst>
              </p:cNvPr>
              <p:cNvSpPr txBox="1"/>
              <p:nvPr/>
            </p:nvSpPr>
            <p:spPr>
              <a:xfrm>
                <a:off x="5735448" y="5763347"/>
                <a:ext cx="1273337" cy="407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ko-KR" altLang="en-US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가능 </a:t>
                </a:r>
                <a:r>
                  <a:rPr lang="en-US" altLang="ko-KR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Plan </a:t>
                </a:r>
                <a:r>
                  <a:rPr lang="ko-KR" altLang="en-US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결과</a:t>
                </a:r>
                <a:r>
                  <a:rPr lang="en-US" altLang="ko-KR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-1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8CC1741-445C-0AA7-2D64-281B83C2EC36}"/>
                </a:ext>
              </a:extLst>
            </p:cNvPr>
            <p:cNvSpPr txBox="1"/>
            <p:nvPr/>
          </p:nvSpPr>
          <p:spPr>
            <a:xfrm>
              <a:off x="1210177" y="6343068"/>
              <a:ext cx="14549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kern="0" dirty="0">
                  <a:solidFill>
                    <a:schemeClr val="accent1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1→3→2→4</a:t>
              </a:r>
              <a:endParaRPr lang="ko-KR" altLang="en-US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A11537CA-36E8-5DFB-973F-7484A4122BAE}"/>
              </a:ext>
            </a:extLst>
          </p:cNvPr>
          <p:cNvGrpSpPr/>
          <p:nvPr/>
        </p:nvGrpSpPr>
        <p:grpSpPr>
          <a:xfrm>
            <a:off x="8281764" y="5975976"/>
            <a:ext cx="1606414" cy="604795"/>
            <a:chOff x="1134451" y="6107605"/>
            <a:chExt cx="1606414" cy="604795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5470EE1F-F90F-4263-3A84-57518C08F588}"/>
                </a:ext>
              </a:extLst>
            </p:cNvPr>
            <p:cNvGrpSpPr/>
            <p:nvPr/>
          </p:nvGrpSpPr>
          <p:grpSpPr>
            <a:xfrm>
              <a:off x="1134451" y="6107605"/>
              <a:ext cx="1606414" cy="589249"/>
              <a:chOff x="5669175" y="5763347"/>
              <a:chExt cx="1405881" cy="736605"/>
            </a:xfrm>
          </p:grpSpPr>
          <p:sp>
            <p:nvSpPr>
              <p:cNvPr id="42" name="사각형: 둥근 모서리 41">
                <a:extLst>
                  <a:ext uri="{FF2B5EF4-FFF2-40B4-BE49-F238E27FC236}">
                    <a16:creationId xmlns:a16="http://schemas.microsoft.com/office/drawing/2014/main" id="{6F4F16E9-44F0-D8F3-C11F-93AE9A067CE1}"/>
                  </a:ext>
                </a:extLst>
              </p:cNvPr>
              <p:cNvSpPr/>
              <p:nvPr/>
            </p:nvSpPr>
            <p:spPr bwMode="auto">
              <a:xfrm>
                <a:off x="5669175" y="5815543"/>
                <a:ext cx="1405881" cy="684409"/>
              </a:xfrm>
              <a:prstGeom prst="roundRect">
                <a:avLst>
                  <a:gd name="adj" fmla="val 10205"/>
                </a:avLst>
              </a:prstGeom>
              <a:solidFill>
                <a:srgbClr val="DAE6F2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3B51192-BF79-227B-CE71-EAB67296EF7A}"/>
                  </a:ext>
                </a:extLst>
              </p:cNvPr>
              <p:cNvSpPr txBox="1"/>
              <p:nvPr/>
            </p:nvSpPr>
            <p:spPr>
              <a:xfrm>
                <a:off x="5769648" y="5763347"/>
                <a:ext cx="1204937" cy="407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ko-KR" altLang="en-US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가능 </a:t>
                </a:r>
                <a:r>
                  <a:rPr lang="en-US" altLang="ko-KR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Plan </a:t>
                </a:r>
                <a:r>
                  <a:rPr lang="ko-KR" altLang="en-US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결과</a:t>
                </a:r>
                <a:r>
                  <a:rPr lang="en-US" altLang="ko-KR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-2</a:t>
                </a: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98FC01B-65CA-4C83-ED67-E525E3F53A4F}"/>
                </a:ext>
              </a:extLst>
            </p:cNvPr>
            <p:cNvSpPr txBox="1"/>
            <p:nvPr/>
          </p:nvSpPr>
          <p:spPr>
            <a:xfrm>
              <a:off x="1171098" y="6343068"/>
              <a:ext cx="15331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kern="0" dirty="0">
                  <a:solidFill>
                    <a:schemeClr val="accent1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2→1→3→4</a:t>
              </a:r>
              <a:endParaRPr lang="ko-KR" altLang="en-US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4" name="말풍선: 모서리가 둥근 사각형 43">
            <a:extLst>
              <a:ext uri="{FF2B5EF4-FFF2-40B4-BE49-F238E27FC236}">
                <a16:creationId xmlns:a16="http://schemas.microsoft.com/office/drawing/2014/main" id="{9A881F97-F62A-94F3-B948-CE5E201ACD12}"/>
              </a:ext>
            </a:extLst>
          </p:cNvPr>
          <p:cNvSpPr/>
          <p:nvPr/>
        </p:nvSpPr>
        <p:spPr>
          <a:xfrm>
            <a:off x="3199341" y="6028205"/>
            <a:ext cx="4811418" cy="583063"/>
          </a:xfrm>
          <a:prstGeom prst="wedgeRoundRectCallout">
            <a:avLst>
              <a:gd name="adj1" fmla="val -56935"/>
              <a:gd name="adj2" fmla="val 21585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후보 확인 시스템</a:t>
            </a:r>
            <a:r>
              <a:rPr lang="ko-KR" altLang="en-US" sz="12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생성하는 </a:t>
            </a:r>
            <a:r>
              <a:rPr lang="ko-KR" altLang="en-US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부품 조립 후보 </a:t>
            </a:r>
            <a:r>
              <a:rPr lang="en-US" altLang="ko-KR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1~4</a:t>
            </a:r>
            <a:r>
              <a:rPr lang="ko-KR" altLang="en-US" sz="12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를</a:t>
            </a:r>
            <a:endParaRPr lang="en-US" altLang="ko-KR" sz="1200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  <a:p>
            <a:pPr algn="ctr" defTabSz="457212"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후보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1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번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→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후보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3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번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→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후보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2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번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→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후보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4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번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en-US" altLang="ko-KR" sz="1200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 </a:t>
            </a:r>
            <a:r>
              <a:rPr lang="ko-KR" altLang="en-US" sz="1200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순서대로 조립하는 </a:t>
            </a:r>
            <a:r>
              <a:rPr lang="en-US" altLang="ko-KR" sz="1200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Plan</a:t>
            </a:r>
            <a:endParaRPr lang="en-US" altLang="ko-KR" sz="1200" kern="0" dirty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45" name="말풍선: 모서리가 둥근 사각형 44">
            <a:extLst>
              <a:ext uri="{FF2B5EF4-FFF2-40B4-BE49-F238E27FC236}">
                <a16:creationId xmlns:a16="http://schemas.microsoft.com/office/drawing/2014/main" id="{46E8138F-28A3-7170-64AE-6EB6CD18E120}"/>
              </a:ext>
            </a:extLst>
          </p:cNvPr>
          <p:cNvSpPr/>
          <p:nvPr/>
        </p:nvSpPr>
        <p:spPr>
          <a:xfrm>
            <a:off x="10108232" y="5975976"/>
            <a:ext cx="1686068" cy="583063"/>
          </a:xfrm>
          <a:prstGeom prst="wedgeRoundRectCallout">
            <a:avLst>
              <a:gd name="adj1" fmla="val -56935"/>
              <a:gd name="adj2" fmla="val 21585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가능 </a:t>
            </a:r>
            <a:r>
              <a:rPr lang="en-US" altLang="ko-KR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Plan</a:t>
            </a:r>
            <a:r>
              <a:rPr lang="ko-KR" altLang="en-US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은 </a:t>
            </a:r>
            <a:endParaRPr lang="en-US" altLang="ko-KR" sz="1200" b="1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  <a:p>
            <a:pPr algn="ctr" defTabSz="457212">
              <a:defRPr/>
            </a:pPr>
            <a:r>
              <a:rPr lang="en-US" altLang="ko-KR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2</a:t>
            </a:r>
            <a:r>
              <a:rPr lang="ko-KR" altLang="en-US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개 이상일 수 있음</a:t>
            </a:r>
            <a:endParaRPr lang="en-US" altLang="ko-KR" sz="1200" b="1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cxnSp>
        <p:nvCxnSpPr>
          <p:cNvPr id="46" name="Google Shape;295;p20">
            <a:extLst>
              <a:ext uri="{FF2B5EF4-FFF2-40B4-BE49-F238E27FC236}">
                <a16:creationId xmlns:a16="http://schemas.microsoft.com/office/drawing/2014/main" id="{253EB142-FA3F-64E2-0B43-523AE0AB8D50}"/>
              </a:ext>
            </a:extLst>
          </p:cNvPr>
          <p:cNvCxnSpPr>
            <a:cxnSpLocks/>
            <a:stCxn id="279" idx="2"/>
            <a:endCxn id="43" idx="0"/>
          </p:cNvCxnSpPr>
          <p:nvPr/>
        </p:nvCxnSpPr>
        <p:spPr>
          <a:xfrm>
            <a:off x="9080262" y="5749966"/>
            <a:ext cx="4710" cy="226010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Google Shape;295;p20">
            <a:extLst>
              <a:ext uri="{FF2B5EF4-FFF2-40B4-BE49-F238E27FC236}">
                <a16:creationId xmlns:a16="http://schemas.microsoft.com/office/drawing/2014/main" id="{01F13E24-65C4-93FA-9F30-EF3645E8E604}"/>
              </a:ext>
            </a:extLst>
          </p:cNvPr>
          <p:cNvCxnSpPr>
            <a:cxnSpLocks/>
          </p:cNvCxnSpPr>
          <p:nvPr/>
        </p:nvCxnSpPr>
        <p:spPr>
          <a:xfrm>
            <a:off x="1950119" y="5835391"/>
            <a:ext cx="2" cy="181948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D0FC2E81-1DE3-2854-6114-8F1D645B03FC}"/>
              </a:ext>
            </a:extLst>
          </p:cNvPr>
          <p:cNvSpPr/>
          <p:nvPr/>
        </p:nvSpPr>
        <p:spPr>
          <a:xfrm>
            <a:off x="141349" y="921798"/>
            <a:ext cx="2379509" cy="598830"/>
          </a:xfrm>
          <a:prstGeom prst="roundRect">
            <a:avLst>
              <a:gd name="adj" fmla="val 12042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가능 </a:t>
            </a:r>
            <a:r>
              <a:rPr lang="en-US" altLang="ko-KR" sz="1600" dirty="0"/>
              <a:t>Plan </a:t>
            </a:r>
            <a:r>
              <a:rPr lang="ko-KR" altLang="en-US" sz="1600" dirty="0"/>
              <a:t>탐색 시스템</a:t>
            </a:r>
            <a:endParaRPr lang="en-US" altLang="ko-KR" sz="1600" dirty="0"/>
          </a:p>
          <a:p>
            <a:pPr algn="ctr"/>
            <a:r>
              <a:rPr lang="en-US" altLang="ko-KR" sz="1600" dirty="0"/>
              <a:t>(Search Algorithm)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486852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9A967-4F6E-609A-1605-BAA3E9352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7">
            <a:extLst>
              <a:ext uri="{FF2B5EF4-FFF2-40B4-BE49-F238E27FC236}">
                <a16:creationId xmlns:a16="http://schemas.microsoft.com/office/drawing/2014/main" id="{C49DE4D5-176B-7D24-4074-A236F9FEE8EB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4] </a:t>
            </a:r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공법서 변환 어댑터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38BB05B3-997E-EE27-1063-1FE6501F3D8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B04846BB-8C09-9360-7806-8A62A54F7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B4075331-C775-734F-9B72-B006C118F9E0}"/>
              </a:ext>
            </a:extLst>
          </p:cNvPr>
          <p:cNvCxnSpPr>
            <a:cxnSpLocks/>
            <a:endCxn id="172" idx="1"/>
          </p:cNvCxnSpPr>
          <p:nvPr/>
        </p:nvCxnSpPr>
        <p:spPr>
          <a:xfrm>
            <a:off x="4009720" y="4450339"/>
            <a:ext cx="139812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BDB83A71-21BE-0B91-85C9-26EF814E9403}"/>
              </a:ext>
            </a:extLst>
          </p:cNvPr>
          <p:cNvCxnSpPr>
            <a:cxnSpLocks/>
            <a:stCxn id="172" idx="3"/>
            <a:endCxn id="148" idx="1"/>
          </p:cNvCxnSpPr>
          <p:nvPr/>
        </p:nvCxnSpPr>
        <p:spPr>
          <a:xfrm flipV="1">
            <a:off x="7160446" y="4447867"/>
            <a:ext cx="1327769" cy="24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0" name="표 149">
            <a:extLst>
              <a:ext uri="{FF2B5EF4-FFF2-40B4-BE49-F238E27FC236}">
                <a16:creationId xmlns:a16="http://schemas.microsoft.com/office/drawing/2014/main" id="{EE14A842-F1DE-4DF0-618D-AAFF8BA11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948453"/>
              </p:ext>
            </p:extLst>
          </p:nvPr>
        </p:nvGraphicFramePr>
        <p:xfrm>
          <a:off x="1055566" y="2314886"/>
          <a:ext cx="3211696" cy="35879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736793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2474903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78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319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/>
                        <a:t>1</a:t>
                      </a:r>
                      <a:endParaRPr lang="ko-KR" altLang="en-US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4972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2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4666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3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⁝</a:t>
                      </a:r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sp>
        <p:nvSpPr>
          <p:cNvPr id="162" name="TextBox 161">
            <a:extLst>
              <a:ext uri="{FF2B5EF4-FFF2-40B4-BE49-F238E27FC236}">
                <a16:creationId xmlns:a16="http://schemas.microsoft.com/office/drawing/2014/main" id="{7534D8AE-D30E-232D-BED3-5686675E96FE}"/>
              </a:ext>
            </a:extLst>
          </p:cNvPr>
          <p:cNvSpPr txBox="1"/>
          <p:nvPr/>
        </p:nvSpPr>
        <p:spPr>
          <a:xfrm>
            <a:off x="350982" y="716826"/>
            <a:ext cx="12542982" cy="1249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2000" b="1" dirty="0">
                <a:ea typeface="맑은 고딕"/>
              </a:rPr>
              <a:t>어댑터</a:t>
            </a:r>
            <a:endParaRPr lang="en-US" altLang="ko-KR" b="1" dirty="0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600" dirty="0">
                <a:latin typeface="맑은 고딕"/>
                <a:ea typeface="맑은 고딕"/>
              </a:rPr>
              <a:t>	</a:t>
            </a:r>
            <a:r>
              <a:rPr lang="ko-KR" altLang="en-US" dirty="0"/>
              <a:t>부품기준으로 설명된 </a:t>
            </a:r>
            <a:r>
              <a:rPr lang="en-US" altLang="ko-KR" dirty="0"/>
              <a:t>Plan</a:t>
            </a:r>
            <a:r>
              <a:rPr lang="ko-KR" altLang="en-US" dirty="0"/>
              <a:t>결과를 </a:t>
            </a:r>
            <a:r>
              <a:rPr lang="en-US" altLang="ko-KR" b="1" dirty="0"/>
              <a:t>‘</a:t>
            </a:r>
            <a:r>
              <a:rPr lang="ko-KR" altLang="en-US" b="1" dirty="0"/>
              <a:t>공법서 형태</a:t>
            </a:r>
            <a:r>
              <a:rPr lang="en-US" altLang="ko-KR" b="1" dirty="0"/>
              <a:t>’</a:t>
            </a:r>
            <a:r>
              <a:rPr lang="ko-KR" altLang="en-US" b="1" dirty="0"/>
              <a:t>인 동작 기준 </a:t>
            </a:r>
            <a:r>
              <a:rPr lang="en-US" altLang="ko-KR" b="1" dirty="0"/>
              <a:t>Plan</a:t>
            </a:r>
            <a:r>
              <a:rPr lang="ko-KR" altLang="en-US" dirty="0"/>
              <a:t>으로 바꿔 줌</a:t>
            </a:r>
            <a:endParaRPr lang="en-US" altLang="ko-KR" dirty="0"/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dirty="0"/>
              <a:t>	Rule checker, Knowledge base</a:t>
            </a:r>
            <a:r>
              <a:rPr lang="ko-KR" altLang="en-US" dirty="0"/>
              <a:t>를 활용해 변환 모듈을 개발을 계획 중</a:t>
            </a:r>
            <a:r>
              <a:rPr lang="en-US" altLang="ko-KR" dirty="0"/>
              <a:t>.</a:t>
            </a:r>
            <a:endParaRPr lang="en-US" altLang="ko-KR" dirty="0">
              <a:ea typeface="맑은 고딕"/>
            </a:endParaRPr>
          </a:p>
        </p:txBody>
      </p: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8064FBD3-A0E3-81D9-4122-474ABA6821D9}"/>
              </a:ext>
            </a:extLst>
          </p:cNvPr>
          <p:cNvGrpSpPr/>
          <p:nvPr/>
        </p:nvGrpSpPr>
        <p:grpSpPr>
          <a:xfrm>
            <a:off x="5050415" y="2068710"/>
            <a:ext cx="2417642" cy="1335017"/>
            <a:chOff x="5641856" y="2315902"/>
            <a:chExt cx="1315038" cy="726162"/>
          </a:xfrm>
        </p:grpSpPr>
        <p:pic>
          <p:nvPicPr>
            <p:cNvPr id="168" name="그래픽 167" descr="데이터베이스 단색으로 채워진">
              <a:extLst>
                <a:ext uri="{FF2B5EF4-FFF2-40B4-BE49-F238E27FC236}">
                  <a16:creationId xmlns:a16="http://schemas.microsoft.com/office/drawing/2014/main" id="{80228957-A59B-74EA-394F-3CA1EA318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048680" y="2315902"/>
              <a:ext cx="473639" cy="509123"/>
            </a:xfrm>
            <a:prstGeom prst="rect">
              <a:avLst/>
            </a:prstGeom>
          </p:spPr>
        </p:pic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4326339-A95F-CAFE-6CF7-85B41EC7280F}"/>
                </a:ext>
              </a:extLst>
            </p:cNvPr>
            <p:cNvSpPr txBox="1"/>
            <p:nvPr/>
          </p:nvSpPr>
          <p:spPr>
            <a:xfrm>
              <a:off x="5641856" y="2790948"/>
              <a:ext cx="1315038" cy="2511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/>
                <a:t>‘</a:t>
              </a:r>
              <a:r>
                <a:rPr lang="ko-KR" altLang="en-US" sz="1200" b="1" dirty="0"/>
                <a:t>부품</a:t>
              </a:r>
              <a:r>
                <a:rPr lang="en-US" altLang="ko-KR" sz="1200" b="1" dirty="0"/>
                <a:t>’-’</a:t>
              </a:r>
              <a:r>
                <a:rPr lang="ko-KR" altLang="en-US" sz="1200" b="1" dirty="0"/>
                <a:t>동작</a:t>
              </a:r>
              <a:r>
                <a:rPr lang="en-US" altLang="ko-KR" sz="1200" b="1" dirty="0"/>
                <a:t>’ </a:t>
              </a:r>
              <a:r>
                <a:rPr lang="ko-KR" altLang="en-US" sz="1200" b="1" dirty="0"/>
                <a:t>조립 기준 변환</a:t>
              </a:r>
              <a:endParaRPr lang="en-US" altLang="ko-KR" sz="1200" b="1" dirty="0"/>
            </a:p>
            <a:p>
              <a:pPr algn="ctr"/>
              <a:r>
                <a:rPr lang="ko-KR" altLang="en-US" sz="1200" b="1" dirty="0"/>
                <a:t>데이터</a:t>
              </a:r>
            </a:p>
          </p:txBody>
        </p:sp>
      </p:grpSp>
      <p:sp>
        <p:nvSpPr>
          <p:cNvPr id="170" name="화살표: 아래쪽 169">
            <a:extLst>
              <a:ext uri="{FF2B5EF4-FFF2-40B4-BE49-F238E27FC236}">
                <a16:creationId xmlns:a16="http://schemas.microsoft.com/office/drawing/2014/main" id="{A5BD0104-A5F1-E79F-0F7A-7A6DF1F4CEFD}"/>
              </a:ext>
            </a:extLst>
          </p:cNvPr>
          <p:cNvSpPr/>
          <p:nvPr/>
        </p:nvSpPr>
        <p:spPr>
          <a:xfrm>
            <a:off x="5934663" y="3410649"/>
            <a:ext cx="686484" cy="252670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72" name="사각형: 둥근 모서리 171">
            <a:extLst>
              <a:ext uri="{FF2B5EF4-FFF2-40B4-BE49-F238E27FC236}">
                <a16:creationId xmlns:a16="http://schemas.microsoft.com/office/drawing/2014/main" id="{04479721-C85C-6D38-7053-DC1646023D38}"/>
              </a:ext>
            </a:extLst>
          </p:cNvPr>
          <p:cNvSpPr/>
          <p:nvPr/>
        </p:nvSpPr>
        <p:spPr>
          <a:xfrm>
            <a:off x="5407847" y="3728482"/>
            <a:ext cx="1752599" cy="1443714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공법서 변환 어댑터</a:t>
            </a:r>
          </a:p>
        </p:txBody>
      </p: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CD314656-C194-1C8F-954C-CE58B8EFCE52}"/>
              </a:ext>
            </a:extLst>
          </p:cNvPr>
          <p:cNvSpPr/>
          <p:nvPr/>
        </p:nvSpPr>
        <p:spPr>
          <a:xfrm>
            <a:off x="862155" y="2022237"/>
            <a:ext cx="1801748" cy="307974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‘</a:t>
            </a:r>
            <a:r>
              <a:rPr lang="ko-KR" altLang="en-US" b="1" dirty="0"/>
              <a:t>부품</a:t>
            </a:r>
            <a:r>
              <a:rPr lang="en-US" altLang="ko-KR" b="1" dirty="0"/>
              <a:t>’</a:t>
            </a:r>
            <a:r>
              <a:rPr lang="ko-KR" altLang="en-US" dirty="0"/>
              <a:t> 기준 </a:t>
            </a:r>
            <a:r>
              <a:rPr lang="en-US" altLang="ko-KR" dirty="0"/>
              <a:t>Plan</a:t>
            </a:r>
            <a:endParaRPr lang="ko-KR" altLang="en-US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46B2F81-8A90-0616-5C9E-157D81C6DF22}"/>
              </a:ext>
            </a:extLst>
          </p:cNvPr>
          <p:cNvGrpSpPr/>
          <p:nvPr/>
        </p:nvGrpSpPr>
        <p:grpSpPr>
          <a:xfrm>
            <a:off x="1980467" y="2864654"/>
            <a:ext cx="2204162" cy="996639"/>
            <a:chOff x="9133527" y="1093519"/>
            <a:chExt cx="2204162" cy="996639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14CFC956-8571-297B-7C88-486735C8C0EC}"/>
                </a:ext>
              </a:extLst>
            </p:cNvPr>
            <p:cNvSpPr/>
            <p:nvPr/>
          </p:nvSpPr>
          <p:spPr>
            <a:xfrm>
              <a:off x="9133527" y="1093519"/>
              <a:ext cx="2204162" cy="99663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42B8B1AB-FF25-27D9-3249-C89463FD9C41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DFB64E06-B534-42C6-1A06-32D95E48EF8D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10" name="사각형: 둥근 모서리 9">
                  <a:extLst>
                    <a:ext uri="{FF2B5EF4-FFF2-40B4-BE49-F238E27FC236}">
                      <a16:creationId xmlns:a16="http://schemas.microsoft.com/office/drawing/2014/main" id="{1491906A-7F02-4BB2-D0D5-8B6FBCBAB006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dirty="0" err="1"/>
                    <a:t>조립부</a:t>
                  </a:r>
                  <a:r>
                    <a:rPr lang="ko-KR" altLang="en-US" sz="1000" dirty="0"/>
                    <a:t> </a:t>
                  </a:r>
                  <a:r>
                    <a:rPr lang="en-US" altLang="ko-KR" sz="1000" dirty="0"/>
                    <a:t>Type A-1 </a:t>
                  </a:r>
                  <a:endParaRPr lang="ko-KR" altLang="en-US" sz="1000" dirty="0"/>
                </a:p>
              </p:txBody>
            </p:sp>
            <p:sp>
              <p:nvSpPr>
                <p:cNvPr id="11" name="사각형: 둥근 모서리 10">
                  <a:extLst>
                    <a:ext uri="{FF2B5EF4-FFF2-40B4-BE49-F238E27FC236}">
                      <a16:creationId xmlns:a16="http://schemas.microsoft.com/office/drawing/2014/main" id="{BD8647EE-4FEB-E14B-C5F7-7594BB9CA081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00" dirty="0"/>
                    <a:t>프론트 도어</a:t>
                  </a:r>
                </a:p>
              </p:txBody>
            </p:sp>
          </p:grpSp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803C7428-49BE-F3F3-C0E6-77356CDE81DC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8" name="사각형: 둥근 모서리 7">
                  <a:extLst>
                    <a:ext uri="{FF2B5EF4-FFF2-40B4-BE49-F238E27FC236}">
                      <a16:creationId xmlns:a16="http://schemas.microsoft.com/office/drawing/2014/main" id="{FE651DF6-3C4B-4519-A660-3406F5EAB672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dirty="0" err="1"/>
                    <a:t>조립부</a:t>
                  </a:r>
                  <a:r>
                    <a:rPr lang="ko-KR" altLang="en-US" sz="1000" dirty="0"/>
                    <a:t> </a:t>
                  </a:r>
                  <a:r>
                    <a:rPr lang="en-US" altLang="ko-KR" sz="1000" dirty="0"/>
                    <a:t>Type A-2 </a:t>
                  </a:r>
                  <a:endParaRPr lang="ko-KR" altLang="en-US" sz="1000" dirty="0"/>
                </a:p>
              </p:txBody>
            </p:sp>
            <p:sp>
              <p:nvSpPr>
                <p:cNvPr id="9" name="사각형: 둥근 모서리 8">
                  <a:extLst>
                    <a:ext uri="{FF2B5EF4-FFF2-40B4-BE49-F238E27FC236}">
                      <a16:creationId xmlns:a16="http://schemas.microsoft.com/office/drawing/2014/main" id="{4833879D-F8C0-FC86-6715-7D30BEF787FB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00" dirty="0"/>
                    <a:t>도어</a:t>
                  </a:r>
                  <a:endParaRPr lang="en-US" altLang="ko-KR" sz="1000"/>
                </a:p>
                <a:p>
                  <a:pPr algn="ctr"/>
                  <a:r>
                    <a:rPr lang="ko-KR" altLang="en-US" sz="1000"/>
                    <a:t>체커</a:t>
                  </a:r>
                  <a:endParaRPr lang="ko-KR" altLang="en-US" sz="1000" dirty="0"/>
                </a:p>
              </p:txBody>
            </p:sp>
          </p:grpSp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63FBA2FC-05BA-4D6F-30AA-D18DC60DCCA3}"/>
                  </a:ext>
                </a:extLst>
              </p:cNvPr>
              <p:cNvCxnSpPr>
                <a:stCxn id="10" idx="2"/>
                <a:endCxn id="8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CAE1E1B-E300-891D-0F0A-2599F4F79330}"/>
              </a:ext>
            </a:extLst>
          </p:cNvPr>
          <p:cNvGrpSpPr/>
          <p:nvPr/>
        </p:nvGrpSpPr>
        <p:grpSpPr>
          <a:xfrm>
            <a:off x="1980467" y="4023952"/>
            <a:ext cx="2204162" cy="1365327"/>
            <a:chOff x="9133527" y="4778146"/>
            <a:chExt cx="2204162" cy="1365327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FE2F7271-635D-D3C2-0A97-A8E39D64D1DF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DBA7FA8-2871-5AED-DE0F-DCAB18D247A1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D78CD9FC-A8DE-628A-50EA-678B1D6D55D8}"/>
                  </a:ext>
                </a:extLst>
              </p:cNvPr>
              <p:cNvCxnSpPr>
                <a:cxnSpLocks/>
                <a:endCxn id="19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E5D21D8D-E093-E43A-A88E-D889E3313F99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23" name="타원 22">
                  <a:extLst>
                    <a:ext uri="{FF2B5EF4-FFF2-40B4-BE49-F238E27FC236}">
                      <a16:creationId xmlns:a16="http://schemas.microsoft.com/office/drawing/2014/main" id="{A57DB010-9AE2-6079-E95B-3386379CA318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dirty="0">
                      <a:latin typeface="+mj-ea"/>
                    </a:rPr>
                    <a:t>나사구멍</a:t>
                  </a:r>
                  <a:r>
                    <a:rPr lang="en-US" altLang="ko-KR" sz="1000">
                      <a:latin typeface="+mj-ea"/>
                    </a:rPr>
                    <a:t>:</a:t>
                  </a:r>
                  <a:r>
                    <a:rPr lang="ko-KR" altLang="en-US" sz="1000">
                      <a:latin typeface="+mj-ea"/>
                    </a:rPr>
                    <a:t> </a:t>
                  </a:r>
                  <a:r>
                    <a:rPr lang="en-US" altLang="ko-KR" sz="1000">
                      <a:latin typeface="+mj-ea"/>
                    </a:rPr>
                    <a:t>Ø8mm</a:t>
                  </a:r>
                  <a:endParaRPr lang="ko-KR" altLang="en-US" sz="1000" dirty="0">
                    <a:latin typeface="+mj-ea"/>
                  </a:endParaRPr>
                </a:p>
              </p:txBody>
            </p:sp>
            <p:sp>
              <p:nvSpPr>
                <p:cNvPr id="24" name="사각형: 둥근 모서리 23">
                  <a:extLst>
                    <a:ext uri="{FF2B5EF4-FFF2-40B4-BE49-F238E27FC236}">
                      <a16:creationId xmlns:a16="http://schemas.microsoft.com/office/drawing/2014/main" id="{D7104D5A-2255-31EB-23CF-A7D3D41ED0CC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00"/>
                    <a:t>도어</a:t>
                  </a:r>
                  <a:endParaRPr lang="en-US" altLang="ko-KR" sz="1000"/>
                </a:p>
                <a:p>
                  <a:pPr algn="ctr"/>
                  <a:r>
                    <a:rPr lang="ko-KR" altLang="en-US" sz="1000"/>
                    <a:t>체커</a:t>
                  </a:r>
                </a:p>
              </p:txBody>
            </p:sp>
          </p:grpSp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19AAB9FA-3418-4DC9-4467-74FC6DFE9006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1C6F971B-4445-7BF6-95BB-0B5AD0EA9D76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dirty="0" err="1">
                      <a:latin typeface="+mj-ea"/>
                    </a:rPr>
                    <a:t>나사탭</a:t>
                  </a:r>
                  <a:r>
                    <a:rPr lang="en-US" altLang="ko-KR" sz="1000" dirty="0">
                      <a:latin typeface="+mj-ea"/>
                    </a:rPr>
                    <a:t>:</a:t>
                  </a:r>
                  <a:r>
                    <a:rPr lang="ko-KR" altLang="en-US" sz="1000" dirty="0">
                      <a:latin typeface="+mj-ea"/>
                    </a:rPr>
                    <a:t> </a:t>
                  </a:r>
                  <a:r>
                    <a:rPr lang="en-US" altLang="ko-KR" sz="1000" dirty="0">
                      <a:latin typeface="+mj-ea"/>
                    </a:rPr>
                    <a:t>M8</a:t>
                  </a:r>
                  <a:endParaRPr lang="ko-KR" altLang="en-US" sz="1000" dirty="0">
                    <a:latin typeface="+mj-ea"/>
                  </a:endParaRPr>
                </a:p>
              </p:txBody>
            </p:sp>
            <p:sp>
              <p:nvSpPr>
                <p:cNvPr id="22" name="사각형: 둥근 모서리 21">
                  <a:extLst>
                    <a:ext uri="{FF2B5EF4-FFF2-40B4-BE49-F238E27FC236}">
                      <a16:creationId xmlns:a16="http://schemas.microsoft.com/office/drawing/2014/main" id="{E35E4605-C060-6744-9E01-A88D1F8A128C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00"/>
                    <a:t>바디</a:t>
                  </a:r>
                </a:p>
              </p:txBody>
            </p:sp>
          </p:grpSp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B3E6DADA-E437-2C92-33AF-8F4E165AA065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3DA748D5-5FB1-D9E8-A8A9-FABDD649E45A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dirty="0"/>
                    <a:t>나사</a:t>
                  </a:r>
                  <a:r>
                    <a:rPr lang="en-US" altLang="ko-KR" sz="1000"/>
                    <a:t>: M8</a:t>
                  </a:r>
                  <a:endParaRPr lang="ko-KR" altLang="en-US" sz="1000" dirty="0"/>
                </a:p>
              </p:txBody>
            </p:sp>
            <p:sp>
              <p:nvSpPr>
                <p:cNvPr id="20" name="사각형: 둥근 모서리 19">
                  <a:extLst>
                    <a:ext uri="{FF2B5EF4-FFF2-40B4-BE49-F238E27FC236}">
                      <a16:creationId xmlns:a16="http://schemas.microsoft.com/office/drawing/2014/main" id="{A4190339-6F1D-0C9F-2629-9FE113687CE6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00" dirty="0"/>
                    <a:t>볼트</a:t>
                  </a:r>
                  <a:r>
                    <a:rPr lang="en-US" altLang="ko-KR" sz="1000"/>
                    <a:t>1</a:t>
                  </a:r>
                  <a:endParaRPr lang="ko-KR" altLang="en-US" sz="1000" dirty="0"/>
                </a:p>
              </p:txBody>
            </p:sp>
          </p:grp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653C9E5-A80D-47CE-7D0A-44BE3B522721}"/>
              </a:ext>
            </a:extLst>
          </p:cNvPr>
          <p:cNvSpPr txBox="1"/>
          <p:nvPr/>
        </p:nvSpPr>
        <p:spPr>
          <a:xfrm>
            <a:off x="640564" y="6009306"/>
            <a:ext cx="10910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부품과 조립부로 설명되는 </a:t>
            </a:r>
            <a:r>
              <a:rPr lang="en-US" altLang="ko-KR" b="1" dirty="0"/>
              <a:t>‘</a:t>
            </a:r>
            <a:r>
              <a:rPr lang="ko-KR" altLang="en-US" b="1" dirty="0"/>
              <a:t>부품</a:t>
            </a:r>
            <a:r>
              <a:rPr lang="en-US" altLang="ko-KR" b="1" dirty="0"/>
              <a:t>’</a:t>
            </a:r>
            <a:r>
              <a:rPr lang="ko-KR" altLang="en-US" b="1" dirty="0"/>
              <a:t> 기준 </a:t>
            </a:r>
            <a:r>
              <a:rPr lang="en-US" altLang="ko-KR" b="1" dirty="0"/>
              <a:t>Plan</a:t>
            </a:r>
            <a:r>
              <a:rPr lang="ko-KR" altLang="en-US" dirty="0"/>
              <a:t>을 </a:t>
            </a:r>
            <a:br>
              <a:rPr lang="en-US" altLang="ko-KR" dirty="0"/>
            </a:br>
            <a:r>
              <a:rPr lang="ko-KR" altLang="en-US" dirty="0"/>
              <a:t>공법서 처럼 </a:t>
            </a:r>
            <a:r>
              <a:rPr lang="en-US" altLang="ko-KR" b="1" dirty="0">
                <a:solidFill>
                  <a:schemeClr val="accent1"/>
                </a:solidFill>
              </a:rPr>
              <a:t>MODAPTS</a:t>
            </a:r>
            <a:r>
              <a:rPr lang="ko-KR" altLang="en-US" b="1" dirty="0">
                <a:solidFill>
                  <a:schemeClr val="accent1"/>
                </a:solidFill>
              </a:rPr>
              <a:t> 기준 동작으로 표현</a:t>
            </a:r>
            <a:r>
              <a:rPr lang="ko-KR" altLang="en-US" dirty="0"/>
              <a:t>된 </a:t>
            </a:r>
            <a:r>
              <a:rPr lang="en-US" altLang="ko-KR" b="1" dirty="0"/>
              <a:t>‘</a:t>
            </a:r>
            <a:r>
              <a:rPr lang="ko-KR" altLang="en-US" b="1" dirty="0"/>
              <a:t>동작</a:t>
            </a:r>
            <a:r>
              <a:rPr lang="en-US" altLang="ko-KR" b="1" dirty="0"/>
              <a:t>’</a:t>
            </a:r>
            <a:r>
              <a:rPr lang="ko-KR" altLang="en-US" b="1" dirty="0"/>
              <a:t> 기준 </a:t>
            </a:r>
            <a:r>
              <a:rPr lang="en-US" altLang="ko-KR" b="1" dirty="0"/>
              <a:t>Plan</a:t>
            </a:r>
            <a:r>
              <a:rPr lang="ko-KR" altLang="en-US" dirty="0"/>
              <a:t>으로 변환</a:t>
            </a:r>
            <a:endParaRPr lang="en-US" altLang="ko-KR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62E16020-3396-0265-062C-5B3B7C5D752A}"/>
              </a:ext>
            </a:extLst>
          </p:cNvPr>
          <p:cNvGrpSpPr/>
          <p:nvPr/>
        </p:nvGrpSpPr>
        <p:grpSpPr>
          <a:xfrm>
            <a:off x="8296592" y="2657934"/>
            <a:ext cx="2472521" cy="3410184"/>
            <a:chOff x="8296592" y="2306245"/>
            <a:chExt cx="2472521" cy="3410184"/>
          </a:xfrm>
        </p:grpSpPr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98FA00E2-EB48-9950-DFFB-3DD0CA2765E7}"/>
                </a:ext>
              </a:extLst>
            </p:cNvPr>
            <p:cNvSpPr txBox="1"/>
            <p:nvPr/>
          </p:nvSpPr>
          <p:spPr>
            <a:xfrm>
              <a:off x="8696889" y="4069074"/>
              <a:ext cx="1863549" cy="16004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400" dirty="0"/>
                <a:t>{</a:t>
              </a:r>
              <a:r>
                <a:rPr lang="ko-KR" altLang="en-US" sz="1400" dirty="0"/>
                <a:t>도어 </a:t>
              </a:r>
              <a:r>
                <a:rPr lang="ko-KR" altLang="en-US" sz="1400" dirty="0" err="1"/>
                <a:t>체커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잡음</a:t>
              </a:r>
              <a:r>
                <a:rPr lang="en-US" altLang="ko-KR" sz="1400" dirty="0"/>
                <a:t>/</a:t>
              </a:r>
              <a:r>
                <a:rPr lang="ko-KR" altLang="en-US" sz="1400" dirty="0"/>
                <a:t>쥠</a:t>
              </a:r>
              <a:r>
                <a:rPr lang="en-US" altLang="ko-KR" sz="1400" dirty="0"/>
                <a:t>}</a:t>
              </a:r>
            </a:p>
            <a:p>
              <a:r>
                <a:rPr lang="en-US" altLang="ko-KR" sz="1400" dirty="0"/>
                <a:t>{</a:t>
              </a:r>
              <a:r>
                <a:rPr lang="ko-KR" altLang="en-US" sz="1400" dirty="0"/>
                <a:t>공구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잡음</a:t>
              </a:r>
              <a:r>
                <a:rPr lang="en-US" altLang="ko-KR" sz="1400" dirty="0"/>
                <a:t>/</a:t>
              </a:r>
              <a:r>
                <a:rPr lang="ko-KR" altLang="en-US" sz="1400" dirty="0"/>
                <a:t>쥠</a:t>
              </a:r>
              <a:r>
                <a:rPr lang="en-US" altLang="ko-KR" sz="1400" dirty="0"/>
                <a:t>}</a:t>
              </a:r>
            </a:p>
            <a:p>
              <a:r>
                <a:rPr lang="en-US" altLang="ko-KR" sz="1400" dirty="0"/>
                <a:t>{nut type C,</a:t>
              </a:r>
              <a:r>
                <a:rPr lang="ko-KR" altLang="en-US" sz="1400" dirty="0"/>
                <a:t> </a:t>
              </a:r>
              <a:r>
                <a:rPr lang="ko-KR" altLang="en-US" sz="1400" dirty="0" err="1"/>
                <a:t>가조립</a:t>
              </a:r>
              <a:r>
                <a:rPr lang="ko-KR" altLang="en-US" sz="1400" dirty="0"/>
                <a:t> </a:t>
              </a:r>
              <a:r>
                <a:rPr lang="en-US" altLang="ko-KR" sz="1400" dirty="0"/>
                <a:t>1}, </a:t>
              </a:r>
            </a:p>
            <a:p>
              <a:r>
                <a:rPr lang="en-US" altLang="ko-KR" sz="1400" dirty="0"/>
                <a:t>{nut type C </a:t>
              </a:r>
              <a:r>
                <a:rPr lang="ko-KR" altLang="en-US" sz="1400" dirty="0"/>
                <a:t>체결 </a:t>
              </a:r>
              <a:r>
                <a:rPr lang="en-US" altLang="ko-KR" sz="1400" dirty="0"/>
                <a:t>1}</a:t>
              </a:r>
            </a:p>
            <a:p>
              <a:r>
                <a:rPr lang="en-US" altLang="ko-KR" sz="1400" dirty="0"/>
                <a:t>{nut type C </a:t>
              </a:r>
              <a:r>
                <a:rPr lang="ko-KR" altLang="en-US" sz="1400" dirty="0"/>
                <a:t>체결 </a:t>
              </a:r>
              <a:r>
                <a:rPr lang="en-US" altLang="ko-KR" sz="1400" dirty="0"/>
                <a:t>1}</a:t>
              </a:r>
            </a:p>
            <a:p>
              <a:r>
                <a:rPr lang="en-US" altLang="ko-KR" sz="1400" dirty="0"/>
                <a:t>{</a:t>
              </a:r>
              <a:r>
                <a:rPr lang="ko-KR" altLang="en-US" sz="1400" dirty="0"/>
                <a:t>공구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잡음</a:t>
              </a:r>
              <a:r>
                <a:rPr lang="en-US" altLang="ko-KR" sz="1400" dirty="0"/>
                <a:t>/</a:t>
              </a:r>
              <a:r>
                <a:rPr lang="ko-KR" altLang="en-US" sz="1400" dirty="0"/>
                <a:t>쥠</a:t>
              </a:r>
              <a:r>
                <a:rPr lang="en-US" altLang="ko-KR" sz="1400" dirty="0"/>
                <a:t>}</a:t>
              </a:r>
            </a:p>
            <a:p>
              <a:r>
                <a:rPr lang="en-US" altLang="ko-KR" sz="1400" dirty="0"/>
                <a:t>{</a:t>
              </a:r>
              <a:r>
                <a:rPr lang="ko-KR" altLang="en-US" sz="1400" dirty="0"/>
                <a:t>볼트</a:t>
              </a:r>
              <a:r>
                <a:rPr lang="en-US" altLang="ko-KR" sz="1400" dirty="0"/>
                <a:t> type D </a:t>
              </a:r>
              <a:r>
                <a:rPr lang="ko-KR" altLang="en-US" sz="1400" dirty="0"/>
                <a:t>체결 </a:t>
              </a:r>
              <a:r>
                <a:rPr lang="en-US" altLang="ko-KR" sz="1400" dirty="0"/>
                <a:t>1}</a:t>
              </a:r>
            </a:p>
          </p:txBody>
        </p:sp>
        <p:sp>
          <p:nvSpPr>
            <p:cNvPr id="148" name="사각형: 둥근 모서리 147">
              <a:extLst>
                <a:ext uri="{FF2B5EF4-FFF2-40B4-BE49-F238E27FC236}">
                  <a16:creationId xmlns:a16="http://schemas.microsoft.com/office/drawing/2014/main" id="{2CE2ED41-BCD6-0D38-EF98-425B5411CA39}"/>
                </a:ext>
              </a:extLst>
            </p:cNvPr>
            <p:cNvSpPr/>
            <p:nvPr/>
          </p:nvSpPr>
          <p:spPr>
            <a:xfrm>
              <a:off x="8488215" y="2475927"/>
              <a:ext cx="2280898" cy="3240502"/>
            </a:xfrm>
            <a:prstGeom prst="roundRect">
              <a:avLst>
                <a:gd name="adj" fmla="val 7372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사각형: 둥근 모서리 148">
              <a:extLst>
                <a:ext uri="{FF2B5EF4-FFF2-40B4-BE49-F238E27FC236}">
                  <a16:creationId xmlns:a16="http://schemas.microsoft.com/office/drawing/2014/main" id="{AB38E645-4CE9-CCE5-E612-DD0FD38DE19F}"/>
                </a:ext>
              </a:extLst>
            </p:cNvPr>
            <p:cNvSpPr/>
            <p:nvPr/>
          </p:nvSpPr>
          <p:spPr>
            <a:xfrm>
              <a:off x="8296592" y="2306245"/>
              <a:ext cx="1827032" cy="30797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/>
                <a:t>‘</a:t>
              </a:r>
              <a:r>
                <a:rPr lang="ko-KR" altLang="en-US" b="1" dirty="0"/>
                <a:t>동작</a:t>
              </a:r>
              <a:r>
                <a:rPr lang="en-US" altLang="ko-KR" b="1" dirty="0"/>
                <a:t>’</a:t>
              </a:r>
              <a:r>
                <a:rPr lang="ko-KR" altLang="en-US" b="1" dirty="0"/>
                <a:t> </a:t>
              </a:r>
              <a:r>
                <a:rPr lang="ko-KR" altLang="en-US" dirty="0"/>
                <a:t>기준 </a:t>
              </a:r>
              <a:r>
                <a:rPr lang="en-US" altLang="ko-KR" dirty="0"/>
                <a:t>Plan </a:t>
              </a:r>
              <a:endParaRPr lang="ko-KR" altLang="en-US" dirty="0"/>
            </a:p>
          </p:txBody>
        </p:sp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06B216B5-A030-80DC-1AA9-AD9062063B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32338"/>
            <a:stretch/>
          </p:blipFill>
          <p:spPr>
            <a:xfrm>
              <a:off x="8573382" y="2688226"/>
              <a:ext cx="2085603" cy="13068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2446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랩실 세미나 테마">
  <a:themeElements>
    <a:clrScheme name="RwHL">
      <a:dk1>
        <a:srgbClr val="000000"/>
      </a:dk1>
      <a:lt1>
        <a:srgbClr val="FFFFFF"/>
      </a:lt1>
      <a:dk2>
        <a:srgbClr val="1A1A1A"/>
      </a:dk2>
      <a:lt2>
        <a:srgbClr val="E7E6E6"/>
      </a:lt2>
      <a:accent1>
        <a:srgbClr val="2EA7E0"/>
      </a:accent1>
      <a:accent2>
        <a:srgbClr val="F398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랩실 세미나 테마" id="{ADBF47F5-DCD1-41E4-AA7D-A0F60C787FA3}" vid="{272CD9C2-6C2F-4141-A84D-DEA0DAD8A02D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1737</TotalTime>
  <Words>1335</Words>
  <Application>Microsoft Office PowerPoint</Application>
  <PresentationFormat>와이드스크린</PresentationFormat>
  <Paragraphs>311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Hyundai Sans Text Pro Medium</vt:lpstr>
      <vt:lpstr>Hyundai Sans Text Pro Regular</vt:lpstr>
      <vt:lpstr>Noto Sans Symbols</vt:lpstr>
      <vt:lpstr>맑은 고딕</vt:lpstr>
      <vt:lpstr>Arial</vt:lpstr>
      <vt:lpstr>Calibri</vt:lpstr>
      <vt:lpstr>Wingdings</vt:lpstr>
      <vt:lpstr>Office 테마</vt:lpstr>
      <vt:lpstr>랩실 세미나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Sangwoo kim</cp:lastModifiedBy>
  <cp:revision>636</cp:revision>
  <dcterms:modified xsi:type="dcterms:W3CDTF">2025-11-24T12:19:36Z</dcterms:modified>
</cp:coreProperties>
</file>