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23"/>
  </p:notesMasterIdLst>
  <p:sldIdLst>
    <p:sldId id="256" r:id="rId3"/>
    <p:sldId id="257" r:id="rId4"/>
    <p:sldId id="294" r:id="rId5"/>
    <p:sldId id="293" r:id="rId6"/>
    <p:sldId id="295" r:id="rId7"/>
    <p:sldId id="298" r:id="rId8"/>
    <p:sldId id="299" r:id="rId9"/>
    <p:sldId id="297" r:id="rId10"/>
    <p:sldId id="306" r:id="rId11"/>
    <p:sldId id="304" r:id="rId12"/>
    <p:sldId id="273" r:id="rId13"/>
    <p:sldId id="303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  <a:srgbClr val="FF7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778-F665-D200-9DBC-64799EE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E78856-7D90-5DE0-B911-035443C15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10E54-DB00-0CEF-AC2B-75D8123A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65AB-6218-6CFA-4A3B-D33A7668C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9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BB9-5AD8-888A-4110-2EDF753B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F32C1-BA01-BB7E-0262-FBAD5466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B774D-426F-29E5-689C-FF45A302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2FA36-C824-C0C7-9CDB-A348971C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2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279F-EFB3-C6BF-EEFC-F96C86EC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E5B25-9652-D9AF-D7EE-C17E9308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84637-C960-F45B-E119-0E89DCDB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B255-0E54-5B2C-5907-A5DFB45A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6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CB1-A2B1-7FA2-8CCC-E1C6E2C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F27F6-6C4D-A539-ED82-46ECE612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7A3D8-218B-7C81-BAEF-C4C6D9FA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ED541-EF75-44FB-2AFA-8F4793FB9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3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D4B0-BA95-DF8E-E2BE-8B4B9E5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D5513-8F0B-C5F5-B146-4916C9132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5979B-96D9-A0F5-0B31-ABA70A98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07F9-60DE-667D-E75C-3DB2E27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58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D66-6C8D-F756-6B91-425290B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3D02F-9A50-7D98-AE69-0BCE7773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F241C-336E-1E40-E20F-01B4FFC1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77DB-0E8F-8AF3-3791-F8011D40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42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2837-066F-0BF4-857B-6D4B47D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F0CF1-CDBE-D311-6E3F-E9CDF8C5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375EB-E711-B573-DD38-C8BB595C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EAF07-D808-751F-DB81-26541713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0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EC3-3530-9213-7334-ABB9B58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7B791-E113-5E4A-D188-6007D115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66C28C-657F-801F-0BE1-76E4DFB2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F8E4-9165-4318-6C32-AB3AD44D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4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05-2A3F-9C0F-D030-7C0B2FE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C15BCE3-122B-553D-1EFC-55B12BE9B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11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A5B521-E44A-8C06-E336-8A3C1062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9FC24E-D3D3-C362-263E-5F21503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77035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4D-8BB2-E3AE-DA2F-0B3B4734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60D5A38-F3BC-5066-0F2D-130320A21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12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B5B3C62-CF86-72B6-B94B-4E3FDB15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1D2479-95C2-DB5B-B5E0-ED7095B4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200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24185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CD19-A97A-7137-064A-0F1BB152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AAB7-3780-E6ED-DCE3-0E60EE3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B4728-27C9-215B-3426-0948AC09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4D23-FAE5-30C8-80F7-C8406D1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098AB-F609-51A8-C423-BF1EB71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40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7757-8758-C703-ED28-A6D12D59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51CD1ED-6295-7A63-A437-18BD203CA886}"/>
              </a:ext>
            </a:extLst>
          </p:cNvPr>
          <p:cNvGrpSpPr/>
          <p:nvPr/>
        </p:nvGrpSpPr>
        <p:grpSpPr>
          <a:xfrm>
            <a:off x="441569" y="2051446"/>
            <a:ext cx="5261294" cy="2755108"/>
            <a:chOff x="629374" y="2349981"/>
            <a:chExt cx="5261294" cy="2755108"/>
          </a:xfrm>
        </p:grpSpPr>
        <p:pic>
          <p:nvPicPr>
            <p:cNvPr id="7" name="그림 6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ED96CB-E5D2-B292-F01E-4FEFBECC5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021" y="2457175"/>
              <a:ext cx="3033410" cy="2647914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22CF8FC-EAB7-14DC-A135-9176CEC6E0BD}"/>
                </a:ext>
              </a:extLst>
            </p:cNvPr>
            <p:cNvSpPr/>
            <p:nvPr/>
          </p:nvSpPr>
          <p:spPr>
            <a:xfrm>
              <a:off x="646543" y="2349981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F6F04D-9899-1398-7478-83BBE9DDAFEA}"/>
                </a:ext>
              </a:extLst>
            </p:cNvPr>
            <p:cNvSpPr/>
            <p:nvPr/>
          </p:nvSpPr>
          <p:spPr>
            <a:xfrm>
              <a:off x="4427689" y="2679831"/>
              <a:ext cx="1462979" cy="56369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latin typeface="+mj-ea"/>
                  <a:ea typeface="+mj-ea"/>
                </a:rPr>
                <a:t>나사구멍</a:t>
              </a:r>
              <a:r>
                <a:rPr lang="en-US" altLang="ko-KR" sz="1200">
                  <a:latin typeface="+mj-ea"/>
                  <a:ea typeface="+mj-ea"/>
                </a:rPr>
                <a:t>:</a:t>
              </a:r>
              <a:r>
                <a:rPr lang="ko-KR" altLang="en-US" sz="1200">
                  <a:latin typeface="+mj-ea"/>
                  <a:ea typeface="+mj-ea"/>
                </a:rPr>
                <a:t> </a:t>
              </a:r>
              <a:r>
                <a:rPr lang="en-US" altLang="ko-KR" sz="1200">
                  <a:latin typeface="+mj-ea"/>
                  <a:ea typeface="+mj-ea"/>
                </a:rPr>
                <a:t>Ø8mm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988333-4FEE-1CDE-8494-CF2FA6F20ADB}"/>
                </a:ext>
              </a:extLst>
            </p:cNvPr>
            <p:cNvSpPr/>
            <p:nvPr/>
          </p:nvSpPr>
          <p:spPr>
            <a:xfrm>
              <a:off x="3042933" y="342985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9CDCAF-4974-2BFE-62B2-0A936BAE8357}"/>
                </a:ext>
              </a:extLst>
            </p:cNvPr>
            <p:cNvSpPr/>
            <p:nvPr/>
          </p:nvSpPr>
          <p:spPr>
            <a:xfrm>
              <a:off x="2879010" y="402800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A02995-5132-160E-0833-EC6AB3E239CB}"/>
                </a:ext>
              </a:extLst>
            </p:cNvPr>
            <p:cNvSpPr/>
            <p:nvPr/>
          </p:nvSpPr>
          <p:spPr>
            <a:xfrm>
              <a:off x="629374" y="3045926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F2286BF-BABF-925D-3E15-E9749BE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1568" y="3243526"/>
              <a:ext cx="97611" cy="4562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64065F9-EA46-C85C-11D6-F85687F50FD1}"/>
                </a:ext>
              </a:extLst>
            </p:cNvPr>
            <p:cNvCxnSpPr>
              <a:cxnSpLocks/>
            </p:cNvCxnSpPr>
            <p:nvPr/>
          </p:nvCxnSpPr>
          <p:spPr>
            <a:xfrm>
              <a:off x="2028692" y="2806973"/>
              <a:ext cx="1052580" cy="65840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FEF8D0-A150-F725-B333-2E4ECE45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23" y="3502918"/>
              <a:ext cx="905826" cy="5606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7AEB44-1F76-ED9E-8672-CDA5A9F5BC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986B12-1524-C74B-F590-F465652209F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81A8C56E-6B3D-A78C-C3D1-8BB18E4D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0B5D5-36ED-3AF4-7225-89D5E52EFB26}"/>
              </a:ext>
            </a:extLst>
          </p:cNvPr>
          <p:cNvSpPr txBox="1"/>
          <p:nvPr/>
        </p:nvSpPr>
        <p:spPr>
          <a:xfrm>
            <a:off x="350982" y="716826"/>
            <a:ext cx="11212368" cy="97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부품의 정의 기본 콘셉트</a:t>
            </a:r>
            <a:endParaRPr lang="en-US" altLang="ko-KR" sz="18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특성은 부품이 가진 </a:t>
            </a:r>
            <a:r>
              <a:rPr lang="ko-KR" altLang="en-US" dirty="0" err="1">
                <a:latin typeface="+mj-ea"/>
                <a:ea typeface="+mj-ea"/>
              </a:rPr>
              <a:t>조립부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의하여 결정됨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264A2E-E343-9EA2-E33E-8F16DD637C20}"/>
              </a:ext>
            </a:extLst>
          </p:cNvPr>
          <p:cNvGrpSpPr/>
          <p:nvPr/>
        </p:nvGrpSpPr>
        <p:grpSpPr>
          <a:xfrm>
            <a:off x="7134765" y="2477540"/>
            <a:ext cx="4751316" cy="816518"/>
            <a:chOff x="6736302" y="1760258"/>
            <a:chExt cx="5226969" cy="969351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28591B-00A8-9C15-A1DC-670CCE4AAE56}"/>
                </a:ext>
              </a:extLst>
            </p:cNvPr>
            <p:cNvSpPr/>
            <p:nvPr/>
          </p:nvSpPr>
          <p:spPr>
            <a:xfrm>
              <a:off x="8860446" y="2062192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</a:t>
              </a:r>
              <a:r>
                <a:rPr lang="ko-KR" altLang="en-US" sz="1200" dirty="0" err="1">
                  <a:latin typeface="+mj-ea"/>
                  <a:ea typeface="+mj-ea"/>
                </a:rPr>
                <a:t>체커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2BEFF8-714C-B76F-8F9E-BBCD6DE4E7E6}"/>
                </a:ext>
              </a:extLst>
            </p:cNvPr>
            <p:cNvSpPr/>
            <p:nvPr/>
          </p:nvSpPr>
          <p:spPr>
            <a:xfrm>
              <a:off x="10573205" y="2100664"/>
              <a:ext cx="1390066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D : I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23702AF-5EF0-7211-839F-E44B34F77C19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 flipV="1">
              <a:off x="8642340" y="2327213"/>
              <a:ext cx="218106" cy="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9738F50-5C36-61C6-8254-D633371DCD7E}"/>
                </a:ext>
              </a:extLst>
            </p:cNvPr>
            <p:cNvCxnSpPr>
              <a:cxnSpLocks/>
              <a:stCxn id="105" idx="2"/>
              <a:endCxn id="104" idx="6"/>
            </p:cNvCxnSpPr>
            <p:nvPr/>
          </p:nvCxnSpPr>
          <p:spPr>
            <a:xfrm flipH="1">
              <a:off x="10366230" y="2324121"/>
              <a:ext cx="206975" cy="30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5A9066B-1F8E-A999-ED55-7114DD094549}"/>
                </a:ext>
              </a:extLst>
            </p:cNvPr>
            <p:cNvGrpSpPr/>
            <p:nvPr/>
          </p:nvGrpSpPr>
          <p:grpSpPr>
            <a:xfrm>
              <a:off x="6736302" y="1760258"/>
              <a:ext cx="1906038" cy="969351"/>
              <a:chOff x="6399204" y="1325911"/>
              <a:chExt cx="2157076" cy="1451500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E3D3F88-A1B6-B795-B33E-6DBE01F3A345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F8EE6BF-08C5-3C9B-C5CE-5EB0EC15C33E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C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C24E465-3FAA-B45B-E92E-C646401FEBE9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05C3FE88-3AA6-9917-EA81-53866FC65BAF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D753F7-6124-DCC6-CF00-B358E3ED60E8}"/>
              </a:ext>
            </a:extLst>
          </p:cNvPr>
          <p:cNvGrpSpPr/>
          <p:nvPr/>
        </p:nvGrpSpPr>
        <p:grpSpPr>
          <a:xfrm>
            <a:off x="425247" y="4131711"/>
            <a:ext cx="5526178" cy="2131102"/>
            <a:chOff x="217046" y="4520735"/>
            <a:chExt cx="6079400" cy="2529994"/>
          </a:xfrm>
        </p:grpSpPr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1BA97D1A-5D78-CFB5-602C-9FE752A00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667" y1="33250" x2="13333" y2="45625"/>
                          <a14:foregroundMark x1="13333" y1="45625" x2="12417" y2="53375"/>
                          <a14:foregroundMark x1="12417" y1="53375" x2="13333" y2="61000"/>
                          <a14:foregroundMark x1="13333" y1="61000" x2="16417" y2="69375"/>
                          <a14:foregroundMark x1="16417" y1="69375" x2="25750" y2="75500"/>
                          <a14:foregroundMark x1="18833" y1="64625" x2="27000" y2="65250"/>
                          <a14:foregroundMark x1="27000" y1="65250" x2="24083" y2="61875"/>
                          <a14:foregroundMark x1="30917" y1="63750" x2="30917" y2="63750"/>
                          <a14:foregroundMark x1="30417" y1="61250" x2="23167" y2="60750"/>
                          <a14:foregroundMark x1="23167" y1="60750" x2="17750" y2="54250"/>
                          <a14:foregroundMark x1="17750" y1="54250" x2="17750" y2="51500"/>
                          <a14:foregroundMark x1="31583" y1="63250" x2="17917" y2="65625"/>
                          <a14:foregroundMark x1="26917" y1="74250" x2="27917" y2="75375"/>
                          <a14:foregroundMark x1="28750" y1="74500" x2="27667" y2="76750"/>
                          <a14:foregroundMark x1="28250" y1="76250" x2="27833" y2="76875"/>
                          <a14:foregroundMark x1="84500" y1="38625" x2="87833" y2="38125"/>
                          <a14:foregroundMark x1="77083" y1="34250" x2="79417" y2="33125"/>
                          <a14:foregroundMark x1="28083" y1="60250" x2="24000" y2="56000"/>
                          <a14:foregroundMark x1="24000" y1="56000" x2="20500" y2="44125"/>
                          <a14:foregroundMark x1="20500" y1="44125" x2="23917" y2="39250"/>
                          <a14:foregroundMark x1="23917" y1="39250" x2="29500" y2="37625"/>
                          <a14:foregroundMark x1="29500" y1="37625" x2="42667" y2="38125"/>
                          <a14:foregroundMark x1="26167" y1="66375" x2="32417" y2="64875"/>
                          <a14:foregroundMark x1="24000" y1="72250" x2="23250" y2="73375"/>
                          <a14:foregroundMark x1="23750" y1="72250" x2="23750" y2="72250"/>
                          <a14:foregroundMark x1="23167" y1="72250" x2="24250" y2="71500"/>
                          <a14:foregroundMark x1="28417" y1="74125" x2="27083" y2="77000"/>
                          <a14:foregroundMark x1="11000" y1="50375" x2="13000" y2="36500"/>
                          <a14:foregroundMark x1="13000" y1="36500" x2="13250" y2="35500"/>
                          <a14:backgroundMark x1="58167" y1="44875" x2="57667" y2="44875"/>
                          <a14:backgroundMark x1="18500" y1="68000" x2="29083" y2="6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7559" y="4520735"/>
              <a:ext cx="3794991" cy="2529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8D2DF24-80CA-33DC-776F-5800A69F4C43}"/>
                </a:ext>
              </a:extLst>
            </p:cNvPr>
            <p:cNvGrpSpPr/>
            <p:nvPr/>
          </p:nvGrpSpPr>
          <p:grpSpPr>
            <a:xfrm>
              <a:off x="217046" y="4564005"/>
              <a:ext cx="6079400" cy="2039392"/>
              <a:chOff x="217046" y="4564005"/>
              <a:chExt cx="6079400" cy="2039392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7D61DC0-252A-299B-58C4-3063195C33AA}"/>
                  </a:ext>
                </a:extLst>
              </p:cNvPr>
              <p:cNvSpPr/>
              <p:nvPr/>
            </p:nvSpPr>
            <p:spPr>
              <a:xfrm>
                <a:off x="2591376" y="5771708"/>
                <a:ext cx="288000" cy="2879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AA6481C-0878-AD04-3B2F-A021D4BA6C17}"/>
                  </a:ext>
                </a:extLst>
              </p:cNvPr>
              <p:cNvSpPr/>
              <p:nvPr/>
            </p:nvSpPr>
            <p:spPr>
              <a:xfrm>
                <a:off x="2151456" y="5248150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9FCD634-5A3A-208E-247A-EAB0BFD69135}"/>
                  </a:ext>
                </a:extLst>
              </p:cNvPr>
              <p:cNvSpPr/>
              <p:nvPr/>
            </p:nvSpPr>
            <p:spPr>
              <a:xfrm>
                <a:off x="1975923" y="5692556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5C87CC76-D2B7-BF3A-8EFC-60252F37B185}"/>
                  </a:ext>
                </a:extLst>
              </p:cNvPr>
              <p:cNvSpPr/>
              <p:nvPr/>
            </p:nvSpPr>
            <p:spPr>
              <a:xfrm>
                <a:off x="2022702" y="587778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2921218-116F-E1B7-EEDD-42723C0CB715}"/>
                  </a:ext>
                </a:extLst>
              </p:cNvPr>
              <p:cNvSpPr/>
              <p:nvPr/>
            </p:nvSpPr>
            <p:spPr>
              <a:xfrm>
                <a:off x="4790387" y="5111225"/>
                <a:ext cx="400737" cy="4227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DE1B3702-16D2-5363-8F77-D62B2271E23A}"/>
                  </a:ext>
                </a:extLst>
              </p:cNvPr>
              <p:cNvSpPr/>
              <p:nvPr/>
            </p:nvSpPr>
            <p:spPr>
              <a:xfrm>
                <a:off x="217046" y="456400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4F2615B-AA8D-2C1C-4950-8297BB579BEE}"/>
                  </a:ext>
                </a:extLst>
              </p:cNvPr>
              <p:cNvSpPr/>
              <p:nvPr/>
            </p:nvSpPr>
            <p:spPr>
              <a:xfrm>
                <a:off x="217046" y="526589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A384308B-2F5F-B0CD-B854-48797F6E7758}"/>
                  </a:ext>
                </a:extLst>
              </p:cNvPr>
              <p:cNvSpPr/>
              <p:nvPr/>
            </p:nvSpPr>
            <p:spPr>
              <a:xfrm>
                <a:off x="217046" y="5967784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 </a:t>
                </a:r>
                <a:r>
                  <a:rPr lang="ko-KR" altLang="en-US" sz="1200">
                    <a:latin typeface="+mj-ea"/>
                    <a:ea typeface="+mj-ea"/>
                  </a:rPr>
                  <a:t>규격 </a:t>
                </a: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770098C2-DACC-061B-C8E2-31CCF8BA066C}"/>
                  </a:ext>
                </a:extLst>
              </p:cNvPr>
              <p:cNvSpPr/>
              <p:nvPr/>
            </p:nvSpPr>
            <p:spPr>
              <a:xfrm>
                <a:off x="3266368" y="5926678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>
                    <a:latin typeface="+mj-ea"/>
                    <a:ea typeface="+mj-ea"/>
                  </a:rPr>
                  <a:t>도어 래치 커넥터</a:t>
                </a: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56F31259-9FFD-1900-179E-C6CD9C307355}"/>
                  </a:ext>
                </a:extLst>
              </p:cNvPr>
              <p:cNvSpPr/>
              <p:nvPr/>
            </p:nvSpPr>
            <p:spPr>
              <a:xfrm>
                <a:off x="4964108" y="5782556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래치 케이블</a:t>
                </a:r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B5FDA5C2-ABDD-3AF7-D4E9-8D74A499819F}"/>
                  </a:ext>
                </a:extLst>
              </p:cNvPr>
              <p:cNvCxnSpPr>
                <a:cxnSpLocks/>
                <a:stCxn id="94" idx="6"/>
                <a:endCxn id="90" idx="1"/>
              </p:cNvCxnSpPr>
              <p:nvPr/>
            </p:nvCxnSpPr>
            <p:spPr>
              <a:xfrm>
                <a:off x="1549384" y="4881812"/>
                <a:ext cx="628432" cy="3926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C850D6D4-8D48-F52D-8B4F-6590F5AB01DD}"/>
                  </a:ext>
                </a:extLst>
              </p:cNvPr>
              <p:cNvCxnSpPr>
                <a:cxnSpLocks/>
                <a:stCxn id="95" idx="6"/>
                <a:endCxn id="91" idx="1"/>
              </p:cNvCxnSpPr>
              <p:nvPr/>
            </p:nvCxnSpPr>
            <p:spPr>
              <a:xfrm>
                <a:off x="1549384" y="5583702"/>
                <a:ext cx="452899" cy="13521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화살표 연결선 100">
                <a:extLst>
                  <a:ext uri="{FF2B5EF4-FFF2-40B4-BE49-F238E27FC236}">
                    <a16:creationId xmlns:a16="http://schemas.microsoft.com/office/drawing/2014/main" id="{C9F1DE5B-70D6-57C3-FC18-55A847546758}"/>
                  </a:ext>
                </a:extLst>
              </p:cNvPr>
              <p:cNvCxnSpPr>
                <a:cxnSpLocks/>
                <a:stCxn id="96" idx="6"/>
                <a:endCxn id="92" idx="3"/>
              </p:cNvCxnSpPr>
              <p:nvPr/>
            </p:nvCxnSpPr>
            <p:spPr>
              <a:xfrm flipV="1">
                <a:off x="1549384" y="6031424"/>
                <a:ext cx="499678" cy="25416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>
                <a:extLst>
                  <a:ext uri="{FF2B5EF4-FFF2-40B4-BE49-F238E27FC236}">
                    <a16:creationId xmlns:a16="http://schemas.microsoft.com/office/drawing/2014/main" id="{ECDADB0F-BFF0-3EB1-96D8-4DA80C75A68D}"/>
                  </a:ext>
                </a:extLst>
              </p:cNvPr>
              <p:cNvCxnSpPr>
                <a:cxnSpLocks/>
                <a:stCxn id="97" idx="1"/>
                <a:endCxn id="89" idx="6"/>
              </p:cNvCxnSpPr>
              <p:nvPr/>
            </p:nvCxnSpPr>
            <p:spPr>
              <a:xfrm flipH="1" flipV="1">
                <a:off x="2879375" y="5915707"/>
                <a:ext cx="582109" cy="10405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62BB9B3-81BD-172D-525A-A118BB73039A}"/>
                  </a:ext>
                </a:extLst>
              </p:cNvPr>
              <p:cNvCxnSpPr>
                <a:cxnSpLocks/>
                <a:stCxn id="87" idx="3"/>
                <a:endCxn id="93" idx="5"/>
              </p:cNvCxnSpPr>
              <p:nvPr/>
            </p:nvCxnSpPr>
            <p:spPr>
              <a:xfrm flipH="1" flipV="1">
                <a:off x="5132437" y="5472107"/>
                <a:ext cx="280113" cy="31362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5C43935-ACD6-F95D-4C07-0CFA88D448A8}"/>
              </a:ext>
            </a:extLst>
          </p:cNvPr>
          <p:cNvGrpSpPr/>
          <p:nvPr/>
        </p:nvGrpSpPr>
        <p:grpSpPr>
          <a:xfrm>
            <a:off x="7378811" y="3793417"/>
            <a:ext cx="4395608" cy="2386158"/>
            <a:chOff x="7075904" y="3613607"/>
            <a:chExt cx="4835651" cy="2832789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576B4CF-B0E6-D0FD-4AA0-52E135AB0F88}"/>
                </a:ext>
              </a:extLst>
            </p:cNvPr>
            <p:cNvSpPr/>
            <p:nvPr/>
          </p:nvSpPr>
          <p:spPr>
            <a:xfrm>
              <a:off x="8860446" y="5411163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래치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4CAB46F-FE08-87C3-1ED0-F28AD2779E68}"/>
                </a:ext>
              </a:extLst>
            </p:cNvPr>
            <p:cNvGrpSpPr/>
            <p:nvPr/>
          </p:nvGrpSpPr>
          <p:grpSpPr>
            <a:xfrm>
              <a:off x="7075904" y="3613607"/>
              <a:ext cx="2459138" cy="1497799"/>
              <a:chOff x="6879404" y="4238877"/>
              <a:chExt cx="2459138" cy="1497799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8A4B99DA-6A1F-828F-5651-914AAA0595A6}"/>
                  </a:ext>
                </a:extLst>
              </p:cNvPr>
              <p:cNvSpPr/>
              <p:nvPr/>
            </p:nvSpPr>
            <p:spPr>
              <a:xfrm>
                <a:off x="6879404" y="4399477"/>
                <a:ext cx="2459138" cy="1337199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106FFB7E-36C3-43A4-0368-D4F4D7F19157}"/>
                  </a:ext>
                </a:extLst>
              </p:cNvPr>
              <p:cNvGrpSpPr/>
              <p:nvPr/>
            </p:nvGrpSpPr>
            <p:grpSpPr>
              <a:xfrm>
                <a:off x="7040432" y="4685541"/>
                <a:ext cx="2137083" cy="945573"/>
                <a:chOff x="7027954" y="4685541"/>
                <a:chExt cx="2137083" cy="945573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B2F4A43-018E-2BDB-22C9-C0AA3762697D}"/>
                    </a:ext>
                  </a:extLst>
                </p:cNvPr>
                <p:cNvSpPr/>
                <p:nvPr/>
              </p:nvSpPr>
              <p:spPr>
                <a:xfrm>
                  <a:off x="702795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나사탭</a:t>
                  </a: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B4F5E59-B07E-6337-7CB5-3542C8B8303C}"/>
                    </a:ext>
                  </a:extLst>
                </p:cNvPr>
                <p:cNvSpPr/>
                <p:nvPr/>
              </p:nvSpPr>
              <p:spPr>
                <a:xfrm>
                  <a:off x="815059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4F6F8205-CF08-6AF7-9521-0856BD41E2AE}"/>
                    </a:ext>
                  </a:extLst>
                </p:cNvPr>
                <p:cNvSpPr/>
                <p:nvPr/>
              </p:nvSpPr>
              <p:spPr>
                <a:xfrm>
                  <a:off x="7589274" y="5206634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8D9A10E9-7506-7AD6-7013-BF8E314E9DBE}"/>
                  </a:ext>
                </a:extLst>
              </p:cNvPr>
              <p:cNvSpPr/>
              <p:nvPr/>
            </p:nvSpPr>
            <p:spPr>
              <a:xfrm>
                <a:off x="7356081" y="4238877"/>
                <a:ext cx="1505785" cy="35005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B : F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A44FD7F-2A15-6E6A-F08A-70F3E70D64D1}"/>
                </a:ext>
              </a:extLst>
            </p:cNvPr>
            <p:cNvSpPr/>
            <p:nvPr/>
          </p:nvSpPr>
          <p:spPr>
            <a:xfrm>
              <a:off x="10342428" y="4651123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A : F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9922138-F607-F817-C4BC-2E1229DF564C}"/>
                </a:ext>
              </a:extLst>
            </p:cNvPr>
            <p:cNvSpPr/>
            <p:nvPr/>
          </p:nvSpPr>
          <p:spPr>
            <a:xfrm>
              <a:off x="10435994" y="5990700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E : 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6D6160A-5720-2711-59B1-E1A3453531A7}"/>
                </a:ext>
              </a:extLst>
            </p:cNvPr>
            <p:cNvSpPr/>
            <p:nvPr/>
          </p:nvSpPr>
          <p:spPr>
            <a:xfrm>
              <a:off x="7425192" y="5999483"/>
              <a:ext cx="1536214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F : M 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998696DC-D650-5725-CDAD-0F0416EBC1AC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8305473" y="5111406"/>
              <a:ext cx="775490" cy="37738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1AA3F38-C726-C028-5594-03B604C84D06}"/>
                </a:ext>
              </a:extLst>
            </p:cNvPr>
            <p:cNvCxnSpPr>
              <a:cxnSpLocks/>
              <a:stCxn id="71" idx="7"/>
              <a:endCxn id="73" idx="3"/>
            </p:cNvCxnSpPr>
            <p:nvPr/>
          </p:nvCxnSpPr>
          <p:spPr>
            <a:xfrm flipV="1">
              <a:off x="10145714" y="5032587"/>
              <a:ext cx="412805" cy="4561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A0B4B257-03B3-514B-FE6E-A8F109A8D120}"/>
                </a:ext>
              </a:extLst>
            </p:cNvPr>
            <p:cNvCxnSpPr>
              <a:cxnSpLocks/>
              <a:stCxn id="74" idx="1"/>
              <a:endCxn id="71" idx="5"/>
            </p:cNvCxnSpPr>
            <p:nvPr/>
          </p:nvCxnSpPr>
          <p:spPr>
            <a:xfrm flipH="1" flipV="1">
              <a:off x="10145714" y="5863583"/>
              <a:ext cx="506370" cy="19256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E513D6C-AC8F-7ED0-01AE-99CFBFA4EBBE}"/>
                </a:ext>
              </a:extLst>
            </p:cNvPr>
            <p:cNvCxnSpPr>
              <a:cxnSpLocks/>
              <a:stCxn id="75" idx="7"/>
              <a:endCxn id="71" idx="3"/>
            </p:cNvCxnSpPr>
            <p:nvPr/>
          </p:nvCxnSpPr>
          <p:spPr>
            <a:xfrm flipV="1">
              <a:off x="8736432" y="5863583"/>
              <a:ext cx="344530" cy="20135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999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C8D1-8B62-D9CD-D35B-5CF15CCD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1F2C2C-312D-85A4-1CA6-B927DAB2B0F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89349D-7095-ECED-8205-AC4B2192B41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418DE212-B951-7887-75D3-DE655AB0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ACF34C-8859-1C02-F2C1-C1ED351333D1}"/>
              </a:ext>
            </a:extLst>
          </p:cNvPr>
          <p:cNvSpPr txBox="1"/>
          <p:nvPr/>
        </p:nvSpPr>
        <p:spPr>
          <a:xfrm>
            <a:off x="350982" y="716826"/>
            <a:ext cx="11104418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조립 관련 정보를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ko-KR" altLang="en-US" dirty="0">
                <a:latin typeface="+mj-ea"/>
                <a:ea typeface="+mj-ea"/>
              </a:rPr>
              <a:t> 객체와 </a:t>
            </a:r>
            <a:r>
              <a:rPr lang="en-US" altLang="ko-KR" dirty="0">
                <a:latin typeface="+mj-ea"/>
                <a:ea typeface="+mj-ea"/>
              </a:rPr>
              <a:t>Item </a:t>
            </a:r>
            <a:r>
              <a:rPr lang="ko-KR" altLang="en-US" dirty="0">
                <a:latin typeface="+mj-ea"/>
                <a:ea typeface="+mj-ea"/>
              </a:rPr>
              <a:t>객체로 모델링하여 </a:t>
            </a:r>
            <a:endParaRPr lang="en-US" altLang="ko-KR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  <a:ea typeface="+mj-ea"/>
              </a:rPr>
              <a:t>조립의 단위인 부품을 소프트웨어적으로 모방함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: </a:t>
            </a:r>
            <a:r>
              <a:rPr lang="ko-KR" altLang="en-US" sz="1400" dirty="0">
                <a:latin typeface="+mj-ea"/>
              </a:rPr>
              <a:t>조립 가능 여부를 판단하는 역할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/>
              <a:t>Item : </a:t>
            </a:r>
            <a:r>
              <a:rPr lang="ko-KR" altLang="en-US" sz="1400" dirty="0"/>
              <a:t>조립 단위인 부품을 설명하는 역할</a:t>
            </a:r>
            <a:endParaRPr lang="ko-KR" altLang="en-US" sz="1400" dirty="0"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639EB8-9BAF-4F0C-64FB-FCC44CD8AE09}"/>
              </a:ext>
            </a:extLst>
          </p:cNvPr>
          <p:cNvGrpSpPr/>
          <p:nvPr/>
        </p:nvGrpSpPr>
        <p:grpSpPr>
          <a:xfrm>
            <a:off x="314315" y="2713230"/>
            <a:ext cx="3433919" cy="3835063"/>
            <a:chOff x="494909" y="3429000"/>
            <a:chExt cx="3433919" cy="38350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C3DFD7-5270-48EA-EBCA-0A441984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09" y="3429000"/>
              <a:ext cx="3433919" cy="27269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D987F-437B-C85B-61D5-2E898185D2BA}"/>
                </a:ext>
              </a:extLst>
            </p:cNvPr>
            <p:cNvSpPr txBox="1"/>
            <p:nvPr/>
          </p:nvSpPr>
          <p:spPr>
            <a:xfrm>
              <a:off x="622163" y="6248400"/>
              <a:ext cx="31794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Assembly</a:t>
              </a:r>
              <a:r>
                <a:rPr lang="en-US" altLang="ko-KR" b="1" dirty="0" err="1"/>
                <a:t>'Type</a:t>
              </a:r>
              <a:r>
                <a:rPr lang="en-US" altLang="ko-KR" b="1" dirty="0"/>
                <a:t>’</a:t>
              </a:r>
              <a:r>
                <a:rPr lang="en-US" altLang="ko-KR" dirty="0"/>
                <a:t>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조립의 종류</a:t>
              </a:r>
              <a:r>
                <a:rPr lang="en-US" altLang="ko-KR" sz="1400" dirty="0"/>
                <a:t>(Type)</a:t>
              </a:r>
              <a:r>
                <a:rPr lang="ko-KR" altLang="en-US" sz="1400" dirty="0"/>
                <a:t>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표현하는 코드</a:t>
              </a:r>
            </a:p>
            <a:p>
              <a:r>
                <a:rPr lang="ko-KR" altLang="en-US" sz="1400" dirty="0"/>
                <a:t>같은 </a:t>
              </a:r>
              <a:r>
                <a:rPr lang="en-US" altLang="ko-KR" sz="1400" dirty="0"/>
                <a:t>Type</a:t>
              </a:r>
              <a:r>
                <a:rPr lang="ko-KR" altLang="en-US" sz="1400" dirty="0"/>
                <a:t>의 조립만 연결되도록 </a:t>
              </a:r>
              <a:endParaRPr lang="en-US" altLang="ko-KR" sz="1400" dirty="0"/>
            </a:p>
            <a:p>
              <a:r>
                <a:rPr lang="ko-KR" altLang="en-US" sz="1400" dirty="0"/>
                <a:t>조립부의 분류 정보를 저장하는 역할</a:t>
              </a:r>
              <a:endParaRPr lang="en-US" altLang="ko-KR" sz="14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073BC5-946F-6C86-6E53-2BAA70626E57}"/>
              </a:ext>
            </a:extLst>
          </p:cNvPr>
          <p:cNvGrpSpPr/>
          <p:nvPr/>
        </p:nvGrpSpPr>
        <p:grpSpPr>
          <a:xfrm>
            <a:off x="7950200" y="2517698"/>
            <a:ext cx="3973500" cy="3780196"/>
            <a:chOff x="8061227" y="3483867"/>
            <a:chExt cx="3973500" cy="3780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C751B1-950F-F419-4AE4-7D2B30DF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9431" y="3483867"/>
              <a:ext cx="3397093" cy="26720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DCB9B-9754-F740-3E12-536113D75EC2}"/>
                </a:ext>
              </a:extLst>
            </p:cNvPr>
            <p:cNvSpPr txBox="1"/>
            <p:nvPr/>
          </p:nvSpPr>
          <p:spPr>
            <a:xfrm>
              <a:off x="8061227" y="6248400"/>
              <a:ext cx="39735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Item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부품의 조립의 기본 단위인 부품을 </a:t>
              </a:r>
              <a:endParaRPr lang="en-US" altLang="ko-KR" sz="1400" dirty="0"/>
            </a:p>
            <a:p>
              <a:r>
                <a:rPr lang="ko-KR" altLang="en-US" sz="1400" dirty="0"/>
                <a:t>컴퓨터가 이해할 수 있도록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관련 정보인 </a:t>
              </a:r>
              <a:endParaRPr lang="en-US" altLang="ko-KR" sz="1400" dirty="0"/>
            </a:p>
            <a:p>
              <a:r>
                <a:rPr lang="ko-KR" altLang="en-US" sz="1400" dirty="0" err="1"/>
                <a:t>부품명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</a:t>
              </a:r>
              <a:r>
                <a:rPr lang="en-US" altLang="ko-KR" sz="1400" dirty="0" err="1">
                  <a:latin typeface="+mj-ea"/>
                </a:rPr>
                <a:t>AssemblyType</a:t>
              </a:r>
              <a:r>
                <a:rPr lang="ko-KR" altLang="en-US" sz="1400" dirty="0">
                  <a:latin typeface="+mj-ea"/>
                </a:rPr>
                <a:t>을 내부에 저장하고 있음</a:t>
              </a:r>
              <a:r>
                <a:rPr lang="en-US" altLang="ko-KR" sz="1400" dirty="0">
                  <a:latin typeface="+mj-ea"/>
                </a:rPr>
                <a:t>.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8B094E-C237-B275-E750-69C7CBAD01F4}"/>
              </a:ext>
            </a:extLst>
          </p:cNvPr>
          <p:cNvGrpSpPr/>
          <p:nvPr/>
        </p:nvGrpSpPr>
        <p:grpSpPr>
          <a:xfrm>
            <a:off x="4564885" y="3429000"/>
            <a:ext cx="2810608" cy="1216084"/>
            <a:chOff x="3989788" y="1203729"/>
            <a:chExt cx="3825953" cy="16554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A3652E-7475-2907-79A4-0FD970D2230B}"/>
                </a:ext>
              </a:extLst>
            </p:cNvPr>
            <p:cNvSpPr/>
            <p:nvPr/>
          </p:nvSpPr>
          <p:spPr>
            <a:xfrm>
              <a:off x="6446982" y="2020247"/>
              <a:ext cx="1368759" cy="4464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latin typeface="+mj-ea"/>
                  <a:ea typeface="+mj-ea"/>
                </a:rPr>
                <a:t>도어 </a:t>
              </a:r>
              <a:r>
                <a:rPr lang="ko-KR" altLang="en-US" sz="700" dirty="0" err="1">
                  <a:latin typeface="+mj-ea"/>
                  <a:ea typeface="+mj-ea"/>
                </a:rPr>
                <a:t>체커</a:t>
              </a:r>
              <a:endParaRPr lang="ko-KR" altLang="en-US" sz="700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8FC700D-2CF3-95B7-3711-A4BC229AB7B4}"/>
                </a:ext>
              </a:extLst>
            </p:cNvPr>
            <p:cNvSpPr/>
            <p:nvPr/>
          </p:nvSpPr>
          <p:spPr>
            <a:xfrm>
              <a:off x="4166347" y="2482680"/>
              <a:ext cx="1263570" cy="376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latin typeface="+mj-ea"/>
                  <a:ea typeface="+mj-ea"/>
                </a:rPr>
                <a:t>Type D : I</a:t>
              </a:r>
              <a:endParaRPr lang="ko-KR" altLang="en-US" sz="700">
                <a:latin typeface="+mj-ea"/>
                <a:ea typeface="+mj-ea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CDAC0F-513E-3CC1-D633-B6A010B8C430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>
              <a:off x="5722377" y="1681301"/>
              <a:ext cx="925055" cy="40433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1407BAB-4CFF-D106-E4A2-DA6FE1D4F978}"/>
                </a:ext>
              </a:extLst>
            </p:cNvPr>
            <p:cNvCxnSpPr>
              <a:cxnSpLocks/>
              <a:stCxn id="11" idx="6"/>
              <a:endCxn id="10" idx="3"/>
            </p:cNvCxnSpPr>
            <p:nvPr/>
          </p:nvCxnSpPr>
          <p:spPr>
            <a:xfrm flipV="1">
              <a:off x="5429916" y="2401336"/>
              <a:ext cx="1217516" cy="2695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4A9F3DD-523D-428E-3E7E-CDA7E8B5E26A}"/>
                </a:ext>
              </a:extLst>
            </p:cNvPr>
            <p:cNvGrpSpPr/>
            <p:nvPr/>
          </p:nvGrpSpPr>
          <p:grpSpPr>
            <a:xfrm>
              <a:off x="3989788" y="1203729"/>
              <a:ext cx="1732589" cy="816518"/>
              <a:chOff x="6399204" y="1325911"/>
              <a:chExt cx="2157076" cy="14515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32C0A3C-E007-393E-1D5F-7A31A1891757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700" dirty="0">
                  <a:latin typeface="+mj-ea"/>
                  <a:ea typeface="+mj-ea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20C5BCD-CF41-4E90-7CF1-56A6DE8DDEF2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Type C : M</a:t>
                </a:r>
                <a:endParaRPr lang="ko-KR" altLang="en-US" sz="700">
                  <a:latin typeface="+mj-ea"/>
                  <a:ea typeface="+mj-ea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C37ECE3-CFAD-05AB-BF78-046C6E02D0F2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363BC8C-A011-17BB-77D4-01C5AD8F241A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333D390-0FC5-F3C8-7B1F-35DA85D5D3F2}"/>
              </a:ext>
            </a:extLst>
          </p:cNvPr>
          <p:cNvSpPr/>
          <p:nvPr/>
        </p:nvSpPr>
        <p:spPr>
          <a:xfrm>
            <a:off x="3875057" y="3808550"/>
            <a:ext cx="569490" cy="5362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B9E07A46-867B-4332-1AB5-9F41210A2939}"/>
              </a:ext>
            </a:extLst>
          </p:cNvPr>
          <p:cNvSpPr/>
          <p:nvPr/>
        </p:nvSpPr>
        <p:spPr>
          <a:xfrm>
            <a:off x="7495424" y="3863849"/>
            <a:ext cx="589195" cy="5439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18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0E0-2D9E-B78B-5BF8-9B53DC1C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4C823-C5B4-3E62-1F35-1F97B3783FF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F9BC0BC-773E-7F3C-F34B-A3E6826F111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466D95D-D80A-2F70-2520-07F41B4C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1847E-4F45-A45E-E521-A06D1E849923}"/>
              </a:ext>
            </a:extLst>
          </p:cNvPr>
          <p:cNvSpPr txBox="1"/>
          <p:nvPr/>
        </p:nvSpPr>
        <p:spPr>
          <a:xfrm>
            <a:off x="350982" y="716826"/>
            <a:ext cx="11395542" cy="88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Item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	Item </a:t>
            </a:r>
            <a:r>
              <a:rPr lang="ko-KR" altLang="en-US" sz="1400" dirty="0">
                <a:latin typeface="+mj-ea"/>
                <a:ea typeface="+mj-ea"/>
              </a:rPr>
              <a:t>객체로 부품을 표현함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r>
              <a:rPr lang="ko-KR" altLang="en-US" sz="1400" dirty="0">
                <a:latin typeface="+mj-ea"/>
                <a:ea typeface="+mj-ea"/>
              </a:rPr>
              <a:t> 부품의 이름을 넣어주고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add_type</a:t>
            </a:r>
            <a:r>
              <a:rPr lang="en-US" altLang="ko-KR" sz="1400" dirty="0">
                <a:latin typeface="+mj-ea"/>
                <a:ea typeface="+mj-ea"/>
              </a:rPr>
              <a:t>() </a:t>
            </a:r>
            <a:r>
              <a:rPr lang="ko-KR" altLang="en-US" sz="1400" dirty="0">
                <a:latin typeface="+mj-ea"/>
                <a:ea typeface="+mj-ea"/>
              </a:rPr>
              <a:t>함수로 </a:t>
            </a:r>
            <a:r>
              <a:rPr lang="en-US" altLang="ko-KR" sz="1400" dirty="0"/>
              <a:t>Type(</a:t>
            </a:r>
            <a:r>
              <a:rPr lang="ko-KR" altLang="en-US" sz="1400" dirty="0" err="1"/>
              <a:t>조립부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설명을</a:t>
            </a:r>
            <a:r>
              <a:rPr lang="en-US" altLang="ko-KR" sz="1400" dirty="0"/>
              <a:t> </a:t>
            </a:r>
            <a:r>
              <a:rPr lang="ko-KR" altLang="en-US" sz="1400" dirty="0"/>
              <a:t>추가함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A8CCEB2-F192-E760-4896-F9D7AEE59A05}"/>
              </a:ext>
            </a:extLst>
          </p:cNvPr>
          <p:cNvGrpSpPr/>
          <p:nvPr/>
        </p:nvGrpSpPr>
        <p:grpSpPr>
          <a:xfrm>
            <a:off x="205270" y="1700868"/>
            <a:ext cx="7797000" cy="2133918"/>
            <a:chOff x="211620" y="1321181"/>
            <a:chExt cx="7797000" cy="2133918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1C82915-80E5-7914-2AA5-6B83DEF29C68}"/>
                </a:ext>
              </a:extLst>
            </p:cNvPr>
            <p:cNvSpPr/>
            <p:nvPr/>
          </p:nvSpPr>
          <p:spPr>
            <a:xfrm>
              <a:off x="211620" y="1321181"/>
              <a:ext cx="7797000" cy="2133918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954D11-1222-D531-4A34-489E9797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604" y="2112307"/>
              <a:ext cx="2574565" cy="602382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B26683-510C-1226-6A3D-B04B38921704}"/>
                </a:ext>
              </a:extLst>
            </p:cNvPr>
            <p:cNvGrpSpPr/>
            <p:nvPr/>
          </p:nvGrpSpPr>
          <p:grpSpPr>
            <a:xfrm>
              <a:off x="396094" y="2013887"/>
              <a:ext cx="4751316" cy="816518"/>
              <a:chOff x="6736302" y="1760258"/>
              <a:chExt cx="5226969" cy="969351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B0869AE-1714-0F38-D297-43801976285D}"/>
                  </a:ext>
                </a:extLst>
              </p:cNvPr>
              <p:cNvSpPr/>
              <p:nvPr/>
            </p:nvSpPr>
            <p:spPr>
              <a:xfrm>
                <a:off x="8860446" y="2062192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</a:t>
                </a:r>
                <a:r>
                  <a:rPr lang="ko-KR" altLang="en-US" sz="1200" dirty="0" err="1">
                    <a:latin typeface="+mj-ea"/>
                    <a:ea typeface="+mj-ea"/>
                  </a:rPr>
                  <a:t>체커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8607CE7-376B-705D-2AD5-FF9B689FFC1E}"/>
                  </a:ext>
                </a:extLst>
              </p:cNvPr>
              <p:cNvSpPr/>
              <p:nvPr/>
            </p:nvSpPr>
            <p:spPr>
              <a:xfrm>
                <a:off x="10573205" y="2100664"/>
                <a:ext cx="1390066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D : I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8937558F-1BFB-5565-2E88-E6B37C1A8832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8642340" y="2327213"/>
                <a:ext cx="218106" cy="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1694ADF-FF8E-32F8-135E-19FEBC8F21B2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flipH="1">
                <a:off x="10366230" y="2324121"/>
                <a:ext cx="206975" cy="30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3D7B46D-FFA3-7E43-4D8E-12C07DC41D67}"/>
                  </a:ext>
                </a:extLst>
              </p:cNvPr>
              <p:cNvGrpSpPr/>
              <p:nvPr/>
            </p:nvGrpSpPr>
            <p:grpSpPr>
              <a:xfrm>
                <a:off x="6736302" y="1760258"/>
                <a:ext cx="1906038" cy="969351"/>
                <a:chOff x="6399204" y="1325911"/>
                <a:chExt cx="2157076" cy="1451500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8F9AAD70-DDA6-391F-1784-40CD3B67C2FB}"/>
                    </a:ext>
                  </a:extLst>
                </p:cNvPr>
                <p:cNvSpPr/>
                <p:nvPr/>
              </p:nvSpPr>
              <p:spPr>
                <a:xfrm>
                  <a:off x="6399204" y="1572343"/>
                  <a:ext cx="2157076" cy="120506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A5707BB1-0E5A-582C-875B-FDF18738033A}"/>
                    </a:ext>
                  </a:extLst>
                </p:cNvPr>
                <p:cNvSpPr/>
                <p:nvPr/>
              </p:nvSpPr>
              <p:spPr>
                <a:xfrm>
                  <a:off x="6637025" y="1325911"/>
                  <a:ext cx="1704107" cy="52416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C : M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6FB7DAC8-4F6F-2A1E-5921-553FF67FCB01}"/>
                    </a:ext>
                  </a:extLst>
                </p:cNvPr>
                <p:cNvSpPr/>
                <p:nvPr/>
              </p:nvSpPr>
              <p:spPr>
                <a:xfrm>
                  <a:off x="6529506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BCF4E1FC-1288-C243-310A-0E2D12CA3A02}"/>
                    </a:ext>
                  </a:extLst>
                </p:cNvPr>
                <p:cNvSpPr/>
                <p:nvPr/>
              </p:nvSpPr>
              <p:spPr>
                <a:xfrm>
                  <a:off x="7514250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</p:grp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CE8E3A-74DB-A0F2-60F0-6B2791EAAA83}"/>
              </a:ext>
            </a:extLst>
          </p:cNvPr>
          <p:cNvSpPr txBox="1"/>
          <p:nvPr/>
        </p:nvSpPr>
        <p:spPr>
          <a:xfrm>
            <a:off x="8377765" y="2352328"/>
            <a:ext cx="374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도어체커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Type_C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Type_D</a:t>
            </a:r>
            <a:r>
              <a:rPr lang="en-US" altLang="ko-KR" sz="1600" dirty="0"/>
              <a:t>-Inter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C3F541-9CDB-C2C6-793B-940C48723B68}"/>
              </a:ext>
            </a:extLst>
          </p:cNvPr>
          <p:cNvGrpSpPr/>
          <p:nvPr/>
        </p:nvGrpSpPr>
        <p:grpSpPr>
          <a:xfrm>
            <a:off x="211620" y="4086845"/>
            <a:ext cx="7797000" cy="2492896"/>
            <a:chOff x="211620" y="4147805"/>
            <a:chExt cx="7797000" cy="249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3EC453A-79D8-3F26-468E-0D9A4AC3D908}"/>
                </a:ext>
              </a:extLst>
            </p:cNvPr>
            <p:cNvGrpSpPr/>
            <p:nvPr/>
          </p:nvGrpSpPr>
          <p:grpSpPr>
            <a:xfrm>
              <a:off x="387593" y="4364476"/>
              <a:ext cx="4622531" cy="2133918"/>
              <a:chOff x="7075904" y="3613607"/>
              <a:chExt cx="4835651" cy="2832789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FB3C07E7-B6DD-1DD1-0FDB-41416D16EB4C}"/>
                  </a:ext>
                </a:extLst>
              </p:cNvPr>
              <p:cNvSpPr/>
              <p:nvPr/>
            </p:nvSpPr>
            <p:spPr>
              <a:xfrm>
                <a:off x="8860446" y="5411163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래치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E09161C9-4E2A-927E-526A-341BA6105F21}"/>
                  </a:ext>
                </a:extLst>
              </p:cNvPr>
              <p:cNvGrpSpPr/>
              <p:nvPr/>
            </p:nvGrpSpPr>
            <p:grpSpPr>
              <a:xfrm>
                <a:off x="7075904" y="3613607"/>
                <a:ext cx="2459138" cy="1497799"/>
                <a:chOff x="6879404" y="4238877"/>
                <a:chExt cx="2459138" cy="1497799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178070-911D-90E1-9D43-A0BCC5F2A27C}"/>
                    </a:ext>
                  </a:extLst>
                </p:cNvPr>
                <p:cNvSpPr/>
                <p:nvPr/>
              </p:nvSpPr>
              <p:spPr>
                <a:xfrm>
                  <a:off x="6879404" y="4399477"/>
                  <a:ext cx="2459138" cy="133719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E52145AA-F4C2-413D-AB8A-91F778162314}"/>
                    </a:ext>
                  </a:extLst>
                </p:cNvPr>
                <p:cNvGrpSpPr/>
                <p:nvPr/>
              </p:nvGrpSpPr>
              <p:grpSpPr>
                <a:xfrm>
                  <a:off x="7040432" y="4685541"/>
                  <a:ext cx="2137083" cy="945573"/>
                  <a:chOff x="7027954" y="4685541"/>
                  <a:chExt cx="2137083" cy="945573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ED2E98CF-A23E-201F-ABE3-5B82B2CE1EDC}"/>
                      </a:ext>
                    </a:extLst>
                  </p:cNvPr>
                  <p:cNvSpPr/>
                  <p:nvPr/>
                </p:nvSpPr>
                <p:spPr>
                  <a:xfrm>
                    <a:off x="702795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>
                        <a:latin typeface="+mj-ea"/>
                        <a:ea typeface="+mj-ea"/>
                      </a:rPr>
                      <a:t>나사탭</a:t>
                    </a:r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E019AE18-7209-4FA1-CDF6-BF79D7F26198}"/>
                      </a:ext>
                    </a:extLst>
                  </p:cNvPr>
                  <p:cNvSpPr/>
                  <p:nvPr/>
                </p:nvSpPr>
                <p:spPr>
                  <a:xfrm>
                    <a:off x="815059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8" name="타원 17">
                    <a:extLst>
                      <a:ext uri="{FF2B5EF4-FFF2-40B4-BE49-F238E27FC236}">
                        <a16:creationId xmlns:a16="http://schemas.microsoft.com/office/drawing/2014/main" id="{50032794-5AA9-26E2-777E-682FAFA531B9}"/>
                      </a:ext>
                    </a:extLst>
                  </p:cNvPr>
                  <p:cNvSpPr/>
                  <p:nvPr/>
                </p:nvSpPr>
                <p:spPr>
                  <a:xfrm>
                    <a:off x="7589274" y="5206634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F1F94C0-AC9F-A291-6983-1D27058CE906}"/>
                    </a:ext>
                  </a:extLst>
                </p:cNvPr>
                <p:cNvSpPr/>
                <p:nvPr/>
              </p:nvSpPr>
              <p:spPr>
                <a:xfrm>
                  <a:off x="7356081" y="4238877"/>
                  <a:ext cx="1505785" cy="350051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B : F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46406C2C-AA84-76EF-B985-7D3021D03C9C}"/>
                  </a:ext>
                </a:extLst>
              </p:cNvPr>
              <p:cNvSpPr/>
              <p:nvPr/>
            </p:nvSpPr>
            <p:spPr>
              <a:xfrm>
                <a:off x="10342428" y="4651123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Type A : F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47451B07-B5BF-FEAD-C6C7-C5FF93DA1ACA}"/>
                  </a:ext>
                </a:extLst>
              </p:cNvPr>
              <p:cNvSpPr/>
              <p:nvPr/>
            </p:nvSpPr>
            <p:spPr>
              <a:xfrm>
                <a:off x="10435994" y="5990700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E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211C320-5670-BEF8-FC99-CFF097346105}"/>
                  </a:ext>
                </a:extLst>
              </p:cNvPr>
              <p:cNvSpPr/>
              <p:nvPr/>
            </p:nvSpPr>
            <p:spPr>
              <a:xfrm>
                <a:off x="7425192" y="5999483"/>
                <a:ext cx="1536214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F : M 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70668AD-8445-3FD4-DF76-6F69930CD993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8305473" y="5111406"/>
                <a:ext cx="775490" cy="37738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965A47BD-C95A-4885-A08F-8CE381103151}"/>
                  </a:ext>
                </a:extLst>
              </p:cNvPr>
              <p:cNvCxnSpPr>
                <a:cxnSpLocks/>
                <a:stCxn id="3" idx="7"/>
                <a:endCxn id="6" idx="3"/>
              </p:cNvCxnSpPr>
              <p:nvPr/>
            </p:nvCxnSpPr>
            <p:spPr>
              <a:xfrm flipV="1">
                <a:off x="10145714" y="5032587"/>
                <a:ext cx="412805" cy="45619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058BF38-478B-2D37-FC8B-21B9CF00E7F6}"/>
                  </a:ext>
                </a:extLst>
              </p:cNvPr>
              <p:cNvCxnSpPr>
                <a:cxnSpLocks/>
                <a:stCxn id="7" idx="1"/>
                <a:endCxn id="3" idx="5"/>
              </p:cNvCxnSpPr>
              <p:nvPr/>
            </p:nvCxnSpPr>
            <p:spPr>
              <a:xfrm flipH="1" flipV="1">
                <a:off x="10145714" y="5863583"/>
                <a:ext cx="506370" cy="19256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DFD75F1-8659-7821-96D2-9A87A004278A}"/>
                  </a:ext>
                </a:extLst>
              </p:cNvPr>
              <p:cNvCxnSpPr>
                <a:cxnSpLocks/>
                <a:stCxn id="8" idx="7"/>
                <a:endCxn id="3" idx="3"/>
              </p:cNvCxnSpPr>
              <p:nvPr/>
            </p:nvCxnSpPr>
            <p:spPr>
              <a:xfrm flipV="1">
                <a:off x="8736432" y="5863583"/>
                <a:ext cx="344530" cy="20135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012585-D204-FC46-C996-8747CF49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604" y="5230348"/>
              <a:ext cx="2574564" cy="901551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FEA49BD-005D-FD1F-09F7-90B386420358}"/>
                </a:ext>
              </a:extLst>
            </p:cNvPr>
            <p:cNvSpPr/>
            <p:nvPr/>
          </p:nvSpPr>
          <p:spPr>
            <a:xfrm>
              <a:off x="211620" y="4147805"/>
              <a:ext cx="7797000" cy="2492896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CE9ED0-B6EB-8E5E-52D7-7AB393D1ECC2}"/>
              </a:ext>
            </a:extLst>
          </p:cNvPr>
          <p:cNvSpPr txBox="1"/>
          <p:nvPr/>
        </p:nvSpPr>
        <p:spPr>
          <a:xfrm>
            <a:off x="8384115" y="4671573"/>
            <a:ext cx="3743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도어래치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Type_A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Type_B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_3: </a:t>
            </a:r>
            <a:r>
              <a:rPr lang="en-US" altLang="ko-KR" sz="1600" dirty="0" err="1"/>
              <a:t>Type_E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_4: </a:t>
            </a:r>
            <a:r>
              <a:rPr lang="en-US" altLang="ko-KR" sz="1600" dirty="0" err="1"/>
              <a:t>Type_F</a:t>
            </a:r>
            <a:r>
              <a:rPr lang="en-US" altLang="ko-KR" sz="1600" dirty="0"/>
              <a:t>-Male</a:t>
            </a:r>
          </a:p>
        </p:txBody>
      </p:sp>
    </p:spTree>
    <p:extLst>
      <p:ext uri="{BB962C8B-B14F-4D97-AF65-F5344CB8AC3E}">
        <p14:creationId xmlns:p14="http://schemas.microsoft.com/office/powerpoint/2010/main" val="80315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F0B-AD36-11F9-1E35-4FCD139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CC806-B60C-6397-7758-0E6122E88C01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3CD5A40-4498-A621-7EE4-B49A50910E6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F70C93F-DCA3-DDF7-8EF1-750B521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EAC81-3CA3-E2ED-AB02-8BE787E984E8}"/>
              </a:ext>
            </a:extLst>
          </p:cNvPr>
          <p:cNvSpPr txBox="1"/>
          <p:nvPr/>
        </p:nvSpPr>
        <p:spPr>
          <a:xfrm>
            <a:off x="350982" y="716826"/>
            <a:ext cx="1130495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AssemblyType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C29875C-952F-6BC2-5148-9652EE9B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99" y="2610751"/>
            <a:ext cx="4101687" cy="318458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F80FC9-A556-1E65-611A-9BA7892E4A98}"/>
              </a:ext>
            </a:extLst>
          </p:cNvPr>
          <p:cNvSpPr/>
          <p:nvPr/>
        </p:nvSpPr>
        <p:spPr>
          <a:xfrm>
            <a:off x="3950099" y="3759200"/>
            <a:ext cx="4101687" cy="36575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9E57334-2F0C-605B-260F-96F0A79355AE}"/>
              </a:ext>
            </a:extLst>
          </p:cNvPr>
          <p:cNvSpPr/>
          <p:nvPr/>
        </p:nvSpPr>
        <p:spPr>
          <a:xfrm>
            <a:off x="786161" y="4505121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B2F22A-4DCE-31B0-8487-4F45C0FE86A8}"/>
              </a:ext>
            </a:extLst>
          </p:cNvPr>
          <p:cNvCxnSpPr>
            <a:cxnSpLocks/>
            <a:stCxn id="72" idx="2"/>
            <a:endCxn id="60" idx="5"/>
          </p:cNvCxnSpPr>
          <p:nvPr/>
        </p:nvCxnSpPr>
        <p:spPr>
          <a:xfrm flipH="1" flipV="1">
            <a:off x="1383390" y="5057005"/>
            <a:ext cx="421554" cy="1684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94E5FEE2-34D6-7509-E6D0-9AE9B436AC1B}"/>
              </a:ext>
            </a:extLst>
          </p:cNvPr>
          <p:cNvSpPr/>
          <p:nvPr/>
        </p:nvSpPr>
        <p:spPr>
          <a:xfrm>
            <a:off x="674947" y="2837321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프론트 도어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7802535-6F28-72E6-48EF-9D9BC99E2913}"/>
              </a:ext>
            </a:extLst>
          </p:cNvPr>
          <p:cNvCxnSpPr>
            <a:cxnSpLocks/>
            <a:stCxn id="66" idx="1"/>
            <a:endCxn id="62" idx="6"/>
          </p:cNvCxnSpPr>
          <p:nvPr/>
        </p:nvCxnSpPr>
        <p:spPr>
          <a:xfrm flipH="1" flipV="1">
            <a:off x="1597072" y="3156507"/>
            <a:ext cx="30573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FCE3D6-6E92-89DC-B57A-BA548AF45219}"/>
              </a:ext>
            </a:extLst>
          </p:cNvPr>
          <p:cNvSpPr/>
          <p:nvPr/>
        </p:nvSpPr>
        <p:spPr>
          <a:xfrm>
            <a:off x="1902807" y="3009971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F 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5B4D5E7-D2CF-F5E7-E222-16D88FB1F551}"/>
              </a:ext>
            </a:extLst>
          </p:cNvPr>
          <p:cNvSpPr/>
          <p:nvPr/>
        </p:nvSpPr>
        <p:spPr>
          <a:xfrm>
            <a:off x="1902807" y="4234552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M </a:t>
            </a:r>
            <a:endParaRPr lang="ko-KR" altLang="en-US" sz="120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ACD0732-FBBD-F2F6-2A31-41309A1F0F6B}"/>
              </a:ext>
            </a:extLst>
          </p:cNvPr>
          <p:cNvCxnSpPr>
            <a:cxnSpLocks/>
            <a:stCxn id="69" idx="1"/>
            <a:endCxn id="60" idx="7"/>
          </p:cNvCxnSpPr>
          <p:nvPr/>
        </p:nvCxnSpPr>
        <p:spPr>
          <a:xfrm flipH="1">
            <a:off x="1383390" y="4381089"/>
            <a:ext cx="519417" cy="218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147410F7-BD92-EECB-A188-3BCD3FD95A51}"/>
              </a:ext>
            </a:extLst>
          </p:cNvPr>
          <p:cNvSpPr/>
          <p:nvPr/>
        </p:nvSpPr>
        <p:spPr>
          <a:xfrm>
            <a:off x="1804944" y="5015491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73FEAB6-F60D-35C1-C936-C6C860CB1DB0}"/>
              </a:ext>
            </a:extLst>
          </p:cNvPr>
          <p:cNvGrpSpPr/>
          <p:nvPr/>
        </p:nvGrpSpPr>
        <p:grpSpPr>
          <a:xfrm>
            <a:off x="9281833" y="4961807"/>
            <a:ext cx="2316434" cy="564681"/>
            <a:chOff x="9372421" y="4276007"/>
            <a:chExt cx="2316434" cy="564681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DAD3165-7A3F-9695-7A89-6E79C125E0BA}"/>
                </a:ext>
              </a:extLst>
            </p:cNvPr>
            <p:cNvSpPr/>
            <p:nvPr/>
          </p:nvSpPr>
          <p:spPr>
            <a:xfrm>
              <a:off x="10989158" y="4276007"/>
              <a:ext cx="699697" cy="56468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바디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EA81E7A-12C4-184B-B063-95CBAAE90A4B}"/>
                </a:ext>
              </a:extLst>
            </p:cNvPr>
            <p:cNvCxnSpPr>
              <a:cxnSpLocks/>
              <a:stCxn id="73" idx="6"/>
              <a:endCxn id="64" idx="2"/>
            </p:cNvCxnSpPr>
            <p:nvPr/>
          </p:nvCxnSpPr>
          <p:spPr>
            <a:xfrm>
              <a:off x="10785751" y="4558347"/>
              <a:ext cx="20340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47A6066-8FC1-32A6-350B-8ACDE77B83B4}"/>
                </a:ext>
              </a:extLst>
            </p:cNvPr>
            <p:cNvSpPr/>
            <p:nvPr/>
          </p:nvSpPr>
          <p:spPr>
            <a:xfrm>
              <a:off x="9372421" y="4348388"/>
              <a:ext cx="1413330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F</a:t>
              </a:r>
              <a:endParaRPr lang="ko-KR" altLang="en-US" sz="12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DDD5C30-A62B-93AC-A563-71EBD9D61C83}"/>
              </a:ext>
            </a:extLst>
          </p:cNvPr>
          <p:cNvGrpSpPr/>
          <p:nvPr/>
        </p:nvGrpSpPr>
        <p:grpSpPr>
          <a:xfrm>
            <a:off x="9295583" y="2925758"/>
            <a:ext cx="2360353" cy="564681"/>
            <a:chOff x="9386171" y="2239958"/>
            <a:chExt cx="2360353" cy="564681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D388BF-4F49-C0BB-8BA9-16B57138C3DF}"/>
                </a:ext>
              </a:extLst>
            </p:cNvPr>
            <p:cNvSpPr/>
            <p:nvPr/>
          </p:nvSpPr>
          <p:spPr>
            <a:xfrm>
              <a:off x="10931489" y="223995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5C1A4E0-BE31-FC35-7251-37168122034B}"/>
                </a:ext>
              </a:extLst>
            </p:cNvPr>
            <p:cNvSpPr/>
            <p:nvPr/>
          </p:nvSpPr>
          <p:spPr>
            <a:xfrm>
              <a:off x="9386171" y="231234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B : M</a:t>
              </a:r>
              <a:endParaRPr lang="ko-KR" altLang="en-US" sz="1200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934A762-AFB2-B4F1-3AF1-C3F60B0445C4}"/>
                </a:ext>
              </a:extLst>
            </p:cNvPr>
            <p:cNvCxnSpPr>
              <a:cxnSpLocks/>
              <a:stCxn id="75" idx="6"/>
              <a:endCxn id="74" idx="2"/>
            </p:cNvCxnSpPr>
            <p:nvPr/>
          </p:nvCxnSpPr>
          <p:spPr>
            <a:xfrm flipV="1">
              <a:off x="10772002" y="252229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94D18D6-7A61-0AEE-5B2E-4EA57AFEFD9F}"/>
              </a:ext>
            </a:extLst>
          </p:cNvPr>
          <p:cNvSpPr/>
          <p:nvPr/>
        </p:nvSpPr>
        <p:spPr>
          <a:xfrm>
            <a:off x="3950098" y="4260850"/>
            <a:ext cx="4101687" cy="51040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FC40398-470E-4835-C676-3D6E073F0B81}"/>
              </a:ext>
            </a:extLst>
          </p:cNvPr>
          <p:cNvSpPr/>
          <p:nvPr/>
        </p:nvSpPr>
        <p:spPr>
          <a:xfrm>
            <a:off x="3950098" y="3106707"/>
            <a:ext cx="4101687" cy="171450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76DB08C-B759-0E6B-0550-6E61DDF35CCC}"/>
              </a:ext>
            </a:extLst>
          </p:cNvPr>
          <p:cNvGrpSpPr/>
          <p:nvPr/>
        </p:nvGrpSpPr>
        <p:grpSpPr>
          <a:xfrm>
            <a:off x="9295583" y="3943783"/>
            <a:ext cx="2360353" cy="564681"/>
            <a:chOff x="9386171" y="3156818"/>
            <a:chExt cx="2360353" cy="564681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36AFBD-DAD3-A5A3-33B9-196929F66FE0}"/>
                </a:ext>
              </a:extLst>
            </p:cNvPr>
            <p:cNvSpPr/>
            <p:nvPr/>
          </p:nvSpPr>
          <p:spPr>
            <a:xfrm>
              <a:off x="10931489" y="315681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C85D6-B182-4B44-FA96-8E22E61FFC7C}"/>
                </a:ext>
              </a:extLst>
            </p:cNvPr>
            <p:cNvSpPr/>
            <p:nvPr/>
          </p:nvSpPr>
          <p:spPr>
            <a:xfrm>
              <a:off x="9386171" y="322920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M</a:t>
              </a:r>
              <a:endParaRPr lang="ko-KR" altLang="en-US" sz="12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458419D8-D593-458A-8AA7-E18A6C286344}"/>
                </a:ext>
              </a:extLst>
            </p:cNvPr>
            <p:cNvCxnSpPr>
              <a:cxnSpLocks/>
              <a:stCxn id="98" idx="6"/>
              <a:endCxn id="97" idx="2"/>
            </p:cNvCxnSpPr>
            <p:nvPr/>
          </p:nvCxnSpPr>
          <p:spPr>
            <a:xfrm flipV="1">
              <a:off x="10772002" y="343915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4D4606-D0EB-E710-E9B3-75DD8F66906C}"/>
              </a:ext>
            </a:extLst>
          </p:cNvPr>
          <p:cNvCxnSpPr>
            <a:stCxn id="66" idx="3"/>
            <a:endCxn id="58" idx="1"/>
          </p:cNvCxnSpPr>
          <p:nvPr/>
        </p:nvCxnSpPr>
        <p:spPr>
          <a:xfrm>
            <a:off x="2993624" y="3156508"/>
            <a:ext cx="956475" cy="785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6FC150-013C-00C8-A129-CCE40FACAD9A}"/>
              </a:ext>
            </a:extLst>
          </p:cNvPr>
          <p:cNvCxnSpPr>
            <a:cxnSpLocks/>
            <a:stCxn id="69" idx="3"/>
            <a:endCxn id="58" idx="1"/>
          </p:cNvCxnSpPr>
          <p:nvPr/>
        </p:nvCxnSpPr>
        <p:spPr>
          <a:xfrm flipV="1">
            <a:off x="2993624" y="3942080"/>
            <a:ext cx="956475" cy="439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D060E09-F440-58F0-BD32-F5AC6FB40A17}"/>
              </a:ext>
            </a:extLst>
          </p:cNvPr>
          <p:cNvCxnSpPr>
            <a:cxnSpLocks/>
            <a:stCxn id="72" idx="6"/>
            <a:endCxn id="95" idx="1"/>
          </p:cNvCxnSpPr>
          <p:nvPr/>
        </p:nvCxnSpPr>
        <p:spPr>
          <a:xfrm flipV="1">
            <a:off x="3091487" y="4516055"/>
            <a:ext cx="858611" cy="709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67A3ED-BDD6-4200-BB78-49CD564B1805}"/>
              </a:ext>
            </a:extLst>
          </p:cNvPr>
          <p:cNvCxnSpPr>
            <a:cxnSpLocks/>
            <a:stCxn id="73" idx="2"/>
            <a:endCxn id="95" idx="3"/>
          </p:cNvCxnSpPr>
          <p:nvPr/>
        </p:nvCxnSpPr>
        <p:spPr>
          <a:xfrm flipH="1" flipV="1">
            <a:off x="8051785" y="4516055"/>
            <a:ext cx="1230048" cy="728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9214523-B748-6604-BC84-B6F2B4B58B32}"/>
              </a:ext>
            </a:extLst>
          </p:cNvPr>
          <p:cNvCxnSpPr>
            <a:cxnSpLocks/>
            <a:stCxn id="98" idx="2"/>
            <a:endCxn id="95" idx="3"/>
          </p:cNvCxnSpPr>
          <p:nvPr/>
        </p:nvCxnSpPr>
        <p:spPr>
          <a:xfrm flipH="1">
            <a:off x="8051785" y="4226125"/>
            <a:ext cx="1243798" cy="289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F4EAA09-28F6-ACF8-5BB0-8875864992E3}"/>
              </a:ext>
            </a:extLst>
          </p:cNvPr>
          <p:cNvCxnSpPr>
            <a:cxnSpLocks/>
            <a:stCxn id="75" idx="2"/>
            <a:endCxn id="96" idx="3"/>
          </p:cNvCxnSpPr>
          <p:nvPr/>
        </p:nvCxnSpPr>
        <p:spPr>
          <a:xfrm flipH="1" flipV="1">
            <a:off x="8051785" y="3192432"/>
            <a:ext cx="1243798" cy="15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0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0700-0E51-AD28-D8C4-63A3CB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34CB19-7C9E-FC53-8753-23330A27D5E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A9C952-B4BE-A46D-A24D-7DCAE09D23E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16F5B9F1-2B66-5B0D-FAF4-63D44F2B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2D71D7-C46D-741A-7463-E7BDA493B4C2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A38743-144C-500D-DC2C-FA8AC3E0706C}"/>
              </a:ext>
            </a:extLst>
          </p:cNvPr>
          <p:cNvGrpSpPr/>
          <p:nvPr/>
        </p:nvGrpSpPr>
        <p:grpSpPr>
          <a:xfrm>
            <a:off x="306629" y="2813417"/>
            <a:ext cx="11393659" cy="3181771"/>
            <a:chOff x="350982" y="1780605"/>
            <a:chExt cx="11393659" cy="31817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6C9A7D-8960-F632-6386-17AAD09C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22A585-1D9C-34C4-CA3B-F237FCFBD38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5B73F7-2491-75D1-2DED-B24D19CFBA82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C8299A6-CC94-8CF5-1DDE-B04974EE5A42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1480CE-27A5-2FFB-E4CC-4800E16D6AE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1921D3-04ED-4D1E-CAF8-789FA488CCE2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D9CBA88-2623-6E27-4768-DD35C194717E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E5A65B3-6D79-ED7E-5418-F499CAFFA7E1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8B9EC4F-4A88-8810-4597-B377B5977D1D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D708F37-078E-E594-2E8A-1293DC669E7F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E79C5AA-F75D-E651-9CFC-37E82A5CB6D8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E65446-56CF-96D8-421E-5564C90FAE38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I</a:t>
              </a:r>
              <a:endParaRPr lang="ko-KR" altLang="en-US" sz="90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FF9342-44D2-5942-025C-53C202F89802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B7E307B-58C7-D25C-041F-1EBD65AB6416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E5943B-44E0-CC3F-DD4C-6AD04EB60C10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1A8F6F7-4D0A-EAC7-4057-CE22CC608231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86D33A2-0495-4FF8-7055-0F9E1CFEB956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1B14475-D20F-199E-F1C8-EA8DF9FD4719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48C3D4-ABBC-27B4-DB8A-E08F3429E557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C58672-CB54-7B27-0508-BEBA549EA3B5}"/>
                </a:ext>
              </a:extLst>
            </p:cNvPr>
            <p:cNvGrpSpPr/>
            <p:nvPr/>
          </p:nvGrpSpPr>
          <p:grpSpPr>
            <a:xfrm>
              <a:off x="1809310" y="1780605"/>
              <a:ext cx="8281981" cy="1417505"/>
              <a:chOff x="1809310" y="1780605"/>
              <a:chExt cx="7383252" cy="1438609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D7051C3C-F3F7-E165-900C-8BE368995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149" y="1789560"/>
                <a:ext cx="3293413" cy="1429654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4E45981-E431-B94E-393F-06FBD06F2FAF}"/>
                  </a:ext>
                </a:extLst>
              </p:cNvPr>
              <p:cNvSpPr/>
              <p:nvPr/>
            </p:nvSpPr>
            <p:spPr>
              <a:xfrm>
                <a:off x="1809310" y="1780605"/>
                <a:ext cx="4089831" cy="1197546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C8F6166-00F8-E4DF-79B5-95BD5D8EE1A4}"/>
                </a:ext>
              </a:extLst>
            </p:cNvPr>
            <p:cNvGrpSpPr/>
            <p:nvPr/>
          </p:nvGrpSpPr>
          <p:grpSpPr>
            <a:xfrm>
              <a:off x="4135695" y="3586421"/>
              <a:ext cx="6313611" cy="691731"/>
              <a:chOff x="4135696" y="3569123"/>
              <a:chExt cx="6313611" cy="1336186"/>
            </a:xfrm>
          </p:grpSpPr>
          <p:cxnSp>
            <p:nvCxnSpPr>
              <p:cNvPr id="16" name="연결선: 구부러짐 15">
                <a:extLst>
                  <a:ext uri="{FF2B5EF4-FFF2-40B4-BE49-F238E27FC236}">
                    <a16:creationId xmlns:a16="http://schemas.microsoft.com/office/drawing/2014/main" id="{354728B5-CD57-EB3F-DC43-F949A0319B0E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6216650" y="3569123"/>
                <a:ext cx="4232657" cy="1336186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06E4BCA4-FEAA-53B7-ACD5-A2F69D12E254}"/>
                  </a:ext>
                </a:extLst>
              </p:cNvPr>
              <p:cNvSpPr/>
              <p:nvPr/>
            </p:nvSpPr>
            <p:spPr>
              <a:xfrm flipV="1">
                <a:off x="4135696" y="3594423"/>
                <a:ext cx="2080954" cy="1307467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605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129-8F6E-4B20-0011-12CC3D4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C97D8-CAC7-9274-26FD-6C1708B262A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</a:t>
            </a:r>
            <a:r>
              <a:rPr kumimoji="1" lang="ko-KR" altLang="en-US" sz="2400" b="1" dirty="0">
                <a:latin typeface="+mj-ea"/>
                <a:ea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3B9363-8F9E-BFD3-871D-E694EC73029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2B401F0-C2D3-D496-9CBB-EEA767A4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AA270E-1CC4-1870-01EE-C62054604287}"/>
              </a:ext>
            </a:extLst>
          </p:cNvPr>
          <p:cNvSpPr txBox="1"/>
          <p:nvPr/>
        </p:nvSpPr>
        <p:spPr>
          <a:xfrm>
            <a:off x="350982" y="716826"/>
            <a:ext cx="11625118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State </a:t>
            </a:r>
            <a:r>
              <a:rPr lang="ko-KR" altLang="en-US" sz="1800" dirty="0">
                <a:latin typeface="+mj-ea"/>
                <a:ea typeface="+mj-ea"/>
              </a:rPr>
              <a:t>객체</a:t>
            </a:r>
            <a:endParaRPr lang="en-US" altLang="ko-KR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모든 부품의 정보를 묶어 하나의 상태</a:t>
            </a:r>
            <a:r>
              <a:rPr lang="en-US" altLang="ko-KR" sz="1200" dirty="0">
                <a:latin typeface="+mj-ea"/>
                <a:ea typeface="+mj-ea"/>
              </a:rPr>
              <a:t>(State)</a:t>
            </a:r>
            <a:r>
              <a:rPr lang="ko-KR" altLang="en-US" sz="1200" dirty="0">
                <a:latin typeface="+mj-ea"/>
                <a:ea typeface="+mj-ea"/>
              </a:rPr>
              <a:t>로 다루게 만드는 객체</a:t>
            </a:r>
            <a:endParaRPr lang="en-US" altLang="ko-KR" sz="12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dirty="0">
                <a:latin typeface="+mj-ea"/>
                <a:ea typeface="+mj-ea"/>
              </a:rPr>
              <a:t>Planner</a:t>
            </a:r>
            <a:r>
              <a:rPr lang="ko-KR" altLang="en-US" sz="1200" dirty="0">
                <a:latin typeface="+mj-ea"/>
                <a:ea typeface="+mj-ea"/>
              </a:rPr>
              <a:t>가 전체적인 상태를 한번에 보고 판단할 수 있도록 하므로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일부만 보고 잘못된 결정을 내는 것을 방지한다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ACAFC-8678-DD29-7F2B-687F5871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47" y="6000731"/>
            <a:ext cx="6982799" cy="2572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62758D-E2CD-7ED7-20FE-0A7238F1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16" y="1993112"/>
            <a:ext cx="5268060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FFD02-92D3-799C-501A-715C5879236C}"/>
              </a:ext>
            </a:extLst>
          </p:cNvPr>
          <p:cNvSpPr txBox="1"/>
          <p:nvPr/>
        </p:nvSpPr>
        <p:spPr>
          <a:xfrm>
            <a:off x="350982" y="5299668"/>
            <a:ext cx="705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</a:t>
            </a:r>
            <a:r>
              <a:rPr lang="ko-KR" altLang="en-US" dirty="0"/>
              <a:t>객체 사용 예시</a:t>
            </a:r>
            <a:endParaRPr lang="en-US" altLang="ko-KR" dirty="0"/>
          </a:p>
          <a:p>
            <a:r>
              <a:rPr lang="ko-KR" altLang="en-US" sz="1400" dirty="0"/>
              <a:t>객체에 </a:t>
            </a:r>
            <a:r>
              <a:rPr lang="en-US" altLang="ko-KR" sz="1400" dirty="0"/>
              <a:t>6</a:t>
            </a:r>
            <a:r>
              <a:rPr lang="ko-KR" altLang="en-US" sz="1400" dirty="0"/>
              <a:t>가지 부품</a:t>
            </a:r>
            <a:r>
              <a:rPr lang="en-US" altLang="ko-KR" sz="1400" dirty="0"/>
              <a:t>(item_0~5)</a:t>
            </a:r>
            <a:r>
              <a:rPr lang="ko-KR" altLang="en-US" sz="1400" dirty="0"/>
              <a:t>을 담아 하나의 </a:t>
            </a:r>
            <a:r>
              <a:rPr lang="en-US" altLang="ko-KR" sz="1400" dirty="0"/>
              <a:t>State</a:t>
            </a:r>
            <a:r>
              <a:rPr lang="ko-KR" altLang="en-US" sz="1400" dirty="0"/>
              <a:t>로 묶음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583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D9BC-5E52-2072-23AF-31A23E1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C19A9-4A2E-85D3-4AF8-9431D80A8C1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조립부</a:t>
            </a:r>
            <a:r>
              <a:rPr kumimoji="1" lang="ko-KR" altLang="en-US" sz="2400" b="1" dirty="0">
                <a:latin typeface="+mj-ea"/>
                <a:ea typeface="+mj-ea"/>
              </a:rPr>
              <a:t> 매칭 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4E4D03-D76B-A635-4A42-66591D17565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554C03F-11B4-13E6-C9EA-FB79E44E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CBF1CE-C8A4-7A00-A2BE-D01E7B1B7AB6}"/>
              </a:ext>
            </a:extLst>
          </p:cNvPr>
          <p:cNvSpPr txBox="1"/>
          <p:nvPr/>
        </p:nvSpPr>
        <p:spPr>
          <a:xfrm>
            <a:off x="350982" y="716826"/>
            <a:ext cx="11625118" cy="149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매칭 알고리즘의 역할 </a:t>
            </a:r>
            <a:endParaRPr lang="en-US" altLang="ko-KR" sz="1800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매칭 알고리즘은 부품이 가진 </a:t>
            </a:r>
            <a:r>
              <a:rPr lang="en-US" altLang="ko-KR" sz="1200" dirty="0" err="1">
                <a:latin typeface="+mj-ea"/>
              </a:rPr>
              <a:t>AssemblyType</a:t>
            </a:r>
            <a:r>
              <a:rPr lang="ko-KR" altLang="en-US" sz="1200" dirty="0">
                <a:latin typeface="+mj-ea"/>
              </a:rPr>
              <a:t>을 보고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b="1" dirty="0">
                <a:latin typeface="+mj-ea"/>
              </a:rPr>
              <a:t>부품 간 </a:t>
            </a:r>
            <a:r>
              <a:rPr lang="ko-KR" altLang="en-US" sz="1200" b="1" dirty="0">
                <a:latin typeface="+mj-ea"/>
                <a:ea typeface="+mj-ea"/>
              </a:rPr>
              <a:t>조립가능 여부를 확인</a:t>
            </a:r>
            <a:r>
              <a:rPr lang="ko-KR" altLang="en-US" sz="1200" dirty="0">
                <a:latin typeface="+mj-ea"/>
                <a:ea typeface="+mj-ea"/>
              </a:rPr>
              <a:t>하는 중요한 시스템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알고리즘을 활용하면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조립하여 만들 수 있는 모든 공법의 경우의 수를 소프트웨어로 재현할 수 있다</a:t>
            </a:r>
            <a:r>
              <a:rPr lang="en-US" altLang="ko-KR" sz="12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이는 </a:t>
            </a:r>
            <a:r>
              <a:rPr lang="ko-KR" altLang="en-US" sz="1200" dirty="0">
                <a:latin typeface="+mj-ea"/>
              </a:rPr>
              <a:t>현실의 </a:t>
            </a:r>
            <a:r>
              <a:rPr lang="ko-KR" altLang="en-US" sz="1200" b="1" dirty="0">
                <a:latin typeface="+mj-ea"/>
                <a:ea typeface="+mj-ea"/>
              </a:rPr>
              <a:t>조립 시스템에 대한 일종의 소프트웨어 모델링</a:t>
            </a:r>
            <a:r>
              <a:rPr lang="ko-KR" altLang="en-US" sz="1200" dirty="0">
                <a:latin typeface="+mj-ea"/>
                <a:ea typeface="+mj-ea"/>
              </a:rPr>
              <a:t>과 같아서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>
                <a:latin typeface="+mj-ea"/>
              </a:rPr>
              <a:t>Planning</a:t>
            </a:r>
            <a:r>
              <a:rPr lang="ko-KR" altLang="en-US" sz="1200" dirty="0">
                <a:latin typeface="+mj-ea"/>
              </a:rPr>
              <a:t>이론의 필수요소인 </a:t>
            </a:r>
            <a:r>
              <a:rPr lang="en-US" altLang="ko-KR" sz="1200" b="1" dirty="0">
                <a:latin typeface="+mj-ea"/>
                <a:ea typeface="+mj-ea"/>
              </a:rPr>
              <a:t>State Transition model(</a:t>
            </a:r>
            <a:r>
              <a:rPr lang="ko-KR" altLang="en-US" sz="1200" b="1" dirty="0">
                <a:latin typeface="+mj-ea"/>
                <a:ea typeface="+mj-ea"/>
              </a:rPr>
              <a:t>상태전이모델</a:t>
            </a:r>
            <a:r>
              <a:rPr lang="en-US" altLang="ko-KR" sz="1200" b="1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으로 사용 될 수 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6E14FF6-F4A8-CCCD-D187-73D333B51CCA}"/>
              </a:ext>
            </a:extLst>
          </p:cNvPr>
          <p:cNvGrpSpPr/>
          <p:nvPr/>
        </p:nvGrpSpPr>
        <p:grpSpPr>
          <a:xfrm>
            <a:off x="766302" y="3285367"/>
            <a:ext cx="1697018" cy="3051416"/>
            <a:chOff x="837034" y="2619140"/>
            <a:chExt cx="1697018" cy="305141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E75651B-D4AD-AFD3-82E7-200615DB52E5}"/>
                </a:ext>
              </a:extLst>
            </p:cNvPr>
            <p:cNvSpPr/>
            <p:nvPr/>
          </p:nvSpPr>
          <p:spPr>
            <a:xfrm>
              <a:off x="837034" y="5344664"/>
              <a:ext cx="1697018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</a:rPr>
                <a:t>매칭 타입 리스트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E678CA-CE3A-CF85-4A9E-33DEFF5B2A4B}"/>
                </a:ext>
              </a:extLst>
            </p:cNvPr>
            <p:cNvSpPr/>
            <p:nvPr/>
          </p:nvSpPr>
          <p:spPr>
            <a:xfrm>
              <a:off x="1063424" y="2619140"/>
              <a:ext cx="1244239" cy="23897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D2CBEEB-5BD2-79E2-58D6-87310C0E0FB7}"/>
                </a:ext>
              </a:extLst>
            </p:cNvPr>
            <p:cNvSpPr/>
            <p:nvPr/>
          </p:nvSpPr>
          <p:spPr>
            <a:xfrm>
              <a:off x="1225499" y="3238921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F </a:t>
              </a:r>
              <a:endParaRPr lang="ko-KR" altLang="en-US" sz="10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B542FDC-2ACA-DB3D-F749-E8044D5EDE6D}"/>
                </a:ext>
              </a:extLst>
            </p:cNvPr>
            <p:cNvSpPr/>
            <p:nvPr/>
          </p:nvSpPr>
          <p:spPr>
            <a:xfrm>
              <a:off x="1225499" y="3634034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M </a:t>
              </a:r>
              <a:endParaRPr lang="ko-KR" altLang="en-US" sz="1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4ECF3D-75CE-4954-D8E6-98CBD2CB2A39}"/>
                </a:ext>
              </a:extLst>
            </p:cNvPr>
            <p:cNvSpPr/>
            <p:nvPr/>
          </p:nvSpPr>
          <p:spPr>
            <a:xfrm>
              <a:off x="1225499" y="4029147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I</a:t>
              </a:r>
              <a:endParaRPr lang="ko-KR" altLang="en-US" sz="10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673C6AC-71E4-A9A6-8FDF-6620F7D3AB5A}"/>
                </a:ext>
              </a:extLst>
            </p:cNvPr>
            <p:cNvSpPr/>
            <p:nvPr/>
          </p:nvSpPr>
          <p:spPr>
            <a:xfrm>
              <a:off x="1225499" y="2735808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F</a:t>
              </a:r>
              <a:endParaRPr lang="ko-KR" altLang="en-US" sz="10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3AEE7-B403-24AE-B620-2A4E8F149761}"/>
                </a:ext>
              </a:extLst>
            </p:cNvPr>
            <p:cNvSpPr/>
            <p:nvPr/>
          </p:nvSpPr>
          <p:spPr>
            <a:xfrm>
              <a:off x="1225499" y="4532259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Type D : M</a:t>
              </a:r>
              <a:endParaRPr lang="ko-KR" alt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0DE83A-6127-604C-0D0B-D32076B74166}"/>
              </a:ext>
            </a:extLst>
          </p:cNvPr>
          <p:cNvGrpSpPr/>
          <p:nvPr/>
        </p:nvGrpSpPr>
        <p:grpSpPr>
          <a:xfrm>
            <a:off x="9456602" y="2922676"/>
            <a:ext cx="2219190" cy="3414107"/>
            <a:chOff x="9364249" y="2404173"/>
            <a:chExt cx="2219190" cy="341410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BC4ED45-3661-0C52-75DC-92D0DF48175A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F1FE1D-FD8B-EFE6-0AFA-7BA6F693D24F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7DF8B435-7BFE-8A03-E0F1-A1F55A233D40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7AF445A-16C8-AF69-C598-1E6566E6C428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C907AA9B-13B1-FD25-E428-87209D438EE0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56E26AC-0108-DCA8-F543-A829F772E24A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1A494A-654F-57CD-51EC-622EC0D50E7C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4C44BC6-57AB-67EE-7F80-FF3892EE839E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DBD7739-69E5-2291-C908-B84BDA153531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A6FFF1F1-6B2F-B76A-E162-FBF179BEFA6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AB48DD3-A20E-30DF-9327-05F18F11309D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E405A1C9-8409-D4C5-9E8B-B04B1E56D6A2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7856C54-D699-0F1E-215A-A178482CDA30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7B82F1EB-773A-EAF7-F992-0643190EA724}"/>
              </a:ext>
            </a:extLst>
          </p:cNvPr>
          <p:cNvSpPr/>
          <p:nvPr/>
        </p:nvSpPr>
        <p:spPr>
          <a:xfrm>
            <a:off x="3197654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F6C6686-A3F9-6910-9369-3D6FC47D6210}"/>
              </a:ext>
            </a:extLst>
          </p:cNvPr>
          <p:cNvSpPr/>
          <p:nvPr/>
        </p:nvSpPr>
        <p:spPr>
          <a:xfrm>
            <a:off x="5111453" y="6348966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매칭 알고리즘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53F89AF-A99B-7B05-1094-1807B5AB11B5}"/>
              </a:ext>
            </a:extLst>
          </p:cNvPr>
          <p:cNvSpPr/>
          <p:nvPr/>
        </p:nvSpPr>
        <p:spPr>
          <a:xfrm>
            <a:off x="8258719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E39FD71A-6D20-0BA6-30D9-FB69917FB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370" y="2888716"/>
            <a:ext cx="2514761" cy="332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8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5C43-DCEC-1070-05AE-AD77E98C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F689F-81DC-3C1B-CF49-4B277236D59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08D950D-0277-B48D-BCE7-4A7D778CC1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81657C5-1560-532C-81B6-2CF1C29A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13FC16-5608-A3CC-CF3F-23A49B0B0BDA}"/>
              </a:ext>
            </a:extLst>
          </p:cNvPr>
          <p:cNvSpPr txBox="1"/>
          <p:nvPr/>
        </p:nvSpPr>
        <p:spPr>
          <a:xfrm>
            <a:off x="350982" y="728663"/>
            <a:ext cx="11625118" cy="1990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</a:t>
            </a:r>
            <a:r>
              <a:rPr lang="ko-KR" altLang="en-US" dirty="0">
                <a:latin typeface="+mj-ea"/>
              </a:rPr>
              <a:t>역할</a:t>
            </a:r>
            <a:endParaRPr lang="en-US" altLang="ko-KR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생성하는 경우의 수 중에서 목적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목표상태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 err="1">
                <a:latin typeface="+mj-ea"/>
              </a:rPr>
              <a:t>비용최소화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맞는 조립 순서</a:t>
            </a:r>
            <a:r>
              <a:rPr lang="en-US" altLang="ko-KR" sz="1400" dirty="0">
                <a:latin typeface="+mj-ea"/>
              </a:rPr>
              <a:t>(Action Sequence)</a:t>
            </a:r>
            <a:r>
              <a:rPr lang="ko-KR" altLang="en-US" sz="1400" dirty="0">
                <a:latin typeface="+mj-ea"/>
              </a:rPr>
              <a:t>를 생성하는 것이 목표이다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가능한 경우의 수를 제안만 하는 반면</a:t>
            </a:r>
            <a:r>
              <a:rPr lang="en-US" altLang="ko-KR" sz="1400" dirty="0">
                <a:latin typeface="+mj-ea"/>
              </a:rPr>
              <a:t>, Planning</a:t>
            </a:r>
            <a:r>
              <a:rPr lang="ko-KR" altLang="en-US" sz="1400" dirty="0">
                <a:latin typeface="+mj-ea"/>
              </a:rPr>
              <a:t> 알고리즘은 가능한 경우의 중 어떤 조립 순서가 적절한지에 대해 </a:t>
            </a:r>
            <a:r>
              <a:rPr lang="ko-KR" altLang="en-US" sz="1400" b="1" dirty="0">
                <a:latin typeface="+mj-ea"/>
              </a:rPr>
              <a:t>목적</a:t>
            </a:r>
            <a:r>
              <a:rPr lang="en-US" altLang="ko-KR" sz="1400" b="1" dirty="0">
                <a:latin typeface="+mj-ea"/>
              </a:rPr>
              <a:t>(</a:t>
            </a:r>
            <a:r>
              <a:rPr lang="ko-KR" altLang="en-US" sz="1400" b="1" dirty="0">
                <a:latin typeface="+mj-ea"/>
              </a:rPr>
              <a:t>목표상태</a:t>
            </a:r>
            <a:r>
              <a:rPr lang="en-US" altLang="ko-KR" sz="1400" b="1" dirty="0">
                <a:latin typeface="+mj-ea"/>
              </a:rPr>
              <a:t>, </a:t>
            </a:r>
            <a:r>
              <a:rPr lang="ko-KR" altLang="en-US" sz="1400" b="1" dirty="0" err="1">
                <a:latin typeface="+mj-ea"/>
              </a:rPr>
              <a:t>비용최소화</a:t>
            </a:r>
            <a:r>
              <a:rPr lang="en-US" altLang="ko-KR" sz="1400" b="1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알맞은 결과를 도출하려는 </a:t>
            </a:r>
            <a:r>
              <a:rPr lang="ko-KR" altLang="en-US" sz="1400" b="1" dirty="0">
                <a:latin typeface="+mj-ea"/>
              </a:rPr>
              <a:t>판단</a:t>
            </a:r>
            <a:r>
              <a:rPr lang="ko-KR" altLang="en-US" sz="1400" dirty="0">
                <a:latin typeface="+mj-ea"/>
              </a:rPr>
              <a:t>과 </a:t>
            </a:r>
            <a:r>
              <a:rPr lang="ko-KR" altLang="en-US" sz="1400" b="1" dirty="0">
                <a:latin typeface="+mj-ea"/>
              </a:rPr>
              <a:t>선택</a:t>
            </a:r>
            <a:r>
              <a:rPr lang="ko-KR" altLang="en-US" sz="1400" dirty="0">
                <a:latin typeface="+mj-ea"/>
              </a:rPr>
              <a:t>이 함께 포함된다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u="sng" dirty="0">
                <a:latin typeface="+mj-ea"/>
                <a:ea typeface="+mj-ea"/>
              </a:rPr>
              <a:t>(※</a:t>
            </a:r>
            <a:r>
              <a:rPr lang="ko-KR" altLang="en-US" sz="1200" u="sng" dirty="0">
                <a:latin typeface="+mj-ea"/>
                <a:ea typeface="+mj-ea"/>
              </a:rPr>
              <a:t>현재 예제 코드는 단순화된 임시버전으로</a:t>
            </a:r>
            <a:r>
              <a:rPr lang="en-US" altLang="ko-KR" sz="1200" u="sng" dirty="0">
                <a:latin typeface="+mj-ea"/>
                <a:ea typeface="+mj-ea"/>
              </a:rPr>
              <a:t>, </a:t>
            </a:r>
            <a:r>
              <a:rPr lang="ko-KR" altLang="en-US" sz="1200" u="sng" dirty="0">
                <a:latin typeface="+mj-ea"/>
                <a:ea typeface="+mj-ea"/>
              </a:rPr>
              <a:t>가능한 </a:t>
            </a:r>
            <a:r>
              <a:rPr lang="en-US" altLang="ko-KR" sz="1200" u="sng" dirty="0">
                <a:latin typeface="+mj-ea"/>
              </a:rPr>
              <a:t>Action Sequence(</a:t>
            </a:r>
            <a:r>
              <a:rPr lang="ko-KR" altLang="en-US" sz="1200" u="sng" dirty="0">
                <a:latin typeface="+mj-ea"/>
              </a:rPr>
              <a:t>조립 순서</a:t>
            </a:r>
            <a:r>
              <a:rPr lang="en-US" altLang="ko-KR" sz="1200" u="sng" dirty="0">
                <a:latin typeface="+mj-ea"/>
              </a:rPr>
              <a:t>) </a:t>
            </a:r>
            <a:r>
              <a:rPr lang="ko-KR" altLang="en-US" sz="1200" u="sng" dirty="0">
                <a:latin typeface="+mj-ea"/>
                <a:ea typeface="+mj-ea"/>
              </a:rPr>
              <a:t>중 한 가지를 반환하나 </a:t>
            </a:r>
            <a:r>
              <a:rPr lang="ko-KR" altLang="en-US" sz="1200" u="sng" dirty="0">
                <a:latin typeface="+mj-ea"/>
              </a:rPr>
              <a:t>목적</a:t>
            </a:r>
            <a:r>
              <a:rPr lang="en-US" altLang="ko-KR" sz="1200" u="sng" dirty="0">
                <a:latin typeface="+mj-ea"/>
              </a:rPr>
              <a:t>(</a:t>
            </a:r>
            <a:r>
              <a:rPr lang="ko-KR" altLang="en-US" sz="1200" u="sng" dirty="0">
                <a:latin typeface="+mj-ea"/>
              </a:rPr>
              <a:t>목표상태</a:t>
            </a:r>
            <a:r>
              <a:rPr lang="en-US" altLang="ko-KR" sz="1200" u="sng" dirty="0">
                <a:latin typeface="+mj-ea"/>
              </a:rPr>
              <a:t>, </a:t>
            </a:r>
            <a:r>
              <a:rPr lang="ko-KR" altLang="en-US" sz="1200" u="sng" dirty="0" err="1">
                <a:latin typeface="+mj-ea"/>
              </a:rPr>
              <a:t>비용최소화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을 고려하지 않는다</a:t>
            </a:r>
            <a:r>
              <a:rPr lang="en-US" altLang="ko-KR" sz="1200" u="sng" dirty="0">
                <a:latin typeface="+mj-ea"/>
              </a:rPr>
              <a:t>.)</a:t>
            </a:r>
            <a:endParaRPr lang="en-US" altLang="ko-KR" sz="1200" u="sng" dirty="0"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0A80CB-944A-5183-06FD-41D45D9A9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390" y="2819400"/>
            <a:ext cx="3207313" cy="38735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3B99566D-A309-BC15-5BFD-17EE977BABCC}"/>
              </a:ext>
            </a:extLst>
          </p:cNvPr>
          <p:cNvGrpSpPr/>
          <p:nvPr/>
        </p:nvGrpSpPr>
        <p:grpSpPr>
          <a:xfrm>
            <a:off x="992052" y="3049096"/>
            <a:ext cx="2219190" cy="3414107"/>
            <a:chOff x="9364249" y="2404173"/>
            <a:chExt cx="2219190" cy="341410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F4A1C4-3C20-672C-28A7-F02D7D3D21F7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F8F6F5-10BF-C8F6-22EA-B17C6B28A7E2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ADAB943-89FD-A867-DF4C-EDCB79015318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598C128-4B94-A1D6-3AD5-B670408EE247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F4DF4EE-4FAF-D4B0-1831-D6E57FD81F4D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3578C2DA-78E5-409B-ED1E-0897C7A4B0DD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919CA4-2F09-9E90-27E2-F58EBA79953A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B362DDD-9A7E-E220-F911-1D232F9871CC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7FD5DE7-0DDF-23C4-8469-83921F76CE96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AC9B71E-A444-3829-CC0F-BB240ED6FBE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772E544-2D22-3966-CCF3-DFC3017880AE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6B8476-7C15-7C27-A756-F78133BC82BB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9682304-DEFF-667D-3B36-485DB2AE0833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A5358C-2A0E-AAE8-A5A4-E9867C6A3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08816"/>
              </p:ext>
            </p:extLst>
          </p:nvPr>
        </p:nvGraphicFramePr>
        <p:xfrm>
          <a:off x="9390685" y="3355449"/>
          <a:ext cx="1916695" cy="24720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187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35482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987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18654F-9F79-0086-420C-502611A5E00B}"/>
              </a:ext>
            </a:extLst>
          </p:cNvPr>
          <p:cNvGrpSpPr/>
          <p:nvPr/>
        </p:nvGrpSpPr>
        <p:grpSpPr>
          <a:xfrm>
            <a:off x="10104425" y="3739743"/>
            <a:ext cx="1009919" cy="822672"/>
            <a:chOff x="8523851" y="2626812"/>
            <a:chExt cx="1080000" cy="16200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8B9E20D-9D87-140A-4E47-26B4BAC580D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4436A4F-DFCC-E7B3-28F9-CBE8B491A58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EC2A3D8-0555-690C-6FA0-F6CCB5966D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I</a:t>
                </a:r>
                <a:endParaRPr lang="ko-KR" altLang="en-US" sz="800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C7586D-5A19-AC08-40D5-A820005B65E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F</a:t>
                </a:r>
                <a:endParaRPr lang="ko-KR" altLang="en-US" sz="800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21B80DF-A157-1677-789A-4B7EDE6FFE2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M</a:t>
                </a:r>
                <a:endParaRPr lang="ko-KR" altLang="en-US" sz="80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8A9C8E-441C-8170-D060-398F2DFE2C16}"/>
              </a:ext>
            </a:extLst>
          </p:cNvPr>
          <p:cNvGrpSpPr/>
          <p:nvPr/>
        </p:nvGrpSpPr>
        <p:grpSpPr>
          <a:xfrm>
            <a:off x="10104425" y="4728496"/>
            <a:ext cx="1009919" cy="630910"/>
            <a:chOff x="8523851" y="1625702"/>
            <a:chExt cx="1080000" cy="90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9836134-E157-2AE6-0032-2B9984BC7C8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6FD4749-C439-209B-6336-09A054EA42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09F03909-D1F1-E154-BAF9-0795463727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C : F </a:t>
                </a:r>
                <a:endParaRPr lang="ko-KR" altLang="en-US" sz="80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F7FAEA9C-472D-1B5E-7F7F-092C7E2B031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dirty="0"/>
                  <a:t>Type C : M </a:t>
                </a:r>
                <a:endParaRPr lang="ko-KR" altLang="en-US" sz="800" dirty="0"/>
              </a:p>
            </p:txBody>
          </p:sp>
        </p:grp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71620-417D-670C-194D-3AF11AB4698F}"/>
              </a:ext>
            </a:extLst>
          </p:cNvPr>
          <p:cNvSpPr/>
          <p:nvPr/>
        </p:nvSpPr>
        <p:spPr>
          <a:xfrm>
            <a:off x="8829914" y="6137311"/>
            <a:ext cx="3038236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조립순서가 고려된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Planning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결과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7E3A964-3F9F-D15C-A986-910FF21EE814}"/>
              </a:ext>
            </a:extLst>
          </p:cNvPr>
          <p:cNvSpPr/>
          <p:nvPr/>
        </p:nvSpPr>
        <p:spPr>
          <a:xfrm>
            <a:off x="3483099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23B22CE-CAEF-0099-022F-D4143DFC262F}"/>
              </a:ext>
            </a:extLst>
          </p:cNvPr>
          <p:cNvSpPr/>
          <p:nvPr/>
        </p:nvSpPr>
        <p:spPr>
          <a:xfrm>
            <a:off x="8366364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74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BEE-FE7F-53A5-5EBC-FBA3346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C9871713-ABD5-11A3-4F2A-CB26149B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76E9E01-FC2A-4021-DDE3-2A2E79F6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99058471-55E6-3E01-7190-088ED1370A55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C2C46ACC-EF7F-13E8-2462-94011A4CB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1E5818E7-61F1-0340-C01B-3228733BEA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6EAF46E1-5695-0D3D-1F97-8D76274C4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65957BED-E717-3341-D342-46F52A0B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22A47B01-07AE-7716-5605-A88D4B025B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630DB2CB-C491-7B77-8E93-8325483A9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3057E9D6-28C4-9B2C-B32F-1843D3AB5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2A3E8CC4-0484-9649-5570-3A6099CE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C9B7D4BE-CDB1-61A7-6CF9-3BD6F4DF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1FC4DE7F-5CF8-E36C-B5AB-7ACFC7B3F4D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39786F-4F4B-F224-9826-F3CE0F4CA39D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9ED89119-B738-9455-ED75-13AF4D0410C8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5DFE3A98-430D-A972-A36B-0A18299992EA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5B03C7-CE7F-C1C3-7B45-F27D4E10F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4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7FC3-8BB4-FBB0-CB9C-E72201B4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2520D544-A269-28FB-E65F-9E42056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F685DBB-3D6D-63E1-C2D0-7AC10D9D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0EF3486C-5A4D-3882-1C16-A1EE5A85855E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947B1925-1D77-832C-F7FA-621EBFDDD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D78B9B17-13DF-2918-F417-88A412ECF2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41B4BAE1-C001-2DE6-03B3-4365A79494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8F089532-6B4A-A6D7-D1E8-9F3CF0D6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4C9728A8-C7D5-0330-1369-3C64B287E2B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5C97EFAE-9461-E4C8-F9AC-8C9FCFD75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CF680F65-D253-F808-F1CE-0744E3F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F8029B0-1330-B3A7-7090-EEA004F9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ADE8B613-93B0-4D12-326C-3361100A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291033E5-D5DC-EAD2-B120-B3FAE99FBAB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F1358-2EA6-810F-7A06-CB573C7DC04E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786167D4-8B91-3DEA-8CB5-344F252D72A7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7507E5ED-E567-800C-B274-B10F5933465C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8AD72E-12E7-7D26-BE43-76B2F4390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0945-ECD3-9028-6417-23212F97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A21CB4-8DF7-B18B-E994-72C67D9552D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5381E8DE-9068-C8C9-C55C-8F27E86B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33CD28-D5E6-C92C-9720-867F4A6A6E0D}"/>
              </a:ext>
            </a:extLst>
          </p:cNvPr>
          <p:cNvGrpSpPr/>
          <p:nvPr/>
        </p:nvGrpSpPr>
        <p:grpSpPr>
          <a:xfrm>
            <a:off x="6095306" y="4254387"/>
            <a:ext cx="5509260" cy="2408434"/>
            <a:chOff x="6095306" y="4254387"/>
            <a:chExt cx="5509260" cy="24084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77BC8D8-9CAB-1C86-1F8A-120876912BC1}"/>
                </a:ext>
              </a:extLst>
            </p:cNvPr>
            <p:cNvGrpSpPr/>
            <p:nvPr/>
          </p:nvGrpSpPr>
          <p:grpSpPr>
            <a:xfrm>
              <a:off x="6095306" y="4254387"/>
              <a:ext cx="5509260" cy="2062593"/>
              <a:chOff x="6095306" y="4254387"/>
              <a:chExt cx="5509260" cy="2062593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48F296D0-BED2-A396-0900-1A18E47C4AB8}"/>
                  </a:ext>
                </a:extLst>
              </p:cNvPr>
              <p:cNvSpPr/>
              <p:nvPr/>
            </p:nvSpPr>
            <p:spPr>
              <a:xfrm>
                <a:off x="6095306" y="4254387"/>
                <a:ext cx="5509260" cy="2062593"/>
              </a:xfrm>
              <a:prstGeom prst="roundRect">
                <a:avLst>
                  <a:gd name="adj" fmla="val 844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14E3765-4F09-6852-DC68-1D3E9E051988}"/>
                  </a:ext>
                </a:extLst>
              </p:cNvPr>
              <p:cNvGrpSpPr/>
              <p:nvPr/>
            </p:nvGrpSpPr>
            <p:grpSpPr>
              <a:xfrm>
                <a:off x="6274771" y="4348880"/>
                <a:ext cx="5150331" cy="1869489"/>
                <a:chOff x="6505905" y="416518"/>
                <a:chExt cx="5150331" cy="2362790"/>
              </a:xfrm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A5F64E0C-755A-C64A-C523-6073BC85E3A8}"/>
                    </a:ext>
                  </a:extLst>
                </p:cNvPr>
                <p:cNvCxnSpPr>
                  <a:cxnSpLocks/>
                  <a:stCxn id="49" idx="4"/>
                  <a:endCxn id="51" idx="0"/>
                </p:cNvCxnSpPr>
                <p:nvPr/>
              </p:nvCxnSpPr>
              <p:spPr>
                <a:xfrm>
                  <a:off x="10290619" y="847437"/>
                  <a:ext cx="0" cy="949075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CE9094D3-161C-DE93-8B9C-BF5B26E9265E}"/>
                    </a:ext>
                  </a:extLst>
                </p:cNvPr>
                <p:cNvSpPr/>
                <p:nvPr/>
              </p:nvSpPr>
              <p:spPr>
                <a:xfrm>
                  <a:off x="8822374" y="1099998"/>
                  <a:ext cx="686134" cy="5319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</a:t>
                  </a:r>
                  <a:endParaRPr lang="en-US" altLang="ko-KR" sz="900"/>
                </a:p>
                <a:p>
                  <a:pPr algn="ctr"/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F93E524-3CE7-3F2F-515D-F9B1033582BF}"/>
                    </a:ext>
                  </a:extLst>
                </p:cNvPr>
                <p:cNvCxnSpPr>
                  <a:cxnSpLocks/>
                  <a:stCxn id="48" idx="2"/>
                  <a:endCxn id="39" idx="6"/>
                </p:cNvCxnSpPr>
                <p:nvPr/>
              </p:nvCxnSpPr>
              <p:spPr>
                <a:xfrm flipH="1">
                  <a:off x="9508509" y="1365975"/>
                  <a:ext cx="23188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E24767C-69A6-AB7D-AD97-78D6943C6199}"/>
                    </a:ext>
                  </a:extLst>
                </p:cNvPr>
                <p:cNvSpPr/>
                <p:nvPr/>
              </p:nvSpPr>
              <p:spPr>
                <a:xfrm>
                  <a:off x="6505905" y="416518"/>
                  <a:ext cx="758050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프론트 도어</a:t>
                  </a: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6D68E98E-9391-86E0-9776-6241D6018044}"/>
                    </a:ext>
                  </a:extLst>
                </p:cNvPr>
                <p:cNvCxnSpPr>
                  <a:cxnSpLocks/>
                  <a:stCxn id="45" idx="1"/>
                  <a:endCxn id="41" idx="6"/>
                </p:cNvCxnSpPr>
                <p:nvPr/>
              </p:nvCxnSpPr>
              <p:spPr>
                <a:xfrm flipH="1" flipV="1">
                  <a:off x="7263955" y="679122"/>
                  <a:ext cx="165443" cy="18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EE5700D-F712-7CB8-84D7-12084F21E45F}"/>
                    </a:ext>
                  </a:extLst>
                </p:cNvPr>
                <p:cNvSpPr/>
                <p:nvPr/>
              </p:nvSpPr>
              <p:spPr>
                <a:xfrm>
                  <a:off x="10970102" y="442409"/>
                  <a:ext cx="68613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바디</a:t>
                  </a:r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B40DFBEC-636D-516D-B768-58EAD8FAAFF4}"/>
                    </a:ext>
                  </a:extLst>
                </p:cNvPr>
                <p:cNvCxnSpPr>
                  <a:cxnSpLocks/>
                  <a:stCxn id="49" idx="6"/>
                  <a:endCxn id="43" idx="2"/>
                </p:cNvCxnSpPr>
                <p:nvPr/>
              </p:nvCxnSpPr>
              <p:spPr>
                <a:xfrm>
                  <a:off x="10894441" y="674698"/>
                  <a:ext cx="756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01B3340D-AF7F-4FC1-B521-C8C43893DB67}"/>
                    </a:ext>
                  </a:extLst>
                </p:cNvPr>
                <p:cNvSpPr/>
                <p:nvPr/>
              </p:nvSpPr>
              <p:spPr>
                <a:xfrm>
                  <a:off x="7429398" y="558751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F </a:t>
                  </a:r>
                  <a:endParaRPr lang="ko-KR" altLang="en-US" sz="900"/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941AA82D-A316-652A-2F58-6AEEB24F71B3}"/>
                    </a:ext>
                  </a:extLst>
                </p:cNvPr>
                <p:cNvSpPr/>
                <p:nvPr/>
              </p:nvSpPr>
              <p:spPr>
                <a:xfrm>
                  <a:off x="7429398" y="1245415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 </a:t>
                  </a:r>
                  <a:endParaRPr lang="ko-KR" altLang="en-US" sz="90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CFA6847-ADEB-8D38-886A-312E66CBA6B4}"/>
                    </a:ext>
                  </a:extLst>
                </p:cNvPr>
                <p:cNvCxnSpPr>
                  <a:cxnSpLocks/>
                  <a:stCxn id="46" idx="3"/>
                  <a:endCxn id="39" idx="2"/>
                </p:cNvCxnSpPr>
                <p:nvPr/>
              </p:nvCxnSpPr>
              <p:spPr>
                <a:xfrm>
                  <a:off x="8499070" y="1365975"/>
                  <a:ext cx="32330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42941DF8-52A0-EA13-EC23-6CDC0017204A}"/>
                    </a:ext>
                  </a:extLst>
                </p:cNvPr>
                <p:cNvSpPr/>
                <p:nvPr/>
              </p:nvSpPr>
              <p:spPr>
                <a:xfrm>
                  <a:off x="9740398" y="1193236"/>
                  <a:ext cx="1100442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A7DBECC-E124-8753-AF1E-59CAA8151220}"/>
                    </a:ext>
                  </a:extLst>
                </p:cNvPr>
                <p:cNvSpPr/>
                <p:nvPr/>
              </p:nvSpPr>
              <p:spPr>
                <a:xfrm>
                  <a:off x="9686797" y="501959"/>
                  <a:ext cx="1207644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F</a:t>
                  </a:r>
                  <a:endParaRPr lang="ko-KR" altLang="en-US" sz="900"/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F863B3D3-06C7-8B88-04C2-0739C8463583}"/>
                    </a:ext>
                  </a:extLst>
                </p:cNvPr>
                <p:cNvSpPr/>
                <p:nvPr/>
              </p:nvSpPr>
              <p:spPr>
                <a:xfrm>
                  <a:off x="9891000" y="2314729"/>
                  <a:ext cx="799236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5EB4B68D-25C5-7E32-A901-FE04A8333AFB}"/>
                    </a:ext>
                  </a:extLst>
                </p:cNvPr>
                <p:cNvSpPr/>
                <p:nvPr/>
              </p:nvSpPr>
              <p:spPr>
                <a:xfrm>
                  <a:off x="9686796" y="1796512"/>
                  <a:ext cx="1207646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BC7D5A9-0A75-D22F-9408-743134CD11B0}"/>
                    </a:ext>
                  </a:extLst>
                </p:cNvPr>
                <p:cNvCxnSpPr>
                  <a:cxnSpLocks/>
                  <a:stCxn id="51" idx="4"/>
                  <a:endCxn id="50" idx="0"/>
                </p:cNvCxnSpPr>
                <p:nvPr/>
              </p:nvCxnSpPr>
              <p:spPr>
                <a:xfrm>
                  <a:off x="10290619" y="2141990"/>
                  <a:ext cx="0" cy="17273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7E6FC12-48A4-D390-6181-1B6FBD757CEA}"/>
                    </a:ext>
                  </a:extLst>
                </p:cNvPr>
                <p:cNvCxnSpPr>
                  <a:cxnSpLocks/>
                  <a:stCxn id="45" idx="2"/>
                  <a:endCxn id="46" idx="0"/>
                </p:cNvCxnSpPr>
                <p:nvPr/>
              </p:nvCxnSpPr>
              <p:spPr>
                <a:xfrm>
                  <a:off x="7964234" y="799871"/>
                  <a:ext cx="0" cy="445544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4D792D-024B-3B20-6419-6BF697372C07}"/>
                </a:ext>
              </a:extLst>
            </p:cNvPr>
            <p:cNvSpPr txBox="1"/>
            <p:nvPr/>
          </p:nvSpPr>
          <p:spPr>
            <a:xfrm>
              <a:off x="7166359" y="6355044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목표</a:t>
              </a:r>
              <a:r>
                <a:rPr lang="en-US" altLang="ko-KR" sz="1400"/>
                <a:t>: </a:t>
              </a:r>
              <a:r>
                <a:rPr lang="ko-KR" altLang="en-US" sz="1400"/>
                <a:t>도어 </a:t>
              </a:r>
              <a:r>
                <a:rPr lang="ko-KR" altLang="en-US" sz="1400" err="1"/>
                <a:t>체커</a:t>
              </a:r>
              <a:r>
                <a:rPr lang="ko-KR" altLang="en-US" sz="1400"/>
                <a:t> 조립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30453E4-ABEF-FD63-1F45-CD2DEA2F50F7}"/>
              </a:ext>
            </a:extLst>
          </p:cNvPr>
          <p:cNvGrpSpPr/>
          <p:nvPr/>
        </p:nvGrpSpPr>
        <p:grpSpPr>
          <a:xfrm>
            <a:off x="6096000" y="1652591"/>
            <a:ext cx="5507873" cy="2570566"/>
            <a:chOff x="6096000" y="1652591"/>
            <a:chExt cx="5507873" cy="25705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9818EDA-1F1E-2B25-025D-5D2967350C9D}"/>
                </a:ext>
              </a:extLst>
            </p:cNvPr>
            <p:cNvSpPr/>
            <p:nvPr/>
          </p:nvSpPr>
          <p:spPr>
            <a:xfrm>
              <a:off x="6096000" y="1652591"/>
              <a:ext cx="5507873" cy="2222909"/>
            </a:xfrm>
            <a:prstGeom prst="roundRect">
              <a:avLst>
                <a:gd name="adj" fmla="val 844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3AA499F-12B3-6D44-3C47-ACF6E978B7A5}"/>
                </a:ext>
              </a:extLst>
            </p:cNvPr>
            <p:cNvGrpSpPr/>
            <p:nvPr/>
          </p:nvGrpSpPr>
          <p:grpSpPr>
            <a:xfrm>
              <a:off x="6342444" y="1824627"/>
              <a:ext cx="5014985" cy="1770769"/>
              <a:chOff x="274375" y="1700065"/>
              <a:chExt cx="5621891" cy="2430474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CFECE55E-C833-F947-D7AF-E5F7286F1AA5}"/>
                  </a:ext>
                </a:extLst>
              </p:cNvPr>
              <p:cNvGrpSpPr/>
              <p:nvPr/>
            </p:nvGrpSpPr>
            <p:grpSpPr>
              <a:xfrm>
                <a:off x="1329971" y="3720799"/>
                <a:ext cx="4049180" cy="409740"/>
                <a:chOff x="7233371" y="5826748"/>
                <a:chExt cx="4049180" cy="409740"/>
              </a:xfrm>
            </p:grpSpPr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CE7F68F7-0628-74DE-0901-659C4A355780}"/>
                    </a:ext>
                  </a:extLst>
                </p:cNvPr>
                <p:cNvSpPr/>
                <p:nvPr/>
              </p:nvSpPr>
              <p:spPr>
                <a:xfrm>
                  <a:off x="8611741" y="5826748"/>
                  <a:ext cx="1357272" cy="40974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</a:t>
                  </a:r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7569DDAB-D691-8CFF-7AF9-FA1A9A0F414C}"/>
                    </a:ext>
                  </a:extLst>
                </p:cNvPr>
                <p:cNvSpPr/>
                <p:nvPr/>
              </p:nvSpPr>
              <p:spPr>
                <a:xfrm>
                  <a:off x="10155574" y="5858879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cxnSp>
              <p:nvCxnSpPr>
                <p:cNvPr id="5" name="직선 연결선 4">
                  <a:extLst>
                    <a:ext uri="{FF2B5EF4-FFF2-40B4-BE49-F238E27FC236}">
                      <a16:creationId xmlns:a16="http://schemas.microsoft.com/office/drawing/2014/main" id="{BE8F81CA-8D3D-03A7-54DB-5C4A655B33DC}"/>
                    </a:ext>
                  </a:extLst>
                </p:cNvPr>
                <p:cNvCxnSpPr>
                  <a:cxnSpLocks/>
                  <a:stCxn id="9" idx="3"/>
                  <a:endCxn id="3" idx="2"/>
                </p:cNvCxnSpPr>
                <p:nvPr/>
              </p:nvCxnSpPr>
              <p:spPr>
                <a:xfrm flipV="1">
                  <a:off x="8408896" y="6031618"/>
                  <a:ext cx="202845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806B6033-5DDF-D991-D0A7-B9B393B9D3CF}"/>
                    </a:ext>
                  </a:extLst>
                </p:cNvPr>
                <p:cNvCxnSpPr>
                  <a:cxnSpLocks/>
                  <a:stCxn id="4" idx="2"/>
                  <a:endCxn id="3" idx="6"/>
                </p:cNvCxnSpPr>
                <p:nvPr/>
              </p:nvCxnSpPr>
              <p:spPr>
                <a:xfrm flipH="1">
                  <a:off x="9969013" y="6031618"/>
                  <a:ext cx="18656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98E1D4DE-17D8-6336-B113-E02090395C36}"/>
                    </a:ext>
                  </a:extLst>
                </p:cNvPr>
                <p:cNvSpPr/>
                <p:nvPr/>
              </p:nvSpPr>
              <p:spPr>
                <a:xfrm>
                  <a:off x="7233371" y="587009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22ECB65-69FE-57ED-5FE3-98F976463767}"/>
                  </a:ext>
                </a:extLst>
              </p:cNvPr>
              <p:cNvGrpSpPr/>
              <p:nvPr/>
            </p:nvGrpSpPr>
            <p:grpSpPr>
              <a:xfrm>
                <a:off x="274375" y="1700065"/>
                <a:ext cx="2331630" cy="1616270"/>
                <a:chOff x="6506222" y="3476576"/>
                <a:chExt cx="2331630" cy="161627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4BEEDF4-1C0F-632C-4F45-F4BBDC1B9D46}"/>
                    </a:ext>
                  </a:extLst>
                </p:cNvPr>
                <p:cNvSpPr/>
                <p:nvPr/>
              </p:nvSpPr>
              <p:spPr>
                <a:xfrm>
                  <a:off x="6506222" y="4006203"/>
                  <a:ext cx="842684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프론트 도어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4CF0183-C8FA-583B-A54B-8CA80C174EC9}"/>
                    </a:ext>
                  </a:extLst>
                </p:cNvPr>
                <p:cNvCxnSpPr>
                  <a:cxnSpLocks/>
                  <a:stCxn id="24" idx="2"/>
                  <a:endCxn id="21" idx="7"/>
                </p:cNvCxnSpPr>
                <p:nvPr/>
              </p:nvCxnSpPr>
              <p:spPr>
                <a:xfrm flipH="1">
                  <a:off x="7225498" y="3616714"/>
                  <a:ext cx="468023" cy="46640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B645555-CE43-C895-4706-744A7DFC3A9A}"/>
                    </a:ext>
                  </a:extLst>
                </p:cNvPr>
                <p:cNvCxnSpPr>
                  <a:cxnSpLocks/>
                  <a:stCxn id="25" idx="1"/>
                  <a:endCxn id="21" idx="5"/>
                </p:cNvCxnSpPr>
                <p:nvPr/>
              </p:nvCxnSpPr>
              <p:spPr>
                <a:xfrm flipH="1" flipV="1">
                  <a:off x="7225498" y="4454495"/>
                  <a:ext cx="436829" cy="4768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7CCB503F-67A4-C93D-E494-118C83254FA4}"/>
                    </a:ext>
                  </a:extLst>
                </p:cNvPr>
                <p:cNvSpPr/>
                <p:nvPr/>
              </p:nvSpPr>
              <p:spPr>
                <a:xfrm>
                  <a:off x="7693521" y="3476576"/>
                  <a:ext cx="1113137" cy="2802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/>
                    <a:t>Type A : F</a:t>
                  </a:r>
                  <a:endParaRPr lang="ko-KR" altLang="en-US" sz="800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12CCFD71-38CF-9A8D-582C-3152B796CE40}"/>
                    </a:ext>
                  </a:extLst>
                </p:cNvPr>
                <p:cNvSpPr/>
                <p:nvPr/>
              </p:nvSpPr>
              <p:spPr>
                <a:xfrm>
                  <a:off x="7662327" y="4769807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A736546-0AE2-818C-5E61-F75EFFF02ACD}"/>
                    </a:ext>
                  </a:extLst>
                </p:cNvPr>
                <p:cNvSpPr/>
                <p:nvPr/>
              </p:nvSpPr>
              <p:spPr>
                <a:xfrm>
                  <a:off x="7662327" y="411041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B : I</a:t>
                  </a:r>
                  <a:endParaRPr lang="ko-KR" altLang="en-US" sz="1050"/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8DE2825-D847-94FA-E9AF-6BCC79824C2A}"/>
                    </a:ext>
                  </a:extLst>
                </p:cNvPr>
                <p:cNvCxnSpPr>
                  <a:cxnSpLocks/>
                  <a:stCxn id="26" idx="1"/>
                  <a:endCxn id="21" idx="6"/>
                </p:cNvCxnSpPr>
                <p:nvPr/>
              </p:nvCxnSpPr>
              <p:spPr>
                <a:xfrm flipH="1" flipV="1">
                  <a:off x="7348906" y="4268807"/>
                  <a:ext cx="313421" cy="31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19DB7D1D-FB6B-9E1C-1FA0-55FA9E440505}"/>
                  </a:ext>
                </a:extLst>
              </p:cNvPr>
              <p:cNvGrpSpPr/>
              <p:nvPr/>
            </p:nvGrpSpPr>
            <p:grpSpPr>
              <a:xfrm>
                <a:off x="3180852" y="1724340"/>
                <a:ext cx="1126977" cy="1068995"/>
                <a:chOff x="10719062" y="3833491"/>
                <a:chExt cx="1126977" cy="106899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E933B0D-1B37-99DB-E135-AE7DB23FC939}"/>
                    </a:ext>
                  </a:extLst>
                </p:cNvPr>
                <p:cNvSpPr/>
                <p:nvPr/>
              </p:nvSpPr>
              <p:spPr>
                <a:xfrm>
                  <a:off x="10861209" y="3833491"/>
                  <a:ext cx="84268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1C891BEE-88F4-1738-12FF-FE2DE3EB0BC4}"/>
                    </a:ext>
                  </a:extLst>
                </p:cNvPr>
                <p:cNvCxnSpPr>
                  <a:cxnSpLocks/>
                  <a:stCxn id="31" idx="0"/>
                  <a:endCxn id="29" idx="4"/>
                </p:cNvCxnSpPr>
                <p:nvPr/>
              </p:nvCxnSpPr>
              <p:spPr>
                <a:xfrm flipV="1">
                  <a:off x="11282551" y="4298070"/>
                  <a:ext cx="0" cy="25893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FBC4AB84-650C-E47F-C69A-6042E42E5A22}"/>
                    </a:ext>
                  </a:extLst>
                </p:cNvPr>
                <p:cNvSpPr/>
                <p:nvPr/>
              </p:nvSpPr>
              <p:spPr>
                <a:xfrm>
                  <a:off x="10719062" y="4557008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</p:grp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D090950-63F0-5FFC-AE99-373A9C2E1839}"/>
                  </a:ext>
                </a:extLst>
              </p:cNvPr>
              <p:cNvSpPr/>
              <p:nvPr/>
            </p:nvSpPr>
            <p:spPr>
              <a:xfrm>
                <a:off x="4761313" y="1720751"/>
                <a:ext cx="981592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AB7C884-C1F6-E481-2B70-06BCCED6E892}"/>
                  </a:ext>
                </a:extLst>
              </p:cNvPr>
              <p:cNvSpPr/>
              <p:nvPr/>
            </p:nvSpPr>
            <p:spPr>
              <a:xfrm>
                <a:off x="4607952" y="2443811"/>
                <a:ext cx="128831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B0B23C0-4746-37FB-0269-8345655A04EC}"/>
                  </a:ext>
                </a:extLst>
              </p:cNvPr>
              <p:cNvCxnSpPr>
                <a:cxnSpLocks/>
                <a:stCxn id="33" idx="0"/>
                <a:endCxn id="32" idx="4"/>
              </p:cNvCxnSpPr>
              <p:nvPr/>
            </p:nvCxnSpPr>
            <p:spPr>
              <a:xfrm flipV="1">
                <a:off x="5252109" y="2185330"/>
                <a:ext cx="0" cy="2584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DE5870-089B-8995-DD52-2A56EEFB5816}"/>
                </a:ext>
              </a:extLst>
            </p:cNvPr>
            <p:cNvSpPr txBox="1"/>
            <p:nvPr/>
          </p:nvSpPr>
          <p:spPr>
            <a:xfrm>
              <a:off x="7166359" y="3915380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부품 목록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8A54783-5E8F-8094-491D-5DD5119F2E5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5AF86-AD40-69DB-A7D8-C8DE5EC108DB}"/>
              </a:ext>
            </a:extLst>
          </p:cNvPr>
          <p:cNvSpPr txBox="1"/>
          <p:nvPr/>
        </p:nvSpPr>
        <p:spPr>
          <a:xfrm>
            <a:off x="350982" y="716826"/>
            <a:ext cx="12542982" cy="87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latin typeface="맑은 고딕"/>
                <a:ea typeface="맑은 고딕"/>
              </a:rPr>
              <a:t>부품 목록 및 </a:t>
            </a:r>
            <a:r>
              <a:rPr lang="ko-KR" altLang="en-US" sz="1800">
                <a:latin typeface="맑은 고딕"/>
                <a:ea typeface="맑은 고딕"/>
              </a:rPr>
              <a:t>조립 목표 설정</a:t>
            </a:r>
            <a:endParaRPr lang="en-US" altLang="ko-KR" sz="140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+mj-ea"/>
                <a:ea typeface="+mj-ea"/>
              </a:rPr>
              <a:t>	</a:t>
            </a:r>
            <a:r>
              <a:rPr lang="ko-KR" altLang="en-US" sz="1400">
                <a:latin typeface="+mj-ea"/>
                <a:ea typeface="+mj-ea"/>
              </a:rPr>
              <a:t>사용자 </a:t>
            </a:r>
            <a:r>
              <a:rPr lang="en-US" altLang="ko-KR" sz="1400">
                <a:latin typeface="+mj-ea"/>
                <a:ea typeface="+mj-ea"/>
              </a:rPr>
              <a:t>UI</a:t>
            </a:r>
            <a:r>
              <a:rPr lang="ko-KR" altLang="en-US" sz="1400">
                <a:latin typeface="+mj-ea"/>
                <a:ea typeface="+mj-ea"/>
              </a:rPr>
              <a:t>를</a:t>
            </a: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ko-KR" altLang="en-US" sz="1400">
                <a:latin typeface="+mj-ea"/>
                <a:ea typeface="+mj-ea"/>
              </a:rPr>
              <a:t>통해 </a:t>
            </a:r>
            <a:r>
              <a:rPr lang="ko-KR" altLang="en-US" sz="1400" b="1">
                <a:latin typeface="+mj-ea"/>
                <a:ea typeface="+mj-ea"/>
              </a:rPr>
              <a:t>조립 부품 목록</a:t>
            </a:r>
            <a:r>
              <a:rPr lang="ko-KR" altLang="en-US" sz="1400">
                <a:latin typeface="+mj-ea"/>
                <a:ea typeface="+mj-ea"/>
              </a:rPr>
              <a:t>과 </a:t>
            </a:r>
            <a:r>
              <a:rPr lang="ko-KR" altLang="en-US" sz="1400" b="1">
                <a:latin typeface="+mj-ea"/>
                <a:ea typeface="+mj-ea"/>
              </a:rPr>
              <a:t>조립 목표</a:t>
            </a:r>
            <a:r>
              <a:rPr lang="ko-KR" altLang="en-US" sz="1400">
                <a:latin typeface="+mj-ea"/>
                <a:ea typeface="+mj-ea"/>
              </a:rPr>
              <a:t>를 입력</a:t>
            </a:r>
            <a:endParaRPr lang="en-US" altLang="ko-KR" sz="1800">
              <a:latin typeface="맑은 고딕"/>
              <a:ea typeface="맑은 고딕"/>
            </a:endParaRPr>
          </a:p>
        </p:txBody>
      </p:sp>
      <p:pic>
        <p:nvPicPr>
          <p:cNvPr id="62" name="그림 6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3DB2F-C8AF-384B-22FA-135BFD00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3" y="2919007"/>
            <a:ext cx="3782630" cy="2521753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6CD7DD1-4451-6422-DC01-7AF680D6C92C}"/>
              </a:ext>
            </a:extLst>
          </p:cNvPr>
          <p:cNvSpPr/>
          <p:nvPr/>
        </p:nvSpPr>
        <p:spPr>
          <a:xfrm>
            <a:off x="5139421" y="3849529"/>
            <a:ext cx="643988" cy="519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래픽 70" descr="사용자 단색으로 채워진">
            <a:extLst>
              <a:ext uri="{FF2B5EF4-FFF2-40B4-BE49-F238E27FC236}">
                <a16:creationId xmlns:a16="http://schemas.microsoft.com/office/drawing/2014/main" id="{38A25868-2ED6-9D42-8057-5223856F0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36" y="2401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2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48-4CF0-DBF8-D891-9B15CA27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91792EC-7FF3-502E-6058-4E2DDEE7C395}"/>
              </a:ext>
            </a:extLst>
          </p:cNvPr>
          <p:cNvSpPr/>
          <p:nvPr/>
        </p:nvSpPr>
        <p:spPr>
          <a:xfrm>
            <a:off x="2010171" y="4613438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3B7E2AB-FFB8-D969-34EB-8B411977096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709868" y="4936724"/>
            <a:ext cx="23647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9A14B8AD-71CB-9A86-808D-B53014C28E28}"/>
              </a:ext>
            </a:extLst>
          </p:cNvPr>
          <p:cNvSpPr/>
          <p:nvPr/>
        </p:nvSpPr>
        <p:spPr>
          <a:xfrm>
            <a:off x="867954" y="3174524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BC0147-867D-AE71-5236-CB3A76D568B6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1790079" y="3493711"/>
            <a:ext cx="70349" cy="43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EE56D78-33A6-BDC2-FAE0-15BC5715E5AA}"/>
              </a:ext>
            </a:extLst>
          </p:cNvPr>
          <p:cNvSpPr/>
          <p:nvPr/>
        </p:nvSpPr>
        <p:spPr>
          <a:xfrm>
            <a:off x="4872703" y="3149380"/>
            <a:ext cx="699697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DEE4FDD-A1B2-3235-65D2-36EC9DECD0B1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4795546" y="3431720"/>
            <a:ext cx="7715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A390E53-9675-B69D-BA0A-1B52B5F31E90}"/>
              </a:ext>
            </a:extLst>
          </p:cNvPr>
          <p:cNvSpPr/>
          <p:nvPr/>
        </p:nvSpPr>
        <p:spPr>
          <a:xfrm>
            <a:off x="1860429" y="3351540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F </a:t>
            </a:r>
            <a:endParaRPr lang="ko-KR" altLang="en-US" sz="12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8F70A5-02C9-16C2-D537-9B7137D98597}"/>
              </a:ext>
            </a:extLst>
          </p:cNvPr>
          <p:cNvSpPr/>
          <p:nvPr/>
        </p:nvSpPr>
        <p:spPr>
          <a:xfrm>
            <a:off x="589660" y="4790188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M </a:t>
            </a:r>
            <a:endParaRPr lang="ko-KR" altLang="en-US" sz="12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ACCC7A-3D03-1744-32C9-0E221AD826D3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680477" y="4936724"/>
            <a:ext cx="32969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9CD7FDE2-8C15-9545-6C52-A8D46394AC88}"/>
              </a:ext>
            </a:extLst>
          </p:cNvPr>
          <p:cNvSpPr/>
          <p:nvPr/>
        </p:nvSpPr>
        <p:spPr>
          <a:xfrm>
            <a:off x="2946342" y="4726766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E76A7C-727F-3957-A162-A0E265851E60}"/>
              </a:ext>
            </a:extLst>
          </p:cNvPr>
          <p:cNvSpPr/>
          <p:nvPr/>
        </p:nvSpPr>
        <p:spPr>
          <a:xfrm>
            <a:off x="3382216" y="3221761"/>
            <a:ext cx="1413330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F</a:t>
            </a:r>
            <a:endParaRPr lang="ko-KR" altLang="en-US" sz="12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8ABB39D-66F0-4017-AF7E-B9CB638556E2}"/>
              </a:ext>
            </a:extLst>
          </p:cNvPr>
          <p:cNvSpPr/>
          <p:nvPr/>
        </p:nvSpPr>
        <p:spPr>
          <a:xfrm>
            <a:off x="4498432" y="4908706"/>
            <a:ext cx="815035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3092C0B-C8B3-3E1B-4AC9-7FD8E0996D00}"/>
              </a:ext>
            </a:extLst>
          </p:cNvPr>
          <p:cNvSpPr/>
          <p:nvPr/>
        </p:nvSpPr>
        <p:spPr>
          <a:xfrm>
            <a:off x="4213036" y="4278831"/>
            <a:ext cx="1385831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M</a:t>
            </a:r>
            <a:endParaRPr lang="ko-KR" altLang="en-US" sz="12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F4E5FCB-143B-6208-2CA4-5359A1505F4A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 flipH="1">
            <a:off x="4905950" y="4698748"/>
            <a:ext cx="1" cy="20995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BD3309F-704F-DBEB-C8BC-89799D2FF3E7}"/>
              </a:ext>
            </a:extLst>
          </p:cNvPr>
          <p:cNvSpPr txBox="1"/>
          <p:nvPr/>
        </p:nvSpPr>
        <p:spPr>
          <a:xfrm>
            <a:off x="2232923" y="2301873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조립 부품 정보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4C1EDC-EC58-61F4-F04E-C7F7BFBDAF30}"/>
              </a:ext>
            </a:extLst>
          </p:cNvPr>
          <p:cNvSpPr/>
          <p:nvPr/>
        </p:nvSpPr>
        <p:spPr>
          <a:xfrm>
            <a:off x="7840220" y="3392555"/>
            <a:ext cx="3790096" cy="16608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E95EC-5FBF-756C-B181-8D513B1E4FF3}"/>
              </a:ext>
            </a:extLst>
          </p:cNvPr>
          <p:cNvGrpSpPr/>
          <p:nvPr/>
        </p:nvGrpSpPr>
        <p:grpSpPr>
          <a:xfrm>
            <a:off x="8050746" y="3591361"/>
            <a:ext cx="3369046" cy="1192486"/>
            <a:chOff x="8053331" y="3438442"/>
            <a:chExt cx="2799941" cy="91018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9F2C04E-C7E5-D0C1-E0C2-3D247DF3936C}"/>
                </a:ext>
              </a:extLst>
            </p:cNvPr>
            <p:cNvSpPr/>
            <p:nvPr/>
          </p:nvSpPr>
          <p:spPr>
            <a:xfrm>
              <a:off x="8053331" y="3492442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F </a:t>
              </a:r>
              <a:endParaRPr lang="ko-KR" altLang="en-US" sz="120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7DDC749-E896-4254-95AE-E0D88FACF0F8}"/>
                </a:ext>
              </a:extLst>
            </p:cNvPr>
            <p:cNvSpPr/>
            <p:nvPr/>
          </p:nvSpPr>
          <p:spPr>
            <a:xfrm>
              <a:off x="9529652" y="4042625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M </a:t>
              </a:r>
              <a:endParaRPr lang="ko-KR" altLang="en-US" sz="12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A729DFB-6997-16C9-D30B-62F3994A8A84}"/>
                </a:ext>
              </a:extLst>
            </p:cNvPr>
            <p:cNvSpPr/>
            <p:nvPr/>
          </p:nvSpPr>
          <p:spPr>
            <a:xfrm>
              <a:off x="8466414" y="3988625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I</a:t>
              </a:r>
              <a:endParaRPr lang="ko-KR" altLang="en-US" sz="120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7DF9F3F-2473-0948-4356-A48CC9140D62}"/>
                </a:ext>
              </a:extLst>
            </p:cNvPr>
            <p:cNvSpPr/>
            <p:nvPr/>
          </p:nvSpPr>
          <p:spPr>
            <a:xfrm>
              <a:off x="8998033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F</a:t>
              </a:r>
              <a:endParaRPr lang="ko-KR" altLang="en-US" sz="120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31967B7-96B6-01DB-E292-1595839AA205}"/>
                </a:ext>
              </a:extLst>
            </p:cNvPr>
            <p:cNvSpPr/>
            <p:nvPr/>
          </p:nvSpPr>
          <p:spPr>
            <a:xfrm>
              <a:off x="9942736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M</a:t>
              </a:r>
              <a:endParaRPr lang="ko-KR" altLang="en-US" sz="120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F7E93D-EB32-B917-6A61-B8E9C64CE7C3}"/>
              </a:ext>
            </a:extLst>
          </p:cNvPr>
          <p:cNvSpPr/>
          <p:nvPr/>
        </p:nvSpPr>
        <p:spPr>
          <a:xfrm>
            <a:off x="8978629" y="5421083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B7975E-657A-C156-0977-32A2F8E8F66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BC846164-98C4-CB60-5598-2380F8B4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5AD5-8433-815B-1AE6-FC0275C7EAE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2C5-D634-1FEB-C07C-32D77D286BDC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029E3-9555-F280-B28B-B5B35F691B7F}"/>
              </a:ext>
            </a:extLst>
          </p:cNvPr>
          <p:cNvSpPr txBox="1"/>
          <p:nvPr/>
        </p:nvSpPr>
        <p:spPr>
          <a:xfrm>
            <a:off x="8049046" y="2350156"/>
            <a:ext cx="359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탐색 알고리즘 용 심볼 데이터</a:t>
            </a:r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E3C05F-5EFD-FEE3-42FC-F2E029467941}"/>
              </a:ext>
            </a:extLst>
          </p:cNvPr>
          <p:cNvSpPr/>
          <p:nvPr/>
        </p:nvSpPr>
        <p:spPr>
          <a:xfrm>
            <a:off x="6068205" y="3641678"/>
            <a:ext cx="1452119" cy="1202094"/>
          </a:xfrm>
          <a:prstGeom prst="rightArrow">
            <a:avLst>
              <a:gd name="adj1" fmla="val 60142"/>
              <a:gd name="adj2" fmla="val 2147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타입 정보 추출</a:t>
            </a:r>
          </a:p>
        </p:txBody>
      </p:sp>
    </p:spTree>
    <p:extLst>
      <p:ext uri="{BB962C8B-B14F-4D97-AF65-F5344CB8AC3E}">
        <p14:creationId xmlns:p14="http://schemas.microsoft.com/office/powerpoint/2010/main" val="1892962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25D-3E0B-08B0-55B2-8FFEBB99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7BCB8D3-8D5D-6CC6-DD8E-7BCB54940395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0FC0EB-032C-4A39-9E2A-3250E41867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CE97E50-85D1-7CA9-8B38-241922B7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993BC-E9D0-E3EF-227B-3189E1991C1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7BABD-05FE-02FD-7FF2-20E383E45D9D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398A5E8-1B78-99F2-F739-66D6A3ECF723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10DE480-1BE9-CA7C-C0A5-5807E7878267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958B48-3243-245F-4239-F027F3D6246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2F68E-431C-208C-B99B-F4A3225837A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02F27E-A672-126B-3585-65052D59F90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BDF161-DDB4-62C7-62F8-E68C7E064BF2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354305-A947-83E8-1817-A2ABB4C3FEA0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B4E9468-340A-4D60-CB9D-8AC00D531272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283F27-A8D4-095B-D57D-FB007BEF179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33AFAF-0059-A624-0275-771F1909029A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7A62F-9192-E841-8A9C-350DB92DDC9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736938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B15C-9C54-40E6-355E-B09720B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D1566E6-737F-0258-6673-B0A12581DC0C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5E6DF20-C9D0-BB36-6FDC-36D495D8CC1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44A5822-C83D-960D-E800-0652BE93832C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1639D3D-2A7E-A782-1886-1D927DE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EC2F2-FC07-8B16-6C90-273321AD11F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EE713-47A4-0B55-5900-FF5BBF0DA798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25BA7B-2D1B-9D2D-C329-E0181284FA12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5AB3B6-C8DF-AFE2-C2CE-1E7F0060B84D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E3AF6D-33A6-87C7-1855-00DECC59674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F49-D162-F48D-9E5D-31A0A18C441E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F49D974-2052-8AA4-8DE6-A53BF7CC9D6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973A46-FCEC-AC7D-58A6-E6208AFDD8EC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534E371-106E-A9D8-06FF-BA71828D61A1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6B05BB-7201-813D-4753-9A7ADD5DCC4D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A59FA9C-CBCE-B27D-1008-381DC198F34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C6460A1-448D-0F86-35C6-31DF31A7B297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3409019-7310-8D78-95BC-D04F18FC56C9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DE0EDFD-5E07-1506-4B69-F9A55F61B63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1495174" y="3882971"/>
            <a:ext cx="402206" cy="36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1E5FA6-611C-D556-DCF6-5854D7CF36FD}"/>
              </a:ext>
            </a:extLst>
          </p:cNvPr>
          <p:cNvSpPr/>
          <p:nvPr/>
        </p:nvSpPr>
        <p:spPr>
          <a:xfrm>
            <a:off x="1897380" y="3865022"/>
            <a:ext cx="1077719" cy="76793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3DB1CA-E6B0-ED27-CC7E-11828CA505D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AB9A604-08E7-E6B3-C13E-207671461A2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F22ED2-A443-EFA8-09B8-E52412BFD97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424C944-7B6D-2C08-1384-11FBBC58AD11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137273BA-8B93-91B7-95C9-E93521010EC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CA4D9FD4-E909-D8D9-F9B1-1C75AABDFDA0}"/>
              </a:ext>
            </a:extLst>
          </p:cNvPr>
          <p:cNvSpPr txBox="1">
            <a:spLocks/>
          </p:cNvSpPr>
          <p:nvPr/>
        </p:nvSpPr>
        <p:spPr>
          <a:xfrm>
            <a:off x="5806570" y="2700595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0FA69BE-1CC7-E028-82C0-9FBD29C1C4AD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491818" y="2975605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C9207A6E-C0E2-A2E3-7DB6-55BC4F7551AF}"/>
              </a:ext>
            </a:extLst>
          </p:cNvPr>
          <p:cNvSpPr txBox="1">
            <a:spLocks/>
          </p:cNvSpPr>
          <p:nvPr/>
        </p:nvSpPr>
        <p:spPr>
          <a:xfrm>
            <a:off x="10001436" y="2937735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CD54912-C72D-4AC0-6663-95100752B612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92F7FBF9-A361-38C0-6FAE-6B28D0102F5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8ADEA060-0127-19C2-1C04-C9803B2ED9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4C94D843-191C-B840-6B9B-A5A9B76355B6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AAB309B-D824-9072-C2C4-29329B7159A3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E1049E-99A3-E5DD-A0E9-82EC1F50B3F7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9677400" y="3212745"/>
            <a:ext cx="324036" cy="16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51068E3D-4466-3FC2-8132-7E37E84EB27E}"/>
              </a:ext>
            </a:extLst>
          </p:cNvPr>
          <p:cNvSpPr txBox="1">
            <a:spLocks/>
          </p:cNvSpPr>
          <p:nvPr/>
        </p:nvSpPr>
        <p:spPr>
          <a:xfrm>
            <a:off x="10064615" y="4110881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2AD3DCF-1325-8DBD-C86F-3D542CBB9C33}"/>
              </a:ext>
            </a:extLst>
          </p:cNvPr>
          <p:cNvSpPr/>
          <p:nvPr/>
        </p:nvSpPr>
        <p:spPr>
          <a:xfrm>
            <a:off x="10668000" y="3583554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77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F8E8-C9FA-5D6B-F6FA-B5E36F7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7DEEF8E-1979-B0CB-E510-531571B5FE02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63CA888-45CD-07AC-3C2F-4194D83F11BD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A3CE17-DDEB-9A6C-840C-5F5F7A1D10B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8623F-8152-019D-7C4C-C231D027B5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CF577F1E-27C4-2573-1F42-DFECCF6E601A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B678241-85D6-2445-E7FC-CCDDAC2A41A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4C05C83-E901-F0F4-B097-6B226D9C88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DA8839-9632-05F1-B02C-A6C51EE7FB21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06C1B6-EB52-6AF2-74C2-29548B089AF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4D82D7-B4E5-8211-C64C-72DADAA853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74E9BD4-81A7-2878-4561-60CCEE5FB2A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9FF4287B-9B2C-9E0B-12F4-21759CBF957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44EA37B-AFF0-54DD-D172-00CB5EBC8AC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49AC470B-88A7-C3B1-7029-6F247DB9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DF87-AFC3-0720-C11E-37C0BDA8625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E9A5-1C5E-A044-0739-79A375D88FAB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259382-5B78-AA94-5551-9E9A69B7A398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26BD2F-438C-EEA3-3A63-FF5099D322C3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BD54434-50B3-8FA9-8A35-3CC647CC338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7E9B0-4CF1-AB4A-DFC8-2748CDAB706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32B2C4-FE05-A508-2743-F47A8F970F74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DF5E34A-58C8-7ED0-CBA8-78DB0680C3A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A45DC79-BCA3-771A-FFE0-005713C8A007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3EEA474-CEDF-71AE-491E-D176961C450E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05F6F85-E04F-BC33-3ADE-51725EBD5A2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E1C3279-81A3-0625-0EA6-E2AC0B90C4F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B71686D4-92B3-86E9-F4BF-9A8FDB25DA5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ADAEDCF-C74B-9B3D-921B-5BF3240D3F1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F6F0BFC-2457-2E7C-B361-5A0FF817358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28AAC-E49A-2072-C8E6-387C9D3B0CF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632FC-7994-4D49-D9F5-09813946776B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C28B53-C73B-A207-2CB4-FE75E44559CA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2AE4710-C8CB-A13A-AB0F-48CF0FCC3711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08472C5-3F04-77CF-A4C7-A4EB8E0F247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33C972-3DB1-81E9-DE4C-5B18288FC996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B9E0C-F824-99D6-6420-56E1DBF5A9E4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1FEEAB4-A051-B6DC-25E6-44DDFB6753E3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F133F7-A74E-FC7A-BB72-59EDDE449D4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495174" y="3882971"/>
            <a:ext cx="402206" cy="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A57B8C-71A4-D075-3037-4A2F5ABA1FC7}"/>
              </a:ext>
            </a:extLst>
          </p:cNvPr>
          <p:cNvSpPr/>
          <p:nvPr/>
        </p:nvSpPr>
        <p:spPr>
          <a:xfrm>
            <a:off x="1897380" y="3375660"/>
            <a:ext cx="1077719" cy="2225040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D9AC0AA-FC77-E890-A02E-B7A22E118FD0}"/>
              </a:ext>
            </a:extLst>
          </p:cNvPr>
          <p:cNvSpPr txBox="1">
            <a:spLocks/>
          </p:cNvSpPr>
          <p:nvPr/>
        </p:nvSpPr>
        <p:spPr>
          <a:xfrm>
            <a:off x="5750984" y="3752062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6F94E-D357-B1C8-1E83-7DFF6524958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5436232" y="4027072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55983AD-5FAA-BD3D-ABA9-7C32441E858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9660122" y="4312634"/>
            <a:ext cx="322052" cy="2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C0E2165-31FA-95C7-59B3-636BA5A07D2A}"/>
              </a:ext>
            </a:extLst>
          </p:cNvPr>
          <p:cNvSpPr txBox="1">
            <a:spLocks/>
          </p:cNvSpPr>
          <p:nvPr/>
        </p:nvSpPr>
        <p:spPr>
          <a:xfrm>
            <a:off x="10057023" y="5156064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809A05B-284A-0378-C61E-0D58D048EB15}"/>
              </a:ext>
            </a:extLst>
          </p:cNvPr>
          <p:cNvSpPr/>
          <p:nvPr/>
        </p:nvSpPr>
        <p:spPr>
          <a:xfrm>
            <a:off x="10660408" y="4628737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A2976AF-E0B3-FF46-1317-326DB58D191B}"/>
              </a:ext>
            </a:extLst>
          </p:cNvPr>
          <p:cNvSpPr txBox="1">
            <a:spLocks/>
          </p:cNvSpPr>
          <p:nvPr/>
        </p:nvSpPr>
        <p:spPr>
          <a:xfrm>
            <a:off x="9982174" y="4037624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</p:spTree>
    <p:extLst>
      <p:ext uri="{BB962C8B-B14F-4D97-AF65-F5344CB8AC3E}">
        <p14:creationId xmlns:p14="http://schemas.microsoft.com/office/powerpoint/2010/main" val="1817357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A3D7-3E52-DAF9-796C-87F66C3E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CC7E86C-51C0-8AE9-5E62-33E62C03086B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8522559F-721F-4CBA-1AF8-A4985FA73797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C78F9-1646-68D8-DAFB-77EA52BDF3A7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6D6087-EFCD-6865-9B36-2DF3E878DF7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23075B98-C271-AEDB-A1DF-15B13BE3664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94D05D5-734F-C69E-AE5D-898E62E0426A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606BE3B-F2AC-CF91-599D-B43E7501AB5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7C8DEF-7539-80C4-36B6-85EF504B60F6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2F45460-CB08-21CF-6F23-270DC53D321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3467F5-60C5-8A30-FAF9-443DEA6E576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5B24A93-3FC0-CE0C-1577-0170E56D91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C151C97-FFB1-74EC-0EB3-995E5A7B32B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642BF04-72E1-A133-099F-242F9CDE5A1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12182FEC-BADD-D706-EAD5-FEBA2D49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D32B-33B3-CDDD-9CD5-1136EB0E844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D336-E647-4B9C-234E-6F2741ADF995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0E1126-F590-D828-7F4C-2DDF97767CCF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FA2CA12-8315-82AF-B751-3D9A97B2C10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DB040D7-B669-27C0-A76D-7544D757AF4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2272B6-0718-EC0C-83C6-869961D6D6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C0587F-8A89-9BB5-84E8-EE28D574230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88187C6-292B-510F-2D65-A5C443BDA3E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CAA188B-BC64-1967-1F2B-7FE7F8843732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5A9F33A-D9F9-D475-30A3-3249B1F09A3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77DE169-35F2-75BF-6C91-DE3C807300D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BFBDAB1-3B11-5075-9D3E-006FDA4EBA6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0E6ACCB-8020-32D5-C3E7-EF85A9A28B6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CB78707-1633-A795-2D33-10B2559807C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4F8151-CC6A-E290-9FC9-45BC39C1BB5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256E8B-D10F-2B18-4E19-A5F70F3FDF7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0AED7-C229-2CBF-DFC8-F7A3122B992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F492E7-A6D1-76C1-1CB6-F4491ABE6CED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EB5F-2874-1F6C-18FC-E06D89919601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ED0BD51-4E99-E1A1-ECDA-20F615DBEBDF}"/>
              </a:ext>
            </a:extLst>
          </p:cNvPr>
          <p:cNvSpPr txBox="1">
            <a:spLocks/>
          </p:cNvSpPr>
          <p:nvPr/>
        </p:nvSpPr>
        <p:spPr>
          <a:xfrm>
            <a:off x="1677766" y="4126231"/>
            <a:ext cx="1531159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⑤</a:t>
            </a:r>
            <a:r>
              <a:rPr lang="ko-KR" altLang="en-US" sz="1200" b="1">
                <a:latin typeface="+mn-ea"/>
              </a:rPr>
              <a:t>타입 심볼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소진됨</a:t>
            </a:r>
            <a:r>
              <a:rPr lang="en-US" altLang="ko-KR" sz="1200" b="1">
                <a:latin typeface="+mn-ea"/>
              </a:rPr>
              <a:t>!</a:t>
            </a:r>
            <a:endParaRPr lang="ko-KR" altLang="en-US" sz="1200" b="1">
              <a:latin typeface="+mn-ea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8D17A77-755B-8E09-9BAE-9F50113B6E30}"/>
              </a:ext>
            </a:extLst>
          </p:cNvPr>
          <p:cNvSpPr txBox="1">
            <a:spLocks/>
          </p:cNvSpPr>
          <p:nvPr/>
        </p:nvSpPr>
        <p:spPr>
          <a:xfrm>
            <a:off x="10130446" y="4229168"/>
            <a:ext cx="1729241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⑥</a:t>
            </a:r>
            <a:r>
              <a:rPr lang="ko-KR" altLang="en-US" sz="1200" b="1">
                <a:latin typeface="+mn-ea"/>
              </a:rPr>
              <a:t>매칭 알고리즘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및 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896568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3B27-A52C-6F62-884E-BDAEDEB7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F03813-B464-5255-D8C6-0CC166317660}"/>
              </a:ext>
            </a:extLst>
          </p:cNvPr>
          <p:cNvGrpSpPr/>
          <p:nvPr/>
        </p:nvGrpSpPr>
        <p:grpSpPr>
          <a:xfrm>
            <a:off x="7116705" y="2377945"/>
            <a:ext cx="1696047" cy="2963722"/>
            <a:chOff x="7302225" y="2858410"/>
            <a:chExt cx="1696047" cy="296372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63A998D-A0B1-C128-818B-575EA845BBBD}"/>
                </a:ext>
              </a:extLst>
            </p:cNvPr>
            <p:cNvSpPr/>
            <p:nvPr/>
          </p:nvSpPr>
          <p:spPr>
            <a:xfrm>
              <a:off x="7302225" y="2858410"/>
              <a:ext cx="1696047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7665C86-61B9-C5C8-2EBF-7E2314B7E375}"/>
                </a:ext>
              </a:extLst>
            </p:cNvPr>
            <p:cNvGrpSpPr/>
            <p:nvPr/>
          </p:nvGrpSpPr>
          <p:grpSpPr>
            <a:xfrm>
              <a:off x="7503654" y="3038319"/>
              <a:ext cx="1293189" cy="900000"/>
              <a:chOff x="8523851" y="1625702"/>
              <a:chExt cx="1080000" cy="90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5FCF87A-4173-50EE-4432-8D5B182C6F79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C46FD95-2768-963E-A4FF-72996D2407F9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944337B-C569-0140-851A-6C674BD12534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1BD0C8D-39FE-3CD4-4F0F-F61803E57157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610AFAC-FA4F-6150-6438-EAD14D728730}"/>
                </a:ext>
              </a:extLst>
            </p:cNvPr>
            <p:cNvGrpSpPr/>
            <p:nvPr/>
          </p:nvGrpSpPr>
          <p:grpSpPr>
            <a:xfrm>
              <a:off x="7503654" y="4085609"/>
              <a:ext cx="1293189" cy="1620000"/>
              <a:chOff x="8523851" y="2626812"/>
              <a:chExt cx="1080000" cy="1620000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2A51F3C3-456E-4B4B-21D9-346E9A972099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E208841C-A47B-2EBA-D5CC-1220AC9C7AC2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1D65E103-7536-6203-A988-669F86A7415E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061CA533-A973-756F-1C90-D241229143FF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D9D3C5A-76F5-65F4-6D3E-887A2D9EBD01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F5F3DB6-1313-512D-5D86-42137697A523}"/>
              </a:ext>
            </a:extLst>
          </p:cNvPr>
          <p:cNvSpPr/>
          <p:nvPr/>
        </p:nvSpPr>
        <p:spPr>
          <a:xfrm>
            <a:off x="7009604" y="5474185"/>
            <a:ext cx="1910249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7F0125-FA96-6911-545B-7FB52083FFDF}"/>
              </a:ext>
            </a:extLst>
          </p:cNvPr>
          <p:cNvCxnSpPr>
            <a:cxnSpLocks/>
          </p:cNvCxnSpPr>
          <p:nvPr/>
        </p:nvCxnSpPr>
        <p:spPr>
          <a:xfrm>
            <a:off x="473548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A14B9C9-4B01-7C51-9D26-70D8701D3D95}"/>
              </a:ext>
            </a:extLst>
          </p:cNvPr>
          <p:cNvCxnSpPr>
            <a:cxnSpLocks/>
            <a:stCxn id="62" idx="4"/>
            <a:endCxn id="64" idx="0"/>
          </p:cNvCxnSpPr>
          <p:nvPr/>
        </p:nvCxnSpPr>
        <p:spPr>
          <a:xfrm>
            <a:off x="3313876" y="2961245"/>
            <a:ext cx="0" cy="1831725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D113B7-A132-7D16-A024-9B20A53BBED2}"/>
              </a:ext>
            </a:extLst>
          </p:cNvPr>
          <p:cNvSpPr/>
          <p:nvPr/>
        </p:nvSpPr>
        <p:spPr>
          <a:xfrm>
            <a:off x="2119435" y="3785306"/>
            <a:ext cx="558181" cy="5319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9B909A-7919-025B-2575-12C0CBCFCFA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677616" y="4051283"/>
            <a:ext cx="1886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84699907-B567-C75E-53FB-A00E6A6391E1}"/>
              </a:ext>
            </a:extLst>
          </p:cNvPr>
          <p:cNvSpPr/>
          <p:nvPr/>
        </p:nvSpPr>
        <p:spPr>
          <a:xfrm>
            <a:off x="194484" y="2736473"/>
            <a:ext cx="735622" cy="525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3DDDE9-509E-E5D6-7B47-7BEF024C4DF4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930106" y="2999077"/>
            <a:ext cx="56121" cy="359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C1C7606-6FE4-A4C5-49E4-C12931641ECA}"/>
              </a:ext>
            </a:extLst>
          </p:cNvPr>
          <p:cNvSpPr/>
          <p:nvPr/>
        </p:nvSpPr>
        <p:spPr>
          <a:xfrm>
            <a:off x="3866646" y="2556217"/>
            <a:ext cx="55818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EB26B0-3BD4-81EF-A52F-3D2943DB3E40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3805095" y="2788506"/>
            <a:ext cx="61551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2AD43CB-1514-931C-6502-C74C70B499B8}"/>
              </a:ext>
            </a:extLst>
          </p:cNvPr>
          <p:cNvSpPr/>
          <p:nvPr/>
        </p:nvSpPr>
        <p:spPr>
          <a:xfrm>
            <a:off x="986227" y="2882109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69C6EC-84B7-6BE9-3B17-296CB24F3524}"/>
              </a:ext>
            </a:extLst>
          </p:cNvPr>
          <p:cNvSpPr/>
          <p:nvPr/>
        </p:nvSpPr>
        <p:spPr>
          <a:xfrm>
            <a:off x="986227" y="3930723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4E6AD-AA28-0EDF-8838-9CFD96E12ED0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856422" y="4051283"/>
            <a:ext cx="26301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A660BD06-F109-2593-8350-07AA2B60B862}"/>
              </a:ext>
            </a:extLst>
          </p:cNvPr>
          <p:cNvSpPr/>
          <p:nvPr/>
        </p:nvSpPr>
        <p:spPr>
          <a:xfrm>
            <a:off x="2866262" y="3878544"/>
            <a:ext cx="895227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I</a:t>
            </a:r>
            <a:endParaRPr lang="ko-KR" altLang="en-US" sz="9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6DFC897-D2EB-F5B4-CF90-94E6B8FA9C19}"/>
              </a:ext>
            </a:extLst>
          </p:cNvPr>
          <p:cNvSpPr/>
          <p:nvPr/>
        </p:nvSpPr>
        <p:spPr>
          <a:xfrm>
            <a:off x="2822657" y="2615767"/>
            <a:ext cx="982438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F</a:t>
            </a:r>
            <a:endParaRPr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8AC69FB-0C4A-1A76-A398-4ABCC22A9F31}"/>
              </a:ext>
            </a:extLst>
          </p:cNvPr>
          <p:cNvSpPr/>
          <p:nvPr/>
        </p:nvSpPr>
        <p:spPr>
          <a:xfrm>
            <a:off x="2988779" y="5311187"/>
            <a:ext cx="65019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E2CDAD5-D107-60B1-5CA9-F67218D9AB7C}"/>
              </a:ext>
            </a:extLst>
          </p:cNvPr>
          <p:cNvSpPr/>
          <p:nvPr/>
        </p:nvSpPr>
        <p:spPr>
          <a:xfrm>
            <a:off x="2822656" y="4792970"/>
            <a:ext cx="982439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M</a:t>
            </a:r>
            <a:endParaRPr lang="ko-KR" altLang="en-US" sz="9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F14A71-4EFC-8359-3DE5-B5650C4843F4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3313876" y="5138448"/>
            <a:ext cx="0" cy="1727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FA365C-2282-B7FA-8E24-AA6B5B6B832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421325" y="3123229"/>
            <a:ext cx="0" cy="807494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74FF772-B936-1F24-90BF-B216F154E34E}"/>
              </a:ext>
            </a:extLst>
          </p:cNvPr>
          <p:cNvSpPr txBox="1"/>
          <p:nvPr/>
        </p:nvSpPr>
        <p:spPr>
          <a:xfrm>
            <a:off x="393206" y="1608840"/>
            <a:ext cx="40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①</a:t>
            </a:r>
            <a:r>
              <a:rPr lang="ko-KR" altLang="en-US"/>
              <a:t>조립 부품</a:t>
            </a:r>
            <a:r>
              <a:rPr lang="en-US" altLang="ko-KR"/>
              <a:t> </a:t>
            </a:r>
            <a:r>
              <a:rPr lang="ko-KR" altLang="en-US"/>
              <a:t>정보 </a:t>
            </a:r>
            <a:r>
              <a:rPr lang="en-US" altLang="ko-KR"/>
              <a:t>+ </a:t>
            </a:r>
            <a:r>
              <a:rPr lang="ko-KR" altLang="en-US"/>
              <a:t>조립 목표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96761C-BD39-858C-51B1-F67E9DDD6C58}"/>
              </a:ext>
            </a:extLst>
          </p:cNvPr>
          <p:cNvSpPr/>
          <p:nvPr/>
        </p:nvSpPr>
        <p:spPr>
          <a:xfrm>
            <a:off x="5032137" y="5474185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C694F8-9AEB-97AA-045B-3385F36EC887}"/>
              </a:ext>
            </a:extLst>
          </p:cNvPr>
          <p:cNvCxnSpPr>
            <a:cxnSpLocks/>
          </p:cNvCxnSpPr>
          <p:nvPr/>
        </p:nvCxnSpPr>
        <p:spPr>
          <a:xfrm>
            <a:off x="939130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2AF6733-2621-6245-35A1-1CCF397C483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52BE5E2D-8273-3206-E3EA-BBFA6FC1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09262-FC42-294F-7B72-17290BBFE54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1132-94E5-18FE-6C21-E59ACF11083B}"/>
              </a:ext>
            </a:extLst>
          </p:cNvPr>
          <p:cNvSpPr txBox="1"/>
          <p:nvPr/>
        </p:nvSpPr>
        <p:spPr>
          <a:xfrm>
            <a:off x="5093426" y="1608840"/>
            <a:ext cx="3599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②</a:t>
            </a:r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791B-A36A-51BD-BF5F-E9E3E3CD6657}"/>
              </a:ext>
            </a:extLst>
          </p:cNvPr>
          <p:cNvSpPr txBox="1"/>
          <p:nvPr/>
        </p:nvSpPr>
        <p:spPr>
          <a:xfrm>
            <a:off x="350982" y="716826"/>
            <a:ext cx="12542982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ea typeface="맑은 고딕"/>
              </a:rPr>
              <a:t>Planning </a:t>
            </a:r>
            <a:r>
              <a:rPr lang="ko-KR" altLang="en-US">
                <a:ea typeface="맑은 고딕"/>
              </a:rPr>
              <a:t>과정 개략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040D08B-34A6-5EAD-8175-D2FCB7BF1FFF}"/>
              </a:ext>
            </a:extLst>
          </p:cNvPr>
          <p:cNvSpPr/>
          <p:nvPr/>
        </p:nvSpPr>
        <p:spPr>
          <a:xfrm>
            <a:off x="5258527" y="2748661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C585CC-3541-9FCF-5FE4-B48B638FCFE7}"/>
              </a:ext>
            </a:extLst>
          </p:cNvPr>
          <p:cNvSpPr/>
          <p:nvPr/>
        </p:nvSpPr>
        <p:spPr>
          <a:xfrm>
            <a:off x="5420602" y="3368442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C35EE3-9315-3C8D-DA7D-16C328BA7DF2}"/>
              </a:ext>
            </a:extLst>
          </p:cNvPr>
          <p:cNvSpPr/>
          <p:nvPr/>
        </p:nvSpPr>
        <p:spPr>
          <a:xfrm>
            <a:off x="5420602" y="3763555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C2D257-CD48-32FB-E22B-D34581922638}"/>
              </a:ext>
            </a:extLst>
          </p:cNvPr>
          <p:cNvSpPr/>
          <p:nvPr/>
        </p:nvSpPr>
        <p:spPr>
          <a:xfrm>
            <a:off x="5420602" y="415866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A76F7E-3A37-9BD6-650C-9813CE6197A9}"/>
              </a:ext>
            </a:extLst>
          </p:cNvPr>
          <p:cNvSpPr/>
          <p:nvPr/>
        </p:nvSpPr>
        <p:spPr>
          <a:xfrm>
            <a:off x="5420602" y="286532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2A4E62-317A-AD2D-52BE-5398D7BD02D3}"/>
              </a:ext>
            </a:extLst>
          </p:cNvPr>
          <p:cNvSpPr/>
          <p:nvPr/>
        </p:nvSpPr>
        <p:spPr>
          <a:xfrm>
            <a:off x="5420602" y="4661780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2E5051C-F716-A575-BEC7-D193F8365DF1}"/>
              </a:ext>
            </a:extLst>
          </p:cNvPr>
          <p:cNvGraphicFramePr>
            <a:graphicFrameLocks noGrp="1"/>
          </p:cNvGraphicFramePr>
          <p:nvPr/>
        </p:nvGraphicFramePr>
        <p:xfrm>
          <a:off x="9697455" y="222548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2E9359-1F3D-6506-054C-464A8B474F28}"/>
              </a:ext>
            </a:extLst>
          </p:cNvPr>
          <p:cNvGrpSpPr/>
          <p:nvPr/>
        </p:nvGrpSpPr>
        <p:grpSpPr>
          <a:xfrm>
            <a:off x="10411196" y="3850928"/>
            <a:ext cx="1404578" cy="1620000"/>
            <a:chOff x="8523851" y="2626812"/>
            <a:chExt cx="1080000" cy="16200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774D7AD-8DEC-314A-6535-C5EED2E9210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D3A99CA-F965-819F-15ED-BC57AFDE50C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DABFF47-86D9-23BA-C6E8-910D0E71B90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6D3595B-34B4-860B-611A-1B0B85713911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1B5B196-C8D7-EEBB-DB82-761ACA524A7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6F596A5-7F40-B209-ACF9-20D5E6472532}"/>
              </a:ext>
            </a:extLst>
          </p:cNvPr>
          <p:cNvGrpSpPr/>
          <p:nvPr/>
        </p:nvGrpSpPr>
        <p:grpSpPr>
          <a:xfrm>
            <a:off x="10411196" y="2759990"/>
            <a:ext cx="1404578" cy="900000"/>
            <a:chOff x="8523851" y="1625702"/>
            <a:chExt cx="1080000" cy="9000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EBD74C2-EC06-DFB7-4C77-0DAB23BC9D6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4CE143F-55AD-6725-69BB-51A99B8EA39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305C144C-08F1-564D-3B46-C3938814183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2D2B9D7-0E88-7503-80FD-1F6682BF5614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946330-8596-D930-1498-AEB5FFB55694}"/>
              </a:ext>
            </a:extLst>
          </p:cNvPr>
          <p:cNvSpPr txBox="1"/>
          <p:nvPr/>
        </p:nvSpPr>
        <p:spPr>
          <a:xfrm>
            <a:off x="9622996" y="1608840"/>
            <a:ext cx="235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③</a:t>
            </a:r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385482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2BC3-A04B-1C81-D637-8D9B7B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25E4452C-9F55-203C-163F-13A43385A2F9}"/>
              </a:ext>
            </a:extLst>
          </p:cNvPr>
          <p:cNvSpPr txBox="1"/>
          <p:nvPr/>
        </p:nvSpPr>
        <p:spPr>
          <a:xfrm>
            <a:off x="8398940" y="3515079"/>
            <a:ext cx="33147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/>
              <a:t>{</a:t>
            </a:r>
            <a:r>
              <a:rPr lang="ko-KR" altLang="en-US" sz="1400"/>
              <a:t>도어 </a:t>
            </a:r>
            <a:r>
              <a:rPr lang="ko-KR" altLang="en-US" sz="1400" err="1"/>
              <a:t>체커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{nut type C,</a:t>
            </a:r>
            <a:r>
              <a:rPr lang="ko-KR" altLang="en-US" sz="1400"/>
              <a:t> </a:t>
            </a:r>
            <a:r>
              <a:rPr lang="ko-KR" altLang="en-US" sz="1400" err="1"/>
              <a:t>가조립</a:t>
            </a:r>
            <a:r>
              <a:rPr lang="ko-KR" altLang="en-US" sz="1400"/>
              <a:t> </a:t>
            </a:r>
            <a:r>
              <a:rPr lang="en-US" altLang="ko-KR" sz="1400"/>
              <a:t>1}, 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볼트</a:t>
            </a:r>
            <a:r>
              <a:rPr lang="en-US" altLang="ko-KR" sz="1400"/>
              <a:t> type D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endParaRPr lang="en-US" altLang="ko-KR" sz="1400"/>
          </a:p>
          <a:p>
            <a:endParaRPr lang="ko-KR" altLang="en-US" sz="140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D71419-05D4-9B8B-4374-E4D03B7FB47F}"/>
              </a:ext>
            </a:extLst>
          </p:cNvPr>
          <p:cNvSpPr/>
          <p:nvPr/>
        </p:nvSpPr>
        <p:spPr>
          <a:xfrm>
            <a:off x="5397566" y="3537647"/>
            <a:ext cx="1752600" cy="1634493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B6F3A9-C644-6E7C-27C7-5C9C3B4FB5D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77247" y="4354894"/>
            <a:ext cx="1620319" cy="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732A310-B242-6485-7B0E-B9A8D492DA5C}"/>
              </a:ext>
            </a:extLst>
          </p:cNvPr>
          <p:cNvCxnSpPr>
            <a:cxnSpLocks/>
            <a:stCxn id="56" idx="3"/>
            <a:endCxn id="99" idx="1"/>
          </p:cNvCxnSpPr>
          <p:nvPr/>
        </p:nvCxnSpPr>
        <p:spPr>
          <a:xfrm flipV="1">
            <a:off x="7150166" y="4348682"/>
            <a:ext cx="1248774" cy="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F258BB4-B93A-6160-5BC7-04BEC4B93D65}"/>
              </a:ext>
            </a:extLst>
          </p:cNvPr>
          <p:cNvSpPr/>
          <p:nvPr/>
        </p:nvSpPr>
        <p:spPr>
          <a:xfrm>
            <a:off x="8398940" y="3404243"/>
            <a:ext cx="2381250" cy="188887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75C05AD-A14C-C021-7956-0560F9E98FF0}"/>
              </a:ext>
            </a:extLst>
          </p:cNvPr>
          <p:cNvSpPr/>
          <p:nvPr/>
        </p:nvSpPr>
        <p:spPr>
          <a:xfrm>
            <a:off x="8428670" y="3207101"/>
            <a:ext cx="1537277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공법서 형태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733794-F980-34F7-5C0F-3DBB7F6484EA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DC7B6A-0871-D798-1480-8983CFD5EB7D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EAAD755-C018-AE5C-6BC2-F0D27E369C2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F992537-7DD6-9800-927F-86A026D45420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7650DBDE-5F17-BCB1-9DC4-9C1763D7479A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7F27381-BE69-160F-62A8-03960354BD0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6D6758E-FB9F-A686-B970-739A30980E73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E2E52A-3070-C155-DB00-90510FBA4320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5E9334-0111-460D-E14A-986DF31F903F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2B238C-0487-D25D-6A78-5978EE75C418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C085242A-3653-9927-BA1B-422FE32D5713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82A8BE7C-EC5D-E1D3-F642-8ACD89CC2782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38DB4A4-2CD7-A603-D9ED-350E7D7E3AE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1">
            <a:extLst>
              <a:ext uri="{FF2B5EF4-FFF2-40B4-BE49-F238E27FC236}">
                <a16:creationId xmlns:a16="http://schemas.microsoft.com/office/drawing/2014/main" id="{32D886E4-F1CB-1244-C366-E677FB7A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2FCD8-FF9D-FDA9-A604-4DBA4BD5E8DC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0C6A8-132A-743D-5D64-38BD3A39EFD1}"/>
              </a:ext>
            </a:extLst>
          </p:cNvPr>
          <p:cNvSpPr txBox="1"/>
          <p:nvPr/>
        </p:nvSpPr>
        <p:spPr>
          <a:xfrm>
            <a:off x="350982" y="30947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공법서 변환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71537E-B6A4-11BA-3F4B-B886FDDB6108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D8556E-D247-702B-5488-6345F9148AC4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6B69B0-ABEF-BD3D-60D0-2348D44945F0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BE66FD-E5F7-76CA-4BD4-C10112F961D4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0F7860-AD62-6C38-EBC3-7BB9AC8E394D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286355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1675</Words>
  <Application>Microsoft Office PowerPoint</Application>
  <PresentationFormat>와이드스크린</PresentationFormat>
  <Paragraphs>395</Paragraphs>
  <Slides>20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185</cp:revision>
  <dcterms:modified xsi:type="dcterms:W3CDTF">2025-11-18T17:56:27Z</dcterms:modified>
</cp:coreProperties>
</file>