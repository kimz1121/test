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12"/>
  </p:notesMasterIdLst>
  <p:sldIdLst>
    <p:sldId id="256" r:id="rId3"/>
    <p:sldId id="257" r:id="rId4"/>
    <p:sldId id="320" r:id="rId5"/>
    <p:sldId id="324" r:id="rId6"/>
    <p:sldId id="323" r:id="rId7"/>
    <p:sldId id="313" r:id="rId8"/>
    <p:sldId id="322" r:id="rId9"/>
    <p:sldId id="321" r:id="rId10"/>
    <p:sldId id="316" r:id="rId11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85"/>
    <a:srgbClr val="FF7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67" autoAdjust="0"/>
  </p:normalViewPr>
  <p:slideViewPr>
    <p:cSldViewPr snapToGrid="0">
      <p:cViewPr varScale="1">
        <p:scale>
          <a:sx n="91" d="100"/>
          <a:sy n="91" d="100"/>
        </p:scale>
        <p:origin x="13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506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5D057-6E98-BD3B-F146-AE9D296C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D18B9B87-85C2-4FB1-4389-54AA0300AD9B}"/>
              </a:ext>
            </a:extLst>
          </p:cNvPr>
          <p:cNvSpPr/>
          <p:nvPr/>
        </p:nvSpPr>
        <p:spPr>
          <a:xfrm>
            <a:off x="453981" y="2885353"/>
            <a:ext cx="4805495" cy="225765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88F33089-39FC-32F7-60A7-E2A2DD655182}"/>
              </a:ext>
            </a:extLst>
          </p:cNvPr>
          <p:cNvGrpSpPr/>
          <p:nvPr/>
        </p:nvGrpSpPr>
        <p:grpSpPr>
          <a:xfrm>
            <a:off x="467527" y="2911488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A7214541-EB68-1EC4-9D53-797DDA93F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4520930-0DEF-1C66-4019-3882C6973057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2038FD-5DE0-5105-0BC5-32262D3C2642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896C76-B50E-5C90-69CC-757A3FF7C10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55D37FC0-C318-1099-CFC9-79A89E468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4CEBEFA-E320-AFA5-A506-F6D02D4202C4}"/>
              </a:ext>
            </a:extLst>
          </p:cNvPr>
          <p:cNvGrpSpPr/>
          <p:nvPr/>
        </p:nvGrpSpPr>
        <p:grpSpPr>
          <a:xfrm>
            <a:off x="326261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550B767-F768-9628-07AA-76532201E75B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1C128F97-6497-AC22-AC18-22A9EB7B4044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55ECAD0B-5E66-0572-ABA8-BB8965FF58C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E7D3C689-19AE-7F89-3190-B1242F908F58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248C64B6-0136-8F19-82A1-83328280A804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DE8B35E9-E6DD-C64F-44CF-DA720B26638D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FBF6FE6F-6DE6-3778-C1C7-064F4DB8DFCD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0F05BAF8-4AE5-E037-AF9D-9D5455EBED3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53B2EDE1-76D9-25B0-5B36-3CE3E2F0CF05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9E24641C-2216-9AC5-AE07-6A0D833CC99C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451043CB-02C4-64EE-1FD4-29860FC8A38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3BC2AA5E-13CA-1C6B-3D79-F9F01996ED81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E95D59C4-DC3B-964A-A181-DA7771318CDE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4A2A84FA-6622-BA1C-117A-631DF16C14C8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7919FE4-F838-4A25-618F-2CBD8D39015C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00C2A7EE-62B0-02C1-B3DC-3FFA10F8D7F1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550A0043-54C5-EC0C-C9CA-ED954F7DE6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24901EF6-3004-68E9-0603-82ECAFC6B1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115EA161-595D-9621-9EFB-827CD44F09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D29F1423-685B-D6E8-46BA-E09D04A6A9CE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4AE9450B-6198-8CC3-5284-4BCB48F0CDE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7B4F0C1E-8D78-46EF-37A8-5D1A199E3500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BBA24F1D-D545-009D-FD72-6744DE54F56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EEC6174-A582-EC25-AB4D-AAF123082DF0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88CC3718-E58D-2859-F3CE-812646E53C0B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18906D97-CAAA-41E0-62A8-87CF78F2FCA6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8BC2CE4A-7A7C-912C-91F8-7A49ED584463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2FD3A7E-7E48-7D09-E1EE-4C3F70AEB836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000E27A2-D53E-2D87-1E98-7FC53F998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57" y="748454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05B8CD56-93F9-B55F-4FA6-F2DBA28BF7B3}"/>
              </a:ext>
            </a:extLst>
          </p:cNvPr>
          <p:cNvGrpSpPr/>
          <p:nvPr/>
        </p:nvGrpSpPr>
        <p:grpSpPr>
          <a:xfrm>
            <a:off x="2185982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7422784E-F5B2-9349-BC72-D9A7FAFB1FE5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5E3A08DB-BB93-D920-4DFB-32F0A86FEC55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5B1F3230-18BD-7430-0473-550A656AAD41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A6C4CFCA-1814-4517-E140-3EDBA7C4494A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7D666D21-0227-BC25-FBC6-8D844E9864B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C0D04547-AD05-C2BB-AECA-001B0E250F5B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C52E787-7A77-1223-C9A6-F53EEF2E851B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B4621D2B-BE35-EEA2-5447-55F2DEE807F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D6634A9C-D2E7-D422-AAED-7761BF8B9F41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8F7340E-173A-FF0F-F2DE-F0B7875A1FB5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2312D35A-1AEC-6F8F-C597-79F2323B5970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459C34A9-B9F8-8695-9005-F32DBA31310D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13728195-CE40-04AE-8743-72BCBB4008A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1B7EDFFD-D3AE-4474-18FF-44498B4082C6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CBF21A9-1371-8073-92AB-C4225C2EDB32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B0783B79-1EDC-2BED-703D-2587E95C772E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DECA9560-AB39-4840-DB29-6A0F1DF48F37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C053213-9E2B-B82E-6484-08247C606C0B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079432C1-87B1-26B0-D648-4D63FE6F2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991759"/>
              </p:ext>
            </p:extLst>
          </p:nvPr>
        </p:nvGraphicFramePr>
        <p:xfrm>
          <a:off x="5907980" y="3426183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62B749C9-E72E-4EF6-D5AB-A9DF0AC337EB}"/>
              </a:ext>
            </a:extLst>
          </p:cNvPr>
          <p:cNvGrpSpPr/>
          <p:nvPr/>
        </p:nvGrpSpPr>
        <p:grpSpPr>
          <a:xfrm>
            <a:off x="6463606" y="3754709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592D2A94-2E5E-33CE-0859-463E5115E72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27734275-551F-80D1-805D-C59842F003A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696C21B6-1F6D-EC3D-7060-57B71D910C7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0F10D99-FA4D-365F-1F93-0928C9133504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D1E57C30-DA97-F76F-1A44-504256A20A6F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52162E88-EA58-96EA-30C3-E5885491828F}"/>
              </a:ext>
            </a:extLst>
          </p:cNvPr>
          <p:cNvGrpSpPr/>
          <p:nvPr/>
        </p:nvGrpSpPr>
        <p:grpSpPr>
          <a:xfrm>
            <a:off x="6463606" y="4254787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32F4A7B5-E87E-E63D-EB3B-F1FA5A91641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00D2085D-384D-D368-3434-A237BEA781D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15790A80-E03A-BEB4-A1D6-BE870DE4C33B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444AC586-6846-3941-5BB8-8FD03B07151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2EEAD974-5A69-2A5E-45A2-F551ECC417C0}"/>
              </a:ext>
            </a:extLst>
          </p:cNvPr>
          <p:cNvSpPr txBox="1"/>
          <p:nvPr/>
        </p:nvSpPr>
        <p:spPr>
          <a:xfrm>
            <a:off x="5636635" y="4948113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312499D-5182-5AF7-5A69-FBF407C5D0FC}"/>
              </a:ext>
            </a:extLst>
          </p:cNvPr>
          <p:cNvSpPr/>
          <p:nvPr/>
        </p:nvSpPr>
        <p:spPr>
          <a:xfrm>
            <a:off x="7821783" y="3598045"/>
            <a:ext cx="1900875" cy="1044210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Adapter</a:t>
            </a:r>
            <a:endParaRPr lang="en-US" altLang="ko-KR" sz="1200" b="1" dirty="0"/>
          </a:p>
          <a:p>
            <a:pPr algn="ctr"/>
            <a:r>
              <a:rPr lang="ko-KR" altLang="en-US" sz="1200" dirty="0"/>
              <a:t>부위 단위 조립을 </a:t>
            </a:r>
            <a:br>
              <a:rPr lang="en-US" altLang="ko-KR" sz="1200" dirty="0"/>
            </a:br>
            <a:r>
              <a:rPr lang="ko-KR" altLang="en-US" sz="1200" dirty="0"/>
              <a:t>공법 단위 조립으로 변환</a:t>
            </a:r>
            <a:endParaRPr lang="en-US" altLang="ko-KR" sz="1200" dirty="0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2377A673-CFE0-1DA8-BB59-0D5D8B6A5C22}"/>
              </a:ext>
            </a:extLst>
          </p:cNvPr>
          <p:cNvGrpSpPr/>
          <p:nvPr/>
        </p:nvGrpSpPr>
        <p:grpSpPr>
          <a:xfrm>
            <a:off x="10366668" y="3343283"/>
            <a:ext cx="1694578" cy="1544946"/>
            <a:chOff x="9546077" y="3179194"/>
            <a:chExt cx="2381250" cy="2086020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0F722756-8DE3-78F5-DBBF-0C9F188811A0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AB6F44B0-299A-D905-A137-C9434C7A4314}"/>
                </a:ext>
              </a:extLst>
            </p:cNvPr>
            <p:cNvSpPr/>
            <p:nvPr/>
          </p:nvSpPr>
          <p:spPr>
            <a:xfrm>
              <a:off x="9575807" y="3179194"/>
              <a:ext cx="1537277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형태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3F75FA6-C284-ED87-6B8D-B6D1846F9804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6518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{nut type C,</a:t>
              </a:r>
              <a:r>
                <a:rPr lang="ko-KR" altLang="en-US" sz="1050" dirty="0"/>
                <a:t> </a:t>
              </a:r>
              <a:r>
                <a:rPr lang="ko-KR" altLang="en-US" sz="1050" dirty="0" err="1"/>
                <a:t>가조립</a:t>
              </a:r>
              <a:r>
                <a:rPr lang="ko-KR" altLang="en-US" sz="1050" dirty="0"/>
                <a:t> </a:t>
              </a:r>
              <a:r>
                <a:rPr lang="en-US" altLang="ko-KR" sz="1050" dirty="0"/>
                <a:t>1}, 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 type D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58D2C430-9660-289D-E723-1A9BF6111FDC}"/>
              </a:ext>
            </a:extLst>
          </p:cNvPr>
          <p:cNvGrpSpPr/>
          <p:nvPr/>
        </p:nvGrpSpPr>
        <p:grpSpPr>
          <a:xfrm>
            <a:off x="256739" y="5389463"/>
            <a:ext cx="1529700" cy="1219719"/>
            <a:chOff x="7670009" y="1193508"/>
            <a:chExt cx="1558708" cy="1156227"/>
          </a:xfrm>
        </p:grpSpPr>
        <p:pic>
          <p:nvPicPr>
            <p:cNvPr id="138" name="그래픽 137" descr="데이터베이스 단색으로 채워진">
              <a:extLst>
                <a:ext uri="{FF2B5EF4-FFF2-40B4-BE49-F238E27FC236}">
                  <a16:creationId xmlns:a16="http://schemas.microsoft.com/office/drawing/2014/main" id="{9ED135F8-0942-17FD-400D-F049F4E86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451B72A-69A9-EF76-BBA3-6C8D857EBE9A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37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6EF7C197-A2A0-3902-0FAF-5936FACBAA48}"/>
              </a:ext>
            </a:extLst>
          </p:cNvPr>
          <p:cNvSpPr/>
          <p:nvPr/>
        </p:nvSpPr>
        <p:spPr>
          <a:xfrm>
            <a:off x="525546" y="352464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3C24A3EA-4F47-38FA-8F1E-BA275DE93E5E}"/>
              </a:ext>
            </a:extLst>
          </p:cNvPr>
          <p:cNvSpPr/>
          <p:nvPr/>
        </p:nvSpPr>
        <p:spPr>
          <a:xfrm>
            <a:off x="1774653" y="352360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예측 시스템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799FA0D0-9435-5DC7-6E3B-5273BDA39EA9}"/>
              </a:ext>
            </a:extLst>
          </p:cNvPr>
          <p:cNvSpPr/>
          <p:nvPr/>
        </p:nvSpPr>
        <p:spPr>
          <a:xfrm>
            <a:off x="3451582" y="3518747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4" name="화살표: 위쪽 143">
            <a:extLst>
              <a:ext uri="{FF2B5EF4-FFF2-40B4-BE49-F238E27FC236}">
                <a16:creationId xmlns:a16="http://schemas.microsoft.com/office/drawing/2014/main" id="{9847BB6F-31CD-9880-FE02-14730B6BC9D8}"/>
              </a:ext>
            </a:extLst>
          </p:cNvPr>
          <p:cNvSpPr/>
          <p:nvPr/>
        </p:nvSpPr>
        <p:spPr>
          <a:xfrm>
            <a:off x="660699" y="4671881"/>
            <a:ext cx="752053" cy="615309"/>
          </a:xfrm>
          <a:prstGeom prst="upArrow">
            <a:avLst>
              <a:gd name="adj1" fmla="val 79357"/>
              <a:gd name="adj2" fmla="val 3880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326CDDEF-216C-6E74-9CF5-CEA1F72F2354}"/>
              </a:ext>
            </a:extLst>
          </p:cNvPr>
          <p:cNvSpPr/>
          <p:nvPr/>
        </p:nvSpPr>
        <p:spPr>
          <a:xfrm>
            <a:off x="5389378" y="3803404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화살표: 아래쪽 146">
            <a:extLst>
              <a:ext uri="{FF2B5EF4-FFF2-40B4-BE49-F238E27FC236}">
                <a16:creationId xmlns:a16="http://schemas.microsoft.com/office/drawing/2014/main" id="{FCD425F6-513C-9C22-3455-7627EBE2D48B}"/>
              </a:ext>
            </a:extLst>
          </p:cNvPr>
          <p:cNvSpPr/>
          <p:nvPr/>
        </p:nvSpPr>
        <p:spPr>
          <a:xfrm>
            <a:off x="1013564" y="2511974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화살표: 아래쪽 165">
            <a:extLst>
              <a:ext uri="{FF2B5EF4-FFF2-40B4-BE49-F238E27FC236}">
                <a16:creationId xmlns:a16="http://schemas.microsoft.com/office/drawing/2014/main" id="{78AD9533-E213-DAA3-2E08-792E1D99D6E4}"/>
              </a:ext>
            </a:extLst>
          </p:cNvPr>
          <p:cNvSpPr/>
          <p:nvPr/>
        </p:nvSpPr>
        <p:spPr>
          <a:xfrm>
            <a:off x="2909280" y="2515792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F53E512E-7BCA-1256-A310-A46FFCB454A0}"/>
              </a:ext>
            </a:extLst>
          </p:cNvPr>
          <p:cNvSpPr/>
          <p:nvPr/>
        </p:nvSpPr>
        <p:spPr>
          <a:xfrm>
            <a:off x="7379788" y="3797866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66BF4715-FBAB-52B2-9A1E-E45C9D407F22}"/>
              </a:ext>
            </a:extLst>
          </p:cNvPr>
          <p:cNvSpPr/>
          <p:nvPr/>
        </p:nvSpPr>
        <p:spPr>
          <a:xfrm>
            <a:off x="9864433" y="3806277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63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636BB-79DA-2805-37B0-8BCD24CC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453BEE49-AA4A-3F17-8AC4-87571831B43F}"/>
              </a:ext>
            </a:extLst>
          </p:cNvPr>
          <p:cNvSpPr/>
          <p:nvPr/>
        </p:nvSpPr>
        <p:spPr>
          <a:xfrm>
            <a:off x="453981" y="2885353"/>
            <a:ext cx="4805495" cy="225765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56F15793-990A-967C-5498-407B940F49CC}"/>
              </a:ext>
            </a:extLst>
          </p:cNvPr>
          <p:cNvGrpSpPr/>
          <p:nvPr/>
        </p:nvGrpSpPr>
        <p:grpSpPr>
          <a:xfrm>
            <a:off x="467527" y="2911488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6BFFED06-023F-9B34-3816-B28E364E4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8C32DE7-CA42-9687-B069-13C518A3BEBB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FDCFE66-9AD0-B6D9-4577-D1A522E61696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B30A793-0045-7C40-4120-A99427C0FB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CD87375-3595-FEF3-2B42-C075DA805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A508539-FF8B-815F-4428-EAFC535F9280}"/>
              </a:ext>
            </a:extLst>
          </p:cNvPr>
          <p:cNvGrpSpPr/>
          <p:nvPr/>
        </p:nvGrpSpPr>
        <p:grpSpPr>
          <a:xfrm>
            <a:off x="326261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B1017FE-CDB0-2597-A5E7-8715FAF17459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AC9323F0-5379-C77C-6A6D-B38CB1762E36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C45FD00E-8602-9D94-DECD-6AA5F83D5344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9B5AA755-2405-512F-92A8-D249BB050707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91AAD03A-3B59-A236-5F04-B4CD565C385D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66A8310E-EE74-BB0F-21E1-40D54DF295D9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FF7D2A4-48E1-2C97-7FF8-182B776992B4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B58A2AE8-008C-3210-C6B2-A42CFCCC6E2D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BADE164F-1C3E-19D5-BE81-E266E685B6BC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3A55F132-5DC8-5FD8-8E51-F1ECBCE5ACF4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5189D6EE-4107-2634-616D-CF9599798F5E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E9A15595-B27D-C80F-1696-3D6CE00B630D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2EE2AC8C-AAAF-C0EF-0428-959CBFF7CB42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97DC6AAC-DEB4-B476-B9D2-1B4EA4EA2FAD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26F493F-E132-7763-73A6-CF2F14475BAD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531F86BF-5FC6-EE45-479A-FAE9490902A9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1D7F0D61-5379-EFAF-6B96-C6FD5FDA15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86296BF3-3FEC-CE5C-D8D7-BA496F2959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91EB5C56-4FF7-0BC6-0891-FB234E5BBC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A7D4D92D-52C2-9F47-4CB0-D74A12FBEAA1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1704A106-A69A-3532-57BE-1936FCA650AE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1D1895AD-FA42-32F8-FD87-AB32C3029D6A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0037C353-8305-C07A-9733-5BF1D3062284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32F1966C-7CB2-5E48-339A-CFEA90554A8E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A2CCFF89-A987-0740-FA50-7F3C3B5CBDDC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F07E7BB5-4FE3-86C7-24A8-FDBCC851F8EE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0333AA2B-8D5C-FC69-6E60-DE8B55598E33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049D4FE-DB25-9C23-6A64-22CA17BACF56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4BE68C3E-F948-ECD8-D025-846E66ACF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57" y="748454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7D9C156D-156F-AA75-911A-078AC030ADB2}"/>
              </a:ext>
            </a:extLst>
          </p:cNvPr>
          <p:cNvGrpSpPr/>
          <p:nvPr/>
        </p:nvGrpSpPr>
        <p:grpSpPr>
          <a:xfrm>
            <a:off x="2185982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3332A16D-2DFC-D9DC-7152-A6A92FF89A75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67A28E7B-2737-240D-EF64-1ECAF7D4CA7B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FF72F7BE-5611-8BEB-0B16-A9714A41A209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24B879C4-D881-10CD-210E-2FCE63E0BACB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F26C25D-EC5E-A9BC-CA29-7A562934DF0F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8F289309-C497-558A-A1C3-C17DC17E5A38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2CFF3606-FD8A-4A8D-2647-24E4FE009D15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0DDCC41E-9CA9-3EC0-04A9-8EAD8408230F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D07317DF-F76D-45A4-86D8-A7F751B3C733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28A012A3-8620-8660-D9A3-1935203651A1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CCDDE89C-6EBF-C994-13C1-CE57AB52DFE8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D5E7513C-C20D-8CA3-D57B-AC62037C2C6C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4D1159B2-5A6B-3C3A-650B-DBD6D08288BA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53CE0CA4-EFC5-34A7-0AB1-48EF631DCCA6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80E7A34D-A46C-E5C2-32E9-30D9FA776F0A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856495B8-358B-8B99-6651-A2091C4DA24C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A3831915-88F7-23D3-7329-D2E056C3EEE5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0E5937B-A108-5BBE-FBFF-6713920C511F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50AD70CC-596A-F270-CE30-F4BA02652912}"/>
              </a:ext>
            </a:extLst>
          </p:cNvPr>
          <p:cNvGraphicFramePr>
            <a:graphicFrameLocks noGrp="1"/>
          </p:cNvGraphicFramePr>
          <p:nvPr/>
        </p:nvGraphicFramePr>
        <p:xfrm>
          <a:off x="5907980" y="3426183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BAE0F80B-3794-C056-ED65-1A5AC76B68D0}"/>
              </a:ext>
            </a:extLst>
          </p:cNvPr>
          <p:cNvGrpSpPr/>
          <p:nvPr/>
        </p:nvGrpSpPr>
        <p:grpSpPr>
          <a:xfrm>
            <a:off x="6463606" y="3754709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3C1A9E8E-E294-2835-3FB4-5EECEC8BAF2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FB637F6E-FA10-E9CF-BEEB-4C4C99B308C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505832D8-6D6B-08D4-1CA1-E96A8A7F2B80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3D6508B9-35C2-C05D-0E49-B6356D10CD1E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A803027F-6478-E901-6BFC-0FF357DC5522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96D6FB2-9B0F-AF5C-FA37-9B1742538E03}"/>
              </a:ext>
            </a:extLst>
          </p:cNvPr>
          <p:cNvGrpSpPr/>
          <p:nvPr/>
        </p:nvGrpSpPr>
        <p:grpSpPr>
          <a:xfrm>
            <a:off x="6463606" y="4254787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D4BE4C88-1824-5F6E-9B5D-5E611484D721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CCB53CCD-15CE-3CC9-EDA4-4EE9B1027EF4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1EE4682C-B063-2FB6-6374-0BCACBFC247A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B9608D58-452A-543C-7EFB-277ACE3AA22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90032792-2185-8346-EAA9-B37513B7B1A8}"/>
              </a:ext>
            </a:extLst>
          </p:cNvPr>
          <p:cNvSpPr txBox="1"/>
          <p:nvPr/>
        </p:nvSpPr>
        <p:spPr>
          <a:xfrm>
            <a:off x="5636635" y="4948113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9C2642E-BDB0-2BB5-1B16-4B32F2D6D0BD}"/>
              </a:ext>
            </a:extLst>
          </p:cNvPr>
          <p:cNvSpPr/>
          <p:nvPr/>
        </p:nvSpPr>
        <p:spPr>
          <a:xfrm>
            <a:off x="7821783" y="3598045"/>
            <a:ext cx="1900875" cy="1044210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Adapter</a:t>
            </a:r>
            <a:endParaRPr lang="en-US" altLang="ko-KR" sz="1200" b="1" dirty="0"/>
          </a:p>
          <a:p>
            <a:pPr algn="ctr"/>
            <a:r>
              <a:rPr lang="ko-KR" altLang="en-US" sz="1200" dirty="0"/>
              <a:t>부위 단위 조립을 </a:t>
            </a:r>
            <a:br>
              <a:rPr lang="en-US" altLang="ko-KR" sz="1200" dirty="0"/>
            </a:br>
            <a:r>
              <a:rPr lang="ko-KR" altLang="en-US" sz="1200" dirty="0"/>
              <a:t>공법 단위 조립으로 변환</a:t>
            </a:r>
            <a:endParaRPr lang="en-US" altLang="ko-KR" sz="1200" dirty="0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3906EBDB-E39D-3BB7-5028-44D55E6A76EA}"/>
              </a:ext>
            </a:extLst>
          </p:cNvPr>
          <p:cNvGrpSpPr/>
          <p:nvPr/>
        </p:nvGrpSpPr>
        <p:grpSpPr>
          <a:xfrm>
            <a:off x="10366668" y="3343283"/>
            <a:ext cx="1694578" cy="1544946"/>
            <a:chOff x="9546077" y="3179194"/>
            <a:chExt cx="2381250" cy="2086020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DB677416-FBD9-4FEA-9800-9F4D7AA8E1D6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8BB8AE92-44E8-7A2F-81EB-46937A9249F0}"/>
                </a:ext>
              </a:extLst>
            </p:cNvPr>
            <p:cNvSpPr/>
            <p:nvPr/>
          </p:nvSpPr>
          <p:spPr>
            <a:xfrm>
              <a:off x="9575807" y="3179194"/>
              <a:ext cx="1537277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형태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898CDE2-0ACD-DF40-F1D4-D1023F7ED242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6518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{nut type C,</a:t>
              </a:r>
              <a:r>
                <a:rPr lang="ko-KR" altLang="en-US" sz="1050" dirty="0"/>
                <a:t> </a:t>
              </a:r>
              <a:r>
                <a:rPr lang="ko-KR" altLang="en-US" sz="1050" dirty="0" err="1"/>
                <a:t>가조립</a:t>
              </a:r>
              <a:r>
                <a:rPr lang="ko-KR" altLang="en-US" sz="1050" dirty="0"/>
                <a:t> </a:t>
              </a:r>
              <a:r>
                <a:rPr lang="en-US" altLang="ko-KR" sz="1050" dirty="0"/>
                <a:t>1}, 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 type D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385501D6-6321-7475-F739-7CAB8536EF25}"/>
              </a:ext>
            </a:extLst>
          </p:cNvPr>
          <p:cNvGrpSpPr/>
          <p:nvPr/>
        </p:nvGrpSpPr>
        <p:grpSpPr>
          <a:xfrm>
            <a:off x="256739" y="5389463"/>
            <a:ext cx="1529700" cy="1219719"/>
            <a:chOff x="7670009" y="1193508"/>
            <a:chExt cx="1558708" cy="1156227"/>
          </a:xfrm>
        </p:grpSpPr>
        <p:pic>
          <p:nvPicPr>
            <p:cNvPr id="138" name="그래픽 137" descr="데이터베이스 단색으로 채워진">
              <a:extLst>
                <a:ext uri="{FF2B5EF4-FFF2-40B4-BE49-F238E27FC236}">
                  <a16:creationId xmlns:a16="http://schemas.microsoft.com/office/drawing/2014/main" id="{479FC190-8578-1728-AA4E-1A08C9DAE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7EDE040-4368-21F6-539D-047BAB9D33B5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37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B297A8B8-3D95-A4B3-E8CB-020D69F78D5C}"/>
              </a:ext>
            </a:extLst>
          </p:cNvPr>
          <p:cNvSpPr/>
          <p:nvPr/>
        </p:nvSpPr>
        <p:spPr>
          <a:xfrm>
            <a:off x="525546" y="352464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4D12EBDE-9312-89C9-8709-4E4CD8128EB8}"/>
              </a:ext>
            </a:extLst>
          </p:cNvPr>
          <p:cNvSpPr/>
          <p:nvPr/>
        </p:nvSpPr>
        <p:spPr>
          <a:xfrm>
            <a:off x="1774653" y="352360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예측 시스템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6F538089-FC3E-9E17-0855-F9466EA9C6A4}"/>
              </a:ext>
            </a:extLst>
          </p:cNvPr>
          <p:cNvSpPr/>
          <p:nvPr/>
        </p:nvSpPr>
        <p:spPr>
          <a:xfrm>
            <a:off x="3451582" y="3518747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4" name="화살표: 위쪽 143">
            <a:extLst>
              <a:ext uri="{FF2B5EF4-FFF2-40B4-BE49-F238E27FC236}">
                <a16:creationId xmlns:a16="http://schemas.microsoft.com/office/drawing/2014/main" id="{F3AEE2E8-8CC0-01DC-049D-65EEB91C7204}"/>
              </a:ext>
            </a:extLst>
          </p:cNvPr>
          <p:cNvSpPr/>
          <p:nvPr/>
        </p:nvSpPr>
        <p:spPr>
          <a:xfrm>
            <a:off x="660699" y="4671881"/>
            <a:ext cx="752053" cy="615309"/>
          </a:xfrm>
          <a:prstGeom prst="upArrow">
            <a:avLst>
              <a:gd name="adj1" fmla="val 79357"/>
              <a:gd name="adj2" fmla="val 3880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343F6E11-D2F3-F9D5-C1D1-D672EF0CCADA}"/>
              </a:ext>
            </a:extLst>
          </p:cNvPr>
          <p:cNvSpPr/>
          <p:nvPr/>
        </p:nvSpPr>
        <p:spPr>
          <a:xfrm>
            <a:off x="5389378" y="3803404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화살표: 아래쪽 146">
            <a:extLst>
              <a:ext uri="{FF2B5EF4-FFF2-40B4-BE49-F238E27FC236}">
                <a16:creationId xmlns:a16="http://schemas.microsoft.com/office/drawing/2014/main" id="{E641A3C9-7CA4-9332-63CA-4BBC022FA914}"/>
              </a:ext>
            </a:extLst>
          </p:cNvPr>
          <p:cNvSpPr/>
          <p:nvPr/>
        </p:nvSpPr>
        <p:spPr>
          <a:xfrm>
            <a:off x="1013564" y="2511974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화살표: 아래쪽 165">
            <a:extLst>
              <a:ext uri="{FF2B5EF4-FFF2-40B4-BE49-F238E27FC236}">
                <a16:creationId xmlns:a16="http://schemas.microsoft.com/office/drawing/2014/main" id="{F3D6C40F-AF12-7DA8-6799-8C47381111F1}"/>
              </a:ext>
            </a:extLst>
          </p:cNvPr>
          <p:cNvSpPr/>
          <p:nvPr/>
        </p:nvSpPr>
        <p:spPr>
          <a:xfrm>
            <a:off x="2909280" y="2515792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4E222902-2960-E6BB-46B8-7E1FA1669F51}"/>
              </a:ext>
            </a:extLst>
          </p:cNvPr>
          <p:cNvSpPr/>
          <p:nvPr/>
        </p:nvSpPr>
        <p:spPr>
          <a:xfrm>
            <a:off x="7379788" y="3797866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7BE85921-E30A-D586-DC54-ADF0AB289892}"/>
              </a:ext>
            </a:extLst>
          </p:cNvPr>
          <p:cNvSpPr/>
          <p:nvPr/>
        </p:nvSpPr>
        <p:spPr>
          <a:xfrm>
            <a:off x="9864433" y="3806277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82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48CE7-0393-124C-EF22-DC7ED206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00BC3E-04AE-0F0D-729F-0709D61F7D4E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FB0B9B9-3299-6403-3680-66F4140E1E0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ABE62716-84A7-AB18-4173-65A7B1E01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25595E6-CA47-A944-C797-8E6FE2C7FF63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8D916AD-142B-81D2-37C8-58B99C3E2685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1FFF12E1-9425-C04A-972A-04CEF954A2D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894ABB7D-06C9-2841-63CC-649F6121BF14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329B4EDD-68DE-B9AE-652C-61EA983F9EBE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5B16FE79-4C01-7FBE-C625-50C2FF5B9348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ED912560-A320-2ED7-836C-EDB8A6D422B3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59CD5374-27E0-4977-D755-170FB49D826A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C933BA62-B7DB-B946-F4E5-8D025F199E1E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61B87B48-61AF-B541-E0A1-20CDFC05CFE9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9A3106B4-7E21-BBE2-CF53-C16E0492747C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7550AC02-B8A6-651C-EEBB-79E49448D7CB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8AF9975C-9123-B2B0-66B1-703C44508A19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96DCE695-F7AF-014F-E8A5-3FDF9E35418F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DDAAD110-66A0-24AA-CE1A-EE8413C3E493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F80848B-0928-D3A1-F133-F2D088124451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6430682B-F0EE-9E9F-D163-00DEBD2F2AF2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7A7528FA-B1D9-85BD-0012-6535B5DD35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522C8D0C-DDEC-75D7-054C-F61C6EB70A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FCB80288-F35E-CA19-5352-5738DF88C3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DCA94FBE-C52E-C862-0959-EEA4E70E1557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A8E83483-41E7-FDA8-691F-2A213D6078D2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9279E64F-5B35-270D-017D-057CCA85CF3D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7A2EB1E2-C6F3-69A4-53C0-CA9A1BFF22BF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BC1BBC18-4F4B-D1FA-2BE6-DD7B49BA4BAD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B9C3F106-3166-8AD1-3947-92F3687721FB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134F5794-8FF1-359F-70D1-8F1A7096ABD3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1E8D0B29-4EFD-0192-2147-991B845B69B5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801D443-CF21-E155-B15D-865E275F4FFB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92CFB2C7-8C46-F306-8E2F-5F25F839F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3A5C0A70-E7F2-198B-C787-E7EF3BCBD9A1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314854AC-2E5D-FFDF-26D7-8645BD475F23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C95218EB-E03B-85B6-4038-93F19D81F5C3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6E5F95BE-495F-DAB7-044A-2E38AEDC780F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5D896793-3690-8C42-B6D2-2C94B8440DFF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46696375-3B14-B3FD-E145-B1B7B4B43DFF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170AE7B2-4B51-D300-6369-3CE5792A6AD1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AA6BA594-077E-7B70-3DF3-6E2B223D223C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7563AAC2-8AB9-383B-FEE1-9576EB31E7AA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025DA0A4-1FF3-8B5C-A074-DFC607BCDD62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0C429967-C431-69C6-0E24-06C294FC56C5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65053D5B-3A99-C0CA-1867-0CD5FDB406D1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518C94C5-B62C-38D7-0E0A-666D30CF61A0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F1A8D59D-B145-0BE8-AAAB-4A7362AD19A0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B33E7745-AC9D-6A63-F19C-6EA43D10911E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B8A71DF3-2E61-DF25-F9D5-54D13EF38639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4E23E8FE-F669-F00B-AE44-5C67D9DCED1A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157FAE72-3F43-3F15-913D-9D26F43DBB31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C91E515-0CD8-CEB1-9E76-8F35CBE6761F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76D1F74D-F3AC-3EA3-A7ED-2C83F9F37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908269"/>
              </p:ext>
            </p:extLst>
          </p:nvPr>
        </p:nvGraphicFramePr>
        <p:xfrm>
          <a:off x="6510640" y="4624631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EC038D7B-4E6C-8224-A1BB-984830E355C6}"/>
              </a:ext>
            </a:extLst>
          </p:cNvPr>
          <p:cNvGrpSpPr/>
          <p:nvPr/>
        </p:nvGrpSpPr>
        <p:grpSpPr>
          <a:xfrm>
            <a:off x="7066266" y="4953157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D58792D6-3894-896B-868E-5C705F618FA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787713B0-498A-7CD9-A78C-B2E3058A5924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D970A06-B90A-B5E2-D9AB-F83E51257A9E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E54DDFD0-6102-0D33-65C5-22CC5C79EDC8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C3189225-FFD1-6579-B863-8ABB15B5541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695ABF5-910B-B3A8-5872-EC049742C289}"/>
              </a:ext>
            </a:extLst>
          </p:cNvPr>
          <p:cNvGrpSpPr/>
          <p:nvPr/>
        </p:nvGrpSpPr>
        <p:grpSpPr>
          <a:xfrm>
            <a:off x="7066266" y="5453235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836391D3-DFEC-8F47-77F1-92CD7A9676A0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88D1B021-0C7C-1834-FEF6-299BE9332CE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44D5A4D9-70A8-D47E-09F5-D905A06A357B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7283B15D-6F7C-C4CD-2DDF-5BEDF0A127C7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B4DD20A6-C9F3-06FF-A0AD-269DF8E5AA06}"/>
              </a:ext>
            </a:extLst>
          </p:cNvPr>
          <p:cNvSpPr txBox="1"/>
          <p:nvPr/>
        </p:nvSpPr>
        <p:spPr>
          <a:xfrm>
            <a:off x="6239295" y="6146561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AA639AA-0559-FD75-D8D7-9D43C0A1D318}"/>
              </a:ext>
            </a:extLst>
          </p:cNvPr>
          <p:cNvSpPr/>
          <p:nvPr/>
        </p:nvSpPr>
        <p:spPr>
          <a:xfrm>
            <a:off x="8488333" y="4826119"/>
            <a:ext cx="1119662" cy="1044210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80656092-66A7-26E5-8B6C-BB649B40E88F}"/>
              </a:ext>
            </a:extLst>
          </p:cNvPr>
          <p:cNvGrpSpPr/>
          <p:nvPr/>
        </p:nvGrpSpPr>
        <p:grpSpPr>
          <a:xfrm>
            <a:off x="10267263" y="4533320"/>
            <a:ext cx="1694578" cy="1544946"/>
            <a:chOff x="9546077" y="3179194"/>
            <a:chExt cx="2381250" cy="2086020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5C13FB6A-5128-7245-C548-D26BA82B00B6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94682B4A-1E30-FD77-CF76-27049A6E617F}"/>
                </a:ext>
              </a:extLst>
            </p:cNvPr>
            <p:cNvSpPr/>
            <p:nvPr/>
          </p:nvSpPr>
          <p:spPr>
            <a:xfrm>
              <a:off x="9575807" y="3179194"/>
              <a:ext cx="1537277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형태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83B7FB2-690C-17D3-0CF1-F62E5E580C83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6518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{nut type C,</a:t>
              </a:r>
              <a:r>
                <a:rPr lang="ko-KR" altLang="en-US" sz="1050" dirty="0"/>
                <a:t> </a:t>
              </a:r>
              <a:r>
                <a:rPr lang="ko-KR" altLang="en-US" sz="1050" dirty="0" err="1"/>
                <a:t>가조립</a:t>
              </a:r>
              <a:r>
                <a:rPr lang="ko-KR" altLang="en-US" sz="1050" dirty="0"/>
                <a:t> </a:t>
              </a:r>
              <a:r>
                <a:rPr lang="en-US" altLang="ko-KR" sz="1050" dirty="0"/>
                <a:t>1}, 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 type D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2CEDBEEA-4731-9A8C-BA35-AAD8B21A34DC}"/>
              </a:ext>
            </a:extLst>
          </p:cNvPr>
          <p:cNvGrpSpPr/>
          <p:nvPr/>
        </p:nvGrpSpPr>
        <p:grpSpPr>
          <a:xfrm>
            <a:off x="3540031" y="3101351"/>
            <a:ext cx="1529700" cy="1219719"/>
            <a:chOff x="7670009" y="1193508"/>
            <a:chExt cx="1558708" cy="1156227"/>
          </a:xfrm>
        </p:grpSpPr>
        <p:pic>
          <p:nvPicPr>
            <p:cNvPr id="138" name="그래픽 137" descr="데이터베이스 단색으로 채워진">
              <a:extLst>
                <a:ext uri="{FF2B5EF4-FFF2-40B4-BE49-F238E27FC236}">
                  <a16:creationId xmlns:a16="http://schemas.microsoft.com/office/drawing/2014/main" id="{4E770A29-5B7E-70A1-D503-9CCA826CD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4CD76C-01A7-0752-D458-52A1FCE9A17F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37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B434439-2263-DE06-EBB7-051E38716099}"/>
              </a:ext>
            </a:extLst>
          </p:cNvPr>
          <p:cNvGrpSpPr/>
          <p:nvPr/>
        </p:nvGrpSpPr>
        <p:grpSpPr>
          <a:xfrm>
            <a:off x="6664805" y="1671298"/>
            <a:ext cx="4805495" cy="2257656"/>
            <a:chOff x="2959241" y="3779872"/>
            <a:chExt cx="4805495" cy="2257656"/>
          </a:xfrm>
        </p:grpSpPr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07941D41-5ED2-9B23-B818-0B14555BC41D}"/>
                </a:ext>
              </a:extLst>
            </p:cNvPr>
            <p:cNvSpPr/>
            <p:nvPr/>
          </p:nvSpPr>
          <p:spPr>
            <a:xfrm>
              <a:off x="2959241" y="3779872"/>
              <a:ext cx="4805495" cy="2257656"/>
            </a:xfrm>
            <a:prstGeom prst="roundRect">
              <a:avLst>
                <a:gd name="adj" fmla="val 520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A4BB2C0F-E482-CE06-1842-BE306F508231}"/>
                </a:ext>
              </a:extLst>
            </p:cNvPr>
            <p:cNvGrpSpPr/>
            <p:nvPr/>
          </p:nvGrpSpPr>
          <p:grpSpPr>
            <a:xfrm>
              <a:off x="2972787" y="3806007"/>
              <a:ext cx="1826685" cy="339537"/>
              <a:chOff x="821719" y="2725968"/>
              <a:chExt cx="2511098" cy="454241"/>
            </a:xfrm>
          </p:grpSpPr>
          <p:pic>
            <p:nvPicPr>
              <p:cNvPr id="208" name="그래픽 207" descr="모스 코드 단색으로 채워진">
                <a:extLst>
                  <a:ext uri="{FF2B5EF4-FFF2-40B4-BE49-F238E27FC236}">
                    <a16:creationId xmlns:a16="http://schemas.microsoft.com/office/drawing/2014/main" id="{F2837114-FC86-7ED5-9D6F-342AEB8907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21719" y="2725968"/>
                <a:ext cx="536423" cy="454241"/>
              </a:xfrm>
              <a:prstGeom prst="rect">
                <a:avLst/>
              </a:prstGeom>
            </p:spPr>
          </p:pic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FED3D01-DD6D-6E4D-9BFA-04328C6A992C}"/>
                  </a:ext>
                </a:extLst>
              </p:cNvPr>
              <p:cNvSpPr txBox="1"/>
              <p:nvPr/>
            </p:nvSpPr>
            <p:spPr>
              <a:xfrm>
                <a:off x="1327874" y="2799200"/>
                <a:ext cx="200494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/>
                  <a:t>Planning </a:t>
                </a:r>
                <a:r>
                  <a:rPr lang="ko-KR" altLang="en-US" sz="1100" b="1" dirty="0"/>
                  <a:t>알고리즘</a:t>
                </a:r>
              </a:p>
            </p:txBody>
          </p:sp>
        </p:grpSp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631E788E-786B-13C3-407B-0DD55D1724E9}"/>
                </a:ext>
              </a:extLst>
            </p:cNvPr>
            <p:cNvSpPr/>
            <p:nvPr/>
          </p:nvSpPr>
          <p:spPr>
            <a:xfrm>
              <a:off x="3030806" y="4419162"/>
              <a:ext cx="1108392" cy="1232932"/>
            </a:xfrm>
            <a:prstGeom prst="roundRect">
              <a:avLst>
                <a:gd name="adj" fmla="val 120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조립 가능 후보 확인 시스템</a:t>
              </a:r>
            </a:p>
          </p:txBody>
        </p:sp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F16093CA-B026-0B32-3C99-6176E6C61AAF}"/>
                </a:ext>
              </a:extLst>
            </p:cNvPr>
            <p:cNvSpPr/>
            <p:nvPr/>
          </p:nvSpPr>
          <p:spPr>
            <a:xfrm>
              <a:off x="4279913" y="4418124"/>
              <a:ext cx="1536214" cy="1242061"/>
            </a:xfrm>
            <a:prstGeom prst="roundRect">
              <a:avLst>
                <a:gd name="adj" fmla="val 120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조립 후보 평가 및 </a:t>
              </a:r>
              <a:br>
                <a:rPr lang="en-US" altLang="ko-KR" sz="1000" dirty="0"/>
              </a:br>
              <a:r>
                <a:rPr lang="ko-KR" altLang="en-US" sz="1000" dirty="0"/>
                <a:t>조립 상태 예측 시스템</a:t>
              </a: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B12FD905-5595-A0A2-0081-BA299BA23B75}"/>
                </a:ext>
              </a:extLst>
            </p:cNvPr>
            <p:cNvSpPr/>
            <p:nvPr/>
          </p:nvSpPr>
          <p:spPr>
            <a:xfrm>
              <a:off x="5956842" y="4413266"/>
              <a:ext cx="1536214" cy="1242061"/>
            </a:xfrm>
            <a:prstGeom prst="roundRect">
              <a:avLst>
                <a:gd name="adj" fmla="val 120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가능 </a:t>
              </a:r>
              <a:r>
                <a:rPr lang="en-US" altLang="ko-KR" sz="1000" dirty="0"/>
                <a:t>Plan </a:t>
              </a:r>
              <a:r>
                <a:rPr lang="ko-KR" altLang="en-US" sz="1000" dirty="0"/>
                <a:t>탐색 시스템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(Search Algorithm)</a:t>
              </a:r>
              <a:endParaRPr lang="ko-KR" altLang="en-US" sz="1000" dirty="0"/>
            </a:p>
          </p:txBody>
        </p:sp>
      </p:grpSp>
      <p:sp>
        <p:nvSpPr>
          <p:cNvPr id="144" name="화살표: 위쪽 143">
            <a:extLst>
              <a:ext uri="{FF2B5EF4-FFF2-40B4-BE49-F238E27FC236}">
                <a16:creationId xmlns:a16="http://schemas.microsoft.com/office/drawing/2014/main" id="{391708F1-F5D4-87AE-B8C6-CBB1DC67E43C}"/>
              </a:ext>
            </a:extLst>
          </p:cNvPr>
          <p:cNvSpPr/>
          <p:nvPr/>
        </p:nvSpPr>
        <p:spPr>
          <a:xfrm>
            <a:off x="4861682" y="2664811"/>
            <a:ext cx="752053" cy="615309"/>
          </a:xfrm>
          <a:prstGeom prst="upArrow">
            <a:avLst>
              <a:gd name="adj1" fmla="val 79357"/>
              <a:gd name="adj2" fmla="val 3880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88535D4E-61B4-42E8-335A-9D128B9E4207}"/>
              </a:ext>
            </a:extLst>
          </p:cNvPr>
          <p:cNvSpPr/>
          <p:nvPr/>
        </p:nvSpPr>
        <p:spPr>
          <a:xfrm>
            <a:off x="5992038" y="5001852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화살표: 아래쪽 146">
            <a:extLst>
              <a:ext uri="{FF2B5EF4-FFF2-40B4-BE49-F238E27FC236}">
                <a16:creationId xmlns:a16="http://schemas.microsoft.com/office/drawing/2014/main" id="{6ABE3DE0-6DB8-EC37-3B26-594E13A909AA}"/>
              </a:ext>
            </a:extLst>
          </p:cNvPr>
          <p:cNvSpPr/>
          <p:nvPr/>
        </p:nvSpPr>
        <p:spPr>
          <a:xfrm>
            <a:off x="1265807" y="2511974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화살표: 아래쪽 165">
            <a:extLst>
              <a:ext uri="{FF2B5EF4-FFF2-40B4-BE49-F238E27FC236}">
                <a16:creationId xmlns:a16="http://schemas.microsoft.com/office/drawing/2014/main" id="{6D819FB2-9F8A-2F39-41AA-A463185A49BD}"/>
              </a:ext>
            </a:extLst>
          </p:cNvPr>
          <p:cNvSpPr/>
          <p:nvPr/>
        </p:nvSpPr>
        <p:spPr>
          <a:xfrm>
            <a:off x="3161523" y="2515792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A9C5C96A-CC6C-DC12-3C8D-2729278D2342}"/>
              </a:ext>
            </a:extLst>
          </p:cNvPr>
          <p:cNvSpPr/>
          <p:nvPr/>
        </p:nvSpPr>
        <p:spPr>
          <a:xfrm>
            <a:off x="7982448" y="4996314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EA1E7008-4BB9-8F7F-FA10-61623EDE9C9B}"/>
              </a:ext>
            </a:extLst>
          </p:cNvPr>
          <p:cNvSpPr/>
          <p:nvPr/>
        </p:nvSpPr>
        <p:spPr>
          <a:xfrm>
            <a:off x="9765028" y="4996314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616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62358E-BCF0-77AD-5EEF-85F52D2DBEA4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566675B-8650-6714-F652-A8617059F3E0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E7DF306F-8A45-CA4E-BFFB-E2B8CFE3B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53C734-6AC6-23EF-0A47-6C14A07A48B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7A6933-6550-2082-2DA8-BCBBFB699582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8FC1ACF-B7BC-806C-CB56-096C22253B3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BC5624B1-A5B0-E092-522E-EAA5EA811A6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9C85BA2-E423-EC0F-8E1D-B7459F243CC3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DE13639A-6FB1-C64C-BB00-527DF0FF3BE3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41D2AA44-7C2A-411F-9C24-3E32592728A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61A8D46A-EA52-4B79-FC51-B9C256361F75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A38C486E-CD1A-7D8E-276C-C9FCBF20043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28E8F6D-F09B-4620-CABA-7ADEA380C74C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EA8657B9-BA1C-77D1-5430-0FD826BFA902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3A39CA5C-86A2-A629-4B53-3F336E66CB7E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58909528-1522-68BB-5C68-5DEAA6F1358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0DBE0C06-1F62-D9F4-FEAC-48107702F33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F0E14992-E366-C79F-69BC-A0401FA99EE0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B10AA52-D30B-509D-7A98-67B77584EB1F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EAA2F810-039E-3331-0C74-E6799EB60B54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487D3E8B-4B19-1287-2755-F24CA9BB3D37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42D9EF54-B712-A2CE-ED8A-465BF9AD5CB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81A491D-D3D9-3700-DBE9-2E80F73A282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4CDD8E-5F68-3AF5-6D53-93EA9DE6B27D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8125CC-F3EF-57B1-93C7-027E0D1C477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9C9A51-967F-8346-A981-5871A81A36F8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832D5B2-40DF-C474-FB77-2FD0C9C47135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F859336-3C90-C2C2-B7B6-FE04DF7C2C99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5618D676-CCC3-6E25-BFE5-255A34137CB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8849202-ED4A-D3BD-92FB-3BA85EF50A4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981D16A1-D70E-AD1C-C1E8-39CD2833C7B4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281A8BB-0C75-9B8D-1239-A7546EA6D004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7500A26-06AF-1EC7-B228-26789D05A9E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8E087AA-C01E-2AB2-9942-AD76003B2E17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78645A55-23F7-E952-D788-0069EEE704BE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18C4D49C-5574-A70E-1E32-3AFE3E8265ED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626BB0CC-B566-A1B3-BC20-3C127C7CE86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1B99F08-F579-7528-F775-7F49AB0E1DF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4EBCD913-C5CF-606D-4E95-8E90E0731BBE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A78D0E5E-1791-BFBA-B388-E2E49BF6D84D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6101DA37-5F52-2304-DF67-168CDD176D9B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19F58B3C-37EB-1290-A519-1D3D3F9476ED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58C58766-7977-9545-6097-ADE9AD2CD746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2AB61622-13A0-FB2A-507E-CD9E7A22CE82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416921A-3081-9316-CA43-6C083C623BFE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D3AED381-9D7E-3859-19FD-D81E9FB8331D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B7C7D52C-AD61-D957-FB35-0C26BCDB039C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0AF155C8-0277-7E72-0DCE-CAE92D554044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2D19E5C4-2019-8A27-8A3B-6988C30358DC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56D941A-749A-9E87-5D68-32A5A9EB3BE8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770FBFF5-8EA6-595A-BD96-B8F9D6B2C2B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335CE95-5134-3C02-5A62-65E79135BB02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C397E4C-E932-8835-826D-7F6C0F1FED04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DD85EE1-E225-104B-89BF-ACDEB51351EF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95B44685-BBF1-571F-4184-E46287545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994DFC0-F580-EBE9-F6CD-B2FF3C788C6B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81D04CBC-E0E2-573E-9025-205FA123BA03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4CA1E51E-FC9C-4B44-571A-77FE52C97896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C4626E9-B23D-D3B0-33A5-9DF16E5E1117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E32BBF4-B369-B6A7-2B7B-D93D4FB3A04A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44163AB-9E53-A92A-7B97-78BAE5BD2F3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663A010-994A-C296-E77B-B8B02D6A416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28D766B-9AA2-F113-ED8E-B42A5F2484A8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07409FF-9FC7-4E5F-962E-FBC8FBA9A57C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5821662B-4697-CB59-82EA-3FEE001CF9E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138907B3-45E9-5ADB-1E5F-3AF4B8115357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248F652-B2F8-AAA1-E048-252A1F96100A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3B62B1D9-B0A4-5362-0BFB-F14F68EC00F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A1510D6A-B01F-3777-5CC0-C807EE36CFFB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6F0591A5-EC88-6F10-193A-DBC4445A61CB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8D699CBA-EB0E-C409-206E-92F06862918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90A17047-CE0A-81E4-2913-46E47703BF2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9149D8A2-3C38-31F7-A71B-7DC19B63C910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8CE8E3D0-0199-5FC6-372C-DC589053EDC4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229CD1D2-1EE6-B4B3-1E20-96BE9DEA80C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C34B8FD-4CD2-A226-FB79-E98ED0EA5ADB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5856BDB6-D172-FB0A-24C5-C0FACA9E70F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3C2DF8F0-5F15-4286-F01A-8D009FCC84DE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33ECF03B-D8FA-AE28-2406-C754687E57AA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B3E5623-7832-06C8-168C-1EE8825BE903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2B10F44-BAD7-9539-3D2A-553DB4329677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DA78283-A27C-EFD0-200C-9F8560ECD2B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1067AAB2-0C16-5B15-6B5D-D6F5FC6C6ADC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14ED5254-4E65-E6B5-16C9-26F46A42C67C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5DB3262A-0DA8-E6BF-64A3-BE2580C79B4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92688E32-CC24-0763-6E03-C1B6278FEB6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36DAFAA-664C-680C-4B0D-40B95DB69239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1E5B3A0-1300-23F4-EAAC-C9BBA56ABED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9454F68D-A338-4005-22C2-66A26250F13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7921CB42-0EC6-2A40-2BDF-44484A999145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6BB4E44D-0560-3C1A-ED30-5D77EE353E1E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185AACFA-6289-5F22-BBA8-42C8F17891FA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5CE25B3-80B3-45A0-9892-26455566F2EE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E2F3574F-5BB0-CB63-0CFC-9D0CCBD69ECD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4392107E-9C88-5805-E5C7-BC07769D236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78BC0693-9E1C-4E26-7C7C-95197A924E79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252F1F5A-71F8-BFE5-A05E-16293A323915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78DF958-BFDB-498D-3724-32856A642CD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A28268D4-A342-9801-7910-649D9F2AB915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BECC21D-89FC-123E-5C8B-DFF3832A5CAD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0692582-B2F6-AA53-E7A7-9A3CE0E6D430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362AAB3C-4C9D-E967-7C0B-07146155F76C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654E913D-813F-8DDC-41E0-7B7E75887788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FBF8DA40-B77F-9EF6-DF6E-A8DEC7A64B31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DE28EAAD-BC1E-8BDF-6FB8-F91C18ABBD4D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A19A5816-A46F-FD1D-3E6D-7A89456FAA5C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4465D0CD-EE11-47D3-4997-4E9AC8AF7378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BE1B4199-DECC-7713-7551-4A80E30A0CCA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2314A76-D59B-F4EA-907E-5C82875C349D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FBB44D6C-5E55-0536-C1F0-AD63B08C95A2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121DCC0E-9550-CC93-8A1B-48339DBAC91B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15728898-2E79-8F0B-ABBA-DE5295F54155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5CAC275B-E838-F5B7-2A39-0E43CCE7E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513808"/>
              </p:ext>
            </p:extLst>
          </p:nvPr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BA496FE9-3ECA-C0C6-A362-1736522DDEC9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0B2A0AE0-613F-5F09-07BD-34EE016A7AF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47235CD0-5C68-4F52-7FDE-7D43E626F6F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805D5186-BBB8-D1D8-231D-BBA6C391CB9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CED64668-E982-DEF8-BA97-80E5199BD76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1E168B21-8352-CF7C-DBCB-B8EF6EC0557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7758C4D-669D-DA72-DCEB-AFD0F5897E56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08CBA2E9-EACC-ED3A-0849-BAB427509FA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B18D63D7-4AD7-F526-8DB7-8A182BC4C5A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0A7E6604-5EAB-1C53-84BA-5869A90EF878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0B54486A-58DA-64E0-BD7F-A4DA11ED6E0B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F09F086E-1B10-CF42-7F90-F9E426B1B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9076"/>
              </p:ext>
            </p:extLst>
          </p:nvPr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C7CF019-9899-6C82-714D-7BBE51BF4421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5D540C68-14F3-DC3E-43E6-77B985650D4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DF85BE7-5899-2498-29F5-605B1E8F877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4BB05D11-4654-FF65-31F1-1BF25DDF905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5F0698C4-32A1-FC34-9FFC-ED0507297B8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B8639157-BFD2-70A4-248A-EC814B649EE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0962481-D77D-48BB-8660-D88992ECD52E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2CA30760-7B23-8182-9077-BA59B4534D5F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B33E1F6-A9BC-8402-625C-F38FB2D8790C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12DDCFD-8B8F-2502-1F02-CFB990C367A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856E8D7-CF5F-FC80-AA4A-8E434C18359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A7B8668-E56F-4F7A-FBE4-3E1BF1C459B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456999C-6917-6F2B-8D36-46DA04B421F3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7938AEE-D07A-D156-FBE2-0E4718C71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59220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D79C0-FD71-574F-D932-4084A1020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D051B-5FCB-A920-78E0-51C8E394A1BA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2126809-E8E4-AE0D-F05F-8B6F0AAF7019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0B2B4BD3-1584-E6C5-4665-680B0D934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54CE45E-F960-1659-392B-88F590617349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AA875BB-C4CF-EFE3-5B94-8B9277F011FC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BD6BF40-6D1D-8A46-E470-14F9A21D7417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14D291A4-00DE-95D3-2019-60DC67BC9F9B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AC2FF2B-184D-A9AE-264B-665EC305279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6C49834D-8C3E-063A-9BEA-2081BE3D5BF0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1AFBF06E-0647-F9EA-D6CE-0D9FC108E5F8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BAD341AA-2302-19B7-465D-A8AE2AE6E9BD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0CCB7C0-0ECC-4BCD-1520-068BED56E8B7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4B7E6B33-FB82-B849-D7C5-2228B361AAB7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94A0BDF4-C86C-ED74-1F1A-A3B8BDD6DA5B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57E1A46C-E1CD-FCC3-9C1D-CAC169579A02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1D7BA0C7-70F4-88B4-D2C4-A4D59F55FCC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9092F3FD-6188-0BA4-B81D-FC1A0FEEAED7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B9BF14AD-8F40-2F81-49FB-0CE520B2FE9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D3DB624D-CE0E-F8A3-339C-383990141D06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09FCC8DE-7B5A-A780-F288-A2F4BD3AF662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32041089-047B-B6A5-D748-75109555B0A2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0DC797DF-0CF8-8913-5B72-2DB5AAEA4546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A9EDC97-8CB9-4060-86A1-65DF554A4945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00133D-B6D3-711D-3FAE-820BF38F6DC9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DFE0DB-6539-6868-0A44-BAB2C013984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45DC7B-2931-A4ED-D4A7-AE9F9CA12434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C3A838C4-DDF6-2C65-FE2A-0CEA66FFB43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2DFBF81-BB3D-AD92-105A-242F23B2317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BBB9D6E7-DA1F-C73E-D38B-B1037065A75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C2AC406E-F332-1A96-5906-2943088117A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E43BF04B-FEEA-29EE-CDA4-2683F13555ED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F84AFDC-D90A-E33C-76A5-CC06E7528903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F54818-79B4-A019-315A-95A647B33BB9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02511475-2ECC-944E-96FB-89E8F0DB3DE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F2A9F62B-19DD-D284-938A-31435FA92C77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C1C90F51-61ED-8360-1212-98AE4727C09C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FBFE0A52-0633-698C-9635-DD99C12A802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601FE8BC-F884-B82C-4D93-B810F03AB256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7FEBE76-17EC-637B-CB9D-D9C4F65FB188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0F299E7F-BBC1-FE7E-4F7D-900B75763202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077A263C-97CE-90E2-DCBD-16B89F7DFC8A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D8226FC1-CC41-952B-FB13-FDB164B8DD9C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755C290F-5028-D0EE-3B4B-A975D3F11441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80FCC272-62DE-868A-EE71-8A185C5C354E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25B684C0-7E3C-1C52-D7C6-3E9A660B8DD9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95E88703-8079-2594-C505-18C9F18DAC94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9C3FFD9F-4151-32D7-0230-490246BBE11F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A3E187F5-E46F-9709-87AA-1B126AC0EFC9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BF999D8A-F217-B978-1152-C3B0E3559EB5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80F7D0F2-DA42-EF12-DA05-1296D213D489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AC65392C-1DB4-BC8A-B51C-105B1F52B31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4C821C9-52DC-A496-A746-53314381576F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A34527B-8055-6D5C-57AF-3E72B6741005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59FFFB0-37F2-1805-5EF9-7F1DE5DB60ED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A62208C0-0599-A6EC-B128-CD8B06FAF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3E322CE-BA37-1BB4-18ED-2E5CA08776D9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BEAB271A-C5BE-BB7A-018C-10C1BC70D286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E2911E15-C895-52FD-C371-2E66E3A8E872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6AFED44-7BB9-72E5-E4DB-40E0BC4666D3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0412EE1-31F3-E0C9-14F5-F171144767E1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1AAED8F7-1A40-8154-B0CD-2580513DAEC0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8C51A362-4A94-BE6D-4BFC-E8B6CEDD958E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5A6B06EF-A8CC-D5B5-612B-E5D40C593623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17D8E3E1-6F2B-D24C-C374-62BDBFB9EFCD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6B9F6600-DE91-8DAA-F79B-5E51C34DBE02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44C508B1-BC54-106F-2377-096438C1A209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228C740B-15C5-E01C-657B-0D4CE6C71B9F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6B90D62C-A539-368C-099E-355DD1FF93E8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028D5C1C-C6D0-2A1B-7B57-EA0BD3C5763C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D1C881D1-2544-D5F2-8E52-522BC23840F4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98F053EB-9C62-8EE9-EF03-30E807345152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310E35A3-D92F-0D20-9A34-C589C51F55E1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E1158138-7B2E-E441-1C59-95733B1DAADE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462C046C-F90A-91A6-037C-8C5878A3CADF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11D66D21-B2C1-C2EC-8992-E4E8BDF421E8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FEE67BF-6A6B-791E-0D2B-617AF0F464F6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42C53F50-91B5-D08D-D9A7-8B043E5D4E94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69CE804B-1F02-350E-4F86-14354EA4BFE4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546E0925-6D7F-ABE2-2C30-58A4063AC6A3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8AD5F05-250A-D26E-F317-F1B4387AFE8F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9A8DBC6B-F428-A667-0E7D-6A63EA676641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E1D74680-55FB-1D5F-6F35-0F86A2FADF2A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58841AE5-118A-ACCB-5EF8-D9C4B4CC2E7A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45F674F8-B706-A05A-328C-D825BCC0D5E5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15C2607-7407-0A07-2435-69F40F443F9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3A63088C-D146-B4BD-35F8-2C872B33B69A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B189A56-7835-052F-0FD7-2C6AF47B9DB5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63BD5D11-1833-E985-5150-354AD65DD63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BBF1E8C0-1087-A4EF-901E-29F9D37D7C95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C19D0B27-8981-984E-8566-AEDC387DEF4F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04EFB7C0-F17B-1645-499C-C086EAFBC717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6726D8E0-70F0-0785-C096-AEA1447E1F82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4418338A-95D0-2585-5FBB-3B79F40C59D0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50AE84D6-6F73-F6FA-9F54-C9AA07664D7F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C8A93056-D334-DD2E-CA06-0627B0968F76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FE6809B6-B2AC-2A60-154F-E5ADE7303536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D39C0BD9-EEF4-7C8C-B6C5-551E8E78188D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E0BE368-55E1-FACE-F049-5DF9B6E31554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D8812394-4B58-D5EC-34F6-0088F7F82E9B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38A5D63-594B-C515-A2D7-96670B5F3C03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17B8A54-33F3-7D26-C765-6079AA9A86D2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93F4102E-4D19-34E7-0A5A-6C01033F8297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BAD550CA-788F-179A-63A4-208CD04B17FA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AFC8C33E-75F6-76F4-BBC4-BCDCFBDA7F7D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43DBA519-23EB-4150-2F2A-FE0F3F33B796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71275980-D4A2-FBB9-1646-1C455CF2E23B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CDA64B31-38C6-21B9-9EF1-5F481A67E75E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C9EB5D23-F266-C7B3-9067-48BE6CF230EC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5705807-10A3-871B-8396-35ECEFF4425A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C1DF029E-4379-BA1B-9311-A282FE0E5708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03B1B11-365B-34B1-D3EB-385B1204288C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C655EDEB-B0C7-8EA2-5B60-E3695EE9448A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AEB4C718-92FE-BD5E-A49D-0CB59743BAEA}"/>
              </a:ext>
            </a:extLst>
          </p:cNvPr>
          <p:cNvGraphicFramePr>
            <a:graphicFrameLocks noGrp="1"/>
          </p:cNvGraphicFramePr>
          <p:nvPr/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35CDA273-A793-F51B-CBDA-0B563C88398F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3228CAF0-BADF-5EC8-648A-5301492BF20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F254AB62-5B8F-D1C6-9027-A89FD5D623B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6C09A67C-F0E1-F497-1ABF-E452DBF7C26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AA0AECB7-C907-26FF-DCCE-870360E0918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9C46230C-18B5-D669-4DCA-FD66B51FCB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A34839FD-95FE-16FF-7A02-BE3E6223ED2C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3295340B-609F-E54D-267F-2D8E6FC96F5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7EC255B6-1A65-6333-08F7-6E5111AFBBA7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AF14D494-693C-F537-9273-D1AA8E14012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D3C8DC58-D60B-2777-449A-1B82D8BCC4C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5114DBBD-CD8A-281E-CCDD-85D5A9E16810}"/>
              </a:ext>
            </a:extLst>
          </p:cNvPr>
          <p:cNvGraphicFramePr>
            <a:graphicFrameLocks noGrp="1"/>
          </p:cNvGraphicFramePr>
          <p:nvPr/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FE471C64-71CE-077F-48EE-449BF780E9DA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6E537F7F-C711-A60A-56D0-64C3CC4C5C7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B03732C7-A2E9-DE78-97D8-08E39EFCCD0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92B23000-1D4E-9FEF-535B-3A634868CE9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1E1A0D6-B726-4EC2-3049-FF45236A848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5ED9A3F8-602A-3D71-132F-21AE1DCD5A3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2BEE7765-E92B-8492-BFE1-73CEBC7F3B57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5D24B854-38AD-0E15-BBAD-C7F575E97023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56A09FBC-6DF9-CB29-E9F0-86739D8488B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A11C792C-351A-7420-40B2-780E295136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C0D9716-5B63-E93F-2873-CC7293B8EE29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514A7E4D-C21E-80C1-20BD-DF0B52CAAD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C2FB5E3-F362-2908-440B-C0AAD425EC2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F4C4A30E-268C-95DA-90E4-3A5D4F063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67700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E060D-3BDF-958C-937D-3879B8229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0C913C-B727-AC06-C792-1CD4BB3C4385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0AEDEEE-7839-89AB-9E03-3F2D8BFA1B1B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4D1ADD5E-23B1-84FC-DA53-D4EC19378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47E2DD-44B7-C1C6-65B6-2E6E2792270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1D29453-1812-613C-4C38-FF1A8329DBEE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B3A7C4D-DF14-8DDD-1C32-B8D0FAF8B90C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0324D1F5-2511-EABF-B65D-DB34F5006C7E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210F1E1C-3996-503E-F116-2DDA987E68B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4AE0A652-820A-CF2E-300F-B8C342D75ED4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6EA5A202-F83B-FDE7-053C-A006E8F8C1FF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237694C4-FA13-3F08-2598-FC328D512BBB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1053A458-4F30-611D-6240-AACAD1459EBE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F55B9E5-8AF8-8DCE-8DB8-5F684150934D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0436E374-96DE-D71E-651B-ACCB46DDDA9D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EFBDB2AE-2091-FD73-4E2E-F13AAA8351C0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B8608ADC-A497-3C5B-B2DF-C6111E6CF66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BEDEE843-16B5-B097-675F-5D242A864BE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3437D453-8790-B8B8-F674-55EAEE653CA4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E2EB2043-EE67-FA36-CD10-03A7A36CB282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CE8667E4-6F15-CFA2-DB1F-4D6BA616AA1E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F8309532-B654-272E-F862-23B226CF62D2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18E75310-BFDB-FEE9-F37D-EC2718BFFC5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AFA07C95-FE80-DB4B-9185-B35D85E5F37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595517-8261-B322-6113-45996B7CFD45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46DBB2-22C7-9D4B-581F-F8ABADB08DBD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E69D0CC-82E9-70C4-C04D-22E4D851C7C5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7541E99-0E66-74A4-A96A-E93A072E4818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1C4DA42-C06E-BBC7-CBFD-EECA7A6630C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9CF62A0-CA1B-E564-8DEC-82C079B78ED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CC92EC8-BE96-E5BF-9E4D-11AA0C9CD1F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E047D027-EBB6-2C3D-B84E-3BED17A3ECA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4EE5D14-6BC3-0F22-DC86-C0D7E31224BA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A8F4D479-82A9-08A5-E751-1895168994F7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5D352D03-F803-A8B8-6EBE-6C058572AB1B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D1763DDD-E6CB-AA80-F123-D1BC2485CAEB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AF7FA65-AE3D-E295-CEC8-F79F38589CA5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4C8B2B09-6817-C7DA-01C5-3BEF6D76818C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6E15BD3B-6B6F-EE28-9044-66C8D6CC990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A175FC2-6E63-2241-93E7-B58863223700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8EAE174C-390A-F9AD-6DAB-6ACB4807B85B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10879332-7B4A-3980-758A-38D22D206453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7BE924A4-4D35-9994-E572-C86DB1DE4103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7F20B014-BD34-00B0-C82E-37B8A112EB2B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62522614-EF23-CF36-CB96-9B4D42FD9A2A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A1C99F07-1BE7-5E16-0548-9694C0D1001D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75838092-269E-11A7-68A8-18ACFFE38C04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9B95C4D7-3241-4F62-EAB7-6CBBA5412566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1A9FE8B3-0920-1987-A5F5-FA374A88E621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F5E94977-0A53-4B15-49E1-41A346EA488F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7B588995-20B9-9806-F4EF-89F4AB53E85C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AD43A3AC-B02A-BF5E-AB94-95B1BCD956FA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9A6CE55-F106-FD72-9400-7D8FBBA61260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CB63C27D-2E25-8BB7-9D8F-69A26C17240D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C3978AA-6B74-790E-B84A-1E0E2D3CAF1D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AA5D8B42-CA4C-E1CD-342D-219FEEDDC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2A966B2-F716-5CE9-975D-FAE9B5A810A1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B348636C-0F8B-66E0-8C11-093233B71A52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E774947D-260F-351F-30FA-9D3C08D67E53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1FB0B463-F9B4-8177-1302-510D4654081E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50C288A-F044-9AFB-7D94-7B3CCA4175F1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B8203E4-DDD2-4B87-A3FA-6C5BB390C723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F04E870C-D439-F1EC-EEA6-DCD4AA743BA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B10B2DB-8A6B-DECD-4246-C6948172E2B0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54F97666-B19C-084A-CC9C-BEFE1E3A61A5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78D6D36D-B7ED-7D76-CA0B-B28CCD92E42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BA69DD43-EE6F-4630-A66D-57620E585B84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BC766314-B238-D82A-9C18-BA61DEA2B12B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DC2A0E27-AADC-EA64-1280-1E81C451604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592764AF-90B8-4732-BFF2-0420B7001851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2D60BDA2-B579-32CB-F50E-16A1DB591FDA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36B2630B-3F2F-79DF-D781-A0FFDDAC3389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FFDDD7AC-F04B-918B-86E6-CE794F71A190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5CD069BE-0AB5-E8D2-120C-7B10C0A417D5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CA35F025-06F0-C8FF-831B-95BE1300E223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367D7ACC-6364-5E83-9E1D-A642BD05191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D421E4F9-4F9F-67B9-1773-1CC975D2BAE3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620D0DFF-C3F3-4F39-D59B-3F1B6F0F5428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4058DD47-5262-415B-C24C-AF5999BF79C7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A417FADE-AC68-E0DB-98C7-A4524421FC0C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787CD84-9AF1-DC71-FD8D-BC0959D2D9E4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DC9EF5D-A958-7DA6-4699-EF6E62A8AA6A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1E776ED-A0DB-2A5B-0B5A-93EEB3BC3B6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99E10C90-45F2-92E1-9438-E04642E08F28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EE1F78D6-A084-65F6-55CF-A546CD058EA9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7295FFD0-B7E5-132D-FE12-9BFD00E9AC9C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C7A64F6C-806D-2026-B077-47D0567D555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EB17C6E4-7032-ED51-B0C8-2442A62A1EBA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449B7A50-2BB9-9C51-A00E-CA238C739F21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23753E70-E41B-506D-223E-02096C5CB84B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9284E376-B7AD-9EA2-4840-73930297EB4D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3F5AED85-7AEE-CB03-0343-7D88A81446CD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D68A343F-234A-4E6D-98F8-A89E3C8FF165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2E2C2F1-A5E7-38A7-A8C1-01C662A38329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9408F207-3A93-B11D-7967-F9204A39B25A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2FBDE5AF-F7E8-886C-2282-0E15F0A61510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B0F0C261-D7AC-7DD6-269C-546973BD230F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494E0C18-2344-56B8-0809-371361876FDE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767EC16-0987-BC50-B884-59E277F131B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E9E4FD66-0C38-5852-3BE5-02E1DE7E6F16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F01CB59B-525B-5CA2-2F69-C7BD941A8A01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55EE77C-95FB-7214-00F6-D17B98DCC208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5F867A69-EF8F-964B-3938-411A838AC942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ACCFA05A-AFE8-A084-427C-52C39A2B986A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758BF315-8905-7816-1AB9-4FB0AE145ACF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A5DACB74-87FD-246F-9AB8-869BE45B05ED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106E7930-F92A-60E6-BB9E-3A8F10A4AD21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B9528E69-193B-5901-790E-A5A818CCD25B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7A07529D-B127-D0AC-4539-134274920FF9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6DDCB933-7A52-96B6-BFDC-CFA3188BE422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2D7B1E4A-85FE-D0BA-04E6-CD943B9B45F3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5F41E69D-510F-0051-9713-09A0D62214D7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6BC0F2A2-9600-2CA8-736A-53D931F00FBB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27D04F96-5557-5BA1-EC79-976A99F08F0D}"/>
              </a:ext>
            </a:extLst>
          </p:cNvPr>
          <p:cNvGraphicFramePr>
            <a:graphicFrameLocks noGrp="1"/>
          </p:cNvGraphicFramePr>
          <p:nvPr/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CEFD40F0-4BC0-6111-61F4-CFFB3678004C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7F67D10D-5BB5-606F-E26D-E8A8A5655A7F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B260F510-C91E-7529-DAF4-3A9981F9EC0C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E434308E-8178-013B-4CAB-A2E4FC035AB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8E5A8898-A7A7-E63F-DD0D-32E920EB5FF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67C63929-92C2-331D-6835-5B96708062B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F6CA9F40-D342-B78C-E4CD-3E707A4A1410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140E3BDB-3E77-F581-2F2C-38A2D4B81A52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7485AFF0-9067-B2AF-D97A-CA3C4344BBF4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A930E493-601A-A1E7-957F-A660B532EA6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5349F2AD-C226-2195-A61F-66BEB66EC929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6C705AA0-837E-2EA6-4ED0-C8573DE6DD7E}"/>
              </a:ext>
            </a:extLst>
          </p:cNvPr>
          <p:cNvGraphicFramePr>
            <a:graphicFrameLocks noGrp="1"/>
          </p:cNvGraphicFramePr>
          <p:nvPr/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5EB2AE5-A472-FB04-7012-79F8D33A6B3D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C77A2D93-AD7E-F054-A5D3-7D3B46F7EF21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15E1937F-5AA1-30ED-E133-935ECEF89CA7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F5531E8D-5DB4-B154-17B6-3A577BE7193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7233A159-13F0-87A9-F6D1-9B33A2A7BAC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8C800A75-7505-17E1-E5E9-E5E915B938A3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9858D022-1426-2CF7-F584-DE6FC77B5051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A308822B-C092-75AF-C064-F3B5C3BE68ED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71BE5878-6EA2-72D6-A4B0-AF2269EE220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C2932B0-96BA-B3E7-CCDE-28BD8AEFD973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08997C05-99C6-EE5A-B254-ED0A2CC35B9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5D37584D-2C67-5115-AF92-415DACF49A2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705E0B39-BF0F-2D25-4B37-72F7BA967F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E6D04066-DFA1-111A-88EE-C19893C20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BD0E73A3-08FB-7D6D-FB69-67DAB4B92B8B}"/>
              </a:ext>
            </a:extLst>
          </p:cNvPr>
          <p:cNvSpPr/>
          <p:nvPr/>
        </p:nvSpPr>
        <p:spPr>
          <a:xfrm>
            <a:off x="3315477" y="1751266"/>
            <a:ext cx="3229687" cy="3082051"/>
          </a:xfrm>
          <a:prstGeom prst="roundRect">
            <a:avLst>
              <a:gd name="adj" fmla="val 668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5404005E-3EDC-2DC1-6E5B-5D804064F1D6}"/>
              </a:ext>
            </a:extLst>
          </p:cNvPr>
          <p:cNvSpPr/>
          <p:nvPr/>
        </p:nvSpPr>
        <p:spPr>
          <a:xfrm>
            <a:off x="284138" y="2300030"/>
            <a:ext cx="2869595" cy="3087701"/>
          </a:xfrm>
          <a:prstGeom prst="roundRect">
            <a:avLst>
              <a:gd name="adj" fmla="val 668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0DCE2389-294B-D24D-EEFD-71D5EC98E079}"/>
              </a:ext>
            </a:extLst>
          </p:cNvPr>
          <p:cNvSpPr/>
          <p:nvPr/>
        </p:nvSpPr>
        <p:spPr>
          <a:xfrm>
            <a:off x="6747175" y="1913265"/>
            <a:ext cx="3918637" cy="3436460"/>
          </a:xfrm>
          <a:prstGeom prst="roundRect">
            <a:avLst>
              <a:gd name="adj" fmla="val 668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28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5C96-AE01-076B-D1B7-36B8F180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E851F09-D72B-B82B-5C48-CE8F0A0FAA83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85D53A3-FD64-007C-2C7D-DB231814F6E8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7CAC72EB-264E-0294-0A95-8E7EBF4BB938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CF9C55A-795D-D5A2-0143-804021E370B6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B337296-BD13-4F29-D4C3-D3EC21B21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66A896-74B7-D372-BB1A-9E661E67EE6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8F2A56-173C-75D0-10BF-77AA7261FFD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2724D235-5A42-35E2-C847-7C5EF13E7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1D43B-5011-9BAA-E804-83D28A7C7992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A48B9-4F78-A39D-7DC5-193E209BAD0E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C13876-2E5A-8D1C-A395-053AA4135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4339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72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641</Words>
  <Application>Microsoft Office PowerPoint</Application>
  <PresentationFormat>와이드스크린</PresentationFormat>
  <Paragraphs>193</Paragraphs>
  <Slides>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261</cp:revision>
  <dcterms:modified xsi:type="dcterms:W3CDTF">2025-11-21T08:00:31Z</dcterms:modified>
</cp:coreProperties>
</file>