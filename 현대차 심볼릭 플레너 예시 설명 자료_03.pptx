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24"/>
  </p:notesMasterIdLst>
  <p:sldIdLst>
    <p:sldId id="256" r:id="rId3"/>
    <p:sldId id="257" r:id="rId4"/>
    <p:sldId id="294" r:id="rId5"/>
    <p:sldId id="293" r:id="rId6"/>
    <p:sldId id="295" r:id="rId7"/>
    <p:sldId id="298" r:id="rId8"/>
    <p:sldId id="299" r:id="rId9"/>
    <p:sldId id="297" r:id="rId10"/>
    <p:sldId id="306" r:id="rId11"/>
    <p:sldId id="304" r:id="rId12"/>
    <p:sldId id="310" r:id="rId13"/>
    <p:sldId id="273" r:id="rId14"/>
    <p:sldId id="303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585"/>
    <a:srgbClr val="FF7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132" y="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5CA4-E310-25C3-5463-76228848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63E57-1802-1767-D671-B5C6F36B6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CD3F1-D6E7-5B27-F0E7-467FB9256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9BC1C5-C2C7-BF4D-1DEE-0249ACF93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4988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12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13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2025-11-20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2025-11-20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2025-11-20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2025-11-20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624185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404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21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D : I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 </a:t>
                </a:r>
                <a:r>
                  <a:rPr lang="ko-KR" altLang="en-US" sz="120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2085170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FB17BB8-FB15-F44B-FC07-173343EAD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796" y="2505528"/>
            <a:ext cx="2612332" cy="35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결정 과정에서</a:t>
            </a:r>
            <a:r>
              <a:rPr lang="en-US" altLang="ko-KR" sz="1200" u="sng" dirty="0">
                <a:latin typeface="+mj-ea"/>
              </a:rPr>
              <a:t>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8208816"/>
              </p:ext>
            </p:extLst>
          </p:nvPr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34FE3C-D7E7-2C4A-D3A5-F85D2B5BD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533" y="2956743"/>
            <a:ext cx="3412016" cy="372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967D-706E-3A0A-FDEC-549CD42A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13A151-0464-0D52-F611-E956820F3506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DBFF0A-DB8E-AFE4-40F5-82F025DEE91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C13D9A5-3772-62E6-FE5B-BADDF2BC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78CC75-B6FA-5396-7ECB-D1C3DD6E0C2E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1CC345-9176-E815-D371-169FA4921D01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4C56A63-BB38-ED86-9E67-2BDF6C98A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9C71BA-7F15-2C56-0EEB-1070A06BE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132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  <a:r>
              <a:rPr kumimoji="0"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 작동 설명 자료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/>
              <a:t>{</a:t>
            </a:r>
            <a:r>
              <a:rPr lang="ko-KR" altLang="en-US" sz="1400"/>
              <a:t>도어 </a:t>
            </a:r>
            <a:r>
              <a:rPr lang="ko-KR" altLang="en-US" sz="1400" err="1"/>
              <a:t>체커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{nut type C,</a:t>
            </a:r>
            <a:r>
              <a:rPr lang="ko-KR" altLang="en-US" sz="1400"/>
              <a:t> </a:t>
            </a:r>
            <a:r>
              <a:rPr lang="ko-KR" altLang="en-US" sz="1400" err="1"/>
              <a:t>가조립</a:t>
            </a:r>
            <a:r>
              <a:rPr lang="ko-KR" altLang="en-US" sz="1400"/>
              <a:t> </a:t>
            </a:r>
            <a:r>
              <a:rPr lang="en-US" altLang="ko-KR" sz="1400"/>
              <a:t>1}, 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볼트</a:t>
            </a:r>
            <a:r>
              <a:rPr lang="en-US" altLang="ko-KR" sz="1400"/>
              <a:t> type D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endParaRPr lang="en-US" altLang="ko-KR" sz="1400"/>
          </a:p>
          <a:p>
            <a:endParaRPr lang="ko-KR" altLang="en-US" sz="140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1687</Words>
  <Application>Microsoft Office PowerPoint</Application>
  <PresentationFormat>와이드스크린</PresentationFormat>
  <Paragraphs>399</Paragraphs>
  <Slides>21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196</cp:revision>
  <dcterms:modified xsi:type="dcterms:W3CDTF">2025-11-19T19:14:01Z</dcterms:modified>
</cp:coreProperties>
</file>