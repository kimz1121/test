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47"/>
  </p:notesMasterIdLst>
  <p:sldIdLst>
    <p:sldId id="256" r:id="rId3"/>
    <p:sldId id="257" r:id="rId4"/>
    <p:sldId id="334" r:id="rId5"/>
    <p:sldId id="335" r:id="rId6"/>
    <p:sldId id="313" r:id="rId7"/>
    <p:sldId id="322" r:id="rId8"/>
    <p:sldId id="321" r:id="rId9"/>
    <p:sldId id="340" r:id="rId10"/>
    <p:sldId id="339" r:id="rId11"/>
    <p:sldId id="336" r:id="rId12"/>
    <p:sldId id="337" r:id="rId13"/>
    <p:sldId id="338" r:id="rId14"/>
    <p:sldId id="316" r:id="rId15"/>
    <p:sldId id="294" r:id="rId16"/>
    <p:sldId id="260" r:id="rId17"/>
    <p:sldId id="293" r:id="rId18"/>
    <p:sldId id="324" r:id="rId19"/>
    <p:sldId id="325" r:id="rId20"/>
    <p:sldId id="311" r:id="rId21"/>
    <p:sldId id="317" r:id="rId22"/>
    <p:sldId id="318" r:id="rId23"/>
    <p:sldId id="319" r:id="rId24"/>
    <p:sldId id="326" r:id="rId25"/>
    <p:sldId id="327" r:id="rId26"/>
    <p:sldId id="312" r:id="rId27"/>
    <p:sldId id="328" r:id="rId28"/>
    <p:sldId id="298" r:id="rId29"/>
    <p:sldId id="295" r:id="rId30"/>
    <p:sldId id="299" r:id="rId31"/>
    <p:sldId id="297" r:id="rId32"/>
    <p:sldId id="306" r:id="rId33"/>
    <p:sldId id="304" r:id="rId34"/>
    <p:sldId id="310" r:id="rId35"/>
    <p:sldId id="315" r:id="rId36"/>
    <p:sldId id="273" r:id="rId37"/>
    <p:sldId id="303" r:id="rId38"/>
    <p:sldId id="261" r:id="rId39"/>
    <p:sldId id="262" r:id="rId40"/>
    <p:sldId id="263" r:id="rId41"/>
    <p:sldId id="264" r:id="rId42"/>
    <p:sldId id="265" r:id="rId43"/>
    <p:sldId id="266" r:id="rId44"/>
    <p:sldId id="267" r:id="rId45"/>
    <p:sldId id="268" r:id="rId46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67" autoAdjust="0"/>
  </p:normalViewPr>
  <p:slideViewPr>
    <p:cSldViewPr snapToGrid="0">
      <p:cViewPr varScale="1">
        <p:scale>
          <a:sx n="131" d="100"/>
          <a:sy n="131" d="100"/>
        </p:scale>
        <p:origin x="141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5696-68AD-9107-B3A3-7662E975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E89538-DE08-198E-9847-57D14CFC8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A0E8F4-3CEE-867C-9A82-E0C0667F8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552685-062C-D89F-3D8D-7140AA773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873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D0DF-8448-E92E-9D95-35B2FF2BB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5477EA-FB67-15D3-931D-126D79A4D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9338F-F91D-BD27-02FF-C36D85038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899A1C-D7B2-1C6E-1DFE-B68079002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800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17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35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36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5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4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0D0BB-A5DF-0F63-32C3-BB63DFF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8EADFC-D6FD-732F-CACF-1FDB822D1F1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52FBF8C-829A-A799-7252-82481296E56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FCCA17FB-9984-DFF8-BF00-D6EE2AB45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CDD2E0E5-CFBE-75B5-71B1-867D12337B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223370"/>
              </p:ext>
            </p:extLst>
          </p:nvPr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096DD56F-EB5A-B4E6-060F-146A56A7ED95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287BF019-4621-D15F-B35B-8AFEC628DA7B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A8B498-2FD8-CCC6-B5F6-899CE1C704B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79573CB-E92F-56D9-C8BD-0596E1FE93E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6D1EC407-84C6-CB16-CE01-FC42CEEE73EE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E43C1F8D-39FB-0935-0DA0-8F2D3E74CC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B520DAB-D31C-6254-9DEB-9D9E24953006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FADF78E-927D-BB37-9845-6A6E151E3A2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E33E2C0-D51F-6355-C821-1AEBB079334F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235213E-359A-197B-1790-3F40496B6AC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D3FE42D2-61C8-7260-E9E3-0908357BB4D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E531B064-3A97-43E5-EDBA-D1844BF67358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956BE76-6465-2A04-B081-5CEC2D28A315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69B55-85BC-F52F-EFE7-7A3A4EF21A42}"/>
              </a:ext>
            </a:extLst>
          </p:cNvPr>
          <p:cNvGrpSpPr/>
          <p:nvPr/>
        </p:nvGrpSpPr>
        <p:grpSpPr>
          <a:xfrm>
            <a:off x="10139938" y="5006304"/>
            <a:ext cx="1606585" cy="1449899"/>
            <a:chOff x="9452164" y="3184556"/>
            <a:chExt cx="2475163" cy="2080658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8D0EED60-CB1D-E506-AC46-F1AA17D7C0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8189C6C-4213-1F5C-C90D-63FAF57C2947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7D5734B9-7766-C2EE-6C53-BE11E94CB85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F149FF05-FBAC-EEBA-6AAE-3A8106C920B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037E0695-9AFB-6224-BFA5-CCCFE1785773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21F55B53-AB2F-A2D8-D06D-F4F807B9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F914D7A-8CC7-29F1-A078-CDD772A9CA7F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E89AD834-80B6-B835-DD44-DD30D0944244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B0393D4-117A-B80A-CE99-CB230DEBF121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2A67CFF-89C0-0551-1C3F-F35FE95CB513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1643341-54A2-468F-5013-25A9EE2555D7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7E99567-0E6A-7B26-7DD8-EF4A533E7674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15144522-240E-DDF9-145A-934A7535005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3E4788F-A689-32EA-D8A9-0C62299B3C2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DED4D4F-6D53-FFEA-55FF-7239B1902BE4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78E82FBF-D9C9-2531-C9D3-DC38D49F58C7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45A098F-8560-E7BC-A6D9-EA6C56036E6C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EE00216-5628-4D40-A6C2-329B0C92C64E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30360C9F-782D-6495-1655-2B90B699CB18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A6A5409C-E648-6951-7154-F7DA22B2154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2FD1DAC4-67DF-1B00-4EB6-704CE4D9890E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0457FCEF-D402-FB0C-B6F7-B470CF3109D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73AC3646-761C-85E5-77FC-0AC63B0A628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88E2825-8BDD-4E5E-C4F9-43526B1DCBDD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E4292AE-4D19-D13F-F7C4-AC2FA797BD0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A5DC49A-84DE-7BC0-AEF2-B04D22FDA23D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E122462-D664-72FE-5383-8E0EFD21DBB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6B111CD-47F6-60AC-C6FD-A93800D79AD5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ACF11E9A-5F21-6B32-A4F7-75937F7394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ECFEE245-9356-82D2-B040-D9564124B3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C5331662-4D89-9794-8725-5A6CDFFD97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A079607A-4FBB-FF24-F3EE-35A07A00C41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ABB3161-A2C6-7544-8D84-E6E4E9C0854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CFDE40C-2639-E1D7-9B93-82BF3F30028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75230102-EB07-40AB-46FA-A43E94D0A3F5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6B45071-BCBB-AC44-809A-B2B388AA5B5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39511C7E-A598-4991-6F29-58D3E302F8B4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8C8D3DD3-B071-57D3-4F37-55530934518E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34EFB489-D6E8-7BCE-EC7F-B4DF58B0DCB2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F70A54-3D48-3E88-C4BE-73B9E0A48294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A062204-1A3B-B45F-F50E-2DE7D94403C4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B312EE-F051-F7D2-D0BA-E0453791F4C9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282A3E88-6C0A-2604-53F9-7AA97264978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615B599-7DCF-7668-767E-04544E7D572A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27953BBB-6AF7-5CA0-2F45-06BA5591509D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122C0E90-21D1-51A9-8375-15C03F051C7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4B0C334-25FF-CB13-91E1-6470ADD0E8DF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33D6C8E-5DA6-7CDD-7D94-180AB0D6E16D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5A9F5237-F61B-D54E-C0AB-4946A2114C6F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B5129529-8C81-52F0-89BA-90C7F0D7640E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152864F1-A24E-BA53-08C7-36123EA7505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5FE681EC-48D5-5292-3F34-8C43B53CFD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211D53BC-537B-5414-3928-5A44EB25F68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BCB3CDE-1A32-6F56-041A-6182DB0971C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E742737-E791-BAAE-D4A5-C8BEA2511193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D2D0BE0-EDC9-8C69-737A-95F5F71D809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065AF5C-061D-C294-540A-F0883B57A615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33B9021-55D4-8ED5-E248-0FEF5FA51DFB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C408A46-AB66-138F-2605-EF7DE7E3F30D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4E9D5608-5456-FC15-4341-1CE9BDE2B88C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BBB90F1-2CA6-5647-30DE-94DED283B22A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48BC726-A607-A0CA-D89E-33F62E20DF88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E8992A35-37FE-1639-472B-5BEBEA0ED46D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6C2F114-845E-E8C8-A239-6A94CC66A1B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A8D10321-909B-5012-55AB-71872C5F807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88A422DE-EF87-ACA5-2A4B-F24D3027EB15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BFADB500-17DD-65CA-795B-A35D97EB659F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F4CE678D-381A-4417-C647-A95AEA5E0320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F18F700D-5371-FD60-C988-AF635F70B679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57ECD93D-2B77-7284-6E67-2BF9E172084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93478308-6C36-2714-A30A-96DBC56817E1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2373279D-7C57-BE2C-4553-F0CBED62AC92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7CA5A98D-B4DC-B8D7-7611-C247AC0C984D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C21892F4-363E-5744-5DBE-123B941CD740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AEC519F4-5C54-C8FD-F9D1-1B64DF4A5E6C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562ED52D-314E-B54D-5CCE-1B1F3248A00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88AAADC-086A-6D46-AC61-4DBAFCA925D6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BE25E230-7E38-8573-9540-E49B85CDE97B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2C054413-2761-217E-9F89-9E0FF56695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F1B2897E-96A9-3D2B-12C7-FA40ED1DBB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39326DD0-C50D-43B4-63E7-C665DDD7F3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F0DC9355-A33C-BC34-3575-D36117F551B5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615A0C98-2A8C-E0B2-E693-EE9348E2A6BC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412B9329-D92B-C824-0F42-C625EFA96E53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8D1C658D-665F-BAAC-88E2-71524FA4679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214911C6-32D7-8258-B24E-7822C6BA962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50C31F7C-9AC7-F1BE-CE3C-69B1A1566CA0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023B3B60-1C2D-C9C4-E6B1-0E4F1362AFD0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BD3AE31D-FB2C-2C0D-99C6-AD5FFBE49166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F5A27F-105A-7869-39B3-444196094E2E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D6982DD-883A-2F5C-A6AD-378562747B28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70BEF89-9764-776D-7BD3-AE8C495202DE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CC6FFBA2-821F-B429-B4C4-35BF7B0D13A2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45CE64D5-2A10-3E5E-29DF-850AEC53499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4C7D24A6-467C-44CA-4F86-D89552B35761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D7C48D41-30E3-4E63-4F9F-94DEAC519CED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5BC0B576-118A-7813-7A6D-B3DCCF4A97FE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8FB40F60-4D11-E087-A38A-AD74752C61AE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92E4B775-24A2-4C58-780E-87115435C9E7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F89BB927-8207-44C4-386B-A03A7B34AE62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C0A537E0-3C62-9AB0-5984-508FAE7FABA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0C31F1DD-ECAD-5057-8BE6-142CA3FA3D3D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0C20000B-1163-5286-28D9-761F5E28981E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558D399B-4E0E-C7EC-63B6-90AF68B66F75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B5E9426B-5D48-9508-4EFC-EC14BB40F63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E15BD80D-B829-7CB6-8C66-5E27D7B974BC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69F2612C-D00D-6A05-A4CA-025DC0DBC868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3973B50-B6D4-E229-10EB-AF41A09C008B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4E197B2-913F-281F-BF22-488FA8F62EF2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2E35FB6C-1C37-5AD1-CD71-1FDF7E4A684B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DE2AE1A1-7BFD-406C-1687-BAD58E21EA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EE3006F0-2223-CE7A-E619-2B5051386600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A3C21F9D-F0CB-CA61-5897-1E30D0E4B1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53F7D98B-3487-5ED0-AE13-2A08A32BC5BE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D2F33A-E989-E4EF-FB92-89FC3EDE97D0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2BB2151B-D719-CC9A-23CE-62FA0F9C8A32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6B041792-007F-E58D-429E-1FAC0FAAE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6CBFB6F2-FE67-12AD-2D9B-FCD5DF1A0DD7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496D7A56-58B4-FD63-7BDD-0A2474756DF2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C9A87896-F056-3FE3-C0FD-534B4274F407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D5089708-A94B-98CE-A435-13BD2A30A305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32BDD2BD-F773-9C50-4133-16298D59A298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6B0716C6-646D-A9BD-EEEE-D2B7E6CEF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7D326A-2450-3DCE-5C3F-6D9818D5E1A8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A99127E-9AA8-93C4-B0E7-6193E51D9513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BAF49501-BEC6-FF30-EEA5-259B255A2A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5E69AF64-2A45-6487-A06A-AD49C235E096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8CDFE8C-E393-287F-545F-6B380E53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4B7BEAAF-0D1E-42F9-34E5-A053BAA485CD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E0B0F195-3070-C3F3-B39E-785199C2A952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91E3AC53-B9EB-6257-62FB-BC912E873CEC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C6958559-7A71-8890-731C-0D5A9D5B6BD4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FEEF201E-BEC0-173E-6370-40594A68C9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59F40CF5-E050-46C2-53D3-2AD5E4CAF7F2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C90E92D-F7FB-7595-FC50-4D64A126CC87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A9FA0CB-1933-AF29-2D51-1AD0FEDF6104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16A9E69-85FC-9A0D-75D4-DFA145DE7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9D69A0DD-1EC8-91B7-FD33-FCA645300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F5043ACB-4385-5E70-D1C1-1097D677566D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A7A1D6D7-03E6-2B1B-2307-71F1F3785CFA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3691B41E-E086-E24D-4F5D-1A3271A24E7B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1F69081C-8D21-63BF-D1F1-6B695DB5F49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3AF56150-C41D-70E0-287E-762130CE75C5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DE259E0E-9AAF-C313-C256-0F2C8B3347AE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4A9649DB-7E34-0591-90E3-F504481EEB78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0C431125-7D6F-6D80-7482-ECCBAB6AA6C7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2AF9303B-A801-8F6E-EF87-2D19166C017B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F500831F-02C4-DB25-5976-4EC9F26F29C7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C0BF207-0EA5-96F1-3693-F18CED2620E0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A2E5DE26-10F1-9ED9-A13C-E1E93AF0499A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11C0EB44-E64A-A3A1-FFA9-28978233F073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1522C64C-B80C-27C9-E858-3751AA4CDC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C7DB0EBB-0C90-57AD-5C15-65C858223822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4F42E9E2-1EBF-3F93-D7DF-402C9432B264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FE140C8A-26F3-76FB-F53C-BB806354EE28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67CE263B-B839-5B82-9D9E-00FB24E61CBD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24EF278-57D1-97E6-1310-B83223094910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9BA28E40-9AC2-B77F-BBDF-787C2C59E822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A0E5935D-3C84-18FE-DDF9-BDEF74E89692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B846C0D9-5865-57EF-6A59-43F437B9CAB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6077D0A7-F4F3-E8E8-1C4C-5CD51EB9696F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78D4BCBD-06B7-8F30-83E9-D66D5F8BE539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C8A629CC-236C-7353-B1D8-710CC2744B6A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BCC1BAB-0950-BE59-CB80-D89D7AF771B0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D80319E1-7E1B-74B7-569D-E2B6B7C88951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FD50723F-922D-F12D-E83C-FC7E01C7A810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2BA4697-5F00-E2AE-D2B7-70C39AEE467A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8ABF217A-6473-5734-9844-77B79C158E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35937462-2C71-C393-D5A0-876FD3B790A2}"/>
              </a:ext>
            </a:extLst>
          </p:cNvPr>
          <p:cNvSpPr txBox="1"/>
          <p:nvPr/>
        </p:nvSpPr>
        <p:spPr>
          <a:xfrm>
            <a:off x="8351775" y="4857658"/>
            <a:ext cx="1315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조립 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4A75234-8B43-8534-D0F0-E2A934FA3CEC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82B58CB-0F4F-779B-8897-03579D7EB2BA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6B0944-DBF9-5E94-5B76-C6CFA4B0930E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73142D3-954C-56A6-78F1-69B678C6C2E1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58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1951-B212-214A-3234-FB4700EC0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726866-56D2-8093-2E2A-0C291F2A29A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15DF92-28C4-2C04-066C-E7A69BC5D8F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618E06B-D93C-D07A-6531-09C54CCFD2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49E548D2-448A-0393-47B2-B573F1B674E3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912F68B1-8D2E-55A2-CB85-ECC891750CEB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5FB2D16-F7BE-E305-5F2C-91A59AF6E7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69F646-38D0-CAF8-5160-8C8A0AC982E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AD33C33-2F31-7A74-1040-825EB1E64DCE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540C447F-D24D-59BD-8B02-B9441DD8E6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29839AD7-90B7-7111-F7BA-4A90B6905DB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C61435C-E482-2F4A-0CE7-66DAFDED9D7E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0698704-9AF6-CC82-1B04-CCB7AF86330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94D18EB9-EE8E-20ED-E77B-2911D81B7BA5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9016A752-1D1A-2DC0-B6B5-312566B98B77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57FEB7A-0224-6B0D-B74F-71FCC6CF259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D3E17-E416-DFC3-4945-68830F9A30D3}"/>
              </a:ext>
            </a:extLst>
          </p:cNvPr>
          <p:cNvSpPr txBox="1"/>
          <p:nvPr/>
        </p:nvSpPr>
        <p:spPr>
          <a:xfrm>
            <a:off x="6266025" y="644834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DE29DEC-BB81-DC3F-C530-DC273682A25C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9CEC5E1-9A54-9336-FDBE-89176EAB064C}"/>
              </a:ext>
            </a:extLst>
          </p:cNvPr>
          <p:cNvGrpSpPr/>
          <p:nvPr/>
        </p:nvGrpSpPr>
        <p:grpSpPr>
          <a:xfrm>
            <a:off x="10200896" y="4944047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69B8868-1DD1-95E1-5B4E-02AA5ACD05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566948E-5AF8-5E0D-D5C2-99C56504C0E7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1A8331C-CC20-7D8B-411C-ED8415A052E8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761C7EB4-B06D-B020-4DD4-1E13D9C0DEF6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4B22F55-054B-2E5D-7159-15DD25DC6214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F537F928-6732-9964-180D-CD41261BE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93C0C4C-3BD0-AF15-E06F-4FD0FC4B82C5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B4ECDBF6-25BA-EF47-1179-B40AFAA137DD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3D9D5AB-05AE-DD95-F4EA-B0AADCDE9566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89E893-7B64-8214-5BE7-43C09623CF68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AF805E4-2A63-3369-A13E-7B8AD76CC39A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C3D1945-A8E0-B43B-7149-F4DD27582D00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28D7745-255A-62C6-2E9C-C688B4CFA84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AF924809-27E6-F439-EE93-42F78006CD5A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4BB86DEA-A3FA-488C-988F-53C292FCE59E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BE1992F4-6D95-84B6-EFCB-1F90235266AA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A289599C-3F12-FDC1-B3E0-59BC25BE230A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7E35BBA0-3290-ECCE-BFC7-020E2DD123A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2E93255-E477-8BE9-9F87-D20FC393E77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08DE344-6540-7BD6-9F25-DB5FCC588714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AFB94A8-5D3C-969D-BF28-F26903985AA4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8BE54687-47BD-B287-AFDE-4AF8DD0320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EAD2F783-A733-15BB-D97E-4E1284010D39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D282C94A-91E8-780F-48E1-405513D5DE1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1C358516-9303-6337-97A6-0571C37B8CA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C18F6BDA-21B0-4D0F-38F8-5128B7D0631F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8899DCFB-35FA-1613-A28F-568C041F20CF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3968098-644F-C8C9-D99C-EE8AB328053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88C99570-507D-CD53-72E6-594A41C76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4B0C915D-A424-7F76-03E3-0273837FFB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584A53A-73DA-00E6-B748-638ABCE754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B78B125-183F-9575-65CA-87368EAC75F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52CD47D-1B56-8136-AC9D-34E319B1C1C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8E74AF13-A708-EF09-FB2A-C60FB0FC89C3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CA1452CE-423B-DC13-241A-A4719D86F03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EFC97666-3EEA-A8C0-ECCB-E2B6FA8DE44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5810AD7-DA72-684C-5DC6-345E68DFCD5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F5BBA27-6834-2AD8-19EA-7B73BCEB2EE2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078531E0-962C-CA5C-40D5-3C161B085ABF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A02C98-0397-6EFE-8BBA-D80547ADA502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2F5B89A-EE0F-260A-2013-073CDC6E7D97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F5D08865-3527-3CE2-E171-749C877435BF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99902504-E5E1-A17B-8A45-B7483F277077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1FCE923C-5275-EF24-4E38-6D00DCDDA8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F3E969B7-FC08-E90D-5F6F-CCBA075151D9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1BD5D54-266F-33DD-741A-903985E2807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0289C9E-D57E-FC99-284D-BC9FD2B1B95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A0AE20E8-A59B-E146-1629-C095F0442CC7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EB82BD4D-15EF-70DA-5E7A-094443F5103A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730CF09-7270-BDE3-EAFD-B78E6166AE34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7541848-4F71-E8EA-F28E-1A71EA30C7F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1A9548B5-0AD8-EC81-EB3C-5CDCA92CE58E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7CF98E5-60FC-9563-2334-B8344239654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5450C77F-B2A5-4897-67C6-6C421CEEDA3E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470512AA-8F6A-A6EF-6CD5-C90B52BAF79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1D35BDE0-DEA2-9FE3-5E94-A87401230D6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429A271E-B4B9-6C33-B3CD-21049A9FCC1D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AF7B2BEF-3DA0-4F32-B6F3-3FD3660E51DD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A6195E4-A6E5-53B5-7BB0-28BF3E44B937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17493379-AEED-8DC9-8B7C-971F11AE6942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AF9C0D0-C41D-DD1D-8687-95C547176678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F311689F-9575-52F7-707B-F2DD2F95E9A9}"/>
              </a:ext>
            </a:extLst>
          </p:cNvPr>
          <p:cNvGrpSpPr/>
          <p:nvPr/>
        </p:nvGrpSpPr>
        <p:grpSpPr>
          <a:xfrm>
            <a:off x="1060575" y="5693454"/>
            <a:ext cx="3702274" cy="1022725"/>
            <a:chOff x="1060575" y="5744659"/>
            <a:chExt cx="3702274" cy="1022725"/>
          </a:xfrm>
        </p:grpSpPr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596AB625-1C52-C703-3C22-8F1BA0459ED9}"/>
                </a:ext>
              </a:extLst>
            </p:cNvPr>
            <p:cNvGrpSpPr/>
            <p:nvPr/>
          </p:nvGrpSpPr>
          <p:grpSpPr>
            <a:xfrm>
              <a:off x="1060575" y="5744659"/>
              <a:ext cx="2299772" cy="1016946"/>
              <a:chOff x="1060575" y="5744659"/>
              <a:chExt cx="2299772" cy="1016946"/>
            </a:xfrm>
          </p:grpSpPr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0FB55369-AA3A-5BBB-EEBC-8F41A9B51985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DB33E0D1-5322-7687-D57E-0135292FCCFB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62" name="타원 61">
                    <a:extLst>
                      <a:ext uri="{FF2B5EF4-FFF2-40B4-BE49-F238E27FC236}">
                        <a16:creationId xmlns:a16="http://schemas.microsoft.com/office/drawing/2014/main" id="{15CE582D-AEF7-FCC8-5727-136DC805947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3" name="타원 62">
                    <a:extLst>
                      <a:ext uri="{FF2B5EF4-FFF2-40B4-BE49-F238E27FC236}">
                        <a16:creationId xmlns:a16="http://schemas.microsoft.com/office/drawing/2014/main" id="{F63E47F2-F46A-3951-9157-5635E03BA2A1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64" name="직선 연결선 63">
                    <a:extLst>
                      <a:ext uri="{FF2B5EF4-FFF2-40B4-BE49-F238E27FC236}">
                        <a16:creationId xmlns:a16="http://schemas.microsoft.com/office/drawing/2014/main" id="{0143AAB8-D07D-13C4-B39C-72A9729B168B}"/>
                      </a:ext>
                    </a:extLst>
                  </p:cNvPr>
                  <p:cNvCxnSpPr>
                    <a:cxnSpLocks/>
                    <a:endCxn id="62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직선 연결선 64">
                    <a:extLst>
                      <a:ext uri="{FF2B5EF4-FFF2-40B4-BE49-F238E27FC236}">
                        <a16:creationId xmlns:a16="http://schemas.microsoft.com/office/drawing/2014/main" id="{09E9BBCF-043B-38DD-C96A-F6C63A13D525}"/>
                      </a:ext>
                    </a:extLst>
                  </p:cNvPr>
                  <p:cNvCxnSpPr>
                    <a:cxnSpLocks/>
                    <a:stCxn id="63" idx="2"/>
                    <a:endCxn id="62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C95A87AA-6DE2-1447-B46A-4B966D067901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67" name="사각형: 둥근 모서리 66">
                      <a:extLst>
                        <a:ext uri="{FF2B5EF4-FFF2-40B4-BE49-F238E27FC236}">
                          <a16:creationId xmlns:a16="http://schemas.microsoft.com/office/drawing/2014/main" id="{B6BB19B6-A746-B60E-91DA-836F3497FD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8" name="타원 67">
                      <a:extLst>
                        <a:ext uri="{FF2B5EF4-FFF2-40B4-BE49-F238E27FC236}">
                          <a16:creationId xmlns:a16="http://schemas.microsoft.com/office/drawing/2014/main" id="{18908CA3-409E-C2DD-0D4A-08D26F96B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9" name="타원 68">
                      <a:extLst>
                        <a:ext uri="{FF2B5EF4-FFF2-40B4-BE49-F238E27FC236}">
                          <a16:creationId xmlns:a16="http://schemas.microsoft.com/office/drawing/2014/main" id="{05C0C6D3-B2B9-950A-87F6-EA46C7D836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0" name="타원 69">
                      <a:extLst>
                        <a:ext uri="{FF2B5EF4-FFF2-40B4-BE49-F238E27FC236}">
                          <a16:creationId xmlns:a16="http://schemas.microsoft.com/office/drawing/2014/main" id="{530254BA-7801-922C-A9BA-30417613F8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EFA74B5A-3324-01A6-D3B7-367862C1242C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36019EEF-7CE2-5573-450E-A55F18DCE4E1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45" name="그룹 44">
                    <a:extLst>
                      <a:ext uri="{FF2B5EF4-FFF2-40B4-BE49-F238E27FC236}">
                        <a16:creationId xmlns:a16="http://schemas.microsoft.com/office/drawing/2014/main" id="{C577A626-DD34-1527-083A-A4BB815952E9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55" name="사각형: 둥근 모서리 54">
                      <a:extLst>
                        <a:ext uri="{FF2B5EF4-FFF2-40B4-BE49-F238E27FC236}">
                          <a16:creationId xmlns:a16="http://schemas.microsoft.com/office/drawing/2014/main" id="{CF41F516-5752-1F8B-40A8-4E0EAB95D5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56" name="그룹 55">
                      <a:extLst>
                        <a:ext uri="{FF2B5EF4-FFF2-40B4-BE49-F238E27FC236}">
                          <a16:creationId xmlns:a16="http://schemas.microsoft.com/office/drawing/2014/main" id="{F38FB6B2-D4E2-782F-1E31-CAE2F1DC06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58" name="타원 57">
                        <a:extLst>
                          <a:ext uri="{FF2B5EF4-FFF2-40B4-BE49-F238E27FC236}">
                            <a16:creationId xmlns:a16="http://schemas.microsoft.com/office/drawing/2014/main" id="{ECD1EF7D-A90B-7A4C-3034-0F08B21085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59" name="타원 58">
                        <a:extLst>
                          <a:ext uri="{FF2B5EF4-FFF2-40B4-BE49-F238E27FC236}">
                            <a16:creationId xmlns:a16="http://schemas.microsoft.com/office/drawing/2014/main" id="{64BF7D02-B700-B86B-466F-6191D4B1F9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61" name="타원 60">
                        <a:extLst>
                          <a:ext uri="{FF2B5EF4-FFF2-40B4-BE49-F238E27FC236}">
                            <a16:creationId xmlns:a16="http://schemas.microsoft.com/office/drawing/2014/main" id="{1EA99FEA-E54C-0A43-C6DA-D473917840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57" name="타원 56">
                      <a:extLst>
                        <a:ext uri="{FF2B5EF4-FFF2-40B4-BE49-F238E27FC236}">
                          <a16:creationId xmlns:a16="http://schemas.microsoft.com/office/drawing/2014/main" id="{3CC0FE71-072A-468A-D853-6A46C42176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E00EC454-A804-9F78-236A-0AACAC840E8A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C0F1358-7A71-04C8-454B-5BFD9F98356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8" name="타원 47">
                    <a:extLst>
                      <a:ext uri="{FF2B5EF4-FFF2-40B4-BE49-F238E27FC236}">
                        <a16:creationId xmlns:a16="http://schemas.microsoft.com/office/drawing/2014/main" id="{EBED7B88-5F94-2AD8-C13B-0364F92C02D9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9" name="직선 연결선 48">
                    <a:extLst>
                      <a:ext uri="{FF2B5EF4-FFF2-40B4-BE49-F238E27FC236}">
                        <a16:creationId xmlns:a16="http://schemas.microsoft.com/office/drawing/2014/main" id="{409DF4C6-935F-60DE-0ABE-82A68C349B60}"/>
                      </a:ext>
                    </a:extLst>
                  </p:cNvPr>
                  <p:cNvCxnSpPr>
                    <a:cxnSpLocks/>
                    <a:endCxn id="4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직선 연결선 49">
                    <a:extLst>
                      <a:ext uri="{FF2B5EF4-FFF2-40B4-BE49-F238E27FC236}">
                        <a16:creationId xmlns:a16="http://schemas.microsoft.com/office/drawing/2014/main" id="{50938502-FA79-E644-301F-4EEC6C1ABB29}"/>
                      </a:ext>
                    </a:extLst>
                  </p:cNvPr>
                  <p:cNvCxnSpPr>
                    <a:cxnSpLocks/>
                    <a:stCxn id="44" idx="7"/>
                    <a:endCxn id="4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직선 연결선 50">
                    <a:extLst>
                      <a:ext uri="{FF2B5EF4-FFF2-40B4-BE49-F238E27FC236}">
                        <a16:creationId xmlns:a16="http://schemas.microsoft.com/office/drawing/2014/main" id="{7A38C736-287F-5FCC-7AEA-3CC8D62C2D93}"/>
                      </a:ext>
                    </a:extLst>
                  </p:cNvPr>
                  <p:cNvCxnSpPr>
                    <a:cxnSpLocks/>
                    <a:stCxn id="47" idx="1"/>
                    <a:endCxn id="4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직선 연결선 52">
                    <a:extLst>
                      <a:ext uri="{FF2B5EF4-FFF2-40B4-BE49-F238E27FC236}">
                        <a16:creationId xmlns:a16="http://schemas.microsoft.com/office/drawing/2014/main" id="{AB46112F-A595-A564-16B4-76963BD21739}"/>
                      </a:ext>
                    </a:extLst>
                  </p:cNvPr>
                  <p:cNvCxnSpPr>
                    <a:cxnSpLocks/>
                    <a:stCxn id="48" idx="7"/>
                    <a:endCxn id="4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40D736B-82FA-A103-0D6A-9038F4597602}"/>
                  </a:ext>
                </a:extLst>
              </p:cNvPr>
              <p:cNvSpPr txBox="1"/>
              <p:nvPr/>
            </p:nvSpPr>
            <p:spPr>
              <a:xfrm>
                <a:off x="1060575" y="6515384"/>
                <a:ext cx="229977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F985408-5270-A759-0A39-31384ABADF0B}"/>
                </a:ext>
              </a:extLst>
            </p:cNvPr>
            <p:cNvGrpSpPr/>
            <p:nvPr/>
          </p:nvGrpSpPr>
          <p:grpSpPr>
            <a:xfrm>
              <a:off x="3237674" y="5802496"/>
              <a:ext cx="1525175" cy="964888"/>
              <a:chOff x="3237674" y="5802496"/>
              <a:chExt cx="1525175" cy="964888"/>
            </a:xfrm>
          </p:grpSpPr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1AB42A-66C1-32B0-F341-E12902F04AB6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D6AD35CA-C12B-8BC1-FFD2-A7C6F522B0FA}"/>
                    </a:ext>
                  </a:extLst>
                </p:cNvPr>
                <p:cNvCxnSpPr>
                  <a:cxnSpLocks/>
                  <a:stCxn id="85" idx="4"/>
                  <a:endCxn id="8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7DC112DE-6674-C52F-08FA-C3EF2AA2BD38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CF53D479-A0E5-D398-3768-D9226C0B2981}"/>
                    </a:ext>
                  </a:extLst>
                </p:cNvPr>
                <p:cNvCxnSpPr>
                  <a:cxnSpLocks/>
                  <a:stCxn id="84" idx="2"/>
                  <a:endCxn id="7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18D0739-1677-4EC7-B198-91E34B24F601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AD1787A3-6BBF-EDFE-5D3F-2F5936F05C93}"/>
                    </a:ext>
                  </a:extLst>
                </p:cNvPr>
                <p:cNvCxnSpPr>
                  <a:cxnSpLocks/>
                  <a:stCxn id="81" idx="1"/>
                  <a:endCxn id="7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E44E9586-55C3-4CDE-AFB9-D91ED05F04A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49AE848-A681-323D-62B3-9A986D82BED4}"/>
                    </a:ext>
                  </a:extLst>
                </p:cNvPr>
                <p:cNvCxnSpPr>
                  <a:cxnSpLocks/>
                  <a:stCxn id="85" idx="6"/>
                  <a:endCxn id="7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A901EC06-A83D-9A9B-40B6-3FF966400A25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025AC960-4F2A-45FD-85D4-A0E510D14CB8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72F32CEA-FD4B-965B-725C-E0C457347A2F}"/>
                    </a:ext>
                  </a:extLst>
                </p:cNvPr>
                <p:cNvCxnSpPr>
                  <a:cxnSpLocks/>
                  <a:stCxn id="82" idx="3"/>
                  <a:endCxn id="7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29616C87-A6A7-CAC6-5229-B195453D27DA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43584FA-5DD7-9B4A-D92B-3C2D9E58EE41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AC7D95D9-48B8-EDF1-F26A-7B431C2F03C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56B5BF2D-D5DC-687A-0A7D-D7EBDBC25C6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538C054A-C5CE-3C63-453B-05CD888336BD}"/>
                    </a:ext>
                  </a:extLst>
                </p:cNvPr>
                <p:cNvCxnSpPr>
                  <a:cxnSpLocks/>
                  <a:stCxn id="87" idx="4"/>
                  <a:endCxn id="8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D17596CC-188B-CF27-411F-1B619ED8BE84}"/>
                    </a:ext>
                  </a:extLst>
                </p:cNvPr>
                <p:cNvCxnSpPr>
                  <a:cxnSpLocks/>
                  <a:stCxn id="81" idx="2"/>
                  <a:endCxn id="8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F431BF5-31C6-E9D7-C98E-4E7D88BB4CE2}"/>
                  </a:ext>
                </a:extLst>
              </p:cNvPr>
              <p:cNvSpPr txBox="1"/>
              <p:nvPr/>
            </p:nvSpPr>
            <p:spPr>
              <a:xfrm>
                <a:off x="3237674" y="6515384"/>
                <a:ext cx="1525175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목표 상태 입력</a:t>
                </a:r>
              </a:p>
            </p:txBody>
          </p:sp>
        </p:grp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532466AB-63F4-A35D-8091-2E6451783AA3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4E568573-B42A-D0BE-07FB-96DFFD92BB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0161820E-2E42-D5C8-5D5A-7DE63D72A733}"/>
              </a:ext>
            </a:extLst>
          </p:cNvPr>
          <p:cNvSpPr txBox="1"/>
          <p:nvPr/>
        </p:nvSpPr>
        <p:spPr>
          <a:xfrm>
            <a:off x="6302199" y="2058912"/>
            <a:ext cx="1409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Item Specification Data</a:t>
            </a:r>
            <a:endParaRPr lang="ko-KR" altLang="en-US" sz="1000" dirty="0"/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9A4B8402-7CCD-D1C3-F36C-E0264CD661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DC76EFD9-37C8-6A83-EA2D-D8752C0E53B3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Assembly Group Data</a:t>
            </a:r>
            <a:endParaRPr lang="ko-KR" altLang="en-US" sz="1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182C0BB-4876-AC68-3AA9-F334761C6683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EC341ACA-1F1D-5440-F51A-5F31E0B76C6B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92FA7636-600D-10F8-877E-BD28A840FB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57EDE395-AEBD-0A04-F1BC-7883F368B806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216B4B2D-0A89-157F-023E-8D25AC290A7B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FC2350AB-F99A-8B23-6772-E211ABB250E3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0648E334-B22D-E863-7569-5E5D640C27F2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C75DBE28-8CDA-2EFA-8DC2-B15A2B1834C2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E450B75C-5CE0-F4B4-8E78-E3D802E69F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BA65F0A-46B3-CD4A-3F2D-77D50F632FC5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BCADC1B-B0DB-2DCD-932A-8A01E6525299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6C8EAD2E-9AF2-B71B-5F6A-1F13A937D9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FC6ADED-B8DB-48DB-4B10-88FE529510E1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A7111E7-A293-FA8A-CC34-5F17A31A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999DCAC4-60C4-24D0-E920-DCF81374178F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1D459D1E-06DD-3A0F-62CF-92C0C03080D4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5A5D149E-B6E1-908D-3F5D-13327FF8A7B8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513746AF-7887-E216-374F-F49D5C446E57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C78984F9-235F-1542-CF8C-7609075F0A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26206368-FD4D-0855-E6A7-E99A8E26C7B8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827000A-8CC3-B6DE-CE2B-88A80151380B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6F616E2-33C2-AF62-95A1-DDDF0C94542C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C57487-D13C-21CF-E58C-90DFE0715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7C64D6DC-4984-67D6-6072-23262803A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B2C3265B-3AF8-71FE-CD66-F4ECC1AECF8C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B586F8E-F553-0CE7-C638-C5AB7D9DFB98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2B21550D-6AA4-5ACB-E173-6BEDF626042C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ABBB63F-7731-6DCF-420C-5A85971AECD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50995418-C4F8-0407-84C2-B6B9F7992930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A902AF5E-2F90-0AFE-DC11-C63874429E47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8C2EB15A-B76E-8246-E65D-00594CEBCFFE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9DAFB173-13B9-507D-1114-84EE6B2E1F12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8A9A8C9D-B7EC-C240-0766-7643122D820C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2FCC8039-6BED-C498-B965-D72BE39A1CB5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67FFC0FD-19E7-B0D0-E16D-91EFAAF01DE4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0CEB29CA-7DA8-E20C-B5BC-5C8F62DFE05F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636C13F3-8D74-7B00-CFB6-002BAC7650D7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71DAA3E4-3F0E-4D07-3E0B-DDD9673A1870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09FD95DE-4597-3671-70D1-09271E4EA799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1E9CA931-F35D-103D-48E6-16F0D30CA14F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DE558B01-91B6-2266-3DDC-A66E71E2B2B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B88BEE98-A150-2B26-AAD1-618D3C05FFE3}"/>
              </a:ext>
            </a:extLst>
          </p:cNvPr>
          <p:cNvSpPr/>
          <p:nvPr/>
        </p:nvSpPr>
        <p:spPr>
          <a:xfrm>
            <a:off x="6804475" y="460191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B0BE4065-23F9-62FB-955B-17EACB712E1C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7E753481-08EF-8368-B57A-AA8F792ADBC6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8CC485F4-5239-9E1D-2F4A-D2251E3D7191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6E14C810-76BB-770F-A2EA-9D0E49BE69D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A16A2B5-AF58-BFCF-2342-AD5DB9BFF21B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9FC70627-0E2E-225B-1899-FF0B7E99B43D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0DA07B2-0A07-9F1B-7C19-D84FF918668B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63E5E698-8EC1-834D-C811-257C85B2598E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10A81FF1-D264-ECE6-3698-FA59DAEF3CC7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23D107F-64F8-8C00-2FF8-A4A9AA471111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A15611A-B5E4-0C40-EFF0-C37A8877E0A6}"/>
              </a:ext>
            </a:extLst>
          </p:cNvPr>
          <p:cNvSpPr txBox="1"/>
          <p:nvPr/>
        </p:nvSpPr>
        <p:spPr>
          <a:xfrm>
            <a:off x="10011093" y="645351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34B6F491-5B55-CAC7-06F5-D6290CF3B0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9FABE3E6-9A2E-D904-1983-BC622A9CB3FB}"/>
              </a:ext>
            </a:extLst>
          </p:cNvPr>
          <p:cNvSpPr txBox="1"/>
          <p:nvPr/>
        </p:nvSpPr>
        <p:spPr>
          <a:xfrm>
            <a:off x="8485401" y="4857658"/>
            <a:ext cx="1047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4C9E52F-7564-FA6E-4637-105209C618F1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3319108-D224-51E4-6C70-3E770D3361B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D60A67A-2B70-035C-0902-9CA3283E3DD5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02837B0-4016-71EB-A2DB-5AD4034975E4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917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9" y="1790959"/>
            <a:ext cx="8849108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162447"/>
              </p:ext>
            </p:extLst>
          </p:nvPr>
        </p:nvGraphicFramePr>
        <p:xfrm>
          <a:off x="3417970" y="1824161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092884" y="2126362"/>
            <a:ext cx="948390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1766297" y="3097235"/>
            <a:ext cx="1102797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3821135" y="3505503"/>
            <a:ext cx="415625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6916" y="3397500"/>
            <a:ext cx="1102797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298442" y="3441438"/>
            <a:ext cx="537274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67265" y="1874131"/>
            <a:ext cx="1527869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115154" y="362353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1878428" y="359235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2833910" y="3407995"/>
            <a:ext cx="772600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5770001" y="2126362"/>
            <a:ext cx="1142153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2651928" y="358132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3654534" y="3588619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3579025" y="3955568"/>
            <a:ext cx="8784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4317428" y="358132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4490137" y="3402305"/>
            <a:ext cx="96731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5532073" y="3571399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3937230" y="3217689"/>
            <a:ext cx="172809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6959077" y="3365505"/>
            <a:ext cx="1194832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8278441" y="3536650"/>
            <a:ext cx="582856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7251818" y="4368816"/>
            <a:ext cx="609351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6918035" y="4835253"/>
            <a:ext cx="1276916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688315" y="4253022"/>
            <a:ext cx="6229719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3442929" y="3013309"/>
            <a:ext cx="11506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286249" y="3025566"/>
            <a:ext cx="537274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145" name="표 144">
            <a:extLst>
              <a:ext uri="{FF2B5EF4-FFF2-40B4-BE49-F238E27FC236}">
                <a16:creationId xmlns:a16="http://schemas.microsoft.com/office/drawing/2014/main" id="{BBD9C918-3E8C-A09C-CB50-E46D61B15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46323"/>
              </p:ext>
            </p:extLst>
          </p:nvPr>
        </p:nvGraphicFramePr>
        <p:xfrm>
          <a:off x="9403472" y="1712447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891C8BAE-C033-65E8-ABB8-6DE15299A9DC}"/>
              </a:ext>
            </a:extLst>
          </p:cNvPr>
          <p:cNvGrpSpPr/>
          <p:nvPr/>
        </p:nvGrpSpPr>
        <p:grpSpPr>
          <a:xfrm>
            <a:off x="9988175" y="3347128"/>
            <a:ext cx="1871653" cy="1620000"/>
            <a:chOff x="1700210" y="3490821"/>
            <a:chExt cx="1871653" cy="1620000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A1C7DA5C-104F-804A-743F-408BEEB05FED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F956E580-5FE0-1271-AFD2-B407D5ED576D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F12DD605-7F64-99EC-1635-2160F352B4DE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0" name="타원 149">
                <a:extLst>
                  <a:ext uri="{FF2B5EF4-FFF2-40B4-BE49-F238E27FC236}">
                    <a16:creationId xmlns:a16="http://schemas.microsoft.com/office/drawing/2014/main" id="{17204620-EF52-2006-138A-8F6750F69BE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1" name="타원 150">
                <a:extLst>
                  <a:ext uri="{FF2B5EF4-FFF2-40B4-BE49-F238E27FC236}">
                    <a16:creationId xmlns:a16="http://schemas.microsoft.com/office/drawing/2014/main" id="{FB916E53-C896-EAC2-BBE5-B335FA5705A1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7FFEC35F-6510-46FA-E087-D5700D7A06A7}"/>
              </a:ext>
            </a:extLst>
          </p:cNvPr>
          <p:cNvGrpSpPr/>
          <p:nvPr/>
        </p:nvGrpSpPr>
        <p:grpSpPr>
          <a:xfrm>
            <a:off x="9988177" y="2256190"/>
            <a:ext cx="1871646" cy="900000"/>
            <a:chOff x="1700212" y="2399883"/>
            <a:chExt cx="1871646" cy="900000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D7BA9EC4-828E-0159-6C84-12414DA9ADF1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E3B4C38F-C97C-F45B-0AE8-06088B7DE351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F14F3E6B-3D77-0AEF-4CBB-9B7AB6B46800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56" name="사각형: 둥근 모서리 155">
                <a:extLst>
                  <a:ext uri="{FF2B5EF4-FFF2-40B4-BE49-F238E27FC236}">
                    <a16:creationId xmlns:a16="http://schemas.microsoft.com/office/drawing/2014/main" id="{F3CB0449-9DB1-964C-2622-69F5E53CC38D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8ED96B2F-C7D1-B22A-0865-E0AF560B3B9C}"/>
              </a:ext>
            </a:extLst>
          </p:cNvPr>
          <p:cNvSpPr/>
          <p:nvPr/>
        </p:nvSpPr>
        <p:spPr>
          <a:xfrm>
            <a:off x="10123689" y="2382634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58" name="사각형: 둥근 모서리 157">
            <a:extLst>
              <a:ext uri="{FF2B5EF4-FFF2-40B4-BE49-F238E27FC236}">
                <a16:creationId xmlns:a16="http://schemas.microsoft.com/office/drawing/2014/main" id="{5E39614F-34D6-DEC0-14E4-B2B3A387CD0F}"/>
              </a:ext>
            </a:extLst>
          </p:cNvPr>
          <p:cNvSpPr/>
          <p:nvPr/>
        </p:nvSpPr>
        <p:spPr>
          <a:xfrm>
            <a:off x="10116766" y="2767901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9" name="사각형: 둥근 모서리 158">
            <a:extLst>
              <a:ext uri="{FF2B5EF4-FFF2-40B4-BE49-F238E27FC236}">
                <a16:creationId xmlns:a16="http://schemas.microsoft.com/office/drawing/2014/main" id="{01DE75C7-2312-F7A8-7F61-6CF089BBBA64}"/>
              </a:ext>
            </a:extLst>
          </p:cNvPr>
          <p:cNvSpPr/>
          <p:nvPr/>
        </p:nvSpPr>
        <p:spPr>
          <a:xfrm>
            <a:off x="10116766" y="4031128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E56AA6DC-3AD9-2038-0E12-BD481319E2BC}"/>
              </a:ext>
            </a:extLst>
          </p:cNvPr>
          <p:cNvSpPr/>
          <p:nvPr/>
        </p:nvSpPr>
        <p:spPr>
          <a:xfrm>
            <a:off x="10123261" y="3534395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1" name="사각형: 둥근 모서리 160">
            <a:extLst>
              <a:ext uri="{FF2B5EF4-FFF2-40B4-BE49-F238E27FC236}">
                <a16:creationId xmlns:a16="http://schemas.microsoft.com/office/drawing/2014/main" id="{8D342535-5BC1-1203-D9E4-570DC6079528}"/>
              </a:ext>
            </a:extLst>
          </p:cNvPr>
          <p:cNvSpPr/>
          <p:nvPr/>
        </p:nvSpPr>
        <p:spPr>
          <a:xfrm>
            <a:off x="10123262" y="4546112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014745" y="2107247"/>
            <a:ext cx="369475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014745" y="2500096"/>
            <a:ext cx="369475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DAB94A8-5265-539C-B007-02DA14201091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135BF636-FECF-E0C6-6589-518450941791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83D62B3-3A74-F247-B607-11D67137600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9AA2003-F876-8224-0313-70DD29D25489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ABCCB547-F17E-B246-A26A-413B2FC1DAA9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8A322F57-11D6-053B-7DFC-6C61D1168394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9292270D-8ABC-FACD-56A0-E14155DE7A1F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8A052F6D-9EE7-41A6-35C5-C4FF8573C0A7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3F09CD2-FC9D-5DD7-F41C-81C07B0A50D4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79B4AB9-BC59-9A7F-FCA1-318B0812560E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E69956F-C35E-6D8D-8D12-8ABA6C180F0B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BF69410-871A-E1F9-1D2A-9C06E0ACA25B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64A387B-778B-36D2-600D-346EA1BF1272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F0E1D04-BF37-FA9C-B006-BE94A1EF6695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C890B4B-B502-C97F-ED81-B902E0905C1D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0B86574-018F-F618-09E0-18F8804ABC29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F4DFD5F-161D-7927-3DB3-3264CF4D73FF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3868071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E093-F8EC-B1ED-A197-24D5827B1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62AADCF-2D52-030C-0EAA-41ED470A57FD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A9A2A2E-A9D0-7072-FF5E-1FF83BDCF966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C911E948-5FED-0020-127F-E934FB4BC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B306F24-4ABB-BAFA-8132-187B17F8AEE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551931F1-0D9F-FD8C-8CFD-D0EDEA5429F6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C6C8739-78E6-FC8E-17A0-3D698A76B870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9B29AACE-2EE9-B848-B71D-E7F650212BB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2CFA5B8-F1D2-E0F2-0300-F75D53458EFF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EA1B666B-579D-E6AE-D177-99DA1316271A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8198EE5-4E90-9D82-1821-119F9E50237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E80BE367-9219-EBE0-B08C-BC4AEE23B2D6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237FA171-2F99-84E9-EA25-36EA3022A321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0766D92D-8530-1351-A3B6-C506A9E8F8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F831AFE0-9533-988B-DD0F-7D7ED86FB87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B42C72BD-859E-BD7F-AD83-4622D89357B9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7609542E-B929-9B8B-4E3C-B0A1160C70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81866C83-FE2A-1C55-45F0-64A69808B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0EA6D7AA-22BC-F9AF-9CE6-27E54F16C118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961E1C6-0359-B92F-7EF3-D1391C6FD025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391858B3-18AD-E536-D3C1-D7814AB6E01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E7F2FA8B-1F2E-4495-1065-44F39CB7E28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F90318E7-01F6-92C7-3135-A70AFDBFCD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4684BE74-EF39-7C08-D616-DEF460148B3E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6CDFF0-5CF4-DDE1-3DC4-261FD06662D8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6E30A18-666D-5D2C-6689-5C98F14254BB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EC60C05-2862-BB6B-6639-AB6230143213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CCDFA4C-875B-20C4-FD54-6968330CCDA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E4D10996-A595-71B6-7A9A-4114D4FA523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83DCCD2-1908-3B9C-2CBD-BD879CECD57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DC306EED-5793-5262-EC38-51304D6FD2EB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DCF3A2B-02EB-511D-7EFD-308CD4A8E18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F111E1B-8796-4BAC-6427-0B5BA3EFB936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16BE2D4-A188-02FF-D231-E32F7AF09C2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228D37A-233F-E22E-535E-341AA4B5CD4C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CD54B2B1-FF3E-84CD-EE97-4C1B6B97FBB1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4F4A7B39-F7B5-339A-A4A7-106955B66514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F4D0F87-C36B-641D-AE36-64DA8BE19AF5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CF8D49E-87A9-FD95-7787-B2BCCCD928DB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2B6F258A-42CC-13CA-62ED-A103F38519B3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BABE2C51-9B59-DEF2-32D9-F0C74EB2314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E6E01B84-5E99-A343-4F1F-82859E9E861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3F7E307-D8E2-5A4B-E847-C5622A6D60EA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EC68F647-596E-EA6C-D331-3C101964D6BE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0F6701BE-A23F-169B-5D15-FA3DD425F35F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7F433683-D193-B2CA-A8EC-419764B2B0E0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A8FB79DE-5533-F630-E9B2-075E01740672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66694B40-D84D-4E9E-5A50-ED3C7AEB3911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C082FD69-877B-7020-C306-4DA0AF25B7F5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4038121F-ED29-34B8-8108-EF84CB7970A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6138929C-82AE-0D21-01D7-6FEB0520F39E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1A83EA8C-F419-D06B-2A0C-93FCEDE224F6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77B0A4A-CA25-167F-A28F-8FC8FA051E7D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5C9AE1B-B891-34A2-D1D2-CBB0A711355C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8BD960-3985-8B74-B3A5-422B6C30EF22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68A8295A-F355-5578-68FA-8158E6712E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3E44115-B44A-09F2-1404-75205FBA352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D2006C7A-228D-6157-D405-C387F82E1E11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17ADE541-735E-025A-0B0E-8DA1238752F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6A67A911-4600-40F0-A530-BBEF06995AB6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CA7BDA96-3231-F6CF-A86D-C85C7DB054B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126CBC-DEA7-1554-FA0F-C3E5822B9194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8FD5A0B-98FC-81C0-4554-072E0A3C4CB6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BDA694F8-8CCE-E551-06B3-3E6A540325DC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87EB91F-2DF5-49D8-BBD1-D6901A72E7FF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3D9B474B-52F7-9334-4D2A-A689731C829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345FFA0-5B58-7F7E-47AC-F433A13738DF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10D03811-10D9-E02E-0632-0DA611266813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99F1CD9C-60CB-F482-20D2-5C9A86FC88A4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C94942C3-6D0A-FFFA-7754-FD84AF23A193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9D1992B5-08A3-0E26-D3D5-34E82171445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327832E-D2A2-BF1E-571A-72FE1522BBD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2841DCD4-647F-9009-72BD-1E2543C3443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8F5FE303-1BC6-1E7C-2CA1-F33E687F9B4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2C93E607-B298-6760-0ACF-299FD11369F1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5C519B07-41CF-42A0-90EA-C9BA8BE3DF3C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7688FCDC-5539-D52A-D9CB-892852150422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F1AA79CF-DF26-9BEC-781B-92F648495B47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BE6CB12-7D10-A8C0-4861-11755EA70EF2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9976A9A9-55E9-8E93-61F8-5B97296E446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9043DDB-B71C-D40C-AB92-38A71253985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0EEA13B-0318-FA77-F36D-85D212B7B2A2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5E208864-D900-7232-B9F5-7D9D51109DEC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7250593-BA98-7371-4EAF-F650D51C1AC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C97426B2-4049-4EEB-FC15-0135DB8EBE80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8F7881-16AB-A7BE-06A4-E6FA70722102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783990F9-0B2A-652C-9FCC-A713AF33AE83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2E854E7D-523A-862E-B18D-2371098DCC9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8BF179C2-E250-2C23-3E4C-FC03BFCD4713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787C653D-3810-0F21-1FFE-23A82DCAA0D3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0BC0B726-3C50-9F91-695B-C2BB4D6EA98C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E4358BB-5700-3CF0-367F-8A33F1F70B6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75D6CB83-4FE6-E811-DCD1-A8AE4DD41453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B6C6F0A-5FF4-8B6A-C0C8-AC7B95C9E0F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02AC7692-60E4-5FC5-B9B2-F2A33B817DB1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B2BB4C4A-2992-85A5-3F20-C2F48FB4123F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5901DA8-D722-1854-771E-3A5BDCDC358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6E49A966-F8B0-4272-E1A1-CF2CADCB85D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CA3A0AD-020A-DC3B-ECE1-8C07256656CF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58455AD4-3F5B-7306-2476-E5EBC61B5D99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7CF98CD6-FDA2-1251-586B-641B733D6A4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F558F4-342A-E3F7-E215-A9149E06B4F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0ED86487-F67C-EA16-F808-0D9518B26418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153DF2E7-9FF7-6D0B-0BA0-8CAD8BBF0340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2E0CA4CC-67B1-9618-F3C2-2B14C973989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1DC6F766-1B39-6975-2B57-CD15DE475508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29D3E75A-F6AA-C412-5585-D64A74526C12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B5C8519-D650-581B-2F10-9313B2C37EF2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FB3B1C56-9FC6-5B5F-1F05-5D7A549F78A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725F6B2-6F65-519B-6610-066DE771D2C4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7F251EB0-6A1D-EDB4-727E-EF6DC6B942FD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795BD1F1-8FD7-67DB-A5B7-3186339B4C3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2481FCC8-4CC5-831C-6A05-080DBD88EF8D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310B8BCC-D5AB-27F9-A198-4B2976F72AA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EC557BE8-7C2A-F336-C183-BBE7D781DA7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EED69F93-CDB4-F2B2-2903-8084262EEBB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BDAB74D-4478-6267-E542-4692897D9A6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3A5BC314-217E-2993-D479-D5955D68B9A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D26634C5-1882-FF96-0BB7-0DD6DCBA88B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B331A8EB-3EC3-FEA8-CC5C-1200F2436F7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C5D9878-4FE6-E242-2551-74033BEB3B52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9D9DA2A-B461-2403-738D-0A13F5DCA4A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CF375FD3-EF8E-EAD5-FFB3-9AFC791A5DA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EE0A3F26-A904-9868-78DE-200629045A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67E745FC-6D4C-A79C-B79C-5B99D560A6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A3A5E27-9A66-B51E-D5B1-8ACDB7BA1213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73A3501-1D50-CB3D-752B-166686D30D03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929EBAD0-9E5E-669F-919A-9A9FE35442C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626CD3D9-F098-1FF1-16E9-19A8AC6770F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8A7D03B5-C3EB-719D-ECFA-E8D3DC1C73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FE25BBB8-2765-1076-7F00-06E79835B63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4EBAF75D-D69F-6939-4F97-A27C566FEC7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150D5984-A4A9-A93C-FF8F-C49C2D9316B9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ECE5AC2E-CBD1-F2E8-488D-63A2C343695C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DF9E5DA3-2A3A-4925-A223-10CD0F6CB51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85913FEB-6106-4DCF-3D02-8A91F2355D40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9B31C18-D719-042F-4C61-D4F4AEA65EAD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30C4319-D9DB-F5F8-561A-B5B746085D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D3F13B7A-7C62-7201-707B-FF9F40707FF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0E944595-B8F4-5E76-8367-BF7012099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4904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</a:t>
            </a:r>
            <a:r>
              <a:rPr kumimoji="1" lang="ko-KR" altLang="en-US" sz="2400" b="1" dirty="0" err="1">
                <a:latin typeface="+mj-ea"/>
                <a:ea typeface="+mj-ea"/>
              </a:rPr>
              <a:t>어뎁터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FA00E2-EB48-9950-DFFB-3DD0CA2765E7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BE2F29A9-409C-85BB-FC5A-F702E4EB9D27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45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45" idx="3"/>
            <a:endCxn id="148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2CE2ED41-BCD6-0D38-EF98-425B5411CA39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AB38E645-4CE9-CCE5-E612-DD0FD38DE19F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399B20C5-8016-BDA6-EE71-7B3325FDA545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A6C6FAD7-2850-13E9-46E1-C36461179B4B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BB65E24F-E1EA-39B0-A635-63F0F4A860C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154" name="타원 153">
                <a:extLst>
                  <a:ext uri="{FF2B5EF4-FFF2-40B4-BE49-F238E27FC236}">
                    <a16:creationId xmlns:a16="http://schemas.microsoft.com/office/drawing/2014/main" id="{86A460CE-4D19-5F99-418F-6AEB656BA852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5" name="타원 154">
                <a:extLst>
                  <a:ext uri="{FF2B5EF4-FFF2-40B4-BE49-F238E27FC236}">
                    <a16:creationId xmlns:a16="http://schemas.microsoft.com/office/drawing/2014/main" id="{6D874632-BD9F-834A-0CBE-5FCB6481999F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BCEEA81D-364A-0760-CF20-79569DF1DB29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79EDA002-48A6-D8D5-478A-EE21F352A4AE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A5B212E8-911B-C757-A5BF-146C494C723E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9" name="그룹 158">
              <a:extLst>
                <a:ext uri="{FF2B5EF4-FFF2-40B4-BE49-F238E27FC236}">
                  <a16:creationId xmlns:a16="http://schemas.microsoft.com/office/drawing/2014/main" id="{489BDB07-21ED-32BE-8670-E630C563CBB9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60" name="사각형: 둥근 모서리 159">
                <a:extLst>
                  <a:ext uri="{FF2B5EF4-FFF2-40B4-BE49-F238E27FC236}">
                    <a16:creationId xmlns:a16="http://schemas.microsoft.com/office/drawing/2014/main" id="{D562B792-AA9B-5635-7E84-01CEB8DAAF14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FE1BD694-9C8C-1683-24ED-5CD7D0977041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163" name="사각형: 둥근 모서리 162">
            <a:extLst>
              <a:ext uri="{FF2B5EF4-FFF2-40B4-BE49-F238E27FC236}">
                <a16:creationId xmlns:a16="http://schemas.microsoft.com/office/drawing/2014/main" id="{8ED2A213-3C57-ED58-0938-9BAF7040D2EB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64" name="사각형: 둥근 모서리 163">
            <a:extLst>
              <a:ext uri="{FF2B5EF4-FFF2-40B4-BE49-F238E27FC236}">
                <a16:creationId xmlns:a16="http://schemas.microsoft.com/office/drawing/2014/main" id="{2333F9C3-3960-52FB-25EA-1CFC50D8C3AD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5" name="사각형: 둥근 모서리 164">
            <a:extLst>
              <a:ext uri="{FF2B5EF4-FFF2-40B4-BE49-F238E27FC236}">
                <a16:creationId xmlns:a16="http://schemas.microsoft.com/office/drawing/2014/main" id="{F02E76B0-9524-3CB0-7F51-F2D04F6C0F2B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C9A3DF3D-63EB-4DDE-A843-1F5B808C20BB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9D23C3AA-660B-15A1-38CC-6F058CF818B9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51159-62CE-7013-D7DA-9D7A33273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8716305B-3B64-A178-EAA6-4CBD25F7F7B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131C7213-D30E-F2F9-DDE7-0EBBA2D7F4E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29A46FEC-656C-E831-7F9A-503F32B4B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56890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BD4AE-10A8-9401-3E1F-FC12B173F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187500AF-791C-7379-7CE1-4070F48AEE3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3EA5E55-3566-C0EE-5A10-A192A7A1CE1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C721F698-6D35-245E-171D-6F4BF09B6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1867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1365</TotalTime>
  <Words>3200</Words>
  <Application>Microsoft Office PowerPoint</Application>
  <PresentationFormat>와이드스크린</PresentationFormat>
  <Paragraphs>937</Paragraphs>
  <Slides>44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334</cp:revision>
  <dcterms:modified xsi:type="dcterms:W3CDTF">2025-11-23T18:22:33Z</dcterms:modified>
</cp:coreProperties>
</file>