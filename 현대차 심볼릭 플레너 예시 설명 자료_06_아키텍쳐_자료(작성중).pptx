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7"/>
  </p:notesMasterIdLst>
  <p:sldIdLst>
    <p:sldId id="256" r:id="rId3"/>
    <p:sldId id="319" r:id="rId4"/>
    <p:sldId id="316" r:id="rId5"/>
    <p:sldId id="318" r:id="rId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585"/>
    <a:srgbClr val="FF79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54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/>
              <a:t>안녕하세요 차량조립공법서 자동생성 시스템의 중간 발표를 </a:t>
            </a:r>
            <a:r>
              <a:rPr lang="ko-KR" altLang="en-US" err="1"/>
              <a:t>맡게된</a:t>
            </a:r>
            <a:r>
              <a:rPr lang="ko-KR" altLang="en-US"/>
              <a:t> 오윤선입니다</a:t>
            </a:r>
            <a:r>
              <a:rPr lang="en-US" altLang="ko-KR"/>
              <a:t>.</a:t>
            </a:r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2025-11-21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7DC2F-6735-D620-18B8-F17B95470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B0751181-2AB2-FEBB-D8A9-02AF9FB67D58}"/>
              </a:ext>
            </a:extLst>
          </p:cNvPr>
          <p:cNvSpPr/>
          <p:nvPr/>
        </p:nvSpPr>
        <p:spPr>
          <a:xfrm>
            <a:off x="124721" y="2723832"/>
            <a:ext cx="10579793" cy="3558766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0F04A6C4-9B9E-789B-896F-2D83170DD8C2}"/>
              </a:ext>
            </a:extLst>
          </p:cNvPr>
          <p:cNvGrpSpPr/>
          <p:nvPr/>
        </p:nvGrpSpPr>
        <p:grpSpPr>
          <a:xfrm>
            <a:off x="1271190" y="3059235"/>
            <a:ext cx="1133874" cy="741791"/>
            <a:chOff x="7670009" y="1193508"/>
            <a:chExt cx="1558708" cy="992387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CDC185D8-D3E3-2A26-2DF9-31ECD9AD8A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A47153-4552-7587-2E1A-60244648D7A2}"/>
                </a:ext>
              </a:extLst>
            </p:cNvPr>
            <p:cNvSpPr txBox="1"/>
            <p:nvPr/>
          </p:nvSpPr>
          <p:spPr>
            <a:xfrm>
              <a:off x="7670009" y="1970452"/>
              <a:ext cx="1558708" cy="215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/>
                <a:t>Assembly Group Database</a:t>
              </a:r>
              <a:endParaRPr lang="ko-KR" altLang="en-US" sz="8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EFAD535-98D9-5A9B-3E1A-5DE64697159A}"/>
              </a:ext>
            </a:extLst>
          </p:cNvPr>
          <p:cNvGrpSpPr/>
          <p:nvPr/>
        </p:nvGrpSpPr>
        <p:grpSpPr>
          <a:xfrm>
            <a:off x="2076307" y="4030108"/>
            <a:ext cx="1318479" cy="1498113"/>
            <a:chOff x="4074510" y="2332845"/>
            <a:chExt cx="1812481" cy="2366820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1CD4B72-B736-6414-1E44-623002C7A338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15518237-F857-C17D-A331-8551B2C81F86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6B97C36C-733B-9871-DB88-49E7D66032B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B6878D23-479E-F9A6-10D7-96375AE36080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B9EDB5E6-0F87-1A99-F202-2628F97096B0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4503CF16-6378-B52E-EBC8-5B3BD19952CC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A83A5CE8-AE72-C409-A8F5-30F02379C4BD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6ACBDF0C-394B-D7BD-AAD1-924C0E04CCC7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60BEB8A3-0405-38F4-A835-CDE4AAFE3A75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11351132-CECB-AF47-D6BC-CE3B759AD0DA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7B8F5B2A-F39F-0C8A-8D24-5DA008A4BA59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1AF1F90-0821-6A02-3FBD-E5EB16D4ED8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B98B206D-9E6F-3F32-C951-C05C49C43F07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34287A2C-F02B-CB40-8D6E-4547E1AF9569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59B34B5B-74B8-626B-2A7D-F921D3D234F7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400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4A5CFD36-10DA-E077-9D32-3D2A28A6C25B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4CC338DF-2ABC-A53A-D108-0734C528FDC1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DBFE29A9-5338-E55D-9C4A-A4476B23CECC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8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DAA16A6A-C879-BC35-815E-D509992DC9C5}"/>
                  </a:ext>
                </a:extLst>
              </p:cNvPr>
              <p:cNvSpPr txBox="1"/>
              <p:nvPr/>
            </p:nvSpPr>
            <p:spPr>
              <a:xfrm>
                <a:off x="4831525" y="3458289"/>
                <a:ext cx="298450" cy="3634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400" dirty="0"/>
                  <a:t>︙</a:t>
                </a:r>
                <a:endParaRPr lang="ko-KR" altLang="en-US" sz="1400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1C98CC1-4BDF-986A-DCA4-6DD994C6A051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가능한 조립 후보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BE37A48F-58CA-16EC-F11B-A1A0FB8EA84D}"/>
              </a:ext>
            </a:extLst>
          </p:cNvPr>
          <p:cNvGrpSpPr/>
          <p:nvPr/>
        </p:nvGrpSpPr>
        <p:grpSpPr>
          <a:xfrm>
            <a:off x="4533025" y="4438376"/>
            <a:ext cx="496912" cy="378634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7C090C9C-BF17-1703-9E2D-491436DE7D4C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0C9C2982-09BD-D3A8-0F96-B466377AF2B6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93A6B3DA-6038-8B7B-063B-2C1122633B72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45A6ECF3-954A-689F-5069-B85616DBD2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60D3B89B-6454-504B-4321-65C623240F8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53CC9DA-5216-80ED-E3E0-FE1D9588723E}"/>
              </a:ext>
            </a:extLst>
          </p:cNvPr>
          <p:cNvGrpSpPr/>
          <p:nvPr/>
        </p:nvGrpSpPr>
        <p:grpSpPr>
          <a:xfrm>
            <a:off x="128256" y="4330373"/>
            <a:ext cx="1318479" cy="855521"/>
            <a:chOff x="8410242" y="1013492"/>
            <a:chExt cx="1812481" cy="1351610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78C258FA-8338-88BF-E67F-4C643DAEE343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F9FA1B53-F16B-9C92-09C9-D5E0E24E734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3CFE29E8-69C7-F097-5FF9-5EC14AB77FDF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B3CE10C0-BFBF-5B8E-AD8E-5FB903DB51C9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DAA9032A-9E1F-9EBE-1282-73442C19D0A1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D3A8887A-2A65-E5EA-36F8-659310445BCE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B3DF9EA-842F-1E63-FA4C-5A254A7F7804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240F65FC-4D11-C747-9844-473EDE4D335F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E4065347-7977-52E5-E0B3-314ED89BBE5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E8B322E7-F416-772B-2CD8-EA14CFAE3A5D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A77CAACE-E9F0-68B9-5561-358DCE4469EA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9B57818E-4982-C917-2A79-AF8E7C00E691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8AE47145-1507-7B3D-F066-C3AD1F76EA75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1F98D2D9-9379-31F8-3546-6B823BA97CF2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95FA5A2A-ABC7-52A1-B3EB-701866D395E6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CEBC7D79-0B9F-D8A9-49B0-A244B8F6BBB9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0D71DCEF-4871-D7D3-35B5-9F5BB265D550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7EAC16D-2146-6E40-9F5B-EDCB01B1EB14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B7A947-57A0-E22F-9218-11D735B071E8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8BF1DD05-772D-4125-93E1-2F5E697017F3}"/>
                </a:ext>
              </a:extLst>
            </p:cNvPr>
            <p:cNvSpPr txBox="1"/>
            <p:nvPr/>
          </p:nvSpPr>
          <p:spPr>
            <a:xfrm>
              <a:off x="8410242" y="2110679"/>
              <a:ext cx="1812481" cy="2544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/>
                <a:t>현재 부품 상태</a:t>
              </a:r>
            </a:p>
          </p:txBody>
        </p: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DAA0049F-73D1-72D2-190D-D3FC3BC116DA}"/>
              </a:ext>
            </a:extLst>
          </p:cNvPr>
          <p:cNvSpPr/>
          <p:nvPr/>
        </p:nvSpPr>
        <p:spPr>
          <a:xfrm>
            <a:off x="1516951" y="4374311"/>
            <a:ext cx="64235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/>
              <a:t>조립 후보</a:t>
            </a:r>
            <a:endParaRPr lang="en-US" altLang="ko-KR" sz="700" dirty="0"/>
          </a:p>
          <a:p>
            <a:pPr algn="ctr"/>
            <a:r>
              <a:rPr lang="ko-KR" altLang="en-US" sz="700" dirty="0"/>
              <a:t>추출 코드</a:t>
            </a:r>
          </a:p>
        </p:txBody>
      </p: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15DDE180-D617-C792-9C34-64E3DCE294A4}"/>
              </a:ext>
            </a:extLst>
          </p:cNvPr>
          <p:cNvGrpSpPr/>
          <p:nvPr/>
        </p:nvGrpSpPr>
        <p:grpSpPr>
          <a:xfrm>
            <a:off x="164541" y="2807004"/>
            <a:ext cx="1826685" cy="339537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CFA328D6-46B1-7AF7-6801-51B0EE87A8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E9020313-A615-67BD-38E2-726E7B68907D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 dirty="0"/>
                <a:t>Planning </a:t>
              </a:r>
              <a:r>
                <a:rPr lang="ko-KR" altLang="en-US" sz="11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3931EBB1-2ED3-EAAA-2B93-8339CD801597}"/>
              </a:ext>
            </a:extLst>
          </p:cNvPr>
          <p:cNvSpPr/>
          <p:nvPr/>
        </p:nvSpPr>
        <p:spPr>
          <a:xfrm>
            <a:off x="1297816" y="455640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1B6932BA-40BC-F256-11DE-D5115A013C83}"/>
              </a:ext>
            </a:extLst>
          </p:cNvPr>
          <p:cNvSpPr/>
          <p:nvPr/>
        </p:nvSpPr>
        <p:spPr>
          <a:xfrm>
            <a:off x="2210369" y="452522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2EE6C1C0-3DC5-25C3-AFA4-BAA4EC5C0CB6}"/>
              </a:ext>
            </a:extLst>
          </p:cNvPr>
          <p:cNvSpPr/>
          <p:nvPr/>
        </p:nvSpPr>
        <p:spPr>
          <a:xfrm>
            <a:off x="3352721" y="4340868"/>
            <a:ext cx="923703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후보</a:t>
            </a:r>
            <a:endParaRPr lang="en-US" altLang="ko-KR" sz="800" dirty="0"/>
          </a:p>
          <a:p>
            <a:pPr algn="ctr"/>
            <a:r>
              <a:rPr lang="ko-KR" altLang="en-US" sz="8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E4102D0C-FD42-B0DA-3482-4CB0518550A0}"/>
              </a:ext>
            </a:extLst>
          </p:cNvPr>
          <p:cNvGrpSpPr/>
          <p:nvPr/>
        </p:nvGrpSpPr>
        <p:grpSpPr>
          <a:xfrm>
            <a:off x="6863045" y="3059235"/>
            <a:ext cx="1365532" cy="2026955"/>
            <a:chOff x="9206023" y="2632635"/>
            <a:chExt cx="1877163" cy="2711712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5182921D-B939-BC95-6AC5-1C5123ABD15B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b="1" dirty="0"/>
                <a:t>상태</a:t>
              </a:r>
              <a:endParaRPr lang="en-US" altLang="ko-KR" sz="1050" b="1" dirty="0"/>
            </a:p>
            <a:p>
              <a:pPr algn="ctr"/>
              <a:r>
                <a:rPr lang="ko-KR" altLang="en-US" sz="105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EBDF3252-0D03-0849-3075-5F1B068B062A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5539"/>
              <a:chOff x="2509044" y="1152607"/>
              <a:chExt cx="1877163" cy="1329174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12B7A31C-A9DF-A858-933C-887063B1856B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2359C8FB-0B77-2CD0-C82D-B60F0E32C857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13701B0C-9AC9-B12A-AD55-A413BF618AF3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D14F115-7EE1-3411-7DD1-890C43C5E268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302EC9D4-A9DF-4B60-3B02-A688C1B413E5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96C0A6C8-392E-105B-3C91-7DF3F1EFE66D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24ABA87B-A816-8518-43FF-B0126B61CE0C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BABF1AB7-E0C5-5B06-DB2A-2062A8A16426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69870FCF-7500-A0CE-D8FB-1D7BF7B079DD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1438856F-1867-A07F-FB17-D8B551E75295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3BB0FFA8-F06B-F4F3-43F8-1591307D0CF4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DF6664D7-15AF-3870-B384-433C7FCA5DBB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24DB450B-8606-FC61-DBC8-23F4B5D0E2BD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5775A552-44BD-94BD-B369-19F6FB8D230D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E9FEAE6D-F1A2-539C-A868-AB0D562F3222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D252B3B4-B434-9370-D8BF-B98FDAAC76FE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FC080FF2-4D48-E33D-D26B-D5E11C470201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86DCF2C-B27E-FE7E-D004-0974D9EF08D5}"/>
                  </a:ext>
                </a:extLst>
              </p:cNvPr>
              <p:cNvSpPr txBox="1"/>
              <p:nvPr/>
            </p:nvSpPr>
            <p:spPr>
              <a:xfrm>
                <a:off x="2541385" y="2227358"/>
                <a:ext cx="1812481" cy="254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E6132F5-6B20-0E1D-BD1F-BB6F6D111F4A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60188"/>
              <a:chOff x="7890699" y="945795"/>
              <a:chExt cx="2319300" cy="1133907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A5DFE7C5-AA8D-7FD7-D713-25B34B8F2B2F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DFC7026D-E6EA-B4F3-E643-E3368CE23C1D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C7776518-9112-1D51-FD5A-F67FC25AC287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A1DE4C7E-4C9F-EB63-2669-D64725F2B6D1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DD7A136-B334-7B00-B07E-9A8CFD8B733D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2C9FE4A1-E4E4-BB4C-CAB7-368353870B08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96EED35F-B2EE-0E37-034F-000BE34D71A2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C3714E67-87F0-4226-0D2C-E6F47CDC8449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7968D600-AA54-F002-7160-3E94A88ADE6A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ACA463E5-6C7C-F15C-90D3-41E2F3FA232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97492E62-E81B-5426-0B43-7D25BF932798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270DD6F5-E7CC-7C79-CABE-CB63AE0E3F99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6BB6D3B2-1ABA-194A-9061-D6AB34BA1305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3C6654F-E767-F00A-2A82-FCCD5A37D0AA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767CBD7A-EB36-951D-924B-5AC3BE6A34F4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78B01AF-AD2E-E9DD-6F95-519D51C499D9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2FAF11A-19B5-C77A-AEC1-A6296894BCBB}"/>
                  </a:ext>
                </a:extLst>
              </p:cNvPr>
              <p:cNvSpPr txBox="1"/>
              <p:nvPr/>
            </p:nvSpPr>
            <p:spPr>
              <a:xfrm>
                <a:off x="7890699" y="1825280"/>
                <a:ext cx="2319300" cy="254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8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7371592-ED15-20F5-066F-1E9ADAAEDE42}"/>
              </a:ext>
            </a:extLst>
          </p:cNvPr>
          <p:cNvSpPr/>
          <p:nvPr/>
        </p:nvSpPr>
        <p:spPr>
          <a:xfrm>
            <a:off x="3135148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0B8F1329-5CD4-FE19-9882-7F772F194083}"/>
              </a:ext>
            </a:extLst>
          </p:cNvPr>
          <p:cNvSpPr/>
          <p:nvPr/>
        </p:nvSpPr>
        <p:spPr>
          <a:xfrm>
            <a:off x="4333841" y="452149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14EDDA-3EF3-91A6-89C6-62536BF32F9F}"/>
              </a:ext>
            </a:extLst>
          </p:cNvPr>
          <p:cNvSpPr txBox="1"/>
          <p:nvPr/>
        </p:nvSpPr>
        <p:spPr>
          <a:xfrm>
            <a:off x="4243564" y="4888441"/>
            <a:ext cx="1050277" cy="161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CA0BE36-9C15-CF8E-9F82-B2DFCA5C8561}"/>
              </a:ext>
            </a:extLst>
          </p:cNvPr>
          <p:cNvSpPr/>
          <p:nvPr/>
        </p:nvSpPr>
        <p:spPr>
          <a:xfrm>
            <a:off x="5126382" y="4514194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945DB37-BC21-1802-665D-E72B5435D403}"/>
              </a:ext>
            </a:extLst>
          </p:cNvPr>
          <p:cNvSpPr/>
          <p:nvPr/>
        </p:nvSpPr>
        <p:spPr>
          <a:xfrm>
            <a:off x="5332869" y="4335178"/>
            <a:ext cx="1156498" cy="573651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조립 </a:t>
            </a:r>
            <a:r>
              <a:rPr lang="ko-KR" altLang="en-US" sz="800" dirty="0" err="1"/>
              <a:t>조립</a:t>
            </a:r>
            <a:r>
              <a:rPr lang="ko-KR" altLang="en-US" sz="800" dirty="0"/>
              <a:t> 적용 </a:t>
            </a:r>
            <a:endParaRPr lang="en-US" altLang="ko-KR" sz="800" dirty="0"/>
          </a:p>
          <a:p>
            <a:pPr algn="ctr"/>
            <a:r>
              <a:rPr lang="ko-KR" altLang="en-US" sz="800" dirty="0"/>
              <a:t>및 </a:t>
            </a:r>
            <a:endParaRPr lang="en-US" altLang="ko-KR" sz="800" dirty="0"/>
          </a:p>
          <a:p>
            <a:pPr algn="ctr"/>
            <a:r>
              <a:rPr lang="ko-KR" altLang="en-US" sz="8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04502B96-A6C2-BE9A-3E58-61B21922F344}"/>
              </a:ext>
            </a:extLst>
          </p:cNvPr>
          <p:cNvSpPr/>
          <p:nvPr/>
        </p:nvSpPr>
        <p:spPr>
          <a:xfrm>
            <a:off x="6578584" y="4504272"/>
            <a:ext cx="160156" cy="235460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6A767382-F10C-421A-D195-E3A3454A8056}"/>
              </a:ext>
            </a:extLst>
          </p:cNvPr>
          <p:cNvSpPr/>
          <p:nvPr/>
        </p:nvSpPr>
        <p:spPr>
          <a:xfrm>
            <a:off x="4671826" y="4150562"/>
            <a:ext cx="206607" cy="211967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DF17A07E-7178-6ADC-655E-202932C438F0}"/>
              </a:ext>
            </a:extLst>
          </p:cNvPr>
          <p:cNvSpPr/>
          <p:nvPr/>
        </p:nvSpPr>
        <p:spPr>
          <a:xfrm>
            <a:off x="8284678" y="4298378"/>
            <a:ext cx="1428514" cy="774108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현재 상태가 목표 상태에 도달했는가</a:t>
            </a:r>
            <a:r>
              <a:rPr lang="en-US" altLang="ko-KR" sz="800" dirty="0"/>
              <a:t>?</a:t>
            </a:r>
            <a:endParaRPr lang="ko-KR" altLang="en-US" sz="8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D86C364A-A108-4219-30F8-FE62941EAFC0}"/>
              </a:ext>
            </a:extLst>
          </p:cNvPr>
          <p:cNvSpPr/>
          <p:nvPr/>
        </p:nvSpPr>
        <p:spPr>
          <a:xfrm>
            <a:off x="9862079" y="4469523"/>
            <a:ext cx="696850" cy="45136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Yes</a:t>
            </a:r>
            <a:endParaRPr lang="ko-KR" altLang="en-US" sz="1100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E84B421E-45EF-4956-0E65-C2D08C1AF113}"/>
              </a:ext>
            </a:extLst>
          </p:cNvPr>
          <p:cNvSpPr/>
          <p:nvPr/>
        </p:nvSpPr>
        <p:spPr>
          <a:xfrm>
            <a:off x="8634672" y="5301689"/>
            <a:ext cx="728526" cy="346325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CFDA937-59A5-EBF0-0FE7-50D37CE80C3A}"/>
              </a:ext>
            </a:extLst>
          </p:cNvPr>
          <p:cNvSpPr/>
          <p:nvPr/>
        </p:nvSpPr>
        <p:spPr>
          <a:xfrm>
            <a:off x="8235608" y="5768126"/>
            <a:ext cx="1526652" cy="4316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1FEF2709-9625-BB09-C61E-E492B8C2A674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787496" y="5185895"/>
            <a:ext cx="7448111" cy="798036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>
            <a:extLst>
              <a:ext uri="{FF2B5EF4-FFF2-40B4-BE49-F238E27FC236}">
                <a16:creationId xmlns:a16="http://schemas.microsoft.com/office/drawing/2014/main" id="{1F9352B4-45FA-A5EF-178F-E62220425ED0}"/>
              </a:ext>
            </a:extLst>
          </p:cNvPr>
          <p:cNvSpPr txBox="1"/>
          <p:nvPr/>
        </p:nvSpPr>
        <p:spPr>
          <a:xfrm>
            <a:off x="4080851" y="3946182"/>
            <a:ext cx="13757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EED746C9-014E-F55B-B05F-F10EDB143794}"/>
              </a:ext>
            </a:extLst>
          </p:cNvPr>
          <p:cNvSpPr/>
          <p:nvPr/>
        </p:nvSpPr>
        <p:spPr>
          <a:xfrm>
            <a:off x="1502373" y="3958439"/>
            <a:ext cx="642353" cy="33993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ysClr val="windowText" lastClr="000000"/>
                </a:solidFill>
              </a:rPr>
              <a:t>데이터 참조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84E57E-0109-2BA1-AF56-AA8D0791E49A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5F85050-D0D2-620F-458F-EC6EAEDE67D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430BA8A6-0774-92F3-7C8D-5BF552F5D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2398014-2312-E050-0723-A5660DC99687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C16C520-0ACD-28D7-A466-6F68A0BCC37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02AE20F6-4F4E-7C9A-A08F-3468B896AA7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CFD961D1-EC85-DF83-F60F-EBC6F221ED9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0D946618-B715-13ED-E134-B4464DDCBCC3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F567FB3F-EBA1-C333-11A7-8BA4AC045310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90AF7202-16C0-B8E6-6811-9B20D1CEBE80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870B402A-FAA9-6C8A-F8E0-B1BD08EF5E67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2B6835B7-6E83-6C3D-ACC1-B5AD026D1A2B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C16985A8-EB69-13E0-B568-F56042BE9DB8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166506A8-12EB-5E6E-78AD-E353E0CBF4A4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399D972F-F9B3-5A79-4301-DCEDED42524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5961474B-955F-5670-84F3-4E7BECCCD3F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AA375FD5-9333-A44A-42D3-4DB43BCE466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EE1F8C6B-9EF6-E11F-3F64-E4B122FF55C3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D3FFD674-8BAA-2BC2-2E85-0B7A0F390843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4045E5EF-125F-BA7B-5044-524607E419B0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544665F-7BF5-4690-B912-6CB73F75D3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26186EE-BBDC-C398-19F4-DEEC225E75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321CDB03-3BD5-6B51-8905-B5B5B13FA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5ABF6FFA-B184-1CC4-7B1B-006A638CCD8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A8B9DDE4-4A0D-60DE-FC78-B5A600DC6AEF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AC242343-4DC1-7695-8B8F-FE721C30263E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301DFC76-D0A8-8237-35F8-5734C8E514D2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8CA25D46-06F2-1BFA-36E4-068B3A443259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701B0AC2-1C57-647F-7BCC-85EDB72F984E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9C7BB99-BF37-F070-20A9-9C9AAAF7EBCB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F1C4D335-823A-9953-87CB-98CB40C0DBA5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47F1682-93B3-F225-D167-657AC93E00EC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B97039AD-1275-4D7E-E8CB-A3122CA3E6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8" name="그룹 97">
            <a:extLst>
              <a:ext uri="{FF2B5EF4-FFF2-40B4-BE49-F238E27FC236}">
                <a16:creationId xmlns:a16="http://schemas.microsoft.com/office/drawing/2014/main" id="{B762C9C2-3677-958C-EE00-6BF52A06231A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4A24EF31-BD9B-0F74-BE3D-19A218CCF3E7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AFA68568-E005-67C6-EB4F-8E9E2C0F8218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C10F9103-FBF0-17DD-3AEB-35934E0F3DE4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9F75A673-B005-F69A-A61A-FAF771EAD154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215D67D7-C288-B2F0-12EE-4939072420D8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483E9AE-469A-3356-9CFC-254D898CE017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9956AECC-A0D3-D2D2-2EA2-504A716445DA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C0307EBD-863F-F69C-341E-B4807B811AC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51D43906-A785-65F1-F98C-C26B3D6142A7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A8B8F1E4-7A64-8175-28EE-76295C2CDF02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A0AE979D-CA90-1CD3-43B7-9C1D7BD5B4C1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5C02461-4568-FB64-271C-D8966C8A29F7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C61536CA-81D7-2E9B-A318-23B4C2345896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A83B7243-7E29-2274-0BBD-ABA5B11940F5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6A41CE5D-60EA-7A8F-F717-4B4051A5E290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810E8859-F5C9-3CF1-86C9-5D4A0D90B402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E949D77-E97A-1DDA-14C3-8524CFC66436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60F6D601-4A47-521C-E7F7-8D9EBB7C03C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96DF3854-2C1E-1244-03B0-5E3257AC31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487793"/>
              </p:ext>
            </p:extLst>
          </p:nvPr>
        </p:nvGraphicFramePr>
        <p:xfrm>
          <a:off x="4176691" y="2778839"/>
          <a:ext cx="1175620" cy="113820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11616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764004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214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39362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25796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2651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BAEF3805-9827-C8C8-C0E3-0B4924E3F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734253"/>
              </p:ext>
            </p:extLst>
          </p:nvPr>
        </p:nvGraphicFramePr>
        <p:xfrm>
          <a:off x="10825842" y="402613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39E975AC-ECF1-0BE5-5177-8E0642ECBDD7}"/>
              </a:ext>
            </a:extLst>
          </p:cNvPr>
          <p:cNvGrpSpPr/>
          <p:nvPr/>
        </p:nvGrpSpPr>
        <p:grpSpPr>
          <a:xfrm>
            <a:off x="11381468" y="4354664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B3C31A60-BC73-2188-21AA-B2017AECDEB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FB228530-912A-27F8-7EB0-555DCF1442A8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C2CB90E7-DDA4-5BF9-6DE3-76A9425CFC26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708903FB-4AFD-E375-38D4-E8712C17A1F6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BF7E3827-DCC0-517E-2E6B-37F9B54CC13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CDBAF44B-EEEB-5787-15B3-4F0DF1F8E600}"/>
              </a:ext>
            </a:extLst>
          </p:cNvPr>
          <p:cNvGrpSpPr/>
          <p:nvPr/>
        </p:nvGrpSpPr>
        <p:grpSpPr>
          <a:xfrm>
            <a:off x="11381468" y="4854742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2363FF1D-B36A-E51C-D664-4022D787EA15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47C94700-DE47-7B59-E284-F7F6CBC6A14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C46867EC-B0BD-32BD-E370-25AFB808EFBE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E1857EE9-5FB4-1ACB-7351-EAE7DFB1FA1C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8367FA55-0610-CABF-EC28-C88A23261646}"/>
              </a:ext>
            </a:extLst>
          </p:cNvPr>
          <p:cNvSpPr txBox="1"/>
          <p:nvPr/>
        </p:nvSpPr>
        <p:spPr>
          <a:xfrm>
            <a:off x="10554497" y="5548068"/>
            <a:ext cx="18124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기록된 조립 순서 반환</a:t>
            </a:r>
          </a:p>
        </p:txBody>
      </p: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1A9D5DB1-1425-C173-9BFC-1D7DCEE18BAA}"/>
              </a:ext>
            </a:extLst>
          </p:cNvPr>
          <p:cNvGrpSpPr/>
          <p:nvPr/>
        </p:nvGrpSpPr>
        <p:grpSpPr>
          <a:xfrm>
            <a:off x="4764501" y="3040120"/>
            <a:ext cx="441736" cy="295305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151F728-4650-5502-1D51-1BDBBFAFDA59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7DAEFD58-7F42-FF34-24AE-4D20A0D215CE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6F552C9C-8D3C-5FB1-539C-1292554E8798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51B9D16-FC9A-4856-77E3-D25952FBCC77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7A1C9907-487E-0CEC-24F7-8485C4BCBC48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75C8B27F-6AC0-66BF-744F-CA444600B1E6}"/>
              </a:ext>
            </a:extLst>
          </p:cNvPr>
          <p:cNvGrpSpPr/>
          <p:nvPr/>
        </p:nvGrpSpPr>
        <p:grpSpPr>
          <a:xfrm>
            <a:off x="4764501" y="3432969"/>
            <a:ext cx="441736" cy="177467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C882473E-DBC8-A9EA-1FFC-A730EB2C8ED0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43F4A2B9-1147-03C6-2186-B96DD9F1ED2B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42162398-DD52-00F2-F71A-78D18396075C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623719F0-CB02-7B37-1022-365EE61A5D36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6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37810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75C96-AE01-076B-D1B7-36B8F180A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E851F09-D72B-B82B-5C48-CE8F0A0FAA83}"/>
              </a:ext>
            </a:extLst>
          </p:cNvPr>
          <p:cNvSpPr/>
          <p:nvPr/>
        </p:nvSpPr>
        <p:spPr>
          <a:xfrm>
            <a:off x="7086600" y="4886325"/>
            <a:ext cx="1162050" cy="621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85D53A3-FD64-007C-2C7D-DB231814F6E8}"/>
              </a:ext>
            </a:extLst>
          </p:cNvPr>
          <p:cNvGrpSpPr/>
          <p:nvPr/>
        </p:nvGrpSpPr>
        <p:grpSpPr>
          <a:xfrm>
            <a:off x="209550" y="1254231"/>
            <a:ext cx="11844703" cy="3517793"/>
            <a:chOff x="209550" y="1254231"/>
            <a:chExt cx="11844703" cy="3517793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7CAC72EB-264E-0294-0A95-8E7EBF4BB938}"/>
                </a:ext>
              </a:extLst>
            </p:cNvPr>
            <p:cNvSpPr>
              <a:spLocks/>
            </p:cNvSpPr>
            <p:nvPr/>
          </p:nvSpPr>
          <p:spPr>
            <a:xfrm>
              <a:off x="209550" y="1254231"/>
              <a:ext cx="11844703" cy="2711045"/>
            </a:xfrm>
            <a:prstGeom prst="roundRect">
              <a:avLst>
                <a:gd name="adj" fmla="val 6514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이등변 삼각형 5">
              <a:extLst>
                <a:ext uri="{FF2B5EF4-FFF2-40B4-BE49-F238E27FC236}">
                  <a16:creationId xmlns:a16="http://schemas.microsoft.com/office/drawing/2014/main" id="{6CF9C55A-795D-D5A2-0143-804021E370B6}"/>
                </a:ext>
              </a:extLst>
            </p:cNvPr>
            <p:cNvSpPr/>
            <p:nvPr/>
          </p:nvSpPr>
          <p:spPr>
            <a:xfrm flipH="1" flipV="1">
              <a:off x="7553326" y="3914773"/>
              <a:ext cx="981074" cy="857251"/>
            </a:xfrm>
            <a:prstGeom prst="triangle">
              <a:avLst>
                <a:gd name="adj" fmla="val 74435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9B337296-BD13-4F29-D4C3-D3EC21B213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947" y="1321160"/>
            <a:ext cx="11764106" cy="252668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66A896-74B7-D372-BB1A-9E661E67EE6D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>
                <a:latin typeface="+mj-ea"/>
                <a:ea typeface="+mj-ea"/>
              </a:rPr>
              <a:t>알고리즘 상세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A08F2A56-173C-75D0-10BF-77AA7261FFD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">
            <a:extLst>
              <a:ext uri="{FF2B5EF4-FFF2-40B4-BE49-F238E27FC236}">
                <a16:creationId xmlns:a16="http://schemas.microsoft.com/office/drawing/2014/main" id="{2724D235-5A42-35E2-C847-7C5EF13E7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1D43B-5011-9BAA-E804-83D28A7C7992}"/>
              </a:ext>
            </a:extLst>
          </p:cNvPr>
          <p:cNvSpPr txBox="1"/>
          <p:nvPr/>
        </p:nvSpPr>
        <p:spPr>
          <a:xfrm>
            <a:off x="350982" y="728663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800" dirty="0" err="1">
                <a:latin typeface="+mj-ea"/>
                <a:ea typeface="+mj-ea"/>
              </a:rPr>
              <a:t>조립부</a:t>
            </a:r>
            <a:r>
              <a:rPr lang="ko-KR" altLang="en-US" sz="1800" dirty="0">
                <a:latin typeface="+mj-ea"/>
                <a:ea typeface="+mj-ea"/>
              </a:rPr>
              <a:t> 매칭</a:t>
            </a:r>
            <a:r>
              <a:rPr lang="en-US" altLang="ko-KR" sz="1800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A48B9-4F78-A39D-7DC5-193E209BAD0E}"/>
              </a:ext>
            </a:extLst>
          </p:cNvPr>
          <p:cNvSpPr txBox="1"/>
          <p:nvPr/>
        </p:nvSpPr>
        <p:spPr>
          <a:xfrm>
            <a:off x="441569" y="3965276"/>
            <a:ext cx="11625118" cy="47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800" dirty="0">
                <a:latin typeface="+mj-ea"/>
                <a:ea typeface="+mj-ea"/>
              </a:rPr>
              <a:t>Planning </a:t>
            </a:r>
            <a:r>
              <a:rPr lang="ko-KR" altLang="en-US" dirty="0">
                <a:latin typeface="+mj-ea"/>
                <a:ea typeface="+mj-ea"/>
              </a:rPr>
              <a:t>알고리즘의 순서도</a:t>
            </a:r>
            <a:endParaRPr lang="en-US" altLang="ko-KR" dirty="0">
              <a:latin typeface="+mj-ea"/>
            </a:endParaRPr>
          </a:p>
        </p:txBody>
      </p:sp>
      <p:pic>
        <p:nvPicPr>
          <p:cNvPr id="22" name="그림 2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6C13876-2E5A-8D1C-A395-053AA41354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454" y="4338228"/>
            <a:ext cx="9230174" cy="23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27F67-8493-5930-305F-F16DC2B87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13E420C2-02FC-C72C-A01B-DEFA48A8E616}"/>
              </a:ext>
            </a:extLst>
          </p:cNvPr>
          <p:cNvSpPr/>
          <p:nvPr/>
        </p:nvSpPr>
        <p:spPr>
          <a:xfrm>
            <a:off x="124721" y="2723831"/>
            <a:ext cx="14543779" cy="4761007"/>
          </a:xfrm>
          <a:prstGeom prst="roundRect">
            <a:avLst>
              <a:gd name="adj" fmla="val 520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6ABE50-E10F-8BB7-15C1-24593150C6CE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ko-KR" altLang="en-US" sz="2400" b="1" dirty="0">
                <a:latin typeface="+mj-ea"/>
                <a:ea typeface="+mj-ea"/>
              </a:rPr>
              <a:t> 오버 뷰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D2796D6-45CB-992B-4BBC-DAB1A582914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7320C36F-BE94-A9C6-DDDE-D60078866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25D17C-6160-90DD-C671-56A69BE34915}"/>
              </a:ext>
            </a:extLst>
          </p:cNvPr>
          <p:cNvGrpSpPr/>
          <p:nvPr/>
        </p:nvGrpSpPr>
        <p:grpSpPr>
          <a:xfrm>
            <a:off x="567997" y="1152609"/>
            <a:ext cx="1734024" cy="1326750"/>
            <a:chOff x="567997" y="1152609"/>
            <a:chExt cx="1734024" cy="132675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C8558AF3-7E5A-8550-024B-7888FD2702B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C89E2608-C538-8B27-AA4C-4F4C620C34E8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7" name="타원 6">
                  <a:extLst>
                    <a:ext uri="{FF2B5EF4-FFF2-40B4-BE49-F238E27FC236}">
                      <a16:creationId xmlns:a16="http://schemas.microsoft.com/office/drawing/2014/main" id="{2B02E381-64EB-81BC-DE53-8CA0C638741C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" name="타원 7">
                  <a:extLst>
                    <a:ext uri="{FF2B5EF4-FFF2-40B4-BE49-F238E27FC236}">
                      <a16:creationId xmlns:a16="http://schemas.microsoft.com/office/drawing/2014/main" id="{CC56C02F-776A-DF88-5220-4EBA2E38318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9" name="직선 연결선 8">
                  <a:extLst>
                    <a:ext uri="{FF2B5EF4-FFF2-40B4-BE49-F238E27FC236}">
                      <a16:creationId xmlns:a16="http://schemas.microsoft.com/office/drawing/2014/main" id="{138303F4-E26C-9A4F-1041-7955E61B6DF8}"/>
                    </a:ext>
                  </a:extLst>
                </p:cNvPr>
                <p:cNvCxnSpPr>
                  <a:cxnSpLocks/>
                  <a:endCxn id="7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C42D3F0F-18D0-F30E-6422-0E5C9F7E121B}"/>
                    </a:ext>
                  </a:extLst>
                </p:cNvPr>
                <p:cNvCxnSpPr>
                  <a:cxnSpLocks/>
                  <a:stCxn id="8" idx="2"/>
                  <a:endCxn id="7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CCB6ACA4-BAF8-70F6-E1B0-87AB2FDD03D1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2" name="사각형: 둥근 모서리 11">
                    <a:extLst>
                      <a:ext uri="{FF2B5EF4-FFF2-40B4-BE49-F238E27FC236}">
                        <a16:creationId xmlns:a16="http://schemas.microsoft.com/office/drawing/2014/main" id="{F1A6EE61-2655-885D-FE42-9608CADF944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3" name="타원 12">
                    <a:extLst>
                      <a:ext uri="{FF2B5EF4-FFF2-40B4-BE49-F238E27FC236}">
                        <a16:creationId xmlns:a16="http://schemas.microsoft.com/office/drawing/2014/main" id="{D5AB0FE2-7023-FBEC-B73D-E8B3A6FC4B6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4" name="타원 13">
                    <a:extLst>
                      <a:ext uri="{FF2B5EF4-FFF2-40B4-BE49-F238E27FC236}">
                        <a16:creationId xmlns:a16="http://schemas.microsoft.com/office/drawing/2014/main" id="{79DC5E10-C494-CECA-5375-5C45ECE5D3ED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5" name="타원 14">
                    <a:extLst>
                      <a:ext uri="{FF2B5EF4-FFF2-40B4-BE49-F238E27FC236}">
                        <a16:creationId xmlns:a16="http://schemas.microsoft.com/office/drawing/2014/main" id="{FDF80322-2608-F3E0-56FA-5A4FB91DE1F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AF5897F-6ED0-D0D8-DCC2-C3905953477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7" name="타원 16">
                  <a:extLst>
                    <a:ext uri="{FF2B5EF4-FFF2-40B4-BE49-F238E27FC236}">
                      <a16:creationId xmlns:a16="http://schemas.microsoft.com/office/drawing/2014/main" id="{E2ED50AF-DA5B-92AC-9CAE-85949262B4D1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8" name="그룹 17">
                  <a:extLst>
                    <a:ext uri="{FF2B5EF4-FFF2-40B4-BE49-F238E27FC236}">
                      <a16:creationId xmlns:a16="http://schemas.microsoft.com/office/drawing/2014/main" id="{6FDC3107-8CE3-4CB3-EACB-EDEE869AC287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72C13647-F22A-81D8-200F-C13E1195D359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2E5479B7-0409-6A96-D4A5-E87C91260B8D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28BDB1B4-7144-0E3A-A6D0-9A278DA4C1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6F445C3F-610F-CBD4-32B5-AFF57055EA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1" name="타원 30">
                      <a:extLst>
                        <a:ext uri="{FF2B5EF4-FFF2-40B4-BE49-F238E27FC236}">
                          <a16:creationId xmlns:a16="http://schemas.microsoft.com/office/drawing/2014/main" id="{73D30AEC-75D9-E2A8-DD99-79D69FAEB72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9D8EAF47-6F04-1A21-BB7F-EB52C9E75C7D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7795F28F-9C08-D642-84A4-79412A451EB0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7665CE42-F39F-9365-C95C-36B8C68D506A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8A72660D-F697-0816-9D86-85BD733FC80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6332A9E5-A9BD-5DD9-64A9-46E3E47858A0}"/>
                    </a:ext>
                  </a:extLst>
                </p:cNvPr>
                <p:cNvCxnSpPr>
                  <a:cxnSpLocks/>
                  <a:endCxn id="17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A69B3CFB-4332-D7F0-D21F-C1A2CFA3533A}"/>
                    </a:ext>
                  </a:extLst>
                </p:cNvPr>
                <p:cNvCxnSpPr>
                  <a:cxnSpLocks/>
                  <a:stCxn id="17" idx="7"/>
                  <a:endCxn id="19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BD6F5218-4F15-5896-C49B-33988A6029F8}"/>
                    </a:ext>
                  </a:extLst>
                </p:cNvPr>
                <p:cNvCxnSpPr>
                  <a:cxnSpLocks/>
                  <a:stCxn id="20" idx="1"/>
                  <a:endCxn id="17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2DD92892-AD63-97A7-6054-03881D845A71}"/>
                    </a:ext>
                  </a:extLst>
                </p:cNvPr>
                <p:cNvCxnSpPr>
                  <a:cxnSpLocks/>
                  <a:stCxn id="21" idx="7"/>
                  <a:endCxn id="17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6D462F-3834-2B73-51B8-5E306995D2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pic>
        <p:nvPicPr>
          <p:cNvPr id="54" name="그래픽 53" descr="CMD 터미널 윤곽선">
            <a:extLst>
              <a:ext uri="{FF2B5EF4-FFF2-40B4-BE49-F238E27FC236}">
                <a16:creationId xmlns:a16="http://schemas.microsoft.com/office/drawing/2014/main" id="{08C1B9B9-0731-3CC1-E047-1411B7570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97" y="896513"/>
            <a:ext cx="457200" cy="457200"/>
          </a:xfrm>
          <a:prstGeom prst="rect">
            <a:avLst/>
          </a:prstGeom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9F6385D6-6A05-F548-A5A0-B095DCEE63A9}"/>
              </a:ext>
            </a:extLst>
          </p:cNvPr>
          <p:cNvGrpSpPr/>
          <p:nvPr/>
        </p:nvGrpSpPr>
        <p:grpSpPr>
          <a:xfrm>
            <a:off x="1700744" y="3172542"/>
            <a:ext cx="1558708" cy="1202978"/>
            <a:chOff x="7670009" y="1193508"/>
            <a:chExt cx="1558708" cy="1202978"/>
          </a:xfrm>
        </p:grpSpPr>
        <p:pic>
          <p:nvPicPr>
            <p:cNvPr id="58" name="그래픽 57" descr="데이터베이스 단색으로 채워진">
              <a:extLst>
                <a:ext uri="{FF2B5EF4-FFF2-40B4-BE49-F238E27FC236}">
                  <a16:creationId xmlns:a16="http://schemas.microsoft.com/office/drawing/2014/main" id="{26C4731E-91FC-DBE2-9AC1-529DC002B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FC2981E-4004-A6AB-545E-B1464B413FDD}"/>
                </a:ext>
              </a:extLst>
            </p:cNvPr>
            <p:cNvSpPr txBox="1"/>
            <p:nvPr/>
          </p:nvSpPr>
          <p:spPr>
            <a:xfrm>
              <a:off x="7670009" y="2144486"/>
              <a:ext cx="1558708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/>
                <a:t>Assembly Group Database</a:t>
              </a:r>
              <a:endParaRPr lang="ko-KR" altLang="en-US" sz="1000" dirty="0"/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25D94CA4-03FE-BFC2-CD96-EBA6B29667D7}"/>
              </a:ext>
            </a:extLst>
          </p:cNvPr>
          <p:cNvGrpSpPr/>
          <p:nvPr/>
        </p:nvGrpSpPr>
        <p:grpSpPr>
          <a:xfrm>
            <a:off x="2807518" y="4471400"/>
            <a:ext cx="1812481" cy="2034991"/>
            <a:chOff x="4074510" y="2332845"/>
            <a:chExt cx="1812481" cy="2403165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A8ACF9F6-2E47-5427-9DC8-7FB66719C11A}"/>
                </a:ext>
              </a:extLst>
            </p:cNvPr>
            <p:cNvGrpSpPr/>
            <p:nvPr/>
          </p:nvGrpSpPr>
          <p:grpSpPr>
            <a:xfrm>
              <a:off x="4532805" y="2332845"/>
              <a:ext cx="895890" cy="2003589"/>
              <a:chOff x="4532805" y="2332845"/>
              <a:chExt cx="895890" cy="2003589"/>
            </a:xfrm>
          </p:grpSpPr>
          <p:sp>
            <p:nvSpPr>
              <p:cNvPr id="66" name="사각형: 둥근 모서리 65">
                <a:extLst>
                  <a:ext uri="{FF2B5EF4-FFF2-40B4-BE49-F238E27FC236}">
                    <a16:creationId xmlns:a16="http://schemas.microsoft.com/office/drawing/2014/main" id="{5365C358-180E-EBA7-BD8E-BBD7DC4DE04C}"/>
                  </a:ext>
                </a:extLst>
              </p:cNvPr>
              <p:cNvSpPr/>
              <p:nvPr/>
            </p:nvSpPr>
            <p:spPr>
              <a:xfrm>
                <a:off x="4532805" y="2332845"/>
                <a:ext cx="895890" cy="2003589"/>
              </a:xfrm>
              <a:prstGeom prst="round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C7DB2157-FD86-6BDE-DC42-F3C1D07CAD4B}"/>
                  </a:ext>
                </a:extLst>
              </p:cNvPr>
              <p:cNvGrpSpPr/>
              <p:nvPr/>
            </p:nvGrpSpPr>
            <p:grpSpPr>
              <a:xfrm>
                <a:off x="4639204" y="2399277"/>
                <a:ext cx="683092" cy="332328"/>
                <a:chOff x="8523851" y="1625702"/>
                <a:chExt cx="1080000" cy="900000"/>
              </a:xfrm>
            </p:grpSpPr>
            <p:sp>
              <p:nvSpPr>
                <p:cNvPr id="75" name="사각형: 둥근 모서리 74">
                  <a:extLst>
                    <a:ext uri="{FF2B5EF4-FFF2-40B4-BE49-F238E27FC236}">
                      <a16:creationId xmlns:a16="http://schemas.microsoft.com/office/drawing/2014/main" id="{79AA5FA7-07DE-9B1C-CD6A-7C986982808D}"/>
                    </a:ext>
                  </a:extLst>
                </p:cNvPr>
                <p:cNvSpPr/>
                <p:nvPr/>
              </p:nvSpPr>
              <p:spPr>
                <a:xfrm>
                  <a:off x="8523851" y="1625702"/>
                  <a:ext cx="1080000" cy="90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0BF10EC8-C7A0-13A7-DD75-3D7D80C7765F}"/>
                    </a:ext>
                  </a:extLst>
                </p:cNvPr>
                <p:cNvGrpSpPr/>
                <p:nvPr/>
              </p:nvGrpSpPr>
              <p:grpSpPr>
                <a:xfrm>
                  <a:off x="8667851" y="1752146"/>
                  <a:ext cx="792000" cy="647113"/>
                  <a:chOff x="8613924" y="2668919"/>
                  <a:chExt cx="792000" cy="647113"/>
                </a:xfrm>
              </p:grpSpPr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BBC1EB49-5C86-E0F4-1F1E-12FB0F9A3F92}"/>
                      </a:ext>
                    </a:extLst>
                  </p:cNvPr>
                  <p:cNvSpPr/>
                  <p:nvPr/>
                </p:nvSpPr>
                <p:spPr>
                  <a:xfrm>
                    <a:off x="8613924" y="2668919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467D6E5C-588D-F092-0186-E2110EFD751A}"/>
                      </a:ext>
                    </a:extLst>
                  </p:cNvPr>
                  <p:cNvSpPr/>
                  <p:nvPr/>
                </p:nvSpPr>
                <p:spPr>
                  <a:xfrm>
                    <a:off x="8613924" y="3064032"/>
                    <a:ext cx="792000" cy="252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9770F3F-381B-5850-9A80-D3B06B9A5C8E}"/>
                  </a:ext>
                </a:extLst>
              </p:cNvPr>
              <p:cNvGrpSpPr/>
              <p:nvPr/>
            </p:nvGrpSpPr>
            <p:grpSpPr>
              <a:xfrm>
                <a:off x="4639204" y="2785993"/>
                <a:ext cx="683092" cy="598191"/>
                <a:chOff x="8523851" y="2626812"/>
                <a:chExt cx="1080000" cy="1620000"/>
              </a:xfrm>
            </p:grpSpPr>
            <p:sp>
              <p:nvSpPr>
                <p:cNvPr id="70" name="사각형: 둥근 모서리 69">
                  <a:extLst>
                    <a:ext uri="{FF2B5EF4-FFF2-40B4-BE49-F238E27FC236}">
                      <a16:creationId xmlns:a16="http://schemas.microsoft.com/office/drawing/2014/main" id="{03F3CAEC-BCC6-5FC7-A276-B0936A6A4216}"/>
                    </a:ext>
                  </a:extLst>
                </p:cNvPr>
                <p:cNvSpPr/>
                <p:nvPr/>
              </p:nvSpPr>
              <p:spPr>
                <a:xfrm>
                  <a:off x="8523851" y="2626812"/>
                  <a:ext cx="1080000" cy="1620000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71" name="그룹 70">
                  <a:extLst>
                    <a:ext uri="{FF2B5EF4-FFF2-40B4-BE49-F238E27FC236}">
                      <a16:creationId xmlns:a16="http://schemas.microsoft.com/office/drawing/2014/main" id="{835A698E-BE04-840B-6DAB-F0F71876C8E8}"/>
                    </a:ext>
                  </a:extLst>
                </p:cNvPr>
                <p:cNvGrpSpPr/>
                <p:nvPr/>
              </p:nvGrpSpPr>
              <p:grpSpPr>
                <a:xfrm>
                  <a:off x="8667851" y="2760079"/>
                  <a:ext cx="792000" cy="1353467"/>
                  <a:chOff x="7300044" y="3055963"/>
                  <a:chExt cx="792000" cy="1353467"/>
                </a:xfrm>
              </p:grpSpPr>
              <p:sp>
                <p:nvSpPr>
                  <p:cNvPr id="72" name="타원 71">
                    <a:extLst>
                      <a:ext uri="{FF2B5EF4-FFF2-40B4-BE49-F238E27FC236}">
                        <a16:creationId xmlns:a16="http://schemas.microsoft.com/office/drawing/2014/main" id="{D4125A72-28D8-5A00-D43C-691436238158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3" name="타원 72">
                    <a:extLst>
                      <a:ext uri="{FF2B5EF4-FFF2-40B4-BE49-F238E27FC236}">
                        <a16:creationId xmlns:a16="http://schemas.microsoft.com/office/drawing/2014/main" id="{F4A61389-821E-68A9-5B79-4880B15E85F4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74" name="타원 73">
                    <a:extLst>
                      <a:ext uri="{FF2B5EF4-FFF2-40B4-BE49-F238E27FC236}">
                        <a16:creationId xmlns:a16="http://schemas.microsoft.com/office/drawing/2014/main" id="{D6335F25-E6F7-54DA-D3A3-ED0669F75F2C}"/>
                      </a:ext>
                    </a:extLst>
                  </p:cNvPr>
                  <p:cNvSpPr/>
                  <p:nvPr/>
                </p:nvSpPr>
                <p:spPr>
                  <a:xfrm>
                    <a:off x="7300044" y="4049430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grpSp>
            <p:nvGrpSpPr>
              <p:cNvPr id="87" name="그룹 86">
                <a:extLst>
                  <a:ext uri="{FF2B5EF4-FFF2-40B4-BE49-F238E27FC236}">
                    <a16:creationId xmlns:a16="http://schemas.microsoft.com/office/drawing/2014/main" id="{4F950C29-F569-7B05-11D6-6BE5E72DD46C}"/>
                  </a:ext>
                </a:extLst>
              </p:cNvPr>
              <p:cNvGrpSpPr/>
              <p:nvPr/>
            </p:nvGrpSpPr>
            <p:grpSpPr>
              <a:xfrm>
                <a:off x="4639204" y="3847245"/>
                <a:ext cx="683092" cy="416958"/>
                <a:chOff x="3578076" y="4376498"/>
                <a:chExt cx="683092" cy="416958"/>
              </a:xfrm>
            </p:grpSpPr>
            <p:sp>
              <p:nvSpPr>
                <p:cNvPr id="82" name="사각형: 둥근 모서리 81">
                  <a:extLst>
                    <a:ext uri="{FF2B5EF4-FFF2-40B4-BE49-F238E27FC236}">
                      <a16:creationId xmlns:a16="http://schemas.microsoft.com/office/drawing/2014/main" id="{3DDBD5A2-0D2F-AF1A-E134-913C5E946ABB}"/>
                    </a:ext>
                  </a:extLst>
                </p:cNvPr>
                <p:cNvSpPr/>
                <p:nvPr/>
              </p:nvSpPr>
              <p:spPr>
                <a:xfrm>
                  <a:off x="3578076" y="4376498"/>
                  <a:ext cx="683092" cy="416958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F7F0C720-29C7-3384-3A67-5353615771AC}"/>
                    </a:ext>
                  </a:extLst>
                </p:cNvPr>
                <p:cNvGrpSpPr/>
                <p:nvPr/>
              </p:nvGrpSpPr>
              <p:grpSpPr>
                <a:xfrm>
                  <a:off x="3669155" y="4426801"/>
                  <a:ext cx="500934" cy="316352"/>
                  <a:chOff x="7300044" y="3055963"/>
                  <a:chExt cx="792000" cy="856734"/>
                </a:xfrm>
              </p:grpSpPr>
              <p:sp>
                <p:nvSpPr>
                  <p:cNvPr id="84" name="타원 83">
                    <a:extLst>
                      <a:ext uri="{FF2B5EF4-FFF2-40B4-BE49-F238E27FC236}">
                        <a16:creationId xmlns:a16="http://schemas.microsoft.com/office/drawing/2014/main" id="{3699A812-82CD-27D4-3295-82F244194CEB}"/>
                      </a:ext>
                    </a:extLst>
                  </p:cNvPr>
                  <p:cNvSpPr/>
                  <p:nvPr/>
                </p:nvSpPr>
                <p:spPr>
                  <a:xfrm>
                    <a:off x="7300044" y="3552697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  <p:sp>
                <p:nvSpPr>
                  <p:cNvPr id="85" name="타원 84">
                    <a:extLst>
                      <a:ext uri="{FF2B5EF4-FFF2-40B4-BE49-F238E27FC236}">
                        <a16:creationId xmlns:a16="http://schemas.microsoft.com/office/drawing/2014/main" id="{5EB13633-9242-770C-290C-3ABAF52346C6}"/>
                      </a:ext>
                    </a:extLst>
                  </p:cNvPr>
                  <p:cNvSpPr/>
                  <p:nvPr/>
                </p:nvSpPr>
                <p:spPr>
                  <a:xfrm>
                    <a:off x="7300044" y="3055963"/>
                    <a:ext cx="792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endParaRPr lang="ko-KR" altLang="en-US" sz="1000" dirty="0"/>
                  </a:p>
                </p:txBody>
              </p:sp>
            </p:grpSp>
          </p:grp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4F04849-9245-3B52-47B6-29FCBA8B0409}"/>
                  </a:ext>
                </a:extLst>
              </p:cNvPr>
              <p:cNvSpPr txBox="1"/>
              <p:nvPr/>
            </p:nvSpPr>
            <p:spPr>
              <a:xfrm>
                <a:off x="4831525" y="3458288"/>
                <a:ext cx="2984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dirty="0"/>
                  <a:t>︙</a:t>
                </a:r>
                <a:endParaRPr lang="ko-KR" altLang="en-US" dirty="0"/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11A75D9-DE5E-7754-180D-F468DE390534}"/>
                </a:ext>
              </a:extLst>
            </p:cNvPr>
            <p:cNvSpPr txBox="1"/>
            <p:nvPr/>
          </p:nvSpPr>
          <p:spPr>
            <a:xfrm>
              <a:off x="4074510" y="4445242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가능한 조립 후보</a:t>
              </a: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1511E736-2A0B-95DD-C978-C70F6BE344F6}"/>
              </a:ext>
            </a:extLst>
          </p:cNvPr>
          <p:cNvGrpSpPr/>
          <p:nvPr/>
        </p:nvGrpSpPr>
        <p:grpSpPr>
          <a:xfrm>
            <a:off x="2427718" y="1177547"/>
            <a:ext cx="1877163" cy="1326752"/>
            <a:chOff x="2509044" y="1152607"/>
            <a:chExt cx="1877163" cy="1326752"/>
          </a:xfrm>
        </p:grpSpPr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9846EFFC-CD1A-9106-0648-397E47693410}"/>
                </a:ext>
              </a:extLst>
            </p:cNvPr>
            <p:cNvGrpSpPr/>
            <p:nvPr/>
          </p:nvGrpSpPr>
          <p:grpSpPr>
            <a:xfrm>
              <a:off x="2509044" y="1152607"/>
              <a:ext cx="1877163" cy="955301"/>
              <a:chOff x="2567856" y="1152608"/>
              <a:chExt cx="1577232" cy="802664"/>
            </a:xfrm>
          </p:grpSpPr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633456C1-13DE-D3FD-89D4-2327A07133CC}"/>
                  </a:ext>
                </a:extLst>
              </p:cNvPr>
              <p:cNvCxnSpPr>
                <a:cxnSpLocks/>
                <a:stCxn id="112" idx="4"/>
                <a:endCxn id="114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타원 101">
                <a:extLst>
                  <a:ext uri="{FF2B5EF4-FFF2-40B4-BE49-F238E27FC236}">
                    <a16:creationId xmlns:a16="http://schemas.microsoft.com/office/drawing/2014/main" id="{ADA862A9-CDFE-3B02-AD8E-1D10BC487B3E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89AE689B-3023-A825-5DE5-578323884EB2}"/>
                  </a:ext>
                </a:extLst>
              </p:cNvPr>
              <p:cNvCxnSpPr>
                <a:cxnSpLocks/>
                <a:stCxn id="111" idx="2"/>
                <a:endCxn id="102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4" name="타원 103">
                <a:extLst>
                  <a:ext uri="{FF2B5EF4-FFF2-40B4-BE49-F238E27FC236}">
                    <a16:creationId xmlns:a16="http://schemas.microsoft.com/office/drawing/2014/main" id="{5096DC0E-8251-644B-15C1-19DA9996BC90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5" name="직선 연결선 104">
                <a:extLst>
                  <a:ext uri="{FF2B5EF4-FFF2-40B4-BE49-F238E27FC236}">
                    <a16:creationId xmlns:a16="http://schemas.microsoft.com/office/drawing/2014/main" id="{35875DD6-C5A3-6CCE-E1DF-61DAA4AC10BA}"/>
                  </a:ext>
                </a:extLst>
              </p:cNvPr>
              <p:cNvCxnSpPr>
                <a:cxnSpLocks/>
                <a:stCxn id="108" idx="1"/>
                <a:endCxn id="104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6" name="타원 105">
                <a:extLst>
                  <a:ext uri="{FF2B5EF4-FFF2-40B4-BE49-F238E27FC236}">
                    <a16:creationId xmlns:a16="http://schemas.microsoft.com/office/drawing/2014/main" id="{B5690501-70DB-7046-B6FD-D7FC810F60D6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703A501-9EC8-1D65-F6B7-42705E692EE5}"/>
                  </a:ext>
                </a:extLst>
              </p:cNvPr>
              <p:cNvCxnSpPr>
                <a:cxnSpLocks/>
                <a:stCxn id="112" idx="6"/>
                <a:endCxn id="106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08" name="사각형: 둥근 모서리 107">
                <a:extLst>
                  <a:ext uri="{FF2B5EF4-FFF2-40B4-BE49-F238E27FC236}">
                    <a16:creationId xmlns:a16="http://schemas.microsoft.com/office/drawing/2014/main" id="{FF2AC3E5-72F3-1F7C-33B4-A06C3383B670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09" name="사각형: 둥근 모서리 108">
                <a:extLst>
                  <a:ext uri="{FF2B5EF4-FFF2-40B4-BE49-F238E27FC236}">
                    <a16:creationId xmlns:a16="http://schemas.microsoft.com/office/drawing/2014/main" id="{B0BEF053-7B74-C4EE-D583-D61DDA83EE5A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E7E7B286-E396-9EAD-F999-9994EF6B799D}"/>
                  </a:ext>
                </a:extLst>
              </p:cNvPr>
              <p:cNvCxnSpPr>
                <a:cxnSpLocks/>
                <a:stCxn id="109" idx="3"/>
                <a:endCxn id="102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3A23B39B-E8F0-AC0A-0790-C53E20BFA99F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2" name="타원 111">
                <a:extLst>
                  <a:ext uri="{FF2B5EF4-FFF2-40B4-BE49-F238E27FC236}">
                    <a16:creationId xmlns:a16="http://schemas.microsoft.com/office/drawing/2014/main" id="{BEB20236-CAC2-BE24-50F5-69A225704EBB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13EDEB60-5650-2D85-CA5A-EBA4FC4D95EA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0EF8E8CF-3C3A-5CB6-BC06-DFB5D047A138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9ED511A0-B56B-E824-ADD0-E8255723879C}"/>
                  </a:ext>
                </a:extLst>
              </p:cNvPr>
              <p:cNvCxnSpPr>
                <a:cxnSpLocks/>
                <a:stCxn id="114" idx="4"/>
                <a:endCxn id="113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F3AC1AFF-16A6-611A-52FD-7C700D734429}"/>
                  </a:ext>
                </a:extLst>
              </p:cNvPr>
              <p:cNvCxnSpPr>
                <a:cxnSpLocks/>
                <a:stCxn id="108" idx="2"/>
                <a:endCxn id="109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E7A580C-9DFB-7489-436A-772EED79AF72}"/>
                </a:ext>
              </a:extLst>
            </p:cNvPr>
            <p:cNvSpPr txBox="1"/>
            <p:nvPr/>
          </p:nvSpPr>
          <p:spPr>
            <a:xfrm>
              <a:off x="2541385" y="2227359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DFA492CD-5161-2117-9A61-7081811CA4BF}"/>
              </a:ext>
            </a:extLst>
          </p:cNvPr>
          <p:cNvGrpSpPr/>
          <p:nvPr/>
        </p:nvGrpSpPr>
        <p:grpSpPr>
          <a:xfrm>
            <a:off x="6184707" y="5017591"/>
            <a:ext cx="683092" cy="506546"/>
            <a:chOff x="8523851" y="2626812"/>
            <a:chExt cx="1080000" cy="1620000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EDFB6548-2DAB-5165-D48B-16A3A5FE3371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0" name="그룹 119">
              <a:extLst>
                <a:ext uri="{FF2B5EF4-FFF2-40B4-BE49-F238E27FC236}">
                  <a16:creationId xmlns:a16="http://schemas.microsoft.com/office/drawing/2014/main" id="{3E2B0DA8-D668-B610-3F1D-84E689A7AE1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21" name="타원 120">
                <a:extLst>
                  <a:ext uri="{FF2B5EF4-FFF2-40B4-BE49-F238E27FC236}">
                    <a16:creationId xmlns:a16="http://schemas.microsoft.com/office/drawing/2014/main" id="{F5F82466-C86D-BFEB-973D-6B65552295B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2" name="타원 121">
                <a:extLst>
                  <a:ext uri="{FF2B5EF4-FFF2-40B4-BE49-F238E27FC236}">
                    <a16:creationId xmlns:a16="http://schemas.microsoft.com/office/drawing/2014/main" id="{601F208C-F429-3251-0E1E-DED2101B3505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23" name="타원 122">
                <a:extLst>
                  <a:ext uri="{FF2B5EF4-FFF2-40B4-BE49-F238E27FC236}">
                    <a16:creationId xmlns:a16="http://schemas.microsoft.com/office/drawing/2014/main" id="{3CA41501-E4E1-4E9B-DCAB-2546D3B782EA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1000" dirty="0"/>
              </a:p>
            </p:txBody>
          </p:sp>
        </p:grp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9C275A06-1CB1-8BE0-C5D0-448437FC7A7D}"/>
              </a:ext>
            </a:extLst>
          </p:cNvPr>
          <p:cNvGrpSpPr/>
          <p:nvPr/>
        </p:nvGrpSpPr>
        <p:grpSpPr>
          <a:xfrm>
            <a:off x="129581" y="4873102"/>
            <a:ext cx="1812481" cy="1175316"/>
            <a:chOff x="8410242" y="1013492"/>
            <a:chExt cx="1812481" cy="1387956"/>
          </a:xfrm>
        </p:grpSpPr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ECF2D5FC-27E9-5061-2122-4C09605DC812}"/>
                </a:ext>
              </a:extLst>
            </p:cNvPr>
            <p:cNvGrpSpPr/>
            <p:nvPr/>
          </p:nvGrpSpPr>
          <p:grpSpPr>
            <a:xfrm>
              <a:off x="8694791" y="1013492"/>
              <a:ext cx="1243383" cy="1053229"/>
              <a:chOff x="8694791" y="1013492"/>
              <a:chExt cx="1243383" cy="1053229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9CACF6BE-1A21-6003-215D-6EB82602B8D9}"/>
                  </a:ext>
                </a:extLst>
              </p:cNvPr>
              <p:cNvGrpSpPr/>
              <p:nvPr/>
            </p:nvGrpSpPr>
            <p:grpSpPr>
              <a:xfrm>
                <a:off x="8704642" y="1247035"/>
                <a:ext cx="726458" cy="212347"/>
                <a:chOff x="8564173" y="1247238"/>
                <a:chExt cx="726458" cy="212347"/>
              </a:xfrm>
            </p:grpSpPr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095C77F4-76F7-6CDB-C2F0-53A6417ED245}"/>
                    </a:ext>
                  </a:extLst>
                </p:cNvPr>
                <p:cNvSpPr/>
                <p:nvPr/>
              </p:nvSpPr>
              <p:spPr>
                <a:xfrm>
                  <a:off x="8564173" y="1247238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5" name="직선 연결선 154">
                  <a:extLst>
                    <a:ext uri="{FF2B5EF4-FFF2-40B4-BE49-F238E27FC236}">
                      <a16:creationId xmlns:a16="http://schemas.microsoft.com/office/drawing/2014/main" id="{DD466A2C-E07C-14E2-2C29-AF5C62E82326}"/>
                    </a:ext>
                  </a:extLst>
                </p:cNvPr>
                <p:cNvCxnSpPr>
                  <a:cxnSpLocks/>
                  <a:stCxn id="158" idx="1"/>
                  <a:endCxn id="154" idx="6"/>
                </p:cNvCxnSpPr>
                <p:nvPr/>
              </p:nvCxnSpPr>
              <p:spPr>
                <a:xfrm flipH="1" flipV="1">
                  <a:off x="8840462" y="1353411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8" name="사각형: 둥근 모서리 157">
                  <a:extLst>
                    <a:ext uri="{FF2B5EF4-FFF2-40B4-BE49-F238E27FC236}">
                      <a16:creationId xmlns:a16="http://schemas.microsoft.com/office/drawing/2014/main" id="{8C4A36B7-940D-FC7A-A76B-C2FDCD88CBF7}"/>
                    </a:ext>
                  </a:extLst>
                </p:cNvPr>
                <p:cNvSpPr/>
                <p:nvPr/>
              </p:nvSpPr>
              <p:spPr>
                <a:xfrm>
                  <a:off x="8900763" y="1304744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69" name="그룹 168">
                <a:extLst>
                  <a:ext uri="{FF2B5EF4-FFF2-40B4-BE49-F238E27FC236}">
                    <a16:creationId xmlns:a16="http://schemas.microsoft.com/office/drawing/2014/main" id="{F8D233CC-4899-602A-C64C-CE6ECFE17C33}"/>
                  </a:ext>
                </a:extLst>
              </p:cNvPr>
              <p:cNvGrpSpPr/>
              <p:nvPr/>
            </p:nvGrpSpPr>
            <p:grpSpPr>
              <a:xfrm>
                <a:off x="8694791" y="1522367"/>
                <a:ext cx="1243383" cy="215074"/>
                <a:chOff x="9226196" y="1629409"/>
                <a:chExt cx="1243383" cy="215074"/>
              </a:xfrm>
            </p:grpSpPr>
            <p:sp>
              <p:nvSpPr>
                <p:cNvPr id="152" name="타원 151">
                  <a:extLst>
                    <a:ext uri="{FF2B5EF4-FFF2-40B4-BE49-F238E27FC236}">
                      <a16:creationId xmlns:a16="http://schemas.microsoft.com/office/drawing/2014/main" id="{3E98750D-02A6-AC46-FF24-4F39EF7741B6}"/>
                    </a:ext>
                  </a:extLst>
                </p:cNvPr>
                <p:cNvSpPr/>
                <p:nvPr/>
              </p:nvSpPr>
              <p:spPr>
                <a:xfrm>
                  <a:off x="9733899" y="1629409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53" name="직선 연결선 152">
                  <a:extLst>
                    <a:ext uri="{FF2B5EF4-FFF2-40B4-BE49-F238E27FC236}">
                      <a16:creationId xmlns:a16="http://schemas.microsoft.com/office/drawing/2014/main" id="{0FA35C0A-A24C-B6EF-5CCB-5A168F46C69C}"/>
                    </a:ext>
                  </a:extLst>
                </p:cNvPr>
                <p:cNvCxnSpPr>
                  <a:cxnSpLocks/>
                  <a:stCxn id="161" idx="2"/>
                  <a:endCxn id="152" idx="6"/>
                </p:cNvCxnSpPr>
                <p:nvPr/>
              </p:nvCxnSpPr>
              <p:spPr>
                <a:xfrm flipH="1">
                  <a:off x="9983977" y="1736946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9" name="사각형: 둥근 모서리 158">
                  <a:extLst>
                    <a:ext uri="{FF2B5EF4-FFF2-40B4-BE49-F238E27FC236}">
                      <a16:creationId xmlns:a16="http://schemas.microsoft.com/office/drawing/2014/main" id="{2492C03C-291F-E89D-6CE0-A9A3FBC1A04D}"/>
                    </a:ext>
                  </a:extLst>
                </p:cNvPr>
                <p:cNvSpPr/>
                <p:nvPr/>
              </p:nvSpPr>
              <p:spPr>
                <a:xfrm>
                  <a:off x="9226196" y="1688203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9E31A7D7-AA89-EDB8-D076-DEB607B476AF}"/>
                    </a:ext>
                  </a:extLst>
                </p:cNvPr>
                <p:cNvCxnSpPr>
                  <a:cxnSpLocks/>
                  <a:stCxn id="159" idx="3"/>
                  <a:endCxn id="152" idx="2"/>
                </p:cNvCxnSpPr>
                <p:nvPr/>
              </p:nvCxnSpPr>
              <p:spPr>
                <a:xfrm>
                  <a:off x="9616064" y="1736946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1" name="타원 160">
                  <a:extLst>
                    <a:ext uri="{FF2B5EF4-FFF2-40B4-BE49-F238E27FC236}">
                      <a16:creationId xmlns:a16="http://schemas.microsoft.com/office/drawing/2014/main" id="{F07E50D3-5EE7-84DC-7EFD-9C9A47A9639D}"/>
                    </a:ext>
                  </a:extLst>
                </p:cNvPr>
                <p:cNvSpPr/>
                <p:nvPr/>
              </p:nvSpPr>
              <p:spPr>
                <a:xfrm>
                  <a:off x="10068496" y="1667106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0" name="그룹 169">
                <a:extLst>
                  <a:ext uri="{FF2B5EF4-FFF2-40B4-BE49-F238E27FC236}">
                    <a16:creationId xmlns:a16="http://schemas.microsoft.com/office/drawing/2014/main" id="{0397FEDB-D6E1-1869-D91C-9C20EB4BEE8B}"/>
                  </a:ext>
                </a:extLst>
              </p:cNvPr>
              <p:cNvGrpSpPr/>
              <p:nvPr/>
            </p:nvGrpSpPr>
            <p:grpSpPr>
              <a:xfrm>
                <a:off x="8957578" y="1878887"/>
                <a:ext cx="717810" cy="187834"/>
                <a:chOff x="8335994" y="1641923"/>
                <a:chExt cx="717810" cy="187834"/>
              </a:xfrm>
            </p:grpSpPr>
            <p:sp>
              <p:nvSpPr>
                <p:cNvPr id="156" name="타원 155">
                  <a:extLst>
                    <a:ext uri="{FF2B5EF4-FFF2-40B4-BE49-F238E27FC236}">
                      <a16:creationId xmlns:a16="http://schemas.microsoft.com/office/drawing/2014/main" id="{7354C211-291F-BCA5-A51F-BB03B59565ED}"/>
                    </a:ext>
                  </a:extLst>
                </p:cNvPr>
                <p:cNvSpPr/>
                <p:nvPr/>
              </p:nvSpPr>
              <p:spPr>
                <a:xfrm>
                  <a:off x="8803726" y="1641923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57" name="직선 연결선 156">
                  <a:extLst>
                    <a:ext uri="{FF2B5EF4-FFF2-40B4-BE49-F238E27FC236}">
                      <a16:creationId xmlns:a16="http://schemas.microsoft.com/office/drawing/2014/main" id="{E6684E93-FD5C-AFC2-7C3E-AD00C799A8B1}"/>
                    </a:ext>
                  </a:extLst>
                </p:cNvPr>
                <p:cNvCxnSpPr>
                  <a:cxnSpLocks/>
                  <a:stCxn id="162" idx="6"/>
                  <a:endCxn id="156" idx="2"/>
                </p:cNvCxnSpPr>
                <p:nvPr/>
              </p:nvCxnSpPr>
              <p:spPr>
                <a:xfrm>
                  <a:off x="8776150" y="1735840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62" name="타원 161">
                  <a:extLst>
                    <a:ext uri="{FF2B5EF4-FFF2-40B4-BE49-F238E27FC236}">
                      <a16:creationId xmlns:a16="http://schemas.microsoft.com/office/drawing/2014/main" id="{EDE7A3F3-05B9-4E2A-240C-3ACCFCED5009}"/>
                    </a:ext>
                  </a:extLst>
                </p:cNvPr>
                <p:cNvSpPr/>
                <p:nvPr/>
              </p:nvSpPr>
              <p:spPr>
                <a:xfrm>
                  <a:off x="8335994" y="166600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</p:grp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18F5D61D-2873-CA2D-FD7A-91F89001875A}"/>
                  </a:ext>
                </a:extLst>
              </p:cNvPr>
              <p:cNvGrpSpPr/>
              <p:nvPr/>
            </p:nvGrpSpPr>
            <p:grpSpPr>
              <a:xfrm>
                <a:off x="9488676" y="1013492"/>
                <a:ext cx="440156" cy="397355"/>
                <a:chOff x="9638860" y="1107950"/>
                <a:chExt cx="440156" cy="397355"/>
              </a:xfrm>
            </p:grpSpPr>
            <p:sp>
              <p:nvSpPr>
                <p:cNvPr id="163" name="타원 162">
                  <a:extLst>
                    <a:ext uri="{FF2B5EF4-FFF2-40B4-BE49-F238E27FC236}">
                      <a16:creationId xmlns:a16="http://schemas.microsoft.com/office/drawing/2014/main" id="{F86557BC-137F-F1DE-8BED-517708E196C3}"/>
                    </a:ext>
                  </a:extLst>
                </p:cNvPr>
                <p:cNvSpPr/>
                <p:nvPr/>
              </p:nvSpPr>
              <p:spPr>
                <a:xfrm>
                  <a:off x="9713287" y="1317471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164" name="타원 163">
                  <a:extLst>
                    <a:ext uri="{FF2B5EF4-FFF2-40B4-BE49-F238E27FC236}">
                      <a16:creationId xmlns:a16="http://schemas.microsoft.com/office/drawing/2014/main" id="{1E0C022B-5ACC-6E79-5FA3-370A1743D7F2}"/>
                    </a:ext>
                  </a:extLst>
                </p:cNvPr>
                <p:cNvSpPr/>
                <p:nvPr/>
              </p:nvSpPr>
              <p:spPr>
                <a:xfrm>
                  <a:off x="9638860" y="1107950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65" name="직선 연결선 164">
                  <a:extLst>
                    <a:ext uri="{FF2B5EF4-FFF2-40B4-BE49-F238E27FC236}">
                      <a16:creationId xmlns:a16="http://schemas.microsoft.com/office/drawing/2014/main" id="{7AC5808A-CD0B-42F8-1DAC-D7BFC9BFA477}"/>
                    </a:ext>
                  </a:extLst>
                </p:cNvPr>
                <p:cNvCxnSpPr>
                  <a:cxnSpLocks/>
                  <a:stCxn id="164" idx="4"/>
                  <a:endCxn id="163" idx="0"/>
                </p:cNvCxnSpPr>
                <p:nvPr/>
              </p:nvCxnSpPr>
              <p:spPr>
                <a:xfrm>
                  <a:off x="9858938" y="1247631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01B8E781-9902-EACF-3A5F-69BCAB42D5DB}"/>
                </a:ext>
              </a:extLst>
            </p:cNvPr>
            <p:cNvSpPr txBox="1"/>
            <p:nvPr/>
          </p:nvSpPr>
          <p:spPr>
            <a:xfrm>
              <a:off x="8410242" y="2110680"/>
              <a:ext cx="1812481" cy="2907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현재 부품 상태</a:t>
              </a:r>
            </a:p>
          </p:txBody>
        </p:sp>
      </p:grpSp>
      <p:graphicFrame>
        <p:nvGraphicFramePr>
          <p:cNvPr id="175" name="표 174">
            <a:extLst>
              <a:ext uri="{FF2B5EF4-FFF2-40B4-BE49-F238E27FC236}">
                <a16:creationId xmlns:a16="http://schemas.microsoft.com/office/drawing/2014/main" id="{35596C22-D512-7DE0-E89E-4CCEAD5F8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92643"/>
              </p:ext>
            </p:extLst>
          </p:nvPr>
        </p:nvGraphicFramePr>
        <p:xfrm>
          <a:off x="5891356" y="2876668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905576D3-CF6A-7C18-616F-16737B4FE6D8}"/>
              </a:ext>
            </a:extLst>
          </p:cNvPr>
          <p:cNvGrpSpPr/>
          <p:nvPr/>
        </p:nvGrpSpPr>
        <p:grpSpPr>
          <a:xfrm>
            <a:off x="6446982" y="3205194"/>
            <a:ext cx="607244" cy="395067"/>
            <a:chOff x="8523851" y="2626812"/>
            <a:chExt cx="1080000" cy="1620000"/>
          </a:xfrm>
        </p:grpSpPr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8652ABFB-C24E-35AB-089C-FA660652733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6D30FF14-17E5-7E08-A933-DD1FEC8ACF2D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79" name="타원 178">
                <a:extLst>
                  <a:ext uri="{FF2B5EF4-FFF2-40B4-BE49-F238E27FC236}">
                    <a16:creationId xmlns:a16="http://schemas.microsoft.com/office/drawing/2014/main" id="{EE352358-EE18-7E30-511C-AE97408BCBF5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6B23BBD7-4F9B-8103-3C44-3314B827251C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1" name="타원 180">
                <a:extLst>
                  <a:ext uri="{FF2B5EF4-FFF2-40B4-BE49-F238E27FC236}">
                    <a16:creationId xmlns:a16="http://schemas.microsoft.com/office/drawing/2014/main" id="{6F5E7058-0269-31D8-F89C-161ABF3FE7AB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BF2EA021-A45C-3F97-DF14-3A5F6C495674}"/>
              </a:ext>
            </a:extLst>
          </p:cNvPr>
          <p:cNvGrpSpPr/>
          <p:nvPr/>
        </p:nvGrpSpPr>
        <p:grpSpPr>
          <a:xfrm>
            <a:off x="6446982" y="3705272"/>
            <a:ext cx="607244" cy="237420"/>
            <a:chOff x="8523851" y="1625702"/>
            <a:chExt cx="1080000" cy="900000"/>
          </a:xfrm>
        </p:grpSpPr>
        <p:sp>
          <p:nvSpPr>
            <p:cNvPr id="183" name="사각형: 둥근 모서리 182">
              <a:extLst>
                <a:ext uri="{FF2B5EF4-FFF2-40B4-BE49-F238E27FC236}">
                  <a16:creationId xmlns:a16="http://schemas.microsoft.com/office/drawing/2014/main" id="{BFC05464-0BF6-A575-E1FF-239B624A688E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21FCB8BE-984E-7154-2F61-E0A14A7CF0B3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85" name="사각형: 둥근 모서리 184">
                <a:extLst>
                  <a:ext uri="{FF2B5EF4-FFF2-40B4-BE49-F238E27FC236}">
                    <a16:creationId xmlns:a16="http://schemas.microsoft.com/office/drawing/2014/main" id="{6C37F166-8141-7B41-22F1-89C7D3E0AD7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86" name="사각형: 둥근 모서리 185">
                <a:extLst>
                  <a:ext uri="{FF2B5EF4-FFF2-40B4-BE49-F238E27FC236}">
                    <a16:creationId xmlns:a16="http://schemas.microsoft.com/office/drawing/2014/main" id="{7072C044-D6DF-3590-8C43-7CFC496C6F05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87" name="사각형: 둥근 모서리 186">
            <a:extLst>
              <a:ext uri="{FF2B5EF4-FFF2-40B4-BE49-F238E27FC236}">
                <a16:creationId xmlns:a16="http://schemas.microsoft.com/office/drawing/2014/main" id="{28A7B9D8-2736-F634-54F4-194CA41301DA}"/>
              </a:ext>
            </a:extLst>
          </p:cNvPr>
          <p:cNvSpPr/>
          <p:nvPr/>
        </p:nvSpPr>
        <p:spPr>
          <a:xfrm>
            <a:off x="2038585" y="4931883"/>
            <a:ext cx="883027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추출 코드</a:t>
            </a:r>
          </a:p>
        </p:txBody>
      </p:sp>
      <p:grpSp>
        <p:nvGrpSpPr>
          <p:cNvPr id="147" name="그룹 146">
            <a:extLst>
              <a:ext uri="{FF2B5EF4-FFF2-40B4-BE49-F238E27FC236}">
                <a16:creationId xmlns:a16="http://schemas.microsoft.com/office/drawing/2014/main" id="{751E9725-5438-A540-4878-05F5360CC6A2}"/>
              </a:ext>
            </a:extLst>
          </p:cNvPr>
          <p:cNvGrpSpPr/>
          <p:nvPr/>
        </p:nvGrpSpPr>
        <p:grpSpPr>
          <a:xfrm>
            <a:off x="8591998" y="309479"/>
            <a:ext cx="2112516" cy="958137"/>
            <a:chOff x="7994089" y="945795"/>
            <a:chExt cx="2112516" cy="1131485"/>
          </a:xfrm>
        </p:grpSpPr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4FFD401-09E6-567E-DEB9-96E293EA5BFE}"/>
                </a:ext>
              </a:extLst>
            </p:cNvPr>
            <p:cNvGrpSpPr/>
            <p:nvPr/>
          </p:nvGrpSpPr>
          <p:grpSpPr>
            <a:xfrm>
              <a:off x="7994089" y="945795"/>
              <a:ext cx="2112516" cy="765256"/>
              <a:chOff x="7994089" y="945795"/>
              <a:chExt cx="2112516" cy="765256"/>
            </a:xfrm>
          </p:grpSpPr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91F6422A-2A92-28CF-6B77-ED1341B4EC38}"/>
                  </a:ext>
                </a:extLst>
              </p:cNvPr>
              <p:cNvSpPr/>
              <p:nvPr/>
            </p:nvSpPr>
            <p:spPr>
              <a:xfrm>
                <a:off x="8838382" y="1222133"/>
                <a:ext cx="250078" cy="215074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9521F6EA-29B7-71EF-68A6-6A03C0869B0E}"/>
                  </a:ext>
                </a:extLst>
              </p:cNvPr>
              <p:cNvCxnSpPr>
                <a:cxnSpLocks/>
                <a:stCxn id="140" idx="2"/>
                <a:endCxn id="131" idx="6"/>
              </p:cNvCxnSpPr>
              <p:nvPr/>
            </p:nvCxnSpPr>
            <p:spPr>
              <a:xfrm flipH="1">
                <a:off x="9088460" y="1329670"/>
                <a:ext cx="84517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타원 132">
                <a:extLst>
                  <a:ext uri="{FF2B5EF4-FFF2-40B4-BE49-F238E27FC236}">
                    <a16:creationId xmlns:a16="http://schemas.microsoft.com/office/drawing/2014/main" id="{45E42EA1-47E7-C483-72BE-8B3D36732DEC}"/>
                  </a:ext>
                </a:extLst>
              </p:cNvPr>
              <p:cNvSpPr/>
              <p:nvPr/>
            </p:nvSpPr>
            <p:spPr>
              <a:xfrm>
                <a:off x="7994089" y="945795"/>
                <a:ext cx="276289" cy="21234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4" name="직선 연결선 133">
                <a:extLst>
                  <a:ext uri="{FF2B5EF4-FFF2-40B4-BE49-F238E27FC236}">
                    <a16:creationId xmlns:a16="http://schemas.microsoft.com/office/drawing/2014/main" id="{CFA47421-500E-08BD-E05A-B3F7B055E3DA}"/>
                  </a:ext>
                </a:extLst>
              </p:cNvPr>
              <p:cNvCxnSpPr>
                <a:cxnSpLocks/>
                <a:stCxn id="137" idx="1"/>
                <a:endCxn id="133" idx="6"/>
              </p:cNvCxnSpPr>
              <p:nvPr/>
            </p:nvCxnSpPr>
            <p:spPr>
              <a:xfrm flipH="1" flipV="1">
                <a:off x="8270378" y="1051968"/>
                <a:ext cx="60300" cy="76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5" name="타원 134">
                <a:extLst>
                  <a:ext uri="{FF2B5EF4-FFF2-40B4-BE49-F238E27FC236}">
                    <a16:creationId xmlns:a16="http://schemas.microsoft.com/office/drawing/2014/main" id="{BD4A43A2-71B9-D5E5-1973-9BC632D1623A}"/>
                  </a:ext>
                </a:extLst>
              </p:cNvPr>
              <p:cNvSpPr/>
              <p:nvPr/>
            </p:nvSpPr>
            <p:spPr>
              <a:xfrm>
                <a:off x="8464462" y="1523217"/>
                <a:ext cx="250078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6A7EFCEB-4364-50E8-54AF-06DFFB8B29B5}"/>
                  </a:ext>
                </a:extLst>
              </p:cNvPr>
              <p:cNvCxnSpPr>
                <a:cxnSpLocks/>
                <a:stCxn id="141" idx="6"/>
                <a:endCxn id="135" idx="2"/>
              </p:cNvCxnSpPr>
              <p:nvPr/>
            </p:nvCxnSpPr>
            <p:spPr>
              <a:xfrm>
                <a:off x="8436886" y="1617134"/>
                <a:ext cx="2757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사각형: 둥근 모서리 136">
                <a:extLst>
                  <a:ext uri="{FF2B5EF4-FFF2-40B4-BE49-F238E27FC236}">
                    <a16:creationId xmlns:a16="http://schemas.microsoft.com/office/drawing/2014/main" id="{FE2AA3B4-5F06-707A-D8A6-4AA8DEE47F2D}"/>
                  </a:ext>
                </a:extLst>
              </p:cNvPr>
              <p:cNvSpPr/>
              <p:nvPr/>
            </p:nvSpPr>
            <p:spPr>
              <a:xfrm>
                <a:off x="8330679" y="1003301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8" name="사각형: 둥근 모서리 137">
                <a:extLst>
                  <a:ext uri="{FF2B5EF4-FFF2-40B4-BE49-F238E27FC236}">
                    <a16:creationId xmlns:a16="http://schemas.microsoft.com/office/drawing/2014/main" id="{0032F818-849D-117F-BB64-7FB99F42DE10}"/>
                  </a:ext>
                </a:extLst>
              </p:cNvPr>
              <p:cNvSpPr/>
              <p:nvPr/>
            </p:nvSpPr>
            <p:spPr>
              <a:xfrm>
                <a:off x="8330679" y="1280927"/>
                <a:ext cx="389868" cy="97487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9" name="직선 연결선 138">
                <a:extLst>
                  <a:ext uri="{FF2B5EF4-FFF2-40B4-BE49-F238E27FC236}">
                    <a16:creationId xmlns:a16="http://schemas.microsoft.com/office/drawing/2014/main" id="{A4B8335F-2A62-36B5-1C29-8FC3EEB07C0B}"/>
                  </a:ext>
                </a:extLst>
              </p:cNvPr>
              <p:cNvCxnSpPr>
                <a:cxnSpLocks/>
                <a:stCxn id="138" idx="3"/>
                <a:endCxn id="131" idx="2"/>
              </p:cNvCxnSpPr>
              <p:nvPr/>
            </p:nvCxnSpPr>
            <p:spPr>
              <a:xfrm>
                <a:off x="8720547" y="1329670"/>
                <a:ext cx="11783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0" name="타원 139">
                <a:extLst>
                  <a:ext uri="{FF2B5EF4-FFF2-40B4-BE49-F238E27FC236}">
                    <a16:creationId xmlns:a16="http://schemas.microsoft.com/office/drawing/2014/main" id="{8EB51ECF-2D67-32D8-5AB4-98C9DB044C2F}"/>
                  </a:ext>
                </a:extLst>
              </p:cNvPr>
              <p:cNvSpPr/>
              <p:nvPr/>
            </p:nvSpPr>
            <p:spPr>
              <a:xfrm>
                <a:off x="9172979" y="1259830"/>
                <a:ext cx="401083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1" name="타원 140">
                <a:extLst>
                  <a:ext uri="{FF2B5EF4-FFF2-40B4-BE49-F238E27FC236}">
                    <a16:creationId xmlns:a16="http://schemas.microsoft.com/office/drawing/2014/main" id="{1156A96E-E738-6C88-7734-79A431B40971}"/>
                  </a:ext>
                </a:extLst>
              </p:cNvPr>
              <p:cNvSpPr/>
              <p:nvPr/>
            </p:nvSpPr>
            <p:spPr>
              <a:xfrm>
                <a:off x="7996730" y="1547294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2" name="타원 141">
                <a:extLst>
                  <a:ext uri="{FF2B5EF4-FFF2-40B4-BE49-F238E27FC236}">
                    <a16:creationId xmlns:a16="http://schemas.microsoft.com/office/drawing/2014/main" id="{11A35BD1-33AF-EFF1-F965-432D0975C2C1}"/>
                  </a:ext>
                </a:extLst>
              </p:cNvPr>
              <p:cNvSpPr/>
              <p:nvPr/>
            </p:nvSpPr>
            <p:spPr>
              <a:xfrm>
                <a:off x="9740876" y="1222450"/>
                <a:ext cx="291301" cy="18783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3" name="타원 142">
                <a:extLst>
                  <a:ext uri="{FF2B5EF4-FFF2-40B4-BE49-F238E27FC236}">
                    <a16:creationId xmlns:a16="http://schemas.microsoft.com/office/drawing/2014/main" id="{D4CD3A17-7952-BFBB-DEB5-C904B5A5437D}"/>
                  </a:ext>
                </a:extLst>
              </p:cNvPr>
              <p:cNvSpPr/>
              <p:nvPr/>
            </p:nvSpPr>
            <p:spPr>
              <a:xfrm>
                <a:off x="9666449" y="1012929"/>
                <a:ext cx="440156" cy="13968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44" name="직선 연결선 143">
                <a:extLst>
                  <a:ext uri="{FF2B5EF4-FFF2-40B4-BE49-F238E27FC236}">
                    <a16:creationId xmlns:a16="http://schemas.microsoft.com/office/drawing/2014/main" id="{90B38C28-FE9C-8748-A35A-0539E19B2086}"/>
                  </a:ext>
                </a:extLst>
              </p:cNvPr>
              <p:cNvCxnSpPr>
                <a:cxnSpLocks/>
                <a:stCxn id="143" idx="4"/>
                <a:endCxn id="142" idx="0"/>
              </p:cNvCxnSpPr>
              <p:nvPr/>
            </p:nvCxnSpPr>
            <p:spPr>
              <a:xfrm>
                <a:off x="9886527" y="1152610"/>
                <a:ext cx="0" cy="6984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8CF2B922-9920-186C-B448-7D3867965556}"/>
                  </a:ext>
                </a:extLst>
              </p:cNvPr>
              <p:cNvCxnSpPr>
                <a:cxnSpLocks/>
                <a:stCxn id="137" idx="2"/>
                <a:endCxn id="138" idx="0"/>
              </p:cNvCxnSpPr>
              <p:nvPr/>
            </p:nvCxnSpPr>
            <p:spPr>
              <a:xfrm>
                <a:off x="8525612" y="1100789"/>
                <a:ext cx="0" cy="180138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5E3F4D61-373D-E8DC-EAE1-D28AF93730B9}"/>
                </a:ext>
              </a:extLst>
            </p:cNvPr>
            <p:cNvSpPr txBox="1"/>
            <p:nvPr/>
          </p:nvSpPr>
          <p:spPr>
            <a:xfrm>
              <a:off x="8144107" y="1825280"/>
              <a:ext cx="1812481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업데이트 부품 상태</a:t>
              </a:r>
            </a:p>
          </p:txBody>
        </p:sp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A0469285-1A52-1287-D4DB-F9C72DB4EC1E}"/>
              </a:ext>
            </a:extLst>
          </p:cNvPr>
          <p:cNvGrpSpPr/>
          <p:nvPr/>
        </p:nvGrpSpPr>
        <p:grpSpPr>
          <a:xfrm>
            <a:off x="179460" y="2835100"/>
            <a:ext cx="2511098" cy="454241"/>
            <a:chOff x="821719" y="2725968"/>
            <a:chExt cx="2511098" cy="454241"/>
          </a:xfrm>
        </p:grpSpPr>
        <p:pic>
          <p:nvPicPr>
            <p:cNvPr id="208" name="그래픽 207" descr="모스 코드 단색으로 채워진">
              <a:extLst>
                <a:ext uri="{FF2B5EF4-FFF2-40B4-BE49-F238E27FC236}">
                  <a16:creationId xmlns:a16="http://schemas.microsoft.com/office/drawing/2014/main" id="{1CCB92EB-82EE-76FE-E425-E749F7AC5C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21719" y="2725968"/>
              <a:ext cx="536423" cy="454241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9E50B7A0-0F39-33CF-4181-628F18044F66}"/>
                </a:ext>
              </a:extLst>
            </p:cNvPr>
            <p:cNvSpPr txBox="1"/>
            <p:nvPr/>
          </p:nvSpPr>
          <p:spPr>
            <a:xfrm>
              <a:off x="1327874" y="2799200"/>
              <a:ext cx="200494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/>
                <a:t>Planning </a:t>
              </a:r>
              <a:r>
                <a:rPr lang="ko-KR" altLang="en-US" sz="1400" b="1" dirty="0"/>
                <a:t>알고리즘</a:t>
              </a:r>
            </a:p>
          </p:txBody>
        </p:sp>
      </p:grpSp>
      <p:sp>
        <p:nvSpPr>
          <p:cNvPr id="211" name="화살표: 오른쪽 210">
            <a:extLst>
              <a:ext uri="{FF2B5EF4-FFF2-40B4-BE49-F238E27FC236}">
                <a16:creationId xmlns:a16="http://schemas.microsoft.com/office/drawing/2014/main" id="{00E5899F-D6D7-FA82-4179-AE4D42E7584C}"/>
              </a:ext>
            </a:extLst>
          </p:cNvPr>
          <p:cNvSpPr/>
          <p:nvPr/>
        </p:nvSpPr>
        <p:spPr>
          <a:xfrm>
            <a:off x="1737346" y="517549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2" name="화살표: 오른쪽 211">
            <a:extLst>
              <a:ext uri="{FF2B5EF4-FFF2-40B4-BE49-F238E27FC236}">
                <a16:creationId xmlns:a16="http://schemas.microsoft.com/office/drawing/2014/main" id="{9CD5795D-433C-7085-3FC7-03A5E0DF23D2}"/>
              </a:ext>
            </a:extLst>
          </p:cNvPr>
          <p:cNvSpPr/>
          <p:nvPr/>
        </p:nvSpPr>
        <p:spPr>
          <a:xfrm>
            <a:off x="2991810" y="513377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D748078-F646-6F6B-3550-18ED8A4E4814}"/>
              </a:ext>
            </a:extLst>
          </p:cNvPr>
          <p:cNvSpPr/>
          <p:nvPr/>
        </p:nvSpPr>
        <p:spPr>
          <a:xfrm>
            <a:off x="4562172" y="4887142"/>
            <a:ext cx="1269792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후보</a:t>
            </a:r>
            <a:endParaRPr lang="en-US" altLang="ko-KR" sz="1200" dirty="0"/>
          </a:p>
          <a:p>
            <a:pPr algn="ctr"/>
            <a:r>
              <a:rPr lang="ko-KR" altLang="en-US" sz="1200" dirty="0"/>
              <a:t>선택 알고리즘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D7D419C-F272-6685-284A-2A9AF843E80D}"/>
              </a:ext>
            </a:extLst>
          </p:cNvPr>
          <p:cNvGrpSpPr/>
          <p:nvPr/>
        </p:nvGrpSpPr>
        <p:grpSpPr>
          <a:xfrm>
            <a:off x="9387728" y="3172542"/>
            <a:ext cx="1877163" cy="2742491"/>
            <a:chOff x="9206023" y="2632635"/>
            <a:chExt cx="1877163" cy="2742491"/>
          </a:xfrm>
        </p:grpSpPr>
        <p:sp>
          <p:nvSpPr>
            <p:cNvPr id="148" name="화살표: 위쪽/아래쪽 147">
              <a:extLst>
                <a:ext uri="{FF2B5EF4-FFF2-40B4-BE49-F238E27FC236}">
                  <a16:creationId xmlns:a16="http://schemas.microsoft.com/office/drawing/2014/main" id="{1D0069B5-A1CC-7F8B-040E-ADD25FCDB472}"/>
                </a:ext>
              </a:extLst>
            </p:cNvPr>
            <p:cNvSpPr/>
            <p:nvPr/>
          </p:nvSpPr>
          <p:spPr>
            <a:xfrm>
              <a:off x="9576801" y="3805000"/>
              <a:ext cx="1137021" cy="493967"/>
            </a:xfrm>
            <a:prstGeom prst="upDownArrow">
              <a:avLst>
                <a:gd name="adj1" fmla="val 63892"/>
                <a:gd name="adj2" fmla="val 20337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/>
                <a:t>상태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비교</a:t>
              </a:r>
            </a:p>
          </p:txBody>
        </p: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C3889175-3471-8B89-87B7-4A20FB8E2ACD}"/>
                </a:ext>
              </a:extLst>
            </p:cNvPr>
            <p:cNvGrpSpPr/>
            <p:nvPr/>
          </p:nvGrpSpPr>
          <p:grpSpPr>
            <a:xfrm>
              <a:off x="9206023" y="2632635"/>
              <a:ext cx="1877163" cy="1123488"/>
              <a:chOff x="2509044" y="1152607"/>
              <a:chExt cx="1877163" cy="1326752"/>
            </a:xfrm>
          </p:grpSpPr>
          <p:grpSp>
            <p:nvGrpSpPr>
              <p:cNvPr id="190" name="그룹 189">
                <a:extLst>
                  <a:ext uri="{FF2B5EF4-FFF2-40B4-BE49-F238E27FC236}">
                    <a16:creationId xmlns:a16="http://schemas.microsoft.com/office/drawing/2014/main" id="{28245056-2B93-4B91-F70E-9DA4276CBF3F}"/>
                  </a:ext>
                </a:extLst>
              </p:cNvPr>
              <p:cNvGrpSpPr/>
              <p:nvPr/>
            </p:nvGrpSpPr>
            <p:grpSpPr>
              <a:xfrm>
                <a:off x="2509044" y="1152607"/>
                <a:ext cx="1877163" cy="955301"/>
                <a:chOff x="2567856" y="1152608"/>
                <a:chExt cx="1577232" cy="802664"/>
              </a:xfrm>
            </p:grpSpPr>
            <p:cxnSp>
              <p:nvCxnSpPr>
                <p:cNvPr id="192" name="직선 연결선 191">
                  <a:extLst>
                    <a:ext uri="{FF2B5EF4-FFF2-40B4-BE49-F238E27FC236}">
                      <a16:creationId xmlns:a16="http://schemas.microsoft.com/office/drawing/2014/main" id="{6EA4DA51-CA36-CC42-3051-380C475F7BD0}"/>
                    </a:ext>
                  </a:extLst>
                </p:cNvPr>
                <p:cNvCxnSpPr>
                  <a:cxnSpLocks/>
                  <a:stCxn id="203" idx="4"/>
                  <a:endCxn id="205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3" name="타원 192">
                  <a:extLst>
                    <a:ext uri="{FF2B5EF4-FFF2-40B4-BE49-F238E27FC236}">
                      <a16:creationId xmlns:a16="http://schemas.microsoft.com/office/drawing/2014/main" id="{3D194307-1B25-C9CB-6102-0A4C7A71F96C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194" name="직선 연결선 193">
                  <a:extLst>
                    <a:ext uri="{FF2B5EF4-FFF2-40B4-BE49-F238E27FC236}">
                      <a16:creationId xmlns:a16="http://schemas.microsoft.com/office/drawing/2014/main" id="{D093796F-2102-3542-1AE2-F2B0610DA339}"/>
                    </a:ext>
                  </a:extLst>
                </p:cNvPr>
                <p:cNvCxnSpPr>
                  <a:cxnSpLocks/>
                  <a:stCxn id="202" idx="2"/>
                  <a:endCxn id="193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타원 194">
                  <a:extLst>
                    <a:ext uri="{FF2B5EF4-FFF2-40B4-BE49-F238E27FC236}">
                      <a16:creationId xmlns:a16="http://schemas.microsoft.com/office/drawing/2014/main" id="{139B15E4-594B-AB4B-1514-0C6B87AE7C3E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6" name="직선 연결선 195">
                  <a:extLst>
                    <a:ext uri="{FF2B5EF4-FFF2-40B4-BE49-F238E27FC236}">
                      <a16:creationId xmlns:a16="http://schemas.microsoft.com/office/drawing/2014/main" id="{E90AC188-6064-7168-9270-86BA0AAA0D0C}"/>
                    </a:ext>
                  </a:extLst>
                </p:cNvPr>
                <p:cNvCxnSpPr>
                  <a:cxnSpLocks/>
                  <a:stCxn id="199" idx="1"/>
                  <a:endCxn id="195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7" name="타원 196">
                  <a:extLst>
                    <a:ext uri="{FF2B5EF4-FFF2-40B4-BE49-F238E27FC236}">
                      <a16:creationId xmlns:a16="http://schemas.microsoft.com/office/drawing/2014/main" id="{A4845CF4-2EA2-F594-D2CF-EF63A722D37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198" name="직선 연결선 197">
                  <a:extLst>
                    <a:ext uri="{FF2B5EF4-FFF2-40B4-BE49-F238E27FC236}">
                      <a16:creationId xmlns:a16="http://schemas.microsoft.com/office/drawing/2014/main" id="{1222A8F7-3F4E-D7CE-CCAF-1ADA6A26E155}"/>
                    </a:ext>
                  </a:extLst>
                </p:cNvPr>
                <p:cNvCxnSpPr>
                  <a:cxnSpLocks/>
                  <a:stCxn id="203" idx="6"/>
                  <a:endCxn id="197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99" name="사각형: 둥근 모서리 198">
                  <a:extLst>
                    <a:ext uri="{FF2B5EF4-FFF2-40B4-BE49-F238E27FC236}">
                      <a16:creationId xmlns:a16="http://schemas.microsoft.com/office/drawing/2014/main" id="{4174C5E2-CD28-41EC-40AB-9375C43F0623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0" name="사각형: 둥근 모서리 199">
                  <a:extLst>
                    <a:ext uri="{FF2B5EF4-FFF2-40B4-BE49-F238E27FC236}">
                      <a16:creationId xmlns:a16="http://schemas.microsoft.com/office/drawing/2014/main" id="{4091FF2B-73B7-9FA1-A8E1-29958DD3D3CE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1" name="직선 연결선 200">
                  <a:extLst>
                    <a:ext uri="{FF2B5EF4-FFF2-40B4-BE49-F238E27FC236}">
                      <a16:creationId xmlns:a16="http://schemas.microsoft.com/office/drawing/2014/main" id="{966D42B0-7735-0353-F35F-A9A792ED8D5E}"/>
                    </a:ext>
                  </a:extLst>
                </p:cNvPr>
                <p:cNvCxnSpPr>
                  <a:cxnSpLocks/>
                  <a:stCxn id="200" idx="3"/>
                  <a:endCxn id="193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2" name="타원 201">
                  <a:extLst>
                    <a:ext uri="{FF2B5EF4-FFF2-40B4-BE49-F238E27FC236}">
                      <a16:creationId xmlns:a16="http://schemas.microsoft.com/office/drawing/2014/main" id="{1B11B949-BAAB-1FE7-533A-4EA1F81851D2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3" name="타원 202">
                  <a:extLst>
                    <a:ext uri="{FF2B5EF4-FFF2-40B4-BE49-F238E27FC236}">
                      <a16:creationId xmlns:a16="http://schemas.microsoft.com/office/drawing/2014/main" id="{B84165DE-8955-4119-D080-82C89AAFF908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4" name="타원 203">
                  <a:extLst>
                    <a:ext uri="{FF2B5EF4-FFF2-40B4-BE49-F238E27FC236}">
                      <a16:creationId xmlns:a16="http://schemas.microsoft.com/office/drawing/2014/main" id="{0A0721A6-D2B1-64DA-5CC2-FCF54C577C35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205" name="타원 204">
                  <a:extLst>
                    <a:ext uri="{FF2B5EF4-FFF2-40B4-BE49-F238E27FC236}">
                      <a16:creationId xmlns:a16="http://schemas.microsoft.com/office/drawing/2014/main" id="{D40144C4-AC58-575E-E695-2A92D64793AF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206" name="직선 연결선 205">
                  <a:extLst>
                    <a:ext uri="{FF2B5EF4-FFF2-40B4-BE49-F238E27FC236}">
                      <a16:creationId xmlns:a16="http://schemas.microsoft.com/office/drawing/2014/main" id="{7D18DF54-E053-DA63-5221-72D23AAB3008}"/>
                    </a:ext>
                  </a:extLst>
                </p:cNvPr>
                <p:cNvCxnSpPr>
                  <a:cxnSpLocks/>
                  <a:stCxn id="205" idx="4"/>
                  <a:endCxn id="204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>
                  <a:extLst>
                    <a:ext uri="{FF2B5EF4-FFF2-40B4-BE49-F238E27FC236}">
                      <a16:creationId xmlns:a16="http://schemas.microsoft.com/office/drawing/2014/main" id="{CC9716F9-8ADA-6184-B4C4-3615ED1591D2}"/>
                    </a:ext>
                  </a:extLst>
                </p:cNvPr>
                <p:cNvCxnSpPr>
                  <a:cxnSpLocks/>
                  <a:stCxn id="199" idx="2"/>
                  <a:endCxn id="200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5802793D-1B8C-9322-2FD6-91A748E084C2}"/>
                  </a:ext>
                </a:extLst>
              </p:cNvPr>
              <p:cNvSpPr txBox="1"/>
              <p:nvPr/>
            </p:nvSpPr>
            <p:spPr>
              <a:xfrm>
                <a:off x="2541385" y="2227359"/>
                <a:ext cx="1812481" cy="252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목표 조립 상태 입력</a:t>
                </a: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DB657E1B-66EC-98FB-9F46-935EDD33DAF0}"/>
                </a:ext>
              </a:extLst>
            </p:cNvPr>
            <p:cNvGrpSpPr/>
            <p:nvPr/>
          </p:nvGrpSpPr>
          <p:grpSpPr>
            <a:xfrm>
              <a:off x="9221555" y="4384159"/>
              <a:ext cx="1847512" cy="990967"/>
              <a:chOff x="7890699" y="945795"/>
              <a:chExt cx="2319300" cy="1170254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EF14DAF1-F9C4-082D-22A5-DB081CFA0996}"/>
                  </a:ext>
                </a:extLst>
              </p:cNvPr>
              <p:cNvGrpSpPr/>
              <p:nvPr/>
            </p:nvGrpSpPr>
            <p:grpSpPr>
              <a:xfrm>
                <a:off x="7994089" y="945795"/>
                <a:ext cx="2112516" cy="765256"/>
                <a:chOff x="7994089" y="945795"/>
                <a:chExt cx="2112516" cy="765256"/>
              </a:xfrm>
            </p:grpSpPr>
            <p:sp>
              <p:nvSpPr>
                <p:cNvPr id="49" name="타원 48">
                  <a:extLst>
                    <a:ext uri="{FF2B5EF4-FFF2-40B4-BE49-F238E27FC236}">
                      <a16:creationId xmlns:a16="http://schemas.microsoft.com/office/drawing/2014/main" id="{1F3F989F-936E-4CFF-C754-13993297D731}"/>
                    </a:ext>
                  </a:extLst>
                </p:cNvPr>
                <p:cNvSpPr/>
                <p:nvPr/>
              </p:nvSpPr>
              <p:spPr>
                <a:xfrm>
                  <a:off x="8838382" y="1222133"/>
                  <a:ext cx="250078" cy="215074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000" dirty="0"/>
                </a:p>
              </p:txBody>
            </p:sp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4B74D2A9-5D19-1C4E-5F5E-F7E0D9621F35}"/>
                    </a:ext>
                  </a:extLst>
                </p:cNvPr>
                <p:cNvCxnSpPr>
                  <a:cxnSpLocks/>
                  <a:stCxn id="62" idx="2"/>
                  <a:endCxn id="49" idx="6"/>
                </p:cNvCxnSpPr>
                <p:nvPr/>
              </p:nvCxnSpPr>
              <p:spPr>
                <a:xfrm flipH="1">
                  <a:off x="9088460" y="1329670"/>
                  <a:ext cx="84517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1" name="타원 50">
                  <a:extLst>
                    <a:ext uri="{FF2B5EF4-FFF2-40B4-BE49-F238E27FC236}">
                      <a16:creationId xmlns:a16="http://schemas.microsoft.com/office/drawing/2014/main" id="{2F41CC8C-E490-8619-1CA1-1FD0CCED6C69}"/>
                    </a:ext>
                  </a:extLst>
                </p:cNvPr>
                <p:cNvSpPr/>
                <p:nvPr/>
              </p:nvSpPr>
              <p:spPr>
                <a:xfrm>
                  <a:off x="7994089" y="945795"/>
                  <a:ext cx="276289" cy="2123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6C77977B-61BF-A9E1-A089-FDA4EFC1CDE5}"/>
                    </a:ext>
                  </a:extLst>
                </p:cNvPr>
                <p:cNvCxnSpPr>
                  <a:cxnSpLocks/>
                  <a:stCxn id="57" idx="1"/>
                  <a:endCxn id="51" idx="6"/>
                </p:cNvCxnSpPr>
                <p:nvPr/>
              </p:nvCxnSpPr>
              <p:spPr>
                <a:xfrm flipH="1" flipV="1">
                  <a:off x="8270378" y="1051968"/>
                  <a:ext cx="60300" cy="7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5" name="타원 54">
                  <a:extLst>
                    <a:ext uri="{FF2B5EF4-FFF2-40B4-BE49-F238E27FC236}">
                      <a16:creationId xmlns:a16="http://schemas.microsoft.com/office/drawing/2014/main" id="{7803A1DA-1C15-B30C-658D-F74813F22003}"/>
                    </a:ext>
                  </a:extLst>
                </p:cNvPr>
                <p:cNvSpPr/>
                <p:nvPr/>
              </p:nvSpPr>
              <p:spPr>
                <a:xfrm>
                  <a:off x="8464462" y="1523217"/>
                  <a:ext cx="250078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AE8259EE-5A3F-5D7B-D04F-C3425462EB5B}"/>
                    </a:ext>
                  </a:extLst>
                </p:cNvPr>
                <p:cNvCxnSpPr>
                  <a:cxnSpLocks/>
                  <a:stCxn id="63" idx="6"/>
                  <a:endCxn id="55" idx="2"/>
                </p:cNvCxnSpPr>
                <p:nvPr/>
              </p:nvCxnSpPr>
              <p:spPr>
                <a:xfrm>
                  <a:off x="8436886" y="1617134"/>
                  <a:ext cx="2757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7" name="사각형: 둥근 모서리 56">
                  <a:extLst>
                    <a:ext uri="{FF2B5EF4-FFF2-40B4-BE49-F238E27FC236}">
                      <a16:creationId xmlns:a16="http://schemas.microsoft.com/office/drawing/2014/main" id="{58C78A9E-9921-00B3-7E61-F30C8093FA80}"/>
                    </a:ext>
                  </a:extLst>
                </p:cNvPr>
                <p:cNvSpPr/>
                <p:nvPr/>
              </p:nvSpPr>
              <p:spPr>
                <a:xfrm>
                  <a:off x="8330679" y="1003301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59" name="사각형: 둥근 모서리 58">
                  <a:extLst>
                    <a:ext uri="{FF2B5EF4-FFF2-40B4-BE49-F238E27FC236}">
                      <a16:creationId xmlns:a16="http://schemas.microsoft.com/office/drawing/2014/main" id="{099B1020-F736-DED9-6036-0227E9E4D7F6}"/>
                    </a:ext>
                  </a:extLst>
                </p:cNvPr>
                <p:cNvSpPr/>
                <p:nvPr/>
              </p:nvSpPr>
              <p:spPr>
                <a:xfrm>
                  <a:off x="8330679" y="1280927"/>
                  <a:ext cx="389868" cy="97487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61" name="직선 연결선 60">
                  <a:extLst>
                    <a:ext uri="{FF2B5EF4-FFF2-40B4-BE49-F238E27FC236}">
                      <a16:creationId xmlns:a16="http://schemas.microsoft.com/office/drawing/2014/main" id="{591E8EE7-1777-1411-F3AD-3BBC8D574EA4}"/>
                    </a:ext>
                  </a:extLst>
                </p:cNvPr>
                <p:cNvCxnSpPr>
                  <a:cxnSpLocks/>
                  <a:stCxn id="59" idx="3"/>
                  <a:endCxn id="49" idx="2"/>
                </p:cNvCxnSpPr>
                <p:nvPr/>
              </p:nvCxnSpPr>
              <p:spPr>
                <a:xfrm>
                  <a:off x="8720547" y="1329670"/>
                  <a:ext cx="11783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877B8EAD-76C9-A52C-7FCE-0D8A27E2D854}"/>
                    </a:ext>
                  </a:extLst>
                </p:cNvPr>
                <p:cNvSpPr/>
                <p:nvPr/>
              </p:nvSpPr>
              <p:spPr>
                <a:xfrm>
                  <a:off x="9172979" y="1259830"/>
                  <a:ext cx="401083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B75A8DD9-4DF5-4422-1EEF-CBE29C9A1E2A}"/>
                    </a:ext>
                  </a:extLst>
                </p:cNvPr>
                <p:cNvSpPr/>
                <p:nvPr/>
              </p:nvSpPr>
              <p:spPr>
                <a:xfrm>
                  <a:off x="7996730" y="1547294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9904AA02-C0AC-289A-8150-309AE3AC4647}"/>
                    </a:ext>
                  </a:extLst>
                </p:cNvPr>
                <p:cNvSpPr/>
                <p:nvPr/>
              </p:nvSpPr>
              <p:spPr>
                <a:xfrm>
                  <a:off x="9740876" y="1222450"/>
                  <a:ext cx="291301" cy="187834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F72586E6-2A1C-8AEE-6124-B3B9BEF1F13E}"/>
                    </a:ext>
                  </a:extLst>
                </p:cNvPr>
                <p:cNvSpPr/>
                <p:nvPr/>
              </p:nvSpPr>
              <p:spPr>
                <a:xfrm>
                  <a:off x="9666449" y="1012929"/>
                  <a:ext cx="440156" cy="13968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000" dirty="0"/>
                </a:p>
              </p:txBody>
            </p:sp>
            <p:cxnSp>
              <p:nvCxnSpPr>
                <p:cNvPr id="79" name="직선 연결선 78">
                  <a:extLst>
                    <a:ext uri="{FF2B5EF4-FFF2-40B4-BE49-F238E27FC236}">
                      <a16:creationId xmlns:a16="http://schemas.microsoft.com/office/drawing/2014/main" id="{62409F6B-B9C7-54D6-C32D-6897ECCD77A2}"/>
                    </a:ext>
                  </a:extLst>
                </p:cNvPr>
                <p:cNvCxnSpPr>
                  <a:cxnSpLocks/>
                  <a:stCxn id="69" idx="4"/>
                  <a:endCxn id="65" idx="0"/>
                </p:cNvCxnSpPr>
                <p:nvPr/>
              </p:nvCxnSpPr>
              <p:spPr>
                <a:xfrm>
                  <a:off x="9886527" y="1152610"/>
                  <a:ext cx="0" cy="6984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직선 연결선 79">
                  <a:extLst>
                    <a:ext uri="{FF2B5EF4-FFF2-40B4-BE49-F238E27FC236}">
                      <a16:creationId xmlns:a16="http://schemas.microsoft.com/office/drawing/2014/main" id="{41E9A506-C56E-BF30-6957-0B246B97333B}"/>
                    </a:ext>
                  </a:extLst>
                </p:cNvPr>
                <p:cNvCxnSpPr>
                  <a:cxnSpLocks/>
                  <a:stCxn id="57" idx="2"/>
                  <a:endCxn id="59" idx="0"/>
                </p:cNvCxnSpPr>
                <p:nvPr/>
              </p:nvCxnSpPr>
              <p:spPr>
                <a:xfrm>
                  <a:off x="8525612" y="1100789"/>
                  <a:ext cx="0" cy="180138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6694863-AC38-24D6-D6A4-111B8909DFB7}"/>
                  </a:ext>
                </a:extLst>
              </p:cNvPr>
              <p:cNvSpPr txBox="1"/>
              <p:nvPr/>
            </p:nvSpPr>
            <p:spPr>
              <a:xfrm>
                <a:off x="7890699" y="1825281"/>
                <a:ext cx="2319300" cy="290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000" dirty="0"/>
                  <a:t>생성된 업데이트 부품 상태</a:t>
                </a:r>
              </a:p>
            </p:txBody>
          </p:sp>
        </p:grpSp>
      </p:grpSp>
      <p:sp>
        <p:nvSpPr>
          <p:cNvPr id="81" name="화살표: 오른쪽 80">
            <a:extLst>
              <a:ext uri="{FF2B5EF4-FFF2-40B4-BE49-F238E27FC236}">
                <a16:creationId xmlns:a16="http://schemas.microsoft.com/office/drawing/2014/main" id="{EDEEBDAD-E732-0A38-CB72-65E8B55DBC62}"/>
              </a:ext>
            </a:extLst>
          </p:cNvPr>
          <p:cNvSpPr/>
          <p:nvPr/>
        </p:nvSpPr>
        <p:spPr>
          <a:xfrm>
            <a:off x="42630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화살표: 오른쪽 85">
            <a:extLst>
              <a:ext uri="{FF2B5EF4-FFF2-40B4-BE49-F238E27FC236}">
                <a16:creationId xmlns:a16="http://schemas.microsoft.com/office/drawing/2014/main" id="{C475E81E-00EE-5951-96C7-C030C7BE8DBB}"/>
              </a:ext>
            </a:extLst>
          </p:cNvPr>
          <p:cNvSpPr/>
          <p:nvPr/>
        </p:nvSpPr>
        <p:spPr>
          <a:xfrm>
            <a:off x="5910894" y="5128786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06C235-AA13-A8BA-8F71-B0A9B37F02A0}"/>
              </a:ext>
            </a:extLst>
          </p:cNvPr>
          <p:cNvSpPr txBox="1"/>
          <p:nvPr/>
        </p:nvSpPr>
        <p:spPr>
          <a:xfrm>
            <a:off x="5786792" y="5619699"/>
            <a:ext cx="144379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</a:t>
            </a: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DCB1D00D-C4C8-E0D9-B0E4-9913292CD604}"/>
              </a:ext>
            </a:extLst>
          </p:cNvPr>
          <p:cNvSpPr/>
          <p:nvPr/>
        </p:nvSpPr>
        <p:spPr>
          <a:xfrm>
            <a:off x="7000380" y="5119022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0E573F4-2E46-89B1-2C18-EB2AD9014178}"/>
              </a:ext>
            </a:extLst>
          </p:cNvPr>
          <p:cNvSpPr/>
          <p:nvPr/>
        </p:nvSpPr>
        <p:spPr>
          <a:xfrm>
            <a:off x="7284233" y="4879530"/>
            <a:ext cx="1589808" cy="767445"/>
          </a:xfrm>
          <a:prstGeom prst="roundRect">
            <a:avLst>
              <a:gd name="adj" fmla="val 12042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조립 </a:t>
            </a:r>
            <a:r>
              <a:rPr lang="ko-KR" altLang="en-US" sz="1200" dirty="0" err="1"/>
              <a:t>조립</a:t>
            </a:r>
            <a:r>
              <a:rPr lang="ko-KR" altLang="en-US" sz="1200" dirty="0"/>
              <a:t> 적용 </a:t>
            </a:r>
            <a:endParaRPr lang="en-US" altLang="ko-KR" sz="1200" dirty="0"/>
          </a:p>
          <a:p>
            <a:pPr algn="ctr"/>
            <a:r>
              <a:rPr lang="ko-KR" altLang="en-US" sz="1200" dirty="0"/>
              <a:t>및 </a:t>
            </a:r>
            <a:endParaRPr lang="en-US" altLang="ko-KR" sz="1200" dirty="0"/>
          </a:p>
          <a:p>
            <a:pPr algn="ctr"/>
            <a:r>
              <a:rPr lang="ko-KR" altLang="en-US" sz="1200" dirty="0"/>
              <a:t>현재 상태 업데이트</a:t>
            </a:r>
          </a:p>
        </p:txBody>
      </p:sp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A5AA8492-FC13-D6E1-D87A-964FE274B62E}"/>
              </a:ext>
            </a:extLst>
          </p:cNvPr>
          <p:cNvSpPr/>
          <p:nvPr/>
        </p:nvSpPr>
        <p:spPr>
          <a:xfrm>
            <a:off x="8996686" y="5105749"/>
            <a:ext cx="220162" cy="315005"/>
          </a:xfrm>
          <a:prstGeom prst="rightArrow">
            <a:avLst/>
          </a:prstGeom>
          <a:ln>
            <a:noFill/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위쪽 38">
            <a:extLst>
              <a:ext uri="{FF2B5EF4-FFF2-40B4-BE49-F238E27FC236}">
                <a16:creationId xmlns:a16="http://schemas.microsoft.com/office/drawing/2014/main" id="{2A71AC5D-8471-865F-832B-0860022DAD67}"/>
              </a:ext>
            </a:extLst>
          </p:cNvPr>
          <p:cNvSpPr/>
          <p:nvPr/>
        </p:nvSpPr>
        <p:spPr>
          <a:xfrm>
            <a:off x="6384243" y="4632546"/>
            <a:ext cx="284018" cy="283575"/>
          </a:xfrm>
          <a:prstGeom prst="up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순서도: 판단 39">
            <a:extLst>
              <a:ext uri="{FF2B5EF4-FFF2-40B4-BE49-F238E27FC236}">
                <a16:creationId xmlns:a16="http://schemas.microsoft.com/office/drawing/2014/main" id="{939E4FC8-266B-CA8A-E354-8F615A9D4206}"/>
              </a:ext>
            </a:extLst>
          </p:cNvPr>
          <p:cNvSpPr/>
          <p:nvPr/>
        </p:nvSpPr>
        <p:spPr>
          <a:xfrm>
            <a:off x="11342011" y="4830299"/>
            <a:ext cx="1963743" cy="103562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현재 상태가 목표 상태에 도달했는가</a:t>
            </a:r>
            <a:r>
              <a:rPr lang="en-US" altLang="ko-KR" sz="1100" dirty="0"/>
              <a:t>?</a:t>
            </a:r>
            <a:endParaRPr lang="ko-KR" altLang="en-US" sz="1100" dirty="0"/>
          </a:p>
        </p:txBody>
      </p:sp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98B0EDF0-1787-CAAD-12F1-7BA9AF97FA2B}"/>
              </a:ext>
            </a:extLst>
          </p:cNvPr>
          <p:cNvSpPr/>
          <p:nvPr/>
        </p:nvSpPr>
        <p:spPr>
          <a:xfrm>
            <a:off x="13510426" y="5059261"/>
            <a:ext cx="957943" cy="60385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016F8E94-F7C1-DB85-44B5-4478F39310B0}"/>
              </a:ext>
            </a:extLst>
          </p:cNvPr>
          <p:cNvSpPr/>
          <p:nvPr/>
        </p:nvSpPr>
        <p:spPr>
          <a:xfrm>
            <a:off x="11823139" y="6172553"/>
            <a:ext cx="1001486" cy="463322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37F692A-7004-C2E7-7E80-9E5B35839A06}"/>
              </a:ext>
            </a:extLst>
          </p:cNvPr>
          <p:cNvSpPr/>
          <p:nvPr/>
        </p:nvSpPr>
        <p:spPr>
          <a:xfrm>
            <a:off x="11274556" y="6796565"/>
            <a:ext cx="2098651" cy="5774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업데이트된 상태를 기준으로 알고리즘 다시 반복</a:t>
            </a:r>
          </a:p>
        </p:txBody>
      </p: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69ADDED7-9567-1A8B-4668-085CD8411387}"/>
              </a:ext>
            </a:extLst>
          </p:cNvPr>
          <p:cNvCxnSpPr>
            <a:stCxn id="44" idx="1"/>
            <a:endCxn id="151" idx="2"/>
          </p:cNvCxnSpPr>
          <p:nvPr/>
        </p:nvCxnSpPr>
        <p:spPr>
          <a:xfrm rot="10800000">
            <a:off x="1035822" y="6048419"/>
            <a:ext cx="10238734" cy="1036855"/>
          </a:xfrm>
          <a:prstGeom prst="bentConnector2">
            <a:avLst/>
          </a:prstGeom>
          <a:ln w="28575">
            <a:solidFill>
              <a:schemeClr val="accent6">
                <a:lumMod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0ACC34E5-5B22-76CB-A637-3C60FAB12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600096"/>
              </p:ext>
            </p:extLst>
          </p:nvPr>
        </p:nvGraphicFramePr>
        <p:xfrm>
          <a:off x="14759738" y="4632546"/>
          <a:ext cx="1269793" cy="142718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44588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94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0090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3452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216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/>
                        <a:t>3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92" name="그룹 91">
            <a:extLst>
              <a:ext uri="{FF2B5EF4-FFF2-40B4-BE49-F238E27FC236}">
                <a16:creationId xmlns:a16="http://schemas.microsoft.com/office/drawing/2014/main" id="{6A7D9BA7-B30C-EDA3-4392-D84A1FDC754B}"/>
              </a:ext>
            </a:extLst>
          </p:cNvPr>
          <p:cNvGrpSpPr/>
          <p:nvPr/>
        </p:nvGrpSpPr>
        <p:grpSpPr>
          <a:xfrm>
            <a:off x="15315364" y="4961072"/>
            <a:ext cx="607244" cy="395067"/>
            <a:chOff x="8523851" y="2626812"/>
            <a:chExt cx="1080000" cy="1620000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79691091-ECC3-B176-BAAB-7A0512EED4F3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40C30CDE-1CB6-02FF-79C5-E2BD2D353BA4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95" name="타원 94">
                <a:extLst>
                  <a:ext uri="{FF2B5EF4-FFF2-40B4-BE49-F238E27FC236}">
                    <a16:creationId xmlns:a16="http://schemas.microsoft.com/office/drawing/2014/main" id="{BDD80B85-62B2-CFF1-530F-C0D0A6BCE94C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96" name="타원 95">
                <a:extLst>
                  <a:ext uri="{FF2B5EF4-FFF2-40B4-BE49-F238E27FC236}">
                    <a16:creationId xmlns:a16="http://schemas.microsoft.com/office/drawing/2014/main" id="{1460A57A-811C-215B-F32E-225EB600AA92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17" name="타원 116">
                <a:extLst>
                  <a:ext uri="{FF2B5EF4-FFF2-40B4-BE49-F238E27FC236}">
                    <a16:creationId xmlns:a16="http://schemas.microsoft.com/office/drawing/2014/main" id="{AC0CA46D-85EE-A258-C22E-5B267F1106DE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03846617-D9A1-7D14-0A9B-DBB8E78CA227}"/>
              </a:ext>
            </a:extLst>
          </p:cNvPr>
          <p:cNvGrpSpPr/>
          <p:nvPr/>
        </p:nvGrpSpPr>
        <p:grpSpPr>
          <a:xfrm>
            <a:off x="15315364" y="5461150"/>
            <a:ext cx="607244" cy="237420"/>
            <a:chOff x="8523851" y="1625702"/>
            <a:chExt cx="1080000" cy="900000"/>
          </a:xfrm>
        </p:grpSpPr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4BD6C0FA-48E5-0E3D-8129-E1FFF03F4314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7116BC1D-C730-6243-ABB6-3CC91D904C44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49" name="사각형: 둥근 모서리 148">
                <a:extLst>
                  <a:ext uri="{FF2B5EF4-FFF2-40B4-BE49-F238E27FC236}">
                    <a16:creationId xmlns:a16="http://schemas.microsoft.com/office/drawing/2014/main" id="{DE0E27A0-BEE6-FC1C-A4DD-168D7B8BE40D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  <p:sp>
            <p:nvSpPr>
              <p:cNvPr id="150" name="사각형: 둥근 모서리 149">
                <a:extLst>
                  <a:ext uri="{FF2B5EF4-FFF2-40B4-BE49-F238E27FC236}">
                    <a16:creationId xmlns:a16="http://schemas.microsoft.com/office/drawing/2014/main" id="{984D16DF-B875-89B0-D0EE-783DF5237632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ko-KR" altLang="en-US" sz="800" dirty="0"/>
              </a:p>
            </p:txBody>
          </p:sp>
        </p:grpSp>
      </p:grpSp>
      <p:sp>
        <p:nvSpPr>
          <p:cNvPr id="167" name="TextBox 166">
            <a:extLst>
              <a:ext uri="{FF2B5EF4-FFF2-40B4-BE49-F238E27FC236}">
                <a16:creationId xmlns:a16="http://schemas.microsoft.com/office/drawing/2014/main" id="{1B7E9E68-D800-FA51-4751-9DE84A995A88}"/>
              </a:ext>
            </a:extLst>
          </p:cNvPr>
          <p:cNvSpPr txBox="1"/>
          <p:nvPr/>
        </p:nvSpPr>
        <p:spPr>
          <a:xfrm>
            <a:off x="14488393" y="6154476"/>
            <a:ext cx="18124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기록된 조립 순서 반환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D43BADDB-724D-B660-D6AF-17775C7084D3}"/>
              </a:ext>
            </a:extLst>
          </p:cNvPr>
          <p:cNvSpPr txBox="1"/>
          <p:nvPr/>
        </p:nvSpPr>
        <p:spPr>
          <a:xfrm>
            <a:off x="5637869" y="4359122"/>
            <a:ext cx="174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/>
              <a:t>선택된 조립의 순서를 기록</a:t>
            </a:r>
          </a:p>
        </p:txBody>
      </p:sp>
      <p:sp>
        <p:nvSpPr>
          <p:cNvPr id="188" name="화살표: 아래쪽 187">
            <a:extLst>
              <a:ext uri="{FF2B5EF4-FFF2-40B4-BE49-F238E27FC236}">
                <a16:creationId xmlns:a16="http://schemas.microsoft.com/office/drawing/2014/main" id="{19F109B8-3E85-3BF1-C515-0312F0864520}"/>
              </a:ext>
            </a:extLst>
          </p:cNvPr>
          <p:cNvSpPr/>
          <p:nvPr/>
        </p:nvSpPr>
        <p:spPr>
          <a:xfrm>
            <a:off x="2018545" y="4375520"/>
            <a:ext cx="883027" cy="454779"/>
          </a:xfrm>
          <a:prstGeom prst="downArrow">
            <a:avLst>
              <a:gd name="adj1" fmla="val 78046"/>
              <a:gd name="adj2" fmla="val 26961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ysClr val="windowText" lastClr="000000"/>
                </a:solidFill>
              </a:rPr>
              <a:t>데이터 참조</a:t>
            </a:r>
          </a:p>
        </p:txBody>
      </p:sp>
    </p:spTree>
    <p:extLst>
      <p:ext uri="{BB962C8B-B14F-4D97-AF65-F5344CB8AC3E}">
        <p14:creationId xmlns:p14="http://schemas.microsoft.com/office/powerpoint/2010/main" val="1815110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213</Words>
  <Application>Microsoft Office PowerPoint</Application>
  <PresentationFormat>와이드스크린</PresentationFormat>
  <Paragraphs>87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Noto Sans Symbols</vt:lpstr>
      <vt:lpstr>맑은 고딕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239</cp:revision>
  <dcterms:modified xsi:type="dcterms:W3CDTF">2025-11-21T06:08:48Z</dcterms:modified>
</cp:coreProperties>
</file>