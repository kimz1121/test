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47"/>
  </p:notesMasterIdLst>
  <p:sldIdLst>
    <p:sldId id="256" r:id="rId3"/>
    <p:sldId id="257" r:id="rId4"/>
    <p:sldId id="320" r:id="rId5"/>
    <p:sldId id="323" r:id="rId6"/>
    <p:sldId id="329" r:id="rId7"/>
    <p:sldId id="332" r:id="rId8"/>
    <p:sldId id="330" r:id="rId9"/>
    <p:sldId id="333" r:id="rId10"/>
    <p:sldId id="331" r:id="rId11"/>
    <p:sldId id="313" r:id="rId12"/>
    <p:sldId id="322" r:id="rId13"/>
    <p:sldId id="321" r:id="rId14"/>
    <p:sldId id="316" r:id="rId15"/>
    <p:sldId id="294" r:id="rId16"/>
    <p:sldId id="260" r:id="rId17"/>
    <p:sldId id="293" r:id="rId18"/>
    <p:sldId id="324" r:id="rId19"/>
    <p:sldId id="325" r:id="rId20"/>
    <p:sldId id="311" r:id="rId21"/>
    <p:sldId id="317" r:id="rId22"/>
    <p:sldId id="318" r:id="rId23"/>
    <p:sldId id="319" r:id="rId24"/>
    <p:sldId id="326" r:id="rId25"/>
    <p:sldId id="327" r:id="rId26"/>
    <p:sldId id="312" r:id="rId27"/>
    <p:sldId id="328" r:id="rId28"/>
    <p:sldId id="298" r:id="rId29"/>
    <p:sldId id="295" r:id="rId30"/>
    <p:sldId id="299" r:id="rId31"/>
    <p:sldId id="297" r:id="rId32"/>
    <p:sldId id="306" r:id="rId33"/>
    <p:sldId id="304" r:id="rId34"/>
    <p:sldId id="310" r:id="rId35"/>
    <p:sldId id="315" r:id="rId36"/>
    <p:sldId id="273" r:id="rId37"/>
    <p:sldId id="303" r:id="rId38"/>
    <p:sldId id="261" r:id="rId39"/>
    <p:sldId id="262" r:id="rId40"/>
    <p:sldId id="263" r:id="rId41"/>
    <p:sldId id="264" r:id="rId42"/>
    <p:sldId id="265" r:id="rId43"/>
    <p:sldId id="266" r:id="rId44"/>
    <p:sldId id="267" r:id="rId45"/>
    <p:sldId id="268" r:id="rId46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9A9"/>
    <a:srgbClr val="FF85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667" autoAdjust="0"/>
  </p:normalViewPr>
  <p:slideViewPr>
    <p:cSldViewPr snapToGrid="0">
      <p:cViewPr varScale="1">
        <p:scale>
          <a:sx n="131" d="100"/>
          <a:sy n="131" d="100"/>
        </p:scale>
        <p:origin x="69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49509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99DEB-1903-BB00-9B25-9EF5ED4AB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A40362-A908-E268-7DFF-6A97EF358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BA8D6C-BF41-A294-079D-A69526BD3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366CB2-024F-E773-0A87-1B80262623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0461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E829A-9E56-B2D3-8409-45CBE05F5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C5A9AA-5D6C-A860-BFB9-C26260B87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029A64-4FCD-0775-82ED-1E77FFB623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7AA988-AA6F-8A62-7106-8656A60608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7289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66BB3-4013-A637-7C99-621B5DAD7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CF7FAB-AE3A-FE7B-3CAE-3EEB77A04C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4AE7248-5076-8258-5442-2D1AA91700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A59E7F-BC7B-4F52-4A2A-1AE3DDE840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940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C01AE-B6D8-9DEF-09B9-7C068EAB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B6332F-F8E9-98E9-7093-CBBD742DE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B1B18D-6341-FBE9-8B1E-DAAB9EAA1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CA2C8C-3BEF-D4D0-076D-92CAC7E71B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04519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74778-F665-D200-9DBC-64799EE0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E78856-7D90-5DE0-B911-035443C15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10E54-DB00-0CEF-AC2B-75D8123A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65AB-6218-6CFA-4A3B-D33A7668C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8293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54BB9-5AD8-888A-4110-2EDF753B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8F32C1-BA01-BB7E-0262-FBAD54662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FB774D-426F-29E5-689C-FF45A3024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2FA36-C824-C0C7-9CDB-A348971C1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5728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17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18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3CB1-A2B1-7FA2-8CCC-E1C6E2C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F27F6-6C4D-A539-ED82-46ECE6129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47A3D8-218B-7C81-BAEF-C4C6D9FA5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5ED541-EF75-44FB-2AFA-8F4793FB9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7138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B279F-EFB3-C6BF-EEFC-F96C86EC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5E5B25-9652-D9AF-D7EE-C17E9308D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84637-C960-F45B-E119-0E89DCDB1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0B255-0E54-5B2C-5907-A5DFB45AB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2066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D4B0-BA95-DF8E-E2BE-8B4B9E55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0D5513-8F0B-C5F5-B146-4916C9132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5979B-96D9-A0F5-0B31-ABA70A98A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B07F9-60DE-667D-E75C-3DB2E27D5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5584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AD66-6C8D-F756-6B91-425290BC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3D02F-9A50-7D98-AE69-0BCE7773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2F241C-336E-1E40-E20F-01B4FFC17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477DB-0E8F-8AF3-3791-F8011D402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421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2837-066F-0BF4-857B-6D4B47DA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8F0CF1-CDBE-D311-6E3F-E9CDF8C50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8375EB-E711-B573-DD38-C8BB595CB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8EAF07-D808-751F-DB81-265417135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21600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BEC3-3530-9213-7334-ABB9B5850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27B791-E113-5E4A-D188-6007D115E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66C28C-657F-801F-0BE1-76E4DFB2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8F8E4-9165-4318-6C32-AB3AD44D7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741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5CA4-E310-25C3-5463-76228848A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C63E57-1802-1767-D671-B5C6F36B6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DCD3F1-D6E7-5B27-F0E7-467FB9256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9BC1C5-C2C7-BF4D-1DEE-0249ACF93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04988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62605-2A3F-9C0F-D030-7C0B2FE01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7C15BCE3-122B-553D-1EFC-55B12BE9B9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35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AA5B521-E44A-8C06-E336-8A3C106273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0B9FC24E-D3D3-C362-263E-5F21503432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4770359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054D-8BB2-E3AE-DA2F-0B3B4734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360D5A38-F3BC-5066-0F2D-130320A212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36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CB5B3C62-CF86-72B6-B94B-4E3FDB15C7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531D2479-95C2-DB5B-B5E0-ED7095B469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92004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2025-11-23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2025-11-23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2025-11-23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2025-11-23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244748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DCD19-A97A-7137-064A-0F1BB152D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6AAB7-3780-E6ED-DCE3-0E60EE36D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5B4728-27C9-215B-3426-0948AC09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3E4D23-FAE5-30C8-80F7-C8406D1DD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1098AB-F609-51A8-C423-BF1EB71C4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738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  <p:sldLayoutId id="2147483849" r:id="rId17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6.png"/><Relationship Id="rId3" Type="http://schemas.openxmlformats.org/officeDocument/2006/relationships/image" Target="../media/image5.png"/><Relationship Id="rId7" Type="http://schemas.openxmlformats.org/officeDocument/2006/relationships/image" Target="../media/image11.jpe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0.svg"/><Relationship Id="rId11" Type="http://schemas.openxmlformats.org/officeDocument/2006/relationships/image" Target="../media/image14.png"/><Relationship Id="rId5" Type="http://schemas.openxmlformats.org/officeDocument/2006/relationships/image" Target="../media/image9.png"/><Relationship Id="rId10" Type="http://schemas.openxmlformats.org/officeDocument/2006/relationships/image" Target="../media/image13.jpeg"/><Relationship Id="rId4" Type="http://schemas.openxmlformats.org/officeDocument/2006/relationships/image" Target="../media/image6.svg"/><Relationship Id="rId9" Type="http://schemas.microsoft.com/office/2007/relationships/hdphoto" Target="../media/hdphoto1.wdp"/><Relationship Id="rId14" Type="http://schemas.openxmlformats.org/officeDocument/2006/relationships/image" Target="../media/image1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2.png"/><Relationship Id="rId3" Type="http://schemas.openxmlformats.org/officeDocument/2006/relationships/image" Target="../media/image5.png"/><Relationship Id="rId7" Type="http://schemas.openxmlformats.org/officeDocument/2006/relationships/image" Target="../media/image13.jpeg"/><Relationship Id="rId12" Type="http://schemas.microsoft.com/office/2007/relationships/hdphoto" Target="../media/hdphoto2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0.svg"/><Relationship Id="rId11" Type="http://schemas.openxmlformats.org/officeDocument/2006/relationships/image" Target="../media/image19.png"/><Relationship Id="rId5" Type="http://schemas.openxmlformats.org/officeDocument/2006/relationships/image" Target="../media/image9.png"/><Relationship Id="rId15" Type="http://schemas.openxmlformats.org/officeDocument/2006/relationships/image" Target="../media/image20.jpeg"/><Relationship Id="rId10" Type="http://schemas.openxmlformats.org/officeDocument/2006/relationships/image" Target="../media/image18.png"/><Relationship Id="rId4" Type="http://schemas.openxmlformats.org/officeDocument/2006/relationships/image" Target="../media/image6.svg"/><Relationship Id="rId9" Type="http://schemas.openxmlformats.org/officeDocument/2006/relationships/image" Target="../media/image15.svg"/><Relationship Id="rId1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6.svg"/><Relationship Id="rId9" Type="http://schemas.openxmlformats.org/officeDocument/2006/relationships/image" Target="../media/image15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5.png"/><Relationship Id="rId7" Type="http://schemas.openxmlformats.org/officeDocument/2006/relationships/image" Target="../media/image13.jpeg"/><Relationship Id="rId12" Type="http://schemas.openxmlformats.org/officeDocument/2006/relationships/image" Target="../media/image18.png"/><Relationship Id="rId17" Type="http://schemas.openxmlformats.org/officeDocument/2006/relationships/image" Target="../media/image20.jpeg"/><Relationship Id="rId2" Type="http://schemas.openxmlformats.org/officeDocument/2006/relationships/notesSlide" Target="../notesSlides/notesSlide6.xml"/><Relationship Id="rId16" Type="http://schemas.microsoft.com/office/2007/relationships/hdphoto" Target="../media/hdphoto1.wdp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0.svg"/><Relationship Id="rId11" Type="http://schemas.openxmlformats.org/officeDocument/2006/relationships/image" Target="../media/image17.svg"/><Relationship Id="rId5" Type="http://schemas.openxmlformats.org/officeDocument/2006/relationships/image" Target="../media/image9.png"/><Relationship Id="rId1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6.svg"/><Relationship Id="rId9" Type="http://schemas.openxmlformats.org/officeDocument/2006/relationships/image" Target="../media/image15.svg"/><Relationship Id="rId1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25.png"/><Relationship Id="rId3" Type="http://schemas.openxmlformats.org/officeDocument/2006/relationships/image" Target="../media/image5.png"/><Relationship Id="rId7" Type="http://schemas.openxmlformats.org/officeDocument/2006/relationships/image" Target="../media/image14.png"/><Relationship Id="rId12" Type="http://schemas.microsoft.com/office/2007/relationships/hdphoto" Target="../media/hdphoto3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22.svg"/><Relationship Id="rId11" Type="http://schemas.openxmlformats.org/officeDocument/2006/relationships/image" Target="../media/image24.png"/><Relationship Id="rId5" Type="http://schemas.openxmlformats.org/officeDocument/2006/relationships/image" Target="../media/image21.png"/><Relationship Id="rId10" Type="http://schemas.microsoft.com/office/2007/relationships/hdphoto" Target="../media/hdphoto2.wdp"/><Relationship Id="rId4" Type="http://schemas.openxmlformats.org/officeDocument/2006/relationships/image" Target="../media/image6.svg"/><Relationship Id="rId9" Type="http://schemas.openxmlformats.org/officeDocument/2006/relationships/image" Target="../media/image23.png"/><Relationship Id="rId14" Type="http://schemas.microsoft.com/office/2007/relationships/hdphoto" Target="../media/hdphoto4.wdp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Relationship Id="rId5" Type="http://schemas.microsoft.com/office/2007/relationships/hdphoto" Target="../media/hdphoto1.wdp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6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6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6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8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40.sv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858228"/>
              </p:ext>
            </p:extLst>
          </p:nvPr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5D057-6E98-BD3B-F146-AE9D296C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D18B9B87-85C2-4FB1-4389-54AA0300AD9B}"/>
              </a:ext>
            </a:extLst>
          </p:cNvPr>
          <p:cNvSpPr/>
          <p:nvPr/>
        </p:nvSpPr>
        <p:spPr>
          <a:xfrm>
            <a:off x="453981" y="2885353"/>
            <a:ext cx="4805495" cy="225765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88F33089-39FC-32F7-60A7-E2A2DD655182}"/>
              </a:ext>
            </a:extLst>
          </p:cNvPr>
          <p:cNvGrpSpPr/>
          <p:nvPr/>
        </p:nvGrpSpPr>
        <p:grpSpPr>
          <a:xfrm>
            <a:off x="467527" y="2911488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A7214541-EB68-1EC4-9D53-797DDA93F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4520930-0DEF-1C66-4019-3882C697305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62038FD-5DE0-5105-0BC5-32262D3C2642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1896C76-B50E-5C90-69CC-757A3FF7C10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55D37FC0-C318-1099-CFC9-79A89E468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4CEBEFA-E320-AFA5-A506-F6D02D4202C4}"/>
              </a:ext>
            </a:extLst>
          </p:cNvPr>
          <p:cNvGrpSpPr/>
          <p:nvPr/>
        </p:nvGrpSpPr>
        <p:grpSpPr>
          <a:xfrm>
            <a:off x="326261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550B767-F768-9628-07AA-76532201E75B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1C128F97-6497-AC22-AC18-22A9EB7B4044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55ECAD0B-5E66-0572-ABA8-BB8965FF58C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E7D3C689-19AE-7F89-3190-B1242F908F58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248C64B6-0136-8F19-82A1-83328280A804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DE8B35E9-E6DD-C64F-44CF-DA720B26638D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FBF6FE6F-6DE6-3778-C1C7-064F4DB8DFCD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0F05BAF8-4AE5-E037-AF9D-9D5455EBED3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53B2EDE1-76D9-25B0-5B36-3CE3E2F0CF05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9E24641C-2216-9AC5-AE07-6A0D833CC99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51043CB-02C4-64EE-1FD4-29860FC8A38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3BC2AA5E-13CA-1C6B-3D79-F9F01996ED81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95D59C4-DC3B-964A-A181-DA7771318CDE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4A2A84FA-6622-BA1C-117A-631DF16C14C8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7919FE4-F838-4A25-618F-2CBD8D39015C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00C2A7EE-62B0-02C1-B3DC-3FFA10F8D7F1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550A0043-54C5-EC0C-C9CA-ED954F7DE6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24901EF6-3004-68E9-0603-82ECAFC6B1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115EA161-595D-9621-9EFB-827CD44F09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D29F1423-685B-D6E8-46BA-E09D04A6A9CE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4AE9450B-6198-8CC3-5284-4BCB48F0CDE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B4F0C1E-8D78-46EF-37A8-5D1A199E3500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BBA24F1D-D545-009D-FD72-6744DE54F56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EEC6174-A582-EC25-AB4D-AAF123082DF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88CC3718-E58D-2859-F3CE-812646E53C0B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8906D97-CAAA-41E0-62A8-87CF78F2FCA6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8BC2CE4A-7A7C-912C-91F8-7A49ED58446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2FD3A7E-7E48-7D09-E1EE-4C3F70AEB836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00E27A2-D53E-2D87-1E98-7FC53F9986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857" y="748454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05B8CD56-93F9-B55F-4FA6-F2DBA28BF7B3}"/>
              </a:ext>
            </a:extLst>
          </p:cNvPr>
          <p:cNvGrpSpPr/>
          <p:nvPr/>
        </p:nvGrpSpPr>
        <p:grpSpPr>
          <a:xfrm>
            <a:off x="2185982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422784E-F5B2-9349-BC72-D9A7FAFB1F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5E3A08DB-BB93-D920-4DFB-32F0A86FEC55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5B1F3230-18BD-7430-0473-550A656AAD41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A6C4CFCA-1814-4517-E140-3EDBA7C4494A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7D666D21-0227-BC25-FBC6-8D844E9864B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C0D04547-AD05-C2BB-AECA-001B0E250F5B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C52E787-7A77-1223-C9A6-F53EEF2E851B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B4621D2B-BE35-EEA2-5447-55F2DEE807F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D6634A9C-D2E7-D422-AAED-7761BF8B9F4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F7340E-173A-FF0F-F2DE-F0B7875A1FB5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2312D35A-1AEC-6F8F-C597-79F2323B5970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459C34A9-B9F8-8695-9005-F32DBA31310D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3728195-CE40-04AE-8743-72BCBB4008A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B7EDFFD-D3AE-4474-18FF-44498B4082C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CBF21A9-1371-8073-92AB-C4225C2EDB3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0783B79-1EDC-2BED-703D-2587E95C772E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DECA9560-AB39-4840-DB29-6A0F1DF48F37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C053213-9E2B-B82E-6484-08247C606C0B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79432C1-87B1-26B0-D648-4D63FE6F20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991759"/>
              </p:ext>
            </p:extLst>
          </p:nvPr>
        </p:nvGraphicFramePr>
        <p:xfrm>
          <a:off x="5907980" y="342618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2B749C9-E72E-4EF6-D5AB-A9DF0AC337EB}"/>
              </a:ext>
            </a:extLst>
          </p:cNvPr>
          <p:cNvGrpSpPr/>
          <p:nvPr/>
        </p:nvGrpSpPr>
        <p:grpSpPr>
          <a:xfrm>
            <a:off x="6463606" y="3754709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592D2A94-2E5E-33CE-0859-463E5115E72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27734275-551F-80D1-805D-C59842F003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696C21B6-1F6D-EC3D-7060-57B71D910C7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0F10D99-FA4D-365F-1F93-0928C9133504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D1E57C30-DA97-F76F-1A44-504256A20A6F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52162E88-EA58-96EA-30C3-E5885491828F}"/>
              </a:ext>
            </a:extLst>
          </p:cNvPr>
          <p:cNvGrpSpPr/>
          <p:nvPr/>
        </p:nvGrpSpPr>
        <p:grpSpPr>
          <a:xfrm>
            <a:off x="6463606" y="4254787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32F4A7B5-E87E-E63D-EB3B-F1FA5A91641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00D2085D-384D-D368-3434-A237BEA781D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15790A80-E03A-BEB4-A1D6-BE870DE4C33B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444AC586-6846-3941-5BB8-8FD03B07151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2EEAD974-5A69-2A5E-45A2-F551ECC417C0}"/>
              </a:ext>
            </a:extLst>
          </p:cNvPr>
          <p:cNvSpPr txBox="1"/>
          <p:nvPr/>
        </p:nvSpPr>
        <p:spPr>
          <a:xfrm>
            <a:off x="5636635" y="4948113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312499D-5182-5AF7-5A69-FBF407C5D0FC}"/>
              </a:ext>
            </a:extLst>
          </p:cNvPr>
          <p:cNvSpPr/>
          <p:nvPr/>
        </p:nvSpPr>
        <p:spPr>
          <a:xfrm>
            <a:off x="7821783" y="3598045"/>
            <a:ext cx="1900875" cy="1044210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/>
              <a:t>Adapter</a:t>
            </a:r>
            <a:endParaRPr lang="en-US" altLang="ko-KR" sz="1200" b="1" dirty="0"/>
          </a:p>
          <a:p>
            <a:pPr algn="ctr"/>
            <a:r>
              <a:rPr lang="ko-KR" altLang="en-US" sz="1200" dirty="0"/>
              <a:t>부위 단위 조립을 </a:t>
            </a:r>
            <a:br>
              <a:rPr lang="en-US" altLang="ko-KR" sz="1200" dirty="0"/>
            </a:br>
            <a:r>
              <a:rPr lang="ko-KR" altLang="en-US" sz="1200" dirty="0"/>
              <a:t>공법 단위 조립으로 변환</a:t>
            </a:r>
            <a:endParaRPr lang="en-US" altLang="ko-KR" sz="1200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77A673-CFE0-1DA8-BB59-0D5D8B6A5C22}"/>
              </a:ext>
            </a:extLst>
          </p:cNvPr>
          <p:cNvGrpSpPr/>
          <p:nvPr/>
        </p:nvGrpSpPr>
        <p:grpSpPr>
          <a:xfrm>
            <a:off x="10366668" y="3343283"/>
            <a:ext cx="1694578" cy="1544946"/>
            <a:chOff x="9546077" y="3179194"/>
            <a:chExt cx="2381250" cy="2086020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0F722756-8DE3-78F5-DBBF-0C9F188811A0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AB6F44B0-299A-D905-A137-C9434C7A4314}"/>
                </a:ext>
              </a:extLst>
            </p:cNvPr>
            <p:cNvSpPr/>
            <p:nvPr/>
          </p:nvSpPr>
          <p:spPr>
            <a:xfrm>
              <a:off x="9575807" y="3179194"/>
              <a:ext cx="1537277" cy="30797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63F75FA6-C284-ED87-6B8D-B6D1846F9804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65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58D2C430-9660-289D-E723-1A9BF6111FDC}"/>
              </a:ext>
            </a:extLst>
          </p:cNvPr>
          <p:cNvGrpSpPr/>
          <p:nvPr/>
        </p:nvGrpSpPr>
        <p:grpSpPr>
          <a:xfrm>
            <a:off x="256739" y="5389463"/>
            <a:ext cx="1529700" cy="1219719"/>
            <a:chOff x="7670009" y="1193508"/>
            <a:chExt cx="1558708" cy="1156227"/>
          </a:xfrm>
        </p:grpSpPr>
        <p:pic>
          <p:nvPicPr>
            <p:cNvPr id="138" name="그래픽 137" descr="데이터베이스 단색으로 채워진">
              <a:extLst>
                <a:ext uri="{FF2B5EF4-FFF2-40B4-BE49-F238E27FC236}">
                  <a16:creationId xmlns:a16="http://schemas.microsoft.com/office/drawing/2014/main" id="{9ED135F8-0942-17FD-400D-F049F4E86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9451B72A-69A9-EF76-BBA3-6C8D857EBE9A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379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6EF7C197-A2A0-3902-0FAF-5936FACBAA48}"/>
              </a:ext>
            </a:extLst>
          </p:cNvPr>
          <p:cNvSpPr/>
          <p:nvPr/>
        </p:nvSpPr>
        <p:spPr>
          <a:xfrm>
            <a:off x="525546" y="352464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3C24A3EA-4F47-38FA-8F1E-BA275DE93E5E}"/>
              </a:ext>
            </a:extLst>
          </p:cNvPr>
          <p:cNvSpPr/>
          <p:nvPr/>
        </p:nvSpPr>
        <p:spPr>
          <a:xfrm>
            <a:off x="1774653" y="352360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예측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799FA0D0-9435-5DC7-6E3B-5273BDA39EA9}"/>
              </a:ext>
            </a:extLst>
          </p:cNvPr>
          <p:cNvSpPr/>
          <p:nvPr/>
        </p:nvSpPr>
        <p:spPr>
          <a:xfrm>
            <a:off x="3451582" y="3518747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4" name="화살표: 위쪽 143">
            <a:extLst>
              <a:ext uri="{FF2B5EF4-FFF2-40B4-BE49-F238E27FC236}">
                <a16:creationId xmlns:a16="http://schemas.microsoft.com/office/drawing/2014/main" id="{9847BB6F-31CD-9880-FE02-14730B6BC9D8}"/>
              </a:ext>
            </a:extLst>
          </p:cNvPr>
          <p:cNvSpPr/>
          <p:nvPr/>
        </p:nvSpPr>
        <p:spPr>
          <a:xfrm>
            <a:off x="660699" y="4671881"/>
            <a:ext cx="752053" cy="615309"/>
          </a:xfrm>
          <a:prstGeom prst="upArrow">
            <a:avLst>
              <a:gd name="adj1" fmla="val 79357"/>
              <a:gd name="adj2" fmla="val 38804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326CDDEF-216C-6E74-9CF5-CEA1F72F2354}"/>
              </a:ext>
            </a:extLst>
          </p:cNvPr>
          <p:cNvSpPr/>
          <p:nvPr/>
        </p:nvSpPr>
        <p:spPr>
          <a:xfrm>
            <a:off x="5389378" y="3803404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화살표: 아래쪽 146">
            <a:extLst>
              <a:ext uri="{FF2B5EF4-FFF2-40B4-BE49-F238E27FC236}">
                <a16:creationId xmlns:a16="http://schemas.microsoft.com/office/drawing/2014/main" id="{FCD425F6-513C-9C22-3455-7627EBE2D48B}"/>
              </a:ext>
            </a:extLst>
          </p:cNvPr>
          <p:cNvSpPr/>
          <p:nvPr/>
        </p:nvSpPr>
        <p:spPr>
          <a:xfrm>
            <a:off x="1013564" y="2511974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화살표: 아래쪽 165">
            <a:extLst>
              <a:ext uri="{FF2B5EF4-FFF2-40B4-BE49-F238E27FC236}">
                <a16:creationId xmlns:a16="http://schemas.microsoft.com/office/drawing/2014/main" id="{78AD9533-E213-DAA3-2E08-792E1D99D6E4}"/>
              </a:ext>
            </a:extLst>
          </p:cNvPr>
          <p:cNvSpPr/>
          <p:nvPr/>
        </p:nvSpPr>
        <p:spPr>
          <a:xfrm>
            <a:off x="2909280" y="2515792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F53E512E-7BCA-1256-A310-A46FFCB454A0}"/>
              </a:ext>
            </a:extLst>
          </p:cNvPr>
          <p:cNvSpPr/>
          <p:nvPr/>
        </p:nvSpPr>
        <p:spPr>
          <a:xfrm>
            <a:off x="7379788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66BF4715-FBAB-52B2-9A1E-E45C9D407F22}"/>
              </a:ext>
            </a:extLst>
          </p:cNvPr>
          <p:cNvSpPr/>
          <p:nvPr/>
        </p:nvSpPr>
        <p:spPr>
          <a:xfrm>
            <a:off x="9864433" y="3806277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0633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48CE7-0393-124C-EF22-DC7ED206A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사각형: 둥근 모서리 153">
            <a:extLst>
              <a:ext uri="{FF2B5EF4-FFF2-40B4-BE49-F238E27FC236}">
                <a16:creationId xmlns:a16="http://schemas.microsoft.com/office/drawing/2014/main" id="{E657AB33-EFC2-6935-E57A-81E8BF1088A6}"/>
              </a:ext>
            </a:extLst>
          </p:cNvPr>
          <p:cNvSpPr/>
          <p:nvPr/>
        </p:nvSpPr>
        <p:spPr>
          <a:xfrm>
            <a:off x="6032830" y="804002"/>
            <a:ext cx="5904050" cy="5921346"/>
          </a:xfrm>
          <a:prstGeom prst="roundRect">
            <a:avLst>
              <a:gd name="adj" fmla="val 5207"/>
            </a:avLst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00BC3E-04AE-0F0D-729F-0709D61F7D4E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FB0B9B9-3299-6403-3680-66F4140E1E0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ABE62716-84A7-AB18-4173-65A7B1E01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76D1F74D-F3AC-3EA3-A7ED-2C83F9F376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86584"/>
              </p:ext>
            </p:extLst>
          </p:nvPr>
        </p:nvGraphicFramePr>
        <p:xfrm>
          <a:off x="6493885" y="4987974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EC038D7B-4E6C-8224-A1BB-984830E355C6}"/>
              </a:ext>
            </a:extLst>
          </p:cNvPr>
          <p:cNvGrpSpPr/>
          <p:nvPr/>
        </p:nvGrpSpPr>
        <p:grpSpPr>
          <a:xfrm>
            <a:off x="7049511" y="5316500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D58792D6-3894-896B-868E-5C705F618FA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787713B0-498A-7CD9-A78C-B2E3058A592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D970A06-B90A-B5E2-D9AB-F83E51257A9E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E54DDFD0-6102-0D33-65C5-22CC5C79EDC8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C3189225-FFD1-6579-B863-8ABB15B5541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A695ABF5-910B-B3A8-5872-EC049742C289}"/>
              </a:ext>
            </a:extLst>
          </p:cNvPr>
          <p:cNvGrpSpPr/>
          <p:nvPr/>
        </p:nvGrpSpPr>
        <p:grpSpPr>
          <a:xfrm>
            <a:off x="7049511" y="5816578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836391D3-DFEC-8F47-77F1-92CD7A9676A0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88D1B021-0C7C-1834-FEF6-299BE9332C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44D5A4D9-70A8-D47E-09F5-D905A06A357B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7283B15D-6F7C-C4CD-2DDF-5BEDF0A127C7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B4DD20A6-C9F3-06FF-A0AD-269DF8E5AA06}"/>
              </a:ext>
            </a:extLst>
          </p:cNvPr>
          <p:cNvSpPr txBox="1"/>
          <p:nvPr/>
        </p:nvSpPr>
        <p:spPr>
          <a:xfrm>
            <a:off x="6222540" y="6509904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AA639AA-0559-FD75-D8D7-9D43C0A1D318}"/>
              </a:ext>
            </a:extLst>
          </p:cNvPr>
          <p:cNvSpPr/>
          <p:nvPr/>
        </p:nvSpPr>
        <p:spPr>
          <a:xfrm>
            <a:off x="8471664" y="5124938"/>
            <a:ext cx="1021246" cy="98249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80656092-66A7-26E5-8B6C-BB649B40E88F}"/>
              </a:ext>
            </a:extLst>
          </p:cNvPr>
          <p:cNvGrpSpPr/>
          <p:nvPr/>
        </p:nvGrpSpPr>
        <p:grpSpPr>
          <a:xfrm>
            <a:off x="10200896" y="5056269"/>
            <a:ext cx="1545628" cy="1453636"/>
            <a:chOff x="9546077" y="3179193"/>
            <a:chExt cx="2381250" cy="2086021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5C13FB6A-5128-7245-C548-D26BA82B00B6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94682B4A-1E30-FD77-CF76-27049A6E617F}"/>
                </a:ext>
              </a:extLst>
            </p:cNvPr>
            <p:cNvSpPr/>
            <p:nvPr/>
          </p:nvSpPr>
          <p:spPr>
            <a:xfrm>
              <a:off x="9575807" y="3179193"/>
              <a:ext cx="1747864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983B7FB2-690C-17D3-0CF1-F62E5E580C83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65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07941D41-5ED2-9B23-B818-0B14555BC41D}"/>
              </a:ext>
            </a:extLst>
          </p:cNvPr>
          <p:cNvSpPr/>
          <p:nvPr/>
        </p:nvSpPr>
        <p:spPr>
          <a:xfrm>
            <a:off x="6614761" y="2582330"/>
            <a:ext cx="4950570" cy="225765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A4BB2C0F-E482-CE06-1842-BE306F508231}"/>
              </a:ext>
            </a:extLst>
          </p:cNvPr>
          <p:cNvGrpSpPr/>
          <p:nvPr/>
        </p:nvGrpSpPr>
        <p:grpSpPr>
          <a:xfrm>
            <a:off x="6754587" y="4424962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F2837114-FC86-7ED5-9D6F-342AEB8907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2FED3D01-DD6D-6E4D-9BFA-04328C6A992C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631E788E-786B-13C3-407B-0DD55D1724E9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F16093CA-B026-0B32-3C99-6176E6C61AAF}"/>
              </a:ext>
            </a:extLst>
          </p:cNvPr>
          <p:cNvSpPr/>
          <p:nvPr/>
        </p:nvSpPr>
        <p:spPr>
          <a:xfrm>
            <a:off x="8126727" y="310185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기록 시스템</a:t>
            </a:r>
            <a:endParaRPr lang="en-US" altLang="ko-KR" sz="1000" dirty="0"/>
          </a:p>
          <a:p>
            <a:pPr algn="ctr"/>
            <a:endParaRPr lang="en-US" altLang="ko-KR" sz="1000" dirty="0"/>
          </a:p>
          <a:p>
            <a:pPr algn="ctr"/>
            <a:r>
              <a:rPr lang="en-US" altLang="ko-KR" sz="1000" dirty="0"/>
              <a:t>State </a:t>
            </a:r>
            <a:r>
              <a:rPr lang="ko-KR" altLang="en-US" sz="1000" dirty="0"/>
              <a:t>관리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B12FD905-5595-A0A2-0081-BA299BA23B75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88535D4E-61B4-42E8-335A-9D128B9E4207}"/>
              </a:ext>
            </a:extLst>
          </p:cNvPr>
          <p:cNvSpPr/>
          <p:nvPr/>
        </p:nvSpPr>
        <p:spPr>
          <a:xfrm>
            <a:off x="5515883" y="2582161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66986768-7F12-BBC5-1634-A1B84B2080F3}"/>
              </a:ext>
            </a:extLst>
          </p:cNvPr>
          <p:cNvGrpSpPr/>
          <p:nvPr/>
        </p:nvGrpSpPr>
        <p:grpSpPr>
          <a:xfrm>
            <a:off x="9133561" y="1036062"/>
            <a:ext cx="2796914" cy="1392955"/>
            <a:chOff x="6581079" y="1038060"/>
            <a:chExt cx="2796914" cy="1392955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825595E6-CA47-A944-C797-8E6FE2C7FF63}"/>
                </a:ext>
              </a:extLst>
            </p:cNvPr>
            <p:cNvGrpSpPr/>
            <p:nvPr/>
          </p:nvGrpSpPr>
          <p:grpSpPr>
            <a:xfrm>
              <a:off x="6581079" y="1038060"/>
              <a:ext cx="1308643" cy="955300"/>
              <a:chOff x="567997" y="1152609"/>
              <a:chExt cx="1734024" cy="1326750"/>
            </a:xfrm>
          </p:grpSpPr>
          <p:grpSp>
            <p:nvGrpSpPr>
              <p:cNvPr id="32" name="그룹 31">
                <a:extLst>
                  <a:ext uri="{FF2B5EF4-FFF2-40B4-BE49-F238E27FC236}">
                    <a16:creationId xmlns:a16="http://schemas.microsoft.com/office/drawing/2014/main" id="{C8D916AD-142B-81D2-37C8-58B99C3E2685}"/>
                  </a:ext>
                </a:extLst>
              </p:cNvPr>
              <p:cNvGrpSpPr/>
              <p:nvPr/>
            </p:nvGrpSpPr>
            <p:grpSpPr>
              <a:xfrm>
                <a:off x="696016" y="1152609"/>
                <a:ext cx="1477987" cy="957071"/>
                <a:chOff x="1299418" y="1152609"/>
                <a:chExt cx="1544859" cy="1004487"/>
              </a:xfrm>
            </p:grpSpPr>
            <p:grpSp>
              <p:nvGrpSpPr>
                <p:cNvPr id="6" name="그룹 5">
                  <a:extLst>
                    <a:ext uri="{FF2B5EF4-FFF2-40B4-BE49-F238E27FC236}">
                      <a16:creationId xmlns:a16="http://schemas.microsoft.com/office/drawing/2014/main" id="{1FFF12E1-9425-C04A-972A-04CEF954A2D8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7" name="타원 6">
                    <a:extLst>
                      <a:ext uri="{FF2B5EF4-FFF2-40B4-BE49-F238E27FC236}">
                        <a16:creationId xmlns:a16="http://schemas.microsoft.com/office/drawing/2014/main" id="{894ABB7D-06C9-2841-63CC-649F6121BF14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" name="타원 7">
                    <a:extLst>
                      <a:ext uri="{FF2B5EF4-FFF2-40B4-BE49-F238E27FC236}">
                        <a16:creationId xmlns:a16="http://schemas.microsoft.com/office/drawing/2014/main" id="{329B4EDD-68DE-B9AE-652C-61EA983F9EBE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9" name="직선 연결선 8">
                    <a:extLst>
                      <a:ext uri="{FF2B5EF4-FFF2-40B4-BE49-F238E27FC236}">
                        <a16:creationId xmlns:a16="http://schemas.microsoft.com/office/drawing/2014/main" id="{5B16FE79-4C01-7FBE-C625-50C2FF5B9348}"/>
                      </a:ext>
                    </a:extLst>
                  </p:cNvPr>
                  <p:cNvCxnSpPr>
                    <a:cxnSpLocks/>
                    <a:endCxn id="7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" name="직선 연결선 9">
                    <a:extLst>
                      <a:ext uri="{FF2B5EF4-FFF2-40B4-BE49-F238E27FC236}">
                        <a16:creationId xmlns:a16="http://schemas.microsoft.com/office/drawing/2014/main" id="{ED912560-A320-2ED7-836C-EDB8A6D422B3}"/>
                      </a:ext>
                    </a:extLst>
                  </p:cNvPr>
                  <p:cNvCxnSpPr>
                    <a:cxnSpLocks/>
                    <a:stCxn id="8" idx="2"/>
                    <a:endCxn id="7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1" name="그룹 10">
                    <a:extLst>
                      <a:ext uri="{FF2B5EF4-FFF2-40B4-BE49-F238E27FC236}">
                        <a16:creationId xmlns:a16="http://schemas.microsoft.com/office/drawing/2014/main" id="{59CD5374-27E0-4977-D755-170FB49D826A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12" name="사각형: 둥근 모서리 11">
                      <a:extLst>
                        <a:ext uri="{FF2B5EF4-FFF2-40B4-BE49-F238E27FC236}">
                          <a16:creationId xmlns:a16="http://schemas.microsoft.com/office/drawing/2014/main" id="{C933BA62-B7DB-B946-F4E5-8D025F199E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13" name="타원 12">
                      <a:extLst>
                        <a:ext uri="{FF2B5EF4-FFF2-40B4-BE49-F238E27FC236}">
                          <a16:creationId xmlns:a16="http://schemas.microsoft.com/office/drawing/2014/main" id="{61B87B48-61AF-B541-E0A1-20CDFC05CF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14" name="타원 13">
                      <a:extLst>
                        <a:ext uri="{FF2B5EF4-FFF2-40B4-BE49-F238E27FC236}">
                          <a16:creationId xmlns:a16="http://schemas.microsoft.com/office/drawing/2014/main" id="{9A3106B4-7E21-BBE2-CF53-C16E049274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15" name="타원 14">
                      <a:extLst>
                        <a:ext uri="{FF2B5EF4-FFF2-40B4-BE49-F238E27FC236}">
                          <a16:creationId xmlns:a16="http://schemas.microsoft.com/office/drawing/2014/main" id="{7550AC02-B8A6-651C-EEBB-79E49448D7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16" name="그룹 15">
                  <a:extLst>
                    <a:ext uri="{FF2B5EF4-FFF2-40B4-BE49-F238E27FC236}">
                      <a16:creationId xmlns:a16="http://schemas.microsoft.com/office/drawing/2014/main" id="{8AF9975C-9123-B2B0-66B1-703C44508A19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96DCE695-F7AF-014F-E8A5-3FDF9E35418F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18" name="그룹 17">
                    <a:extLst>
                      <a:ext uri="{FF2B5EF4-FFF2-40B4-BE49-F238E27FC236}">
                        <a16:creationId xmlns:a16="http://schemas.microsoft.com/office/drawing/2014/main" id="{DDAAD110-66A0-24AA-CE1A-EE8413C3E493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26" name="사각형: 둥근 모서리 25">
                      <a:extLst>
                        <a:ext uri="{FF2B5EF4-FFF2-40B4-BE49-F238E27FC236}">
                          <a16:creationId xmlns:a16="http://schemas.microsoft.com/office/drawing/2014/main" id="{DF80848B-0928-D3A1-F133-F2D0881244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27" name="그룹 26">
                      <a:extLst>
                        <a:ext uri="{FF2B5EF4-FFF2-40B4-BE49-F238E27FC236}">
                          <a16:creationId xmlns:a16="http://schemas.microsoft.com/office/drawing/2014/main" id="{6430682B-F0EE-9E9F-D163-00DEBD2F2AF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29" name="타원 28">
                        <a:extLst>
                          <a:ext uri="{FF2B5EF4-FFF2-40B4-BE49-F238E27FC236}">
                            <a16:creationId xmlns:a16="http://schemas.microsoft.com/office/drawing/2014/main" id="{7A7528FA-B1D9-85BD-0012-6535B5DD35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30" name="타원 29">
                        <a:extLst>
                          <a:ext uri="{FF2B5EF4-FFF2-40B4-BE49-F238E27FC236}">
                            <a16:creationId xmlns:a16="http://schemas.microsoft.com/office/drawing/2014/main" id="{522C8D0C-DDEC-75D7-054C-F61C6EB70A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31" name="타원 30">
                        <a:extLst>
                          <a:ext uri="{FF2B5EF4-FFF2-40B4-BE49-F238E27FC236}">
                            <a16:creationId xmlns:a16="http://schemas.microsoft.com/office/drawing/2014/main" id="{FCB80288-F35E-CA19-5352-5738DF88C30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28" name="타원 27">
                      <a:extLst>
                        <a:ext uri="{FF2B5EF4-FFF2-40B4-BE49-F238E27FC236}">
                          <a16:creationId xmlns:a16="http://schemas.microsoft.com/office/drawing/2014/main" id="{DCA94FBE-C52E-C862-0959-EEA4E70E15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19" name="타원 18">
                    <a:extLst>
                      <a:ext uri="{FF2B5EF4-FFF2-40B4-BE49-F238E27FC236}">
                        <a16:creationId xmlns:a16="http://schemas.microsoft.com/office/drawing/2014/main" id="{A8E83483-41E7-FDA8-691F-2A213D6078D2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9279E64F-5B35-270D-017D-057CCA85CF3D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7A2EB1E2-C6F3-69A4-53C0-CA9A1BFF22BF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22" name="직선 연결선 21">
                    <a:extLst>
                      <a:ext uri="{FF2B5EF4-FFF2-40B4-BE49-F238E27FC236}">
                        <a16:creationId xmlns:a16="http://schemas.microsoft.com/office/drawing/2014/main" id="{BC1BBC18-4F4B-D1FA-2BE6-DD7B49BA4BAD}"/>
                      </a:ext>
                    </a:extLst>
                  </p:cNvPr>
                  <p:cNvCxnSpPr>
                    <a:cxnSpLocks/>
                    <a:endCxn id="17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직선 연결선 22">
                    <a:extLst>
                      <a:ext uri="{FF2B5EF4-FFF2-40B4-BE49-F238E27FC236}">
                        <a16:creationId xmlns:a16="http://schemas.microsoft.com/office/drawing/2014/main" id="{B9C3F106-3166-8AD1-3947-92F3687721FB}"/>
                      </a:ext>
                    </a:extLst>
                  </p:cNvPr>
                  <p:cNvCxnSpPr>
                    <a:cxnSpLocks/>
                    <a:stCxn id="17" idx="7"/>
                    <a:endCxn id="19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직선 연결선 23">
                    <a:extLst>
                      <a:ext uri="{FF2B5EF4-FFF2-40B4-BE49-F238E27FC236}">
                        <a16:creationId xmlns:a16="http://schemas.microsoft.com/office/drawing/2014/main" id="{134F5794-8FF1-359F-70D1-8F1A7096ABD3}"/>
                      </a:ext>
                    </a:extLst>
                  </p:cNvPr>
                  <p:cNvCxnSpPr>
                    <a:cxnSpLocks/>
                    <a:stCxn id="20" idx="1"/>
                    <a:endCxn id="17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직선 연결선 24">
                    <a:extLst>
                      <a:ext uri="{FF2B5EF4-FFF2-40B4-BE49-F238E27FC236}">
                        <a16:creationId xmlns:a16="http://schemas.microsoft.com/office/drawing/2014/main" id="{1E8D0B29-4EFD-0192-2147-991B845B69B5}"/>
                      </a:ext>
                    </a:extLst>
                  </p:cNvPr>
                  <p:cNvCxnSpPr>
                    <a:cxnSpLocks/>
                    <a:stCxn id="21" idx="7"/>
                    <a:endCxn id="17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801D443-CF21-E155-B15D-865E275F4FFB}"/>
                  </a:ext>
                </a:extLst>
              </p:cNvPr>
              <p:cNvSpPr txBox="1"/>
              <p:nvPr/>
            </p:nvSpPr>
            <p:spPr>
              <a:xfrm>
                <a:off x="567997" y="2227359"/>
                <a:ext cx="1734024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 입력</a:t>
                </a:r>
              </a:p>
            </p:txBody>
          </p: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72CCD53A-27C9-65BB-2B64-86AEF2353D21}"/>
                </a:ext>
              </a:extLst>
            </p:cNvPr>
            <p:cNvGrpSpPr/>
            <p:nvPr/>
          </p:nvGrpSpPr>
          <p:grpSpPr>
            <a:xfrm>
              <a:off x="7852818" y="1055077"/>
              <a:ext cx="1525175" cy="999873"/>
              <a:chOff x="2438097" y="1177547"/>
              <a:chExt cx="1525175" cy="999873"/>
            </a:xfrm>
          </p:grpSpPr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314854AC-2E5D-FFDF-26D7-8645BD475F23}"/>
                  </a:ext>
                </a:extLst>
              </p:cNvPr>
              <p:cNvGrpSpPr/>
              <p:nvPr/>
            </p:nvGrpSpPr>
            <p:grpSpPr>
              <a:xfrm>
                <a:off x="2598255" y="1177547"/>
                <a:ext cx="1204859" cy="669888"/>
                <a:chOff x="2567856" y="1152608"/>
                <a:chExt cx="1577232" cy="802664"/>
              </a:xfrm>
            </p:grpSpPr>
            <p:cxnSp>
              <p:nvCxnSpPr>
                <p:cNvPr id="101" name="직선 연결선 100">
                  <a:extLst>
                    <a:ext uri="{FF2B5EF4-FFF2-40B4-BE49-F238E27FC236}">
                      <a16:creationId xmlns:a16="http://schemas.microsoft.com/office/drawing/2014/main" id="{C95218EB-E03B-85B6-4038-93F19D81F5C3}"/>
                    </a:ext>
                  </a:extLst>
                </p:cNvPr>
                <p:cNvCxnSpPr>
                  <a:cxnSpLocks/>
                  <a:stCxn id="112" idx="4"/>
                  <a:endCxn id="114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타원 101">
                  <a:extLst>
                    <a:ext uri="{FF2B5EF4-FFF2-40B4-BE49-F238E27FC236}">
                      <a16:creationId xmlns:a16="http://schemas.microsoft.com/office/drawing/2014/main" id="{6E5F95BE-495F-DAB7-044A-2E38AEDC780F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03" name="직선 연결선 102">
                  <a:extLst>
                    <a:ext uri="{FF2B5EF4-FFF2-40B4-BE49-F238E27FC236}">
                      <a16:creationId xmlns:a16="http://schemas.microsoft.com/office/drawing/2014/main" id="{5D896793-3690-8C42-B6D2-2C94B8440DFF}"/>
                    </a:ext>
                  </a:extLst>
                </p:cNvPr>
                <p:cNvCxnSpPr>
                  <a:cxnSpLocks/>
                  <a:stCxn id="111" idx="2"/>
                  <a:endCxn id="102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4" name="타원 103">
                  <a:extLst>
                    <a:ext uri="{FF2B5EF4-FFF2-40B4-BE49-F238E27FC236}">
                      <a16:creationId xmlns:a16="http://schemas.microsoft.com/office/drawing/2014/main" id="{46696375-3B14-B3FD-E145-B1B7B4B43DFF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05" name="직선 연결선 104">
                  <a:extLst>
                    <a:ext uri="{FF2B5EF4-FFF2-40B4-BE49-F238E27FC236}">
                      <a16:creationId xmlns:a16="http://schemas.microsoft.com/office/drawing/2014/main" id="{170AE7B2-4B51-D300-6369-3CE5792A6AD1}"/>
                    </a:ext>
                  </a:extLst>
                </p:cNvPr>
                <p:cNvCxnSpPr>
                  <a:cxnSpLocks/>
                  <a:stCxn id="108" idx="1"/>
                  <a:endCxn id="104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6" name="타원 105">
                  <a:extLst>
                    <a:ext uri="{FF2B5EF4-FFF2-40B4-BE49-F238E27FC236}">
                      <a16:creationId xmlns:a16="http://schemas.microsoft.com/office/drawing/2014/main" id="{AA6BA594-077E-7B70-3DF3-6E2B223D223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07" name="직선 연결선 106">
                  <a:extLst>
                    <a:ext uri="{FF2B5EF4-FFF2-40B4-BE49-F238E27FC236}">
                      <a16:creationId xmlns:a16="http://schemas.microsoft.com/office/drawing/2014/main" id="{7563AAC2-8AB9-383B-FEE1-9576EB31E7AA}"/>
                    </a:ext>
                  </a:extLst>
                </p:cNvPr>
                <p:cNvCxnSpPr>
                  <a:cxnSpLocks/>
                  <a:stCxn id="112" idx="6"/>
                  <a:endCxn id="106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8" name="사각형: 둥근 모서리 107">
                  <a:extLst>
                    <a:ext uri="{FF2B5EF4-FFF2-40B4-BE49-F238E27FC236}">
                      <a16:creationId xmlns:a16="http://schemas.microsoft.com/office/drawing/2014/main" id="{025DA0A4-1FF3-8B5C-A074-DFC607BCDD62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09" name="사각형: 둥근 모서리 108">
                  <a:extLst>
                    <a:ext uri="{FF2B5EF4-FFF2-40B4-BE49-F238E27FC236}">
                      <a16:creationId xmlns:a16="http://schemas.microsoft.com/office/drawing/2014/main" id="{0C429967-C431-69C6-0E24-06C294FC56C5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10" name="직선 연결선 109">
                  <a:extLst>
                    <a:ext uri="{FF2B5EF4-FFF2-40B4-BE49-F238E27FC236}">
                      <a16:creationId xmlns:a16="http://schemas.microsoft.com/office/drawing/2014/main" id="{65053D5B-3A99-C0CA-1867-0CD5FDB406D1}"/>
                    </a:ext>
                  </a:extLst>
                </p:cNvPr>
                <p:cNvCxnSpPr>
                  <a:cxnSpLocks/>
                  <a:stCxn id="109" idx="3"/>
                  <a:endCxn id="102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11" name="타원 110">
                  <a:extLst>
                    <a:ext uri="{FF2B5EF4-FFF2-40B4-BE49-F238E27FC236}">
                      <a16:creationId xmlns:a16="http://schemas.microsoft.com/office/drawing/2014/main" id="{518C94C5-B62C-38D7-0E0A-666D30CF61A0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12" name="타원 111">
                  <a:extLst>
                    <a:ext uri="{FF2B5EF4-FFF2-40B4-BE49-F238E27FC236}">
                      <a16:creationId xmlns:a16="http://schemas.microsoft.com/office/drawing/2014/main" id="{F1A8D59D-B145-0BE8-AAAB-4A7362AD19A0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13" name="타원 112">
                  <a:extLst>
                    <a:ext uri="{FF2B5EF4-FFF2-40B4-BE49-F238E27FC236}">
                      <a16:creationId xmlns:a16="http://schemas.microsoft.com/office/drawing/2014/main" id="{B33E7745-AC9D-6A63-F19C-6EA43D10911E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B8A71DF3-2E61-DF25-F9D5-54D13EF38639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15" name="직선 연결선 114">
                  <a:extLst>
                    <a:ext uri="{FF2B5EF4-FFF2-40B4-BE49-F238E27FC236}">
                      <a16:creationId xmlns:a16="http://schemas.microsoft.com/office/drawing/2014/main" id="{4E23E8FE-F669-F00B-AE44-5C67D9DCED1A}"/>
                    </a:ext>
                  </a:extLst>
                </p:cNvPr>
                <p:cNvCxnSpPr>
                  <a:cxnSpLocks/>
                  <a:stCxn id="114" idx="4"/>
                  <a:endCxn id="113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직선 연결선 115">
                  <a:extLst>
                    <a:ext uri="{FF2B5EF4-FFF2-40B4-BE49-F238E27FC236}">
                      <a16:creationId xmlns:a16="http://schemas.microsoft.com/office/drawing/2014/main" id="{157FAE72-3F43-3F15-913D-9D26F43DBB31}"/>
                    </a:ext>
                  </a:extLst>
                </p:cNvPr>
                <p:cNvCxnSpPr>
                  <a:cxnSpLocks/>
                  <a:stCxn id="108" idx="2"/>
                  <a:endCxn id="109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C91E515-0CD8-CEB1-9E76-8F35CBE6761F}"/>
                  </a:ext>
                </a:extLst>
              </p:cNvPr>
              <p:cNvSpPr txBox="1"/>
              <p:nvPr/>
            </p:nvSpPr>
            <p:spPr>
              <a:xfrm>
                <a:off x="2438097" y="1931199"/>
                <a:ext cx="15251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  <p:sp>
          <p:nvSpPr>
            <p:cNvPr id="147" name="화살표: 아래쪽 146">
              <a:extLst>
                <a:ext uri="{FF2B5EF4-FFF2-40B4-BE49-F238E27FC236}">
                  <a16:creationId xmlns:a16="http://schemas.microsoft.com/office/drawing/2014/main" id="{6ABE3DE0-6DB8-EC37-3B26-594E13A909AA}"/>
                </a:ext>
              </a:extLst>
            </p:cNvPr>
            <p:cNvSpPr/>
            <p:nvPr/>
          </p:nvSpPr>
          <p:spPr>
            <a:xfrm>
              <a:off x="6968357" y="2186735"/>
              <a:ext cx="471054" cy="244280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화살표: 아래쪽 165">
              <a:extLst>
                <a:ext uri="{FF2B5EF4-FFF2-40B4-BE49-F238E27FC236}">
                  <a16:creationId xmlns:a16="http://schemas.microsoft.com/office/drawing/2014/main" id="{6D819FB2-9F8A-2F39-41AA-A463185A49BD}"/>
                </a:ext>
              </a:extLst>
            </p:cNvPr>
            <p:cNvSpPr/>
            <p:nvPr/>
          </p:nvSpPr>
          <p:spPr>
            <a:xfrm>
              <a:off x="8354135" y="2186735"/>
              <a:ext cx="471054" cy="244280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A9C5C96A-CC6C-DC12-3C8D-2729278D2342}"/>
              </a:ext>
            </a:extLst>
          </p:cNvPr>
          <p:cNvSpPr/>
          <p:nvPr/>
        </p:nvSpPr>
        <p:spPr>
          <a:xfrm>
            <a:off x="7965693" y="5359657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EA1E7008-4BB9-8F7F-FA10-61623EDE9C9B}"/>
              </a:ext>
            </a:extLst>
          </p:cNvPr>
          <p:cNvSpPr/>
          <p:nvPr/>
        </p:nvSpPr>
        <p:spPr>
          <a:xfrm>
            <a:off x="9748273" y="5396759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063189C-1CBE-F272-C61E-3A864DBD2B10}"/>
              </a:ext>
            </a:extLst>
          </p:cNvPr>
          <p:cNvSpPr/>
          <p:nvPr/>
        </p:nvSpPr>
        <p:spPr>
          <a:xfrm>
            <a:off x="6683937" y="2296263"/>
            <a:ext cx="816326" cy="501512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558D8942-741A-EBA4-D0DB-1AD6B98EE822}"/>
              </a:ext>
            </a:extLst>
          </p:cNvPr>
          <p:cNvGrpSpPr/>
          <p:nvPr/>
        </p:nvGrpSpPr>
        <p:grpSpPr>
          <a:xfrm>
            <a:off x="3689129" y="2783515"/>
            <a:ext cx="1529700" cy="1065829"/>
            <a:chOff x="7670009" y="1193508"/>
            <a:chExt cx="1558708" cy="1010348"/>
          </a:xfrm>
        </p:grpSpPr>
        <p:pic>
          <p:nvPicPr>
            <p:cNvPr id="36" name="그래픽 35" descr="데이터베이스 단색으로 채워진">
              <a:extLst>
                <a:ext uri="{FF2B5EF4-FFF2-40B4-BE49-F238E27FC236}">
                  <a16:creationId xmlns:a16="http://schemas.microsoft.com/office/drawing/2014/main" id="{54F93AF9-323B-16A3-BF11-8A54958617A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BEE52A2-D609-B7CC-D310-757C16D7CB56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</a:t>
              </a:r>
              <a:endParaRPr lang="ko-KR" altLang="en-US" sz="1000" dirty="0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9FEBB273-DA16-33ED-54D9-E5F9A64C49F4}"/>
              </a:ext>
            </a:extLst>
          </p:cNvPr>
          <p:cNvGrpSpPr/>
          <p:nvPr/>
        </p:nvGrpSpPr>
        <p:grpSpPr>
          <a:xfrm>
            <a:off x="3598529" y="4287718"/>
            <a:ext cx="1308643" cy="955300"/>
            <a:chOff x="567997" y="1152609"/>
            <a:chExt cx="1734024" cy="1326750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0C781D8-FEEB-803F-EF1B-E2A5DF50AF55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82CF84C7-C965-2825-8B79-15580EA793C0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2FA2A155-4CCD-6841-51E4-47C796C58579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19EC1507-80E4-2022-C7B4-B15DBD2953EE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2E7201FF-F3EE-DE1B-25B5-AEB04E009519}"/>
                    </a:ext>
                  </a:extLst>
                </p:cNvPr>
                <p:cNvCxnSpPr>
                  <a:cxnSpLocks/>
                  <a:endCxn id="62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9BEEB04F-2CC3-024F-42A0-3375265888B7}"/>
                    </a:ext>
                  </a:extLst>
                </p:cNvPr>
                <p:cNvCxnSpPr>
                  <a:cxnSpLocks/>
                  <a:stCxn id="63" idx="2"/>
                  <a:endCxn id="62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8EE35E28-F2A0-327B-9600-ACE15EB4544F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5409540E-F264-7300-4021-C44090E95D15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2423D4A1-E499-6F0C-C47C-D1476537D7AB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20F27F81-C7ED-0661-B140-4DC6D9AE1FE1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9D004EBB-695F-A914-63FA-0D335CFEC7C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43" name="그룹 42">
                <a:extLst>
                  <a:ext uri="{FF2B5EF4-FFF2-40B4-BE49-F238E27FC236}">
                    <a16:creationId xmlns:a16="http://schemas.microsoft.com/office/drawing/2014/main" id="{7B3D54A1-5822-404E-86E3-D435BDE0911E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951D7A55-2EA0-A7A6-29F0-22F3D238A5D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45" name="그룹 44">
                  <a:extLst>
                    <a:ext uri="{FF2B5EF4-FFF2-40B4-BE49-F238E27FC236}">
                      <a16:creationId xmlns:a16="http://schemas.microsoft.com/office/drawing/2014/main" id="{4B729D29-0E36-4C2F-0746-7F84C4EC85BE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55" name="사각형: 둥근 모서리 54">
                    <a:extLst>
                      <a:ext uri="{FF2B5EF4-FFF2-40B4-BE49-F238E27FC236}">
                        <a16:creationId xmlns:a16="http://schemas.microsoft.com/office/drawing/2014/main" id="{464B34CB-7FC9-B022-16E3-69DAE932BEA7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56" name="그룹 55">
                    <a:extLst>
                      <a:ext uri="{FF2B5EF4-FFF2-40B4-BE49-F238E27FC236}">
                        <a16:creationId xmlns:a16="http://schemas.microsoft.com/office/drawing/2014/main" id="{2C2BCD84-8820-8F1D-4580-9F6C0D9DDE09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58" name="타원 57">
                      <a:extLst>
                        <a:ext uri="{FF2B5EF4-FFF2-40B4-BE49-F238E27FC236}">
                          <a16:creationId xmlns:a16="http://schemas.microsoft.com/office/drawing/2014/main" id="{9C85DF9A-236C-D311-1207-12087FBE01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9" name="타원 58">
                      <a:extLst>
                        <a:ext uri="{FF2B5EF4-FFF2-40B4-BE49-F238E27FC236}">
                          <a16:creationId xmlns:a16="http://schemas.microsoft.com/office/drawing/2014/main" id="{AACA575F-0C50-45C1-0840-DBDC92C502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1" name="타원 60">
                      <a:extLst>
                        <a:ext uri="{FF2B5EF4-FFF2-40B4-BE49-F238E27FC236}">
                          <a16:creationId xmlns:a16="http://schemas.microsoft.com/office/drawing/2014/main" id="{B3E2210D-68C7-7664-FF94-1DD4B659A2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57" name="타원 56">
                    <a:extLst>
                      <a:ext uri="{FF2B5EF4-FFF2-40B4-BE49-F238E27FC236}">
                        <a16:creationId xmlns:a16="http://schemas.microsoft.com/office/drawing/2014/main" id="{1AE215EF-89BE-545A-9065-66252C5AA7B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8CE6CF86-558D-9C70-530A-E3F9DD3CD445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7" name="타원 46">
                  <a:extLst>
                    <a:ext uri="{FF2B5EF4-FFF2-40B4-BE49-F238E27FC236}">
                      <a16:creationId xmlns:a16="http://schemas.microsoft.com/office/drawing/2014/main" id="{E99D5897-F55E-403C-F9F9-59B59C08BB7D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DD3A1ACF-B2A0-CE9E-25B6-8C736A493DD1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AEB12794-A9B3-7F44-9285-245272A9BCA6}"/>
                    </a:ext>
                  </a:extLst>
                </p:cNvPr>
                <p:cNvCxnSpPr>
                  <a:cxnSpLocks/>
                  <a:endCxn id="4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F3F5E267-3504-5EF0-FE03-27BBF475FCFB}"/>
                    </a:ext>
                  </a:extLst>
                </p:cNvPr>
                <p:cNvCxnSpPr>
                  <a:cxnSpLocks/>
                  <a:stCxn id="44" idx="7"/>
                  <a:endCxn id="4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5DA7A0CD-4D4F-2ABF-D8F0-CC35ABC61792}"/>
                    </a:ext>
                  </a:extLst>
                </p:cNvPr>
                <p:cNvCxnSpPr>
                  <a:cxnSpLocks/>
                  <a:stCxn id="47" idx="1"/>
                  <a:endCxn id="4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0FC376F1-4250-E871-81AC-5A873D5B2930}"/>
                    </a:ext>
                  </a:extLst>
                </p:cNvPr>
                <p:cNvCxnSpPr>
                  <a:cxnSpLocks/>
                  <a:stCxn id="48" idx="7"/>
                  <a:endCxn id="4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D62644A-A698-83D9-C77F-6E007F19D978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5397AE57-CD56-0E9B-E87F-3B38ED600086}"/>
              </a:ext>
            </a:extLst>
          </p:cNvPr>
          <p:cNvGrpSpPr/>
          <p:nvPr/>
        </p:nvGrpSpPr>
        <p:grpSpPr>
          <a:xfrm>
            <a:off x="3440303" y="5719398"/>
            <a:ext cx="1525175" cy="999873"/>
            <a:chOff x="2438097" y="1177547"/>
            <a:chExt cx="1525175" cy="999873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D2FD4B75-A14F-6EF6-A051-030C1B8BABAE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6D4AF6E3-9C73-1D6A-221C-2069B6FC4733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87FBC80C-66CB-7DF9-4866-8BD933BE71D4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D12ECF0B-8A0F-EFE8-1DEA-D4E57E334FDB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6EFA3D08-A2DB-71C6-B2CF-5A800B164F3D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806EDD90-115C-B8F5-82DA-245F6B03E352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43595514-97A1-8EB5-6521-E9AA38F6011C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93E80087-6DFC-0F0F-810B-DA1F6DE3FE46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C0870A70-EF54-6FC9-BB1D-5BB876990E7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18830101-4E43-F76B-8633-D2C5958225CC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E92F7DDF-B4F1-E764-DD4A-33EF33E7451F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93188DB3-18CD-9B71-CBE1-82E99C7A32EF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1BD75EDC-6187-18F4-D0D4-64F1C01FF8A7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7DB53B50-0BCE-55CC-6213-0A3E8E444E9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120C025F-9B76-5118-B0B4-379D3A201179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D561BB28-B34A-F815-6482-1D2D6F86AF1D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A4AAA2CD-36B2-91DD-524D-6B66E7B1FB9C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54FE6E5-6A0B-81EE-B383-D7822F3AA994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EF9B1D64-A835-49AB-DB28-05F784170AB3}"/>
              </a:ext>
            </a:extLst>
          </p:cNvPr>
          <p:cNvSpPr/>
          <p:nvPr/>
        </p:nvSpPr>
        <p:spPr>
          <a:xfrm>
            <a:off x="109428" y="876081"/>
            <a:ext cx="5205705" cy="5921346"/>
          </a:xfrm>
          <a:prstGeom prst="roundRect">
            <a:avLst>
              <a:gd name="adj" fmla="val 5207"/>
            </a:avLst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EB702FCD-B25F-6829-88B7-CA9EBD7D3B3C}"/>
              </a:ext>
            </a:extLst>
          </p:cNvPr>
          <p:cNvGrpSpPr/>
          <p:nvPr/>
        </p:nvGrpSpPr>
        <p:grpSpPr>
          <a:xfrm>
            <a:off x="371734" y="998306"/>
            <a:ext cx="2948575" cy="1892841"/>
            <a:chOff x="371734" y="998306"/>
            <a:chExt cx="2948575" cy="1892841"/>
          </a:xfrm>
        </p:grpSpPr>
        <p:grpSp>
          <p:nvGrpSpPr>
            <p:cNvPr id="156" name="그룹 155">
              <a:extLst>
                <a:ext uri="{FF2B5EF4-FFF2-40B4-BE49-F238E27FC236}">
                  <a16:creationId xmlns:a16="http://schemas.microsoft.com/office/drawing/2014/main" id="{E9168635-27ED-B05C-0EAF-46BEFBE867D0}"/>
                </a:ext>
              </a:extLst>
            </p:cNvPr>
            <p:cNvGrpSpPr/>
            <p:nvPr/>
          </p:nvGrpSpPr>
          <p:grpSpPr>
            <a:xfrm>
              <a:off x="371734" y="998306"/>
              <a:ext cx="2798548" cy="1333563"/>
              <a:chOff x="629374" y="2349981"/>
              <a:chExt cx="5261294" cy="2755108"/>
            </a:xfrm>
          </p:grpSpPr>
          <p:pic>
            <p:nvPicPr>
              <p:cNvPr id="157" name="그림 156" descr="공구, 레버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FE2E6DDE-C3A7-5590-2454-0AAC196FF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7021" y="2457175"/>
                <a:ext cx="3033410" cy="2647914"/>
              </a:xfrm>
              <a:prstGeom prst="rect">
                <a:avLst/>
              </a:prstGeom>
            </p:spPr>
          </p:pic>
          <p:sp>
            <p:nvSpPr>
              <p:cNvPr id="158" name="타원 157">
                <a:extLst>
                  <a:ext uri="{FF2B5EF4-FFF2-40B4-BE49-F238E27FC236}">
                    <a16:creationId xmlns:a16="http://schemas.microsoft.com/office/drawing/2014/main" id="{559ED4FE-40D9-96D3-88AB-B3D8497B367F}"/>
                  </a:ext>
                </a:extLst>
              </p:cNvPr>
              <p:cNvSpPr/>
              <p:nvPr/>
            </p:nvSpPr>
            <p:spPr>
              <a:xfrm>
                <a:off x="646543" y="2349981"/>
                <a:ext cx="1619288" cy="535399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59" name="타원 158">
                <a:extLst>
                  <a:ext uri="{FF2B5EF4-FFF2-40B4-BE49-F238E27FC236}">
                    <a16:creationId xmlns:a16="http://schemas.microsoft.com/office/drawing/2014/main" id="{F7911A7A-1A75-2525-9405-98E1EE8E9734}"/>
                  </a:ext>
                </a:extLst>
              </p:cNvPr>
              <p:cNvSpPr/>
              <p:nvPr/>
            </p:nvSpPr>
            <p:spPr>
              <a:xfrm>
                <a:off x="4427689" y="2679831"/>
                <a:ext cx="1462979" cy="563695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700">
                    <a:latin typeface="+mj-ea"/>
                    <a:ea typeface="+mj-ea"/>
                  </a:rPr>
                  <a:t>나사구멍</a:t>
                </a:r>
                <a:r>
                  <a:rPr lang="en-US" altLang="ko-KR" sz="700">
                    <a:latin typeface="+mj-ea"/>
                    <a:ea typeface="+mj-ea"/>
                  </a:rPr>
                  <a:t>:</a:t>
                </a:r>
                <a:r>
                  <a:rPr lang="ko-KR" altLang="en-US" sz="700">
                    <a:latin typeface="+mj-ea"/>
                    <a:ea typeface="+mj-ea"/>
                  </a:rPr>
                  <a:t> </a:t>
                </a:r>
                <a:r>
                  <a:rPr lang="en-US" altLang="ko-KR" sz="700">
                    <a:latin typeface="+mj-ea"/>
                    <a:ea typeface="+mj-ea"/>
                  </a:rPr>
                  <a:t>Ø8mm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60" name="타원 159">
                <a:extLst>
                  <a:ext uri="{FF2B5EF4-FFF2-40B4-BE49-F238E27FC236}">
                    <a16:creationId xmlns:a16="http://schemas.microsoft.com/office/drawing/2014/main" id="{C166059E-0853-99EC-3724-44299CC2728A}"/>
                  </a:ext>
                </a:extLst>
              </p:cNvPr>
              <p:cNvSpPr/>
              <p:nvPr/>
            </p:nvSpPr>
            <p:spPr>
              <a:xfrm>
                <a:off x="3042933" y="3429855"/>
                <a:ext cx="261792" cy="242592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61" name="타원 160">
                <a:extLst>
                  <a:ext uri="{FF2B5EF4-FFF2-40B4-BE49-F238E27FC236}">
                    <a16:creationId xmlns:a16="http://schemas.microsoft.com/office/drawing/2014/main" id="{85E1C688-F490-F8D0-DDA4-A1710C283BAC}"/>
                  </a:ext>
                </a:extLst>
              </p:cNvPr>
              <p:cNvSpPr/>
              <p:nvPr/>
            </p:nvSpPr>
            <p:spPr>
              <a:xfrm>
                <a:off x="2879010" y="4028005"/>
                <a:ext cx="261792" cy="242592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62" name="타원 161">
                <a:extLst>
                  <a:ext uri="{FF2B5EF4-FFF2-40B4-BE49-F238E27FC236}">
                    <a16:creationId xmlns:a16="http://schemas.microsoft.com/office/drawing/2014/main" id="{B29B2F5E-8A8A-43CC-C63F-29F082ECC067}"/>
                  </a:ext>
                </a:extLst>
              </p:cNvPr>
              <p:cNvSpPr/>
              <p:nvPr/>
            </p:nvSpPr>
            <p:spPr>
              <a:xfrm>
                <a:off x="629374" y="3045926"/>
                <a:ext cx="1619288" cy="535399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700" dirty="0">
                    <a:latin typeface="+mj-ea"/>
                    <a:ea typeface="+mj-ea"/>
                  </a:rPr>
                  <a:t>M8 </a:t>
                </a:r>
                <a:r>
                  <a:rPr lang="ko-KR" altLang="en-US" sz="700" dirty="0">
                    <a:latin typeface="+mj-ea"/>
                    <a:ea typeface="+mj-ea"/>
                  </a:rPr>
                  <a:t>나사</a:t>
                </a:r>
              </a:p>
            </p:txBody>
          </p:sp>
          <p:cxnSp>
            <p:nvCxnSpPr>
              <p:cNvPr id="163" name="직선 화살표 연결선 162">
                <a:extLst>
                  <a:ext uri="{FF2B5EF4-FFF2-40B4-BE49-F238E27FC236}">
                    <a16:creationId xmlns:a16="http://schemas.microsoft.com/office/drawing/2014/main" id="{60A0AB28-3A39-A51F-34D7-706CEE39D3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61568" y="3243526"/>
                <a:ext cx="97611" cy="45620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" name="직선 화살표 연결선 163">
                <a:extLst>
                  <a:ext uri="{FF2B5EF4-FFF2-40B4-BE49-F238E27FC236}">
                    <a16:creationId xmlns:a16="http://schemas.microsoft.com/office/drawing/2014/main" id="{A1BA4EC1-0856-B611-6A44-80EA85A77C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28692" y="2806973"/>
                <a:ext cx="1052580" cy="658409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" name="직선 화살표 연결선 164">
                <a:extLst>
                  <a:ext uri="{FF2B5EF4-FFF2-40B4-BE49-F238E27FC236}">
                    <a16:creationId xmlns:a16="http://schemas.microsoft.com/office/drawing/2014/main" id="{D11BF761-2361-8E87-40F2-35DC75FC4D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11523" y="3502918"/>
                <a:ext cx="905826" cy="5606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8" name="그룹 167">
              <a:extLst>
                <a:ext uri="{FF2B5EF4-FFF2-40B4-BE49-F238E27FC236}">
                  <a16:creationId xmlns:a16="http://schemas.microsoft.com/office/drawing/2014/main" id="{92D2E529-6E28-B448-8FC5-9120EAA0A74D}"/>
                </a:ext>
              </a:extLst>
            </p:cNvPr>
            <p:cNvGrpSpPr/>
            <p:nvPr/>
          </p:nvGrpSpPr>
          <p:grpSpPr>
            <a:xfrm>
              <a:off x="380866" y="1859623"/>
              <a:ext cx="2939443" cy="1031524"/>
              <a:chOff x="217046" y="4520735"/>
              <a:chExt cx="6079400" cy="2529994"/>
            </a:xfrm>
          </p:grpSpPr>
          <p:pic>
            <p:nvPicPr>
              <p:cNvPr id="169" name="Picture 2">
                <a:extLst>
                  <a:ext uri="{FF2B5EF4-FFF2-40B4-BE49-F238E27FC236}">
                    <a16:creationId xmlns:a16="http://schemas.microsoft.com/office/drawing/2014/main" id="{3FB797BE-8FA0-5D73-3F83-E6D78FEDD4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10000" b="90000" l="10000" r="90000">
                            <a14:foregroundMark x1="17667" y1="33250" x2="13333" y2="45625"/>
                            <a14:foregroundMark x1="13333" y1="45625" x2="12417" y2="53375"/>
                            <a14:foregroundMark x1="12417" y1="53375" x2="13333" y2="61000"/>
                            <a14:foregroundMark x1="13333" y1="61000" x2="16417" y2="69375"/>
                            <a14:foregroundMark x1="16417" y1="69375" x2="25750" y2="75500"/>
                            <a14:foregroundMark x1="18833" y1="64625" x2="27000" y2="65250"/>
                            <a14:foregroundMark x1="27000" y1="65250" x2="24083" y2="61875"/>
                            <a14:foregroundMark x1="30917" y1="63750" x2="30917" y2="63750"/>
                            <a14:foregroundMark x1="30417" y1="61250" x2="23167" y2="60750"/>
                            <a14:foregroundMark x1="23167" y1="60750" x2="17750" y2="54250"/>
                            <a14:foregroundMark x1="17750" y1="54250" x2="17750" y2="51500"/>
                            <a14:foregroundMark x1="31583" y1="63250" x2="17917" y2="65625"/>
                            <a14:foregroundMark x1="26917" y1="74250" x2="27917" y2="75375"/>
                            <a14:foregroundMark x1="28750" y1="74500" x2="27667" y2="76750"/>
                            <a14:foregroundMark x1="28250" y1="76250" x2="27833" y2="76875"/>
                            <a14:foregroundMark x1="84500" y1="38625" x2="87833" y2="38125"/>
                            <a14:foregroundMark x1="77083" y1="34250" x2="79417" y2="33125"/>
                            <a14:foregroundMark x1="28083" y1="60250" x2="24000" y2="56000"/>
                            <a14:foregroundMark x1="24000" y1="56000" x2="20500" y2="44125"/>
                            <a14:foregroundMark x1="20500" y1="44125" x2="23917" y2="39250"/>
                            <a14:foregroundMark x1="23917" y1="39250" x2="29500" y2="37625"/>
                            <a14:foregroundMark x1="29500" y1="37625" x2="42667" y2="38125"/>
                            <a14:foregroundMark x1="26167" y1="66375" x2="32417" y2="64875"/>
                            <a14:foregroundMark x1="24000" y1="72250" x2="23250" y2="73375"/>
                            <a14:foregroundMark x1="23750" y1="72250" x2="23750" y2="72250"/>
                            <a14:foregroundMark x1="23167" y1="72250" x2="24250" y2="71500"/>
                            <a14:foregroundMark x1="28417" y1="74125" x2="27083" y2="77000"/>
                            <a14:foregroundMark x1="11000" y1="50375" x2="13000" y2="36500"/>
                            <a14:foregroundMark x1="13000" y1="36500" x2="13250" y2="35500"/>
                            <a14:backgroundMark x1="58167" y1="44875" x2="57667" y2="44875"/>
                            <a14:backgroundMark x1="18500" y1="68000" x2="29083" y2="690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617559" y="4520735"/>
                <a:ext cx="3794991" cy="25299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C92287FC-AA7C-65AF-CBA9-2F91180F7656}"/>
                  </a:ext>
                </a:extLst>
              </p:cNvPr>
              <p:cNvGrpSpPr/>
              <p:nvPr/>
            </p:nvGrpSpPr>
            <p:grpSpPr>
              <a:xfrm>
                <a:off x="217046" y="4564005"/>
                <a:ext cx="6079400" cy="2039392"/>
                <a:chOff x="217046" y="4564005"/>
                <a:chExt cx="6079400" cy="2039392"/>
              </a:xfrm>
            </p:grpSpPr>
            <p:sp>
              <p:nvSpPr>
                <p:cNvPr id="171" name="타원 170">
                  <a:extLst>
                    <a:ext uri="{FF2B5EF4-FFF2-40B4-BE49-F238E27FC236}">
                      <a16:creationId xmlns:a16="http://schemas.microsoft.com/office/drawing/2014/main" id="{7E533129-65D8-6ABC-D446-3B73E8BB5BB5}"/>
                    </a:ext>
                  </a:extLst>
                </p:cNvPr>
                <p:cNvSpPr/>
                <p:nvPr/>
              </p:nvSpPr>
              <p:spPr>
                <a:xfrm>
                  <a:off x="2591376" y="5771708"/>
                  <a:ext cx="288000" cy="287999"/>
                </a:xfrm>
                <a:prstGeom prst="ellipse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700">
                    <a:latin typeface="+mj-ea"/>
                    <a:ea typeface="+mj-ea"/>
                  </a:endParaRPr>
                </a:p>
              </p:txBody>
            </p:sp>
            <p:sp>
              <p:nvSpPr>
                <p:cNvPr id="172" name="타원 171">
                  <a:extLst>
                    <a:ext uri="{FF2B5EF4-FFF2-40B4-BE49-F238E27FC236}">
                      <a16:creationId xmlns:a16="http://schemas.microsoft.com/office/drawing/2014/main" id="{C5CA28B6-DB70-E219-515E-178767445002}"/>
                    </a:ext>
                  </a:extLst>
                </p:cNvPr>
                <p:cNvSpPr/>
                <p:nvPr/>
              </p:nvSpPr>
              <p:spPr>
                <a:xfrm>
                  <a:off x="2151456" y="5248150"/>
                  <a:ext cx="180000" cy="180000"/>
                </a:xfrm>
                <a:prstGeom prst="ellipse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700">
                    <a:latin typeface="+mj-ea"/>
                    <a:ea typeface="+mj-ea"/>
                  </a:endParaRPr>
                </a:p>
              </p:txBody>
            </p:sp>
            <p:sp>
              <p:nvSpPr>
                <p:cNvPr id="173" name="타원 172">
                  <a:extLst>
                    <a:ext uri="{FF2B5EF4-FFF2-40B4-BE49-F238E27FC236}">
                      <a16:creationId xmlns:a16="http://schemas.microsoft.com/office/drawing/2014/main" id="{645DA92B-17BF-B130-42DE-2ADBF6882D21}"/>
                    </a:ext>
                  </a:extLst>
                </p:cNvPr>
                <p:cNvSpPr/>
                <p:nvPr/>
              </p:nvSpPr>
              <p:spPr>
                <a:xfrm>
                  <a:off x="1975923" y="5692556"/>
                  <a:ext cx="180000" cy="180000"/>
                </a:xfrm>
                <a:prstGeom prst="ellipse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700">
                    <a:latin typeface="+mj-ea"/>
                    <a:ea typeface="+mj-ea"/>
                  </a:endParaRPr>
                </a:p>
              </p:txBody>
            </p:sp>
            <p:sp>
              <p:nvSpPr>
                <p:cNvPr id="174" name="타원 173">
                  <a:extLst>
                    <a:ext uri="{FF2B5EF4-FFF2-40B4-BE49-F238E27FC236}">
                      <a16:creationId xmlns:a16="http://schemas.microsoft.com/office/drawing/2014/main" id="{1AB5A1A8-C180-A8C4-C163-65390FD9904A}"/>
                    </a:ext>
                  </a:extLst>
                </p:cNvPr>
                <p:cNvSpPr/>
                <p:nvPr/>
              </p:nvSpPr>
              <p:spPr>
                <a:xfrm>
                  <a:off x="2022702" y="5877784"/>
                  <a:ext cx="180000" cy="180000"/>
                </a:xfrm>
                <a:prstGeom prst="ellipse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700">
                    <a:latin typeface="+mj-ea"/>
                    <a:ea typeface="+mj-ea"/>
                  </a:endParaRPr>
                </a:p>
              </p:txBody>
            </p:sp>
            <p:sp>
              <p:nvSpPr>
                <p:cNvPr id="175" name="타원 174">
                  <a:extLst>
                    <a:ext uri="{FF2B5EF4-FFF2-40B4-BE49-F238E27FC236}">
                      <a16:creationId xmlns:a16="http://schemas.microsoft.com/office/drawing/2014/main" id="{4CF089D7-26FA-65AA-2B9B-535D576DEA18}"/>
                    </a:ext>
                  </a:extLst>
                </p:cNvPr>
                <p:cNvSpPr/>
                <p:nvPr/>
              </p:nvSpPr>
              <p:spPr>
                <a:xfrm>
                  <a:off x="4790387" y="5111225"/>
                  <a:ext cx="400737" cy="422799"/>
                </a:xfrm>
                <a:prstGeom prst="ellipse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700">
                    <a:latin typeface="+mj-ea"/>
                    <a:ea typeface="+mj-ea"/>
                  </a:endParaRPr>
                </a:p>
              </p:txBody>
            </p:sp>
            <p:sp>
              <p:nvSpPr>
                <p:cNvPr id="176" name="타원 175">
                  <a:extLst>
                    <a:ext uri="{FF2B5EF4-FFF2-40B4-BE49-F238E27FC236}">
                      <a16:creationId xmlns:a16="http://schemas.microsoft.com/office/drawing/2014/main" id="{54895084-815B-5EC6-0C25-021BA3B1BEB0}"/>
                    </a:ext>
                  </a:extLst>
                </p:cNvPr>
                <p:cNvSpPr/>
                <p:nvPr/>
              </p:nvSpPr>
              <p:spPr>
                <a:xfrm>
                  <a:off x="217046" y="4564005"/>
                  <a:ext cx="1332338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700">
                      <a:latin typeface="+mj-ea"/>
                      <a:ea typeface="+mj-ea"/>
                    </a:rPr>
                    <a:t>M6</a:t>
                  </a:r>
                  <a:endParaRPr lang="ko-KR" altLang="en-US" sz="700">
                    <a:latin typeface="+mj-ea"/>
                    <a:ea typeface="+mj-ea"/>
                  </a:endParaRPr>
                </a:p>
                <a:p>
                  <a:pPr algn="ctr"/>
                  <a:r>
                    <a:rPr lang="ko-KR" altLang="en-US" sz="700" err="1">
                      <a:latin typeface="+mj-ea"/>
                      <a:ea typeface="+mj-ea"/>
                    </a:rPr>
                    <a:t>나사탭</a:t>
                  </a:r>
                  <a:endParaRPr lang="ko-KR" altLang="en-US" sz="700">
                    <a:latin typeface="+mj-ea"/>
                    <a:ea typeface="+mj-ea"/>
                  </a:endParaRPr>
                </a:p>
              </p:txBody>
            </p:sp>
            <p:sp>
              <p:nvSpPr>
                <p:cNvPr id="177" name="타원 176">
                  <a:extLst>
                    <a:ext uri="{FF2B5EF4-FFF2-40B4-BE49-F238E27FC236}">
                      <a16:creationId xmlns:a16="http://schemas.microsoft.com/office/drawing/2014/main" id="{E73DE527-EF3B-4300-31F5-F4084204DAFB}"/>
                    </a:ext>
                  </a:extLst>
                </p:cNvPr>
                <p:cNvSpPr/>
                <p:nvPr/>
              </p:nvSpPr>
              <p:spPr>
                <a:xfrm>
                  <a:off x="217046" y="5265895"/>
                  <a:ext cx="1332338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700" dirty="0">
                      <a:latin typeface="+mj-ea"/>
                      <a:ea typeface="+mj-ea"/>
                    </a:rPr>
                    <a:t>M4</a:t>
                  </a:r>
                  <a:endParaRPr lang="ko-KR" altLang="en-US" sz="700" dirty="0">
                    <a:latin typeface="+mj-ea"/>
                    <a:ea typeface="+mj-ea"/>
                  </a:endParaRPr>
                </a:p>
                <a:p>
                  <a:pPr algn="ctr"/>
                  <a:r>
                    <a:rPr lang="ko-KR" altLang="en-US" sz="7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7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78" name="타원 177">
                  <a:extLst>
                    <a:ext uri="{FF2B5EF4-FFF2-40B4-BE49-F238E27FC236}">
                      <a16:creationId xmlns:a16="http://schemas.microsoft.com/office/drawing/2014/main" id="{7C5F72C6-C5A5-73C2-45FA-CEAF791DE59F}"/>
                    </a:ext>
                  </a:extLst>
                </p:cNvPr>
                <p:cNvSpPr/>
                <p:nvPr/>
              </p:nvSpPr>
              <p:spPr>
                <a:xfrm>
                  <a:off x="217046" y="5967784"/>
                  <a:ext cx="1332338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700" dirty="0">
                      <a:latin typeface="+mj-ea"/>
                      <a:ea typeface="+mj-ea"/>
                    </a:rPr>
                    <a:t>M4</a:t>
                  </a:r>
                  <a:endParaRPr lang="ko-KR" altLang="en-US" sz="700" dirty="0">
                    <a:latin typeface="+mj-ea"/>
                    <a:ea typeface="+mj-ea"/>
                  </a:endParaRPr>
                </a:p>
                <a:p>
                  <a:pPr algn="ctr"/>
                  <a:r>
                    <a:rPr lang="ko-KR" altLang="en-US" sz="7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7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79" name="타원 178">
                  <a:extLst>
                    <a:ext uri="{FF2B5EF4-FFF2-40B4-BE49-F238E27FC236}">
                      <a16:creationId xmlns:a16="http://schemas.microsoft.com/office/drawing/2014/main" id="{D20824D3-B4CA-9E4B-65DC-8E7B0FAD744A}"/>
                    </a:ext>
                  </a:extLst>
                </p:cNvPr>
                <p:cNvSpPr/>
                <p:nvPr/>
              </p:nvSpPr>
              <p:spPr>
                <a:xfrm>
                  <a:off x="3266366" y="5926677"/>
                  <a:ext cx="1682801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700" dirty="0">
                      <a:latin typeface="+mj-ea"/>
                      <a:ea typeface="+mj-ea"/>
                    </a:rPr>
                    <a:t>도어 래치 커넥터</a:t>
                  </a:r>
                </a:p>
              </p:txBody>
            </p:sp>
            <p:sp>
              <p:nvSpPr>
                <p:cNvPr id="180" name="타원 179">
                  <a:extLst>
                    <a:ext uri="{FF2B5EF4-FFF2-40B4-BE49-F238E27FC236}">
                      <a16:creationId xmlns:a16="http://schemas.microsoft.com/office/drawing/2014/main" id="{5C608AC6-1783-1A3A-956D-EF7AECA25216}"/>
                    </a:ext>
                  </a:extLst>
                </p:cNvPr>
                <p:cNvSpPr/>
                <p:nvPr/>
              </p:nvSpPr>
              <p:spPr>
                <a:xfrm>
                  <a:off x="4964108" y="5782556"/>
                  <a:ext cx="1332338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700" dirty="0">
                      <a:latin typeface="+mj-ea"/>
                      <a:ea typeface="+mj-ea"/>
                    </a:rPr>
                    <a:t>래치 케이블</a:t>
                  </a:r>
                </a:p>
              </p:txBody>
            </p:sp>
            <p:cxnSp>
              <p:nvCxnSpPr>
                <p:cNvPr id="181" name="직선 화살표 연결선 180">
                  <a:extLst>
                    <a:ext uri="{FF2B5EF4-FFF2-40B4-BE49-F238E27FC236}">
                      <a16:creationId xmlns:a16="http://schemas.microsoft.com/office/drawing/2014/main" id="{A9B8F35F-A488-AC9E-250A-D1EF30A88656}"/>
                    </a:ext>
                  </a:extLst>
                </p:cNvPr>
                <p:cNvCxnSpPr>
                  <a:cxnSpLocks/>
                  <a:stCxn id="176" idx="6"/>
                  <a:endCxn id="172" idx="1"/>
                </p:cNvCxnSpPr>
                <p:nvPr/>
              </p:nvCxnSpPr>
              <p:spPr>
                <a:xfrm>
                  <a:off x="1549384" y="4881812"/>
                  <a:ext cx="628432" cy="392698"/>
                </a:xfrm>
                <a:prstGeom prst="straightConnector1">
                  <a:avLst/>
                </a:prstGeom>
                <a:ln>
                  <a:tailEnd type="triangle" w="lg" len="lg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직선 화살표 연결선 181">
                  <a:extLst>
                    <a:ext uri="{FF2B5EF4-FFF2-40B4-BE49-F238E27FC236}">
                      <a16:creationId xmlns:a16="http://schemas.microsoft.com/office/drawing/2014/main" id="{AA69C70F-DB33-0A2D-0A5A-F93FAD93B067}"/>
                    </a:ext>
                  </a:extLst>
                </p:cNvPr>
                <p:cNvCxnSpPr>
                  <a:cxnSpLocks/>
                  <a:stCxn id="177" idx="6"/>
                  <a:endCxn id="173" idx="1"/>
                </p:cNvCxnSpPr>
                <p:nvPr/>
              </p:nvCxnSpPr>
              <p:spPr>
                <a:xfrm>
                  <a:off x="1549384" y="5583702"/>
                  <a:ext cx="452899" cy="135214"/>
                </a:xfrm>
                <a:prstGeom prst="straightConnector1">
                  <a:avLst/>
                </a:prstGeom>
                <a:ln>
                  <a:tailEnd type="triangle" w="lg" len="lg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3" name="직선 화살표 연결선 182">
                  <a:extLst>
                    <a:ext uri="{FF2B5EF4-FFF2-40B4-BE49-F238E27FC236}">
                      <a16:creationId xmlns:a16="http://schemas.microsoft.com/office/drawing/2014/main" id="{301CFDA3-93B8-55B4-010F-D05F594CDAA8}"/>
                    </a:ext>
                  </a:extLst>
                </p:cNvPr>
                <p:cNvCxnSpPr>
                  <a:cxnSpLocks/>
                  <a:stCxn id="178" idx="6"/>
                  <a:endCxn id="174" idx="3"/>
                </p:cNvCxnSpPr>
                <p:nvPr/>
              </p:nvCxnSpPr>
              <p:spPr>
                <a:xfrm flipV="1">
                  <a:off x="1549384" y="6031424"/>
                  <a:ext cx="499678" cy="254167"/>
                </a:xfrm>
                <a:prstGeom prst="straightConnector1">
                  <a:avLst/>
                </a:prstGeom>
                <a:ln>
                  <a:tailEnd type="triangle" w="lg" len="lg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4" name="직선 화살표 연결선 183">
                  <a:extLst>
                    <a:ext uri="{FF2B5EF4-FFF2-40B4-BE49-F238E27FC236}">
                      <a16:creationId xmlns:a16="http://schemas.microsoft.com/office/drawing/2014/main" id="{4AC1D51C-1566-4B63-B345-4C9098B390B5}"/>
                    </a:ext>
                  </a:extLst>
                </p:cNvPr>
                <p:cNvCxnSpPr>
                  <a:cxnSpLocks/>
                  <a:stCxn id="179" idx="1"/>
                  <a:endCxn id="171" idx="6"/>
                </p:cNvCxnSpPr>
                <p:nvPr/>
              </p:nvCxnSpPr>
              <p:spPr>
                <a:xfrm flipH="1" flipV="1">
                  <a:off x="2879376" y="5915706"/>
                  <a:ext cx="633430" cy="104055"/>
                </a:xfrm>
                <a:prstGeom prst="straightConnector1">
                  <a:avLst/>
                </a:prstGeom>
                <a:ln>
                  <a:tailEnd type="triangle" w="lg" len="lg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직선 화살표 연결선 184">
                  <a:extLst>
                    <a:ext uri="{FF2B5EF4-FFF2-40B4-BE49-F238E27FC236}">
                      <a16:creationId xmlns:a16="http://schemas.microsoft.com/office/drawing/2014/main" id="{64D0AFC1-7C82-98D5-4764-042858C6B9BB}"/>
                    </a:ext>
                  </a:extLst>
                </p:cNvPr>
                <p:cNvCxnSpPr>
                  <a:cxnSpLocks/>
                  <a:stCxn id="169" idx="3"/>
                  <a:endCxn id="175" idx="5"/>
                </p:cNvCxnSpPr>
                <p:nvPr/>
              </p:nvCxnSpPr>
              <p:spPr>
                <a:xfrm flipH="1" flipV="1">
                  <a:off x="5132437" y="5472107"/>
                  <a:ext cx="280113" cy="313625"/>
                </a:xfrm>
                <a:prstGeom prst="straightConnector1">
                  <a:avLst/>
                </a:prstGeom>
                <a:ln>
                  <a:tailEnd type="triangle" w="lg" len="lg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pic>
        <p:nvPicPr>
          <p:cNvPr id="118" name="그림 117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EEEB09-3BAF-2ED4-01FC-63D140FFF9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944" y="5392896"/>
            <a:ext cx="1751162" cy="1313372"/>
          </a:xfrm>
          <a:prstGeom prst="rect">
            <a:avLst/>
          </a:prstGeom>
        </p:spPr>
      </p:pic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78EEA226-457F-DD10-3D3A-ADC252423CE6}"/>
              </a:ext>
            </a:extLst>
          </p:cNvPr>
          <p:cNvGrpSpPr/>
          <p:nvPr/>
        </p:nvGrpSpPr>
        <p:grpSpPr>
          <a:xfrm>
            <a:off x="3759857" y="1052915"/>
            <a:ext cx="1409378" cy="1116772"/>
            <a:chOff x="7731310" y="1193508"/>
            <a:chExt cx="1436105" cy="1058639"/>
          </a:xfrm>
        </p:grpSpPr>
        <p:pic>
          <p:nvPicPr>
            <p:cNvPr id="120" name="그래픽 119" descr="데이터베이스 단색으로 채워진">
              <a:extLst>
                <a:ext uri="{FF2B5EF4-FFF2-40B4-BE49-F238E27FC236}">
                  <a16:creationId xmlns:a16="http://schemas.microsoft.com/office/drawing/2014/main" id="{718B70F4-BDEC-C58A-026A-B2900F6CBE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63B83AEF-33A7-28A4-1D6A-6AF1770169E7}"/>
                </a:ext>
              </a:extLst>
            </p:cNvPr>
            <p:cNvSpPr txBox="1"/>
            <p:nvPr/>
          </p:nvSpPr>
          <p:spPr>
            <a:xfrm>
              <a:off x="7731310" y="2018743"/>
              <a:ext cx="1436105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Item Specification Data</a:t>
              </a:r>
              <a:endParaRPr lang="ko-KR" altLang="en-US" sz="1000" dirty="0"/>
            </a:p>
          </p:txBody>
        </p: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327D4894-6DC9-8421-B2F5-9ED3C00026D7}"/>
              </a:ext>
            </a:extLst>
          </p:cNvPr>
          <p:cNvSpPr/>
          <p:nvPr/>
        </p:nvSpPr>
        <p:spPr>
          <a:xfrm>
            <a:off x="8102388" y="2282003"/>
            <a:ext cx="816326" cy="501512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5F898E0A-C3DD-971B-4E7F-F2A1D0750070}"/>
              </a:ext>
            </a:extLst>
          </p:cNvPr>
          <p:cNvGrpSpPr/>
          <p:nvPr/>
        </p:nvGrpSpPr>
        <p:grpSpPr>
          <a:xfrm>
            <a:off x="6367779" y="974360"/>
            <a:ext cx="1409378" cy="1116772"/>
            <a:chOff x="7731310" y="1193508"/>
            <a:chExt cx="1436105" cy="1058639"/>
          </a:xfrm>
        </p:grpSpPr>
        <p:pic>
          <p:nvPicPr>
            <p:cNvPr id="133" name="그래픽 132" descr="데이터베이스 단색으로 채워진">
              <a:extLst>
                <a:ext uri="{FF2B5EF4-FFF2-40B4-BE49-F238E27FC236}">
                  <a16:creationId xmlns:a16="http://schemas.microsoft.com/office/drawing/2014/main" id="{7FB68400-4403-ED04-6B45-222701B6600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5E9B4DB1-2B41-452A-9AB9-9040F3B18C6C}"/>
                </a:ext>
              </a:extLst>
            </p:cNvPr>
            <p:cNvSpPr txBox="1"/>
            <p:nvPr/>
          </p:nvSpPr>
          <p:spPr>
            <a:xfrm>
              <a:off x="7731310" y="2018743"/>
              <a:ext cx="1436105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Item Specification Data</a:t>
              </a:r>
              <a:endParaRPr lang="ko-KR" altLang="en-US" sz="1000" dirty="0"/>
            </a:p>
          </p:txBody>
        </p:sp>
      </p:grp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BF3EABFC-B046-D99E-4D87-7B18A79C1953}"/>
              </a:ext>
            </a:extLst>
          </p:cNvPr>
          <p:cNvGrpSpPr/>
          <p:nvPr/>
        </p:nvGrpSpPr>
        <p:grpSpPr>
          <a:xfrm>
            <a:off x="7706814" y="1015351"/>
            <a:ext cx="1529700" cy="1065829"/>
            <a:chOff x="7670009" y="1193508"/>
            <a:chExt cx="1558708" cy="1010348"/>
          </a:xfrm>
        </p:grpSpPr>
        <p:pic>
          <p:nvPicPr>
            <p:cNvPr id="144" name="그래픽 143" descr="데이터베이스 단색으로 채워진">
              <a:extLst>
                <a:ext uri="{FF2B5EF4-FFF2-40B4-BE49-F238E27FC236}">
                  <a16:creationId xmlns:a16="http://schemas.microsoft.com/office/drawing/2014/main" id="{CDE4BFD2-3A50-B897-C970-3330BC511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8CCCB9F-C628-3DC8-1CFD-1E4C0941F518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</a:t>
              </a:r>
              <a:endParaRPr lang="ko-KR" altLang="en-US" sz="1000" dirty="0"/>
            </a:p>
          </p:txBody>
        </p: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A6640C9B-CCF1-89B4-20EB-74D528C8F4C8}"/>
              </a:ext>
            </a:extLst>
          </p:cNvPr>
          <p:cNvGrpSpPr/>
          <p:nvPr/>
        </p:nvGrpSpPr>
        <p:grpSpPr>
          <a:xfrm>
            <a:off x="819384" y="4079091"/>
            <a:ext cx="1549596" cy="1147359"/>
            <a:chOff x="1240432" y="3651070"/>
            <a:chExt cx="1549596" cy="1147359"/>
          </a:xfrm>
        </p:grpSpPr>
        <p:pic>
          <p:nvPicPr>
            <p:cNvPr id="151" name="그래픽 150" descr="문서 단색으로 채워진">
              <a:extLst>
                <a:ext uri="{FF2B5EF4-FFF2-40B4-BE49-F238E27FC236}">
                  <a16:creationId xmlns:a16="http://schemas.microsoft.com/office/drawing/2014/main" id="{78619388-19F1-1205-65BE-446CA32BF0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558030" y="3651070"/>
              <a:ext cx="914400" cy="914400"/>
            </a:xfrm>
            <a:prstGeom prst="rect">
              <a:avLst/>
            </a:prstGeom>
          </p:spPr>
        </p:pic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FB747AE6-4A94-8145-AC1C-9DB057C884A4}"/>
                </a:ext>
              </a:extLst>
            </p:cNvPr>
            <p:cNvSpPr txBox="1"/>
            <p:nvPr/>
          </p:nvSpPr>
          <p:spPr>
            <a:xfrm>
              <a:off x="1240432" y="4552208"/>
              <a:ext cx="154959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End Item List/Bom data</a:t>
              </a:r>
              <a:endParaRPr lang="ko-KR" altLang="en-US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18616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C6481-1443-88C4-CAE1-2037AE314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사각형: 둥근 모서리 153">
            <a:extLst>
              <a:ext uri="{FF2B5EF4-FFF2-40B4-BE49-F238E27FC236}">
                <a16:creationId xmlns:a16="http://schemas.microsoft.com/office/drawing/2014/main" id="{30E7034A-838A-E6CE-D5DB-A9F27BD22A90}"/>
              </a:ext>
            </a:extLst>
          </p:cNvPr>
          <p:cNvSpPr/>
          <p:nvPr/>
        </p:nvSpPr>
        <p:spPr>
          <a:xfrm>
            <a:off x="6032830" y="804002"/>
            <a:ext cx="5904050" cy="5921346"/>
          </a:xfrm>
          <a:prstGeom prst="roundRect">
            <a:avLst>
              <a:gd name="adj" fmla="val 5207"/>
            </a:avLst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4BF561-A57A-24F7-4451-F010B2A139C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1DC8FE-01A1-0ABA-8A2C-1153C62BFEB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450609AE-DF92-848B-E9ED-47C5A40D32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9D470ED9-AB6D-7877-22B8-377CBEC1A82F}"/>
              </a:ext>
            </a:extLst>
          </p:cNvPr>
          <p:cNvGraphicFramePr>
            <a:graphicFrameLocks noGrp="1"/>
          </p:cNvGraphicFramePr>
          <p:nvPr/>
        </p:nvGraphicFramePr>
        <p:xfrm>
          <a:off x="6493885" y="4987974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48CC3D9D-C98B-7D0D-8D3F-0A09143D114D}"/>
              </a:ext>
            </a:extLst>
          </p:cNvPr>
          <p:cNvGrpSpPr/>
          <p:nvPr/>
        </p:nvGrpSpPr>
        <p:grpSpPr>
          <a:xfrm>
            <a:off x="7049511" y="5316500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ADCB4C72-A7DD-A3E6-C965-AC55701417D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BB6F0D86-3B65-CA5E-676B-CEEAC578619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7DB79429-6321-2D9D-A7EA-A12A6ECEABDB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79D59F1F-CD10-60A9-2552-EB93D1F1E00B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F9CAA47E-791B-526F-1ACE-1AA84D1D1B6F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4114DF9-7411-220B-C87D-90452C3AE755}"/>
              </a:ext>
            </a:extLst>
          </p:cNvPr>
          <p:cNvGrpSpPr/>
          <p:nvPr/>
        </p:nvGrpSpPr>
        <p:grpSpPr>
          <a:xfrm>
            <a:off x="7049511" y="5816578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4026AEE2-9B39-D562-D509-9DCC73BF9DD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7D8D2537-D8A0-DF86-71CA-F976F331F06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C9CDDC41-B036-0EA1-397E-4E6C232DBD3A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5CBCDCDB-F5EB-F331-E079-05BC4945E6A4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063C385C-FCBE-9813-1985-2EF7930B1C01}"/>
              </a:ext>
            </a:extLst>
          </p:cNvPr>
          <p:cNvSpPr txBox="1"/>
          <p:nvPr/>
        </p:nvSpPr>
        <p:spPr>
          <a:xfrm>
            <a:off x="6222540" y="6509904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C946FC7-8E0B-9184-2C86-F8FAD955A5BB}"/>
              </a:ext>
            </a:extLst>
          </p:cNvPr>
          <p:cNvSpPr/>
          <p:nvPr/>
        </p:nvSpPr>
        <p:spPr>
          <a:xfrm>
            <a:off x="8471664" y="5124938"/>
            <a:ext cx="1021246" cy="98249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3C48FE98-C3C5-2ABA-FAA9-5915C2748CF6}"/>
              </a:ext>
            </a:extLst>
          </p:cNvPr>
          <p:cNvGrpSpPr/>
          <p:nvPr/>
        </p:nvGrpSpPr>
        <p:grpSpPr>
          <a:xfrm>
            <a:off x="10200896" y="5056269"/>
            <a:ext cx="1545628" cy="1453636"/>
            <a:chOff x="9546077" y="3179193"/>
            <a:chExt cx="2381250" cy="2086021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DA1E1986-C1BD-769B-487A-0017A55FEFCB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374B0CB9-4AEA-D1EA-6275-E4E8113C3E88}"/>
                </a:ext>
              </a:extLst>
            </p:cNvPr>
            <p:cNvSpPr/>
            <p:nvPr/>
          </p:nvSpPr>
          <p:spPr>
            <a:xfrm>
              <a:off x="9575807" y="3179193"/>
              <a:ext cx="1747864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31DD0A39-0302-65FF-0393-32648DB132DB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65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2E1B7B5F-9805-F18D-7FD0-1471EFB70725}"/>
              </a:ext>
            </a:extLst>
          </p:cNvPr>
          <p:cNvSpPr/>
          <p:nvPr/>
        </p:nvSpPr>
        <p:spPr>
          <a:xfrm>
            <a:off x="6614761" y="2582330"/>
            <a:ext cx="4950570" cy="225765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938E9FE6-32E8-D0A5-0CE1-2805970F8564}"/>
              </a:ext>
            </a:extLst>
          </p:cNvPr>
          <p:cNvGrpSpPr/>
          <p:nvPr/>
        </p:nvGrpSpPr>
        <p:grpSpPr>
          <a:xfrm>
            <a:off x="6754587" y="4424962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CFCDF1A5-9778-BC8E-E454-008AA3B3C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48588BE6-70DF-EBA7-6061-ABE1E4BF32BA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B7B4393B-CE8A-E5F1-2F5F-278272637690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A1B85725-15AF-7416-F5E2-9981A20F84D3}"/>
              </a:ext>
            </a:extLst>
          </p:cNvPr>
          <p:cNvSpPr/>
          <p:nvPr/>
        </p:nvSpPr>
        <p:spPr>
          <a:xfrm>
            <a:off x="8126727" y="310185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기록 시스템</a:t>
            </a:r>
            <a:endParaRPr lang="en-US" altLang="ko-KR" sz="1000" dirty="0"/>
          </a:p>
          <a:p>
            <a:pPr algn="ctr"/>
            <a:endParaRPr lang="en-US" altLang="ko-KR" sz="1000" dirty="0"/>
          </a:p>
          <a:p>
            <a:pPr algn="ctr"/>
            <a:r>
              <a:rPr lang="en-US" altLang="ko-KR" sz="1000" dirty="0"/>
              <a:t>State </a:t>
            </a:r>
            <a:r>
              <a:rPr lang="ko-KR" altLang="en-US" sz="1000" dirty="0"/>
              <a:t>관리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0E27DB0F-5149-ADD3-08F1-42FDB94A858D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8F5FB761-0DD3-AF91-6677-79719FC5D6EF}"/>
              </a:ext>
            </a:extLst>
          </p:cNvPr>
          <p:cNvSpPr/>
          <p:nvPr/>
        </p:nvSpPr>
        <p:spPr>
          <a:xfrm>
            <a:off x="5515883" y="2582161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70BBB038-0F38-E478-6CF1-4884B3A77317}"/>
              </a:ext>
            </a:extLst>
          </p:cNvPr>
          <p:cNvGrpSpPr/>
          <p:nvPr/>
        </p:nvGrpSpPr>
        <p:grpSpPr>
          <a:xfrm>
            <a:off x="9133561" y="1036062"/>
            <a:ext cx="2796914" cy="1392955"/>
            <a:chOff x="6581079" y="1038060"/>
            <a:chExt cx="2796914" cy="1392955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AEA38097-A484-CC06-9CFF-7AE5CD0A194E}"/>
                </a:ext>
              </a:extLst>
            </p:cNvPr>
            <p:cNvGrpSpPr/>
            <p:nvPr/>
          </p:nvGrpSpPr>
          <p:grpSpPr>
            <a:xfrm>
              <a:off x="6581079" y="1038060"/>
              <a:ext cx="1308643" cy="955300"/>
              <a:chOff x="567997" y="1152609"/>
              <a:chExt cx="1734024" cy="1326750"/>
            </a:xfrm>
          </p:grpSpPr>
          <p:grpSp>
            <p:nvGrpSpPr>
              <p:cNvPr id="32" name="그룹 31">
                <a:extLst>
                  <a:ext uri="{FF2B5EF4-FFF2-40B4-BE49-F238E27FC236}">
                    <a16:creationId xmlns:a16="http://schemas.microsoft.com/office/drawing/2014/main" id="{D5C8B681-6C36-2BE4-157A-8CAE9DF9AD42}"/>
                  </a:ext>
                </a:extLst>
              </p:cNvPr>
              <p:cNvGrpSpPr/>
              <p:nvPr/>
            </p:nvGrpSpPr>
            <p:grpSpPr>
              <a:xfrm>
                <a:off x="696016" y="1152609"/>
                <a:ext cx="1477987" cy="957071"/>
                <a:chOff x="1299418" y="1152609"/>
                <a:chExt cx="1544859" cy="1004487"/>
              </a:xfrm>
            </p:grpSpPr>
            <p:grpSp>
              <p:nvGrpSpPr>
                <p:cNvPr id="6" name="그룹 5">
                  <a:extLst>
                    <a:ext uri="{FF2B5EF4-FFF2-40B4-BE49-F238E27FC236}">
                      <a16:creationId xmlns:a16="http://schemas.microsoft.com/office/drawing/2014/main" id="{7DABAB5A-ADE4-58BB-493A-DE1E3449116C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7" name="타원 6">
                    <a:extLst>
                      <a:ext uri="{FF2B5EF4-FFF2-40B4-BE49-F238E27FC236}">
                        <a16:creationId xmlns:a16="http://schemas.microsoft.com/office/drawing/2014/main" id="{3F5DE480-1572-E8DA-9A06-6D37CFB8C77D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" name="타원 7">
                    <a:extLst>
                      <a:ext uri="{FF2B5EF4-FFF2-40B4-BE49-F238E27FC236}">
                        <a16:creationId xmlns:a16="http://schemas.microsoft.com/office/drawing/2014/main" id="{A772ED36-2046-2354-BEFB-758B3F1B4028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9" name="직선 연결선 8">
                    <a:extLst>
                      <a:ext uri="{FF2B5EF4-FFF2-40B4-BE49-F238E27FC236}">
                        <a16:creationId xmlns:a16="http://schemas.microsoft.com/office/drawing/2014/main" id="{656D1EF4-AEB6-F139-1579-F53E7C90AA56}"/>
                      </a:ext>
                    </a:extLst>
                  </p:cNvPr>
                  <p:cNvCxnSpPr>
                    <a:cxnSpLocks/>
                    <a:endCxn id="7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" name="직선 연결선 9">
                    <a:extLst>
                      <a:ext uri="{FF2B5EF4-FFF2-40B4-BE49-F238E27FC236}">
                        <a16:creationId xmlns:a16="http://schemas.microsoft.com/office/drawing/2014/main" id="{88E74A31-94E5-2B64-D826-12B4AD695ACE}"/>
                      </a:ext>
                    </a:extLst>
                  </p:cNvPr>
                  <p:cNvCxnSpPr>
                    <a:cxnSpLocks/>
                    <a:stCxn id="8" idx="2"/>
                    <a:endCxn id="7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1" name="그룹 10">
                    <a:extLst>
                      <a:ext uri="{FF2B5EF4-FFF2-40B4-BE49-F238E27FC236}">
                        <a16:creationId xmlns:a16="http://schemas.microsoft.com/office/drawing/2014/main" id="{6ED9419B-E702-D4A1-09B6-DE5FD85EA0F5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12" name="사각형: 둥근 모서리 11">
                      <a:extLst>
                        <a:ext uri="{FF2B5EF4-FFF2-40B4-BE49-F238E27FC236}">
                          <a16:creationId xmlns:a16="http://schemas.microsoft.com/office/drawing/2014/main" id="{05CA5747-D2F6-A8E7-EFE0-ADDCAE655F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13" name="타원 12">
                      <a:extLst>
                        <a:ext uri="{FF2B5EF4-FFF2-40B4-BE49-F238E27FC236}">
                          <a16:creationId xmlns:a16="http://schemas.microsoft.com/office/drawing/2014/main" id="{66D0C1CC-55EE-5F42-77E3-CE38A33AD6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14" name="타원 13">
                      <a:extLst>
                        <a:ext uri="{FF2B5EF4-FFF2-40B4-BE49-F238E27FC236}">
                          <a16:creationId xmlns:a16="http://schemas.microsoft.com/office/drawing/2014/main" id="{28EE7342-1346-8B20-4F6D-C386857895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15" name="타원 14">
                      <a:extLst>
                        <a:ext uri="{FF2B5EF4-FFF2-40B4-BE49-F238E27FC236}">
                          <a16:creationId xmlns:a16="http://schemas.microsoft.com/office/drawing/2014/main" id="{1C0F0E88-0645-797C-5BFD-B74E3F0C5E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16" name="그룹 15">
                  <a:extLst>
                    <a:ext uri="{FF2B5EF4-FFF2-40B4-BE49-F238E27FC236}">
                      <a16:creationId xmlns:a16="http://schemas.microsoft.com/office/drawing/2014/main" id="{B8B22478-DBC0-2CE7-A523-2E3862CD22F5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2FA2F6EC-B168-9927-998C-93CA06E79AD5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18" name="그룹 17">
                    <a:extLst>
                      <a:ext uri="{FF2B5EF4-FFF2-40B4-BE49-F238E27FC236}">
                        <a16:creationId xmlns:a16="http://schemas.microsoft.com/office/drawing/2014/main" id="{F3C918D4-706B-48DC-09FD-E966D66EA067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26" name="사각형: 둥근 모서리 25">
                      <a:extLst>
                        <a:ext uri="{FF2B5EF4-FFF2-40B4-BE49-F238E27FC236}">
                          <a16:creationId xmlns:a16="http://schemas.microsoft.com/office/drawing/2014/main" id="{2D18962C-D503-85B9-45E0-2CE552E841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27" name="그룹 26">
                      <a:extLst>
                        <a:ext uri="{FF2B5EF4-FFF2-40B4-BE49-F238E27FC236}">
                          <a16:creationId xmlns:a16="http://schemas.microsoft.com/office/drawing/2014/main" id="{F2DBC727-39FD-0246-33CA-ABC571990DE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29" name="타원 28">
                        <a:extLst>
                          <a:ext uri="{FF2B5EF4-FFF2-40B4-BE49-F238E27FC236}">
                            <a16:creationId xmlns:a16="http://schemas.microsoft.com/office/drawing/2014/main" id="{4E1E5FA1-7F05-96AD-4034-DECB9A6947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30" name="타원 29">
                        <a:extLst>
                          <a:ext uri="{FF2B5EF4-FFF2-40B4-BE49-F238E27FC236}">
                            <a16:creationId xmlns:a16="http://schemas.microsoft.com/office/drawing/2014/main" id="{CCC2CED4-E81E-7782-E38D-5437E2DE31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31" name="타원 30">
                        <a:extLst>
                          <a:ext uri="{FF2B5EF4-FFF2-40B4-BE49-F238E27FC236}">
                            <a16:creationId xmlns:a16="http://schemas.microsoft.com/office/drawing/2014/main" id="{F32F003D-A8BD-F0FE-9776-316A782A6A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28" name="타원 27">
                      <a:extLst>
                        <a:ext uri="{FF2B5EF4-FFF2-40B4-BE49-F238E27FC236}">
                          <a16:creationId xmlns:a16="http://schemas.microsoft.com/office/drawing/2014/main" id="{1E8C8790-9855-44D0-6D45-06B1DE9E9C2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19" name="타원 18">
                    <a:extLst>
                      <a:ext uri="{FF2B5EF4-FFF2-40B4-BE49-F238E27FC236}">
                        <a16:creationId xmlns:a16="http://schemas.microsoft.com/office/drawing/2014/main" id="{198B4D8F-312D-DC69-DBBB-C36809272E12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235F29DB-2CA3-3109-DF23-DFA9E152275C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E0146721-171E-040C-C7A1-7BA8CA82B039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22" name="직선 연결선 21">
                    <a:extLst>
                      <a:ext uri="{FF2B5EF4-FFF2-40B4-BE49-F238E27FC236}">
                        <a16:creationId xmlns:a16="http://schemas.microsoft.com/office/drawing/2014/main" id="{90598107-81B4-30D8-10C8-C51124386CFA}"/>
                      </a:ext>
                    </a:extLst>
                  </p:cNvPr>
                  <p:cNvCxnSpPr>
                    <a:cxnSpLocks/>
                    <a:endCxn id="17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직선 연결선 22">
                    <a:extLst>
                      <a:ext uri="{FF2B5EF4-FFF2-40B4-BE49-F238E27FC236}">
                        <a16:creationId xmlns:a16="http://schemas.microsoft.com/office/drawing/2014/main" id="{28DDBE14-F8A2-053B-ADDF-9F73DC3B58A9}"/>
                      </a:ext>
                    </a:extLst>
                  </p:cNvPr>
                  <p:cNvCxnSpPr>
                    <a:cxnSpLocks/>
                    <a:stCxn id="17" idx="7"/>
                    <a:endCxn id="19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직선 연결선 23">
                    <a:extLst>
                      <a:ext uri="{FF2B5EF4-FFF2-40B4-BE49-F238E27FC236}">
                        <a16:creationId xmlns:a16="http://schemas.microsoft.com/office/drawing/2014/main" id="{090B48C5-2073-2EDF-E595-B3D0F3FC966F}"/>
                      </a:ext>
                    </a:extLst>
                  </p:cNvPr>
                  <p:cNvCxnSpPr>
                    <a:cxnSpLocks/>
                    <a:stCxn id="20" idx="1"/>
                    <a:endCxn id="17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직선 연결선 24">
                    <a:extLst>
                      <a:ext uri="{FF2B5EF4-FFF2-40B4-BE49-F238E27FC236}">
                        <a16:creationId xmlns:a16="http://schemas.microsoft.com/office/drawing/2014/main" id="{C23F2DC5-3037-ACB5-E82E-5A37D0FC0463}"/>
                      </a:ext>
                    </a:extLst>
                  </p:cNvPr>
                  <p:cNvCxnSpPr>
                    <a:cxnSpLocks/>
                    <a:stCxn id="21" idx="7"/>
                    <a:endCxn id="17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B1BC733-48F9-92EE-81B3-DC3BA42FE0FA}"/>
                  </a:ext>
                </a:extLst>
              </p:cNvPr>
              <p:cNvSpPr txBox="1"/>
              <p:nvPr/>
            </p:nvSpPr>
            <p:spPr>
              <a:xfrm>
                <a:off x="567997" y="2227359"/>
                <a:ext cx="1734024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 입력</a:t>
                </a:r>
              </a:p>
            </p:txBody>
          </p: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10ADE262-A1DF-EC80-C7C0-8224018D0B35}"/>
                </a:ext>
              </a:extLst>
            </p:cNvPr>
            <p:cNvGrpSpPr/>
            <p:nvPr/>
          </p:nvGrpSpPr>
          <p:grpSpPr>
            <a:xfrm>
              <a:off x="7852818" y="1055077"/>
              <a:ext cx="1525175" cy="999873"/>
              <a:chOff x="2438097" y="1177547"/>
              <a:chExt cx="1525175" cy="999873"/>
            </a:xfrm>
          </p:grpSpPr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84C388A9-BA54-DA46-2E77-0BECD9C1FB62}"/>
                  </a:ext>
                </a:extLst>
              </p:cNvPr>
              <p:cNvGrpSpPr/>
              <p:nvPr/>
            </p:nvGrpSpPr>
            <p:grpSpPr>
              <a:xfrm>
                <a:off x="2598255" y="1177547"/>
                <a:ext cx="1204859" cy="669888"/>
                <a:chOff x="2567856" y="1152608"/>
                <a:chExt cx="1577232" cy="802664"/>
              </a:xfrm>
            </p:grpSpPr>
            <p:cxnSp>
              <p:nvCxnSpPr>
                <p:cNvPr id="101" name="직선 연결선 100">
                  <a:extLst>
                    <a:ext uri="{FF2B5EF4-FFF2-40B4-BE49-F238E27FC236}">
                      <a16:creationId xmlns:a16="http://schemas.microsoft.com/office/drawing/2014/main" id="{ABEDAD64-BEA7-3AC3-5C81-B9883E3D585B}"/>
                    </a:ext>
                  </a:extLst>
                </p:cNvPr>
                <p:cNvCxnSpPr>
                  <a:cxnSpLocks/>
                  <a:stCxn id="112" idx="4"/>
                  <a:endCxn id="114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타원 101">
                  <a:extLst>
                    <a:ext uri="{FF2B5EF4-FFF2-40B4-BE49-F238E27FC236}">
                      <a16:creationId xmlns:a16="http://schemas.microsoft.com/office/drawing/2014/main" id="{CFFFA60A-8464-E7F7-6192-2535BB0BCB69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03" name="직선 연결선 102">
                  <a:extLst>
                    <a:ext uri="{FF2B5EF4-FFF2-40B4-BE49-F238E27FC236}">
                      <a16:creationId xmlns:a16="http://schemas.microsoft.com/office/drawing/2014/main" id="{9E61C5ED-36E1-0A5F-32B2-716CB1D035BB}"/>
                    </a:ext>
                  </a:extLst>
                </p:cNvPr>
                <p:cNvCxnSpPr>
                  <a:cxnSpLocks/>
                  <a:stCxn id="111" idx="2"/>
                  <a:endCxn id="102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4" name="타원 103">
                  <a:extLst>
                    <a:ext uri="{FF2B5EF4-FFF2-40B4-BE49-F238E27FC236}">
                      <a16:creationId xmlns:a16="http://schemas.microsoft.com/office/drawing/2014/main" id="{C6863FD1-80BE-AE73-2F19-4F58EBE47C38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05" name="직선 연결선 104">
                  <a:extLst>
                    <a:ext uri="{FF2B5EF4-FFF2-40B4-BE49-F238E27FC236}">
                      <a16:creationId xmlns:a16="http://schemas.microsoft.com/office/drawing/2014/main" id="{E6C85B92-FB55-64C7-F9FA-6EF82AC86D2C}"/>
                    </a:ext>
                  </a:extLst>
                </p:cNvPr>
                <p:cNvCxnSpPr>
                  <a:cxnSpLocks/>
                  <a:stCxn id="108" idx="1"/>
                  <a:endCxn id="104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6" name="타원 105">
                  <a:extLst>
                    <a:ext uri="{FF2B5EF4-FFF2-40B4-BE49-F238E27FC236}">
                      <a16:creationId xmlns:a16="http://schemas.microsoft.com/office/drawing/2014/main" id="{8DBE80B8-F783-1AAB-6BCD-6C0BEF6784E5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07" name="직선 연결선 106">
                  <a:extLst>
                    <a:ext uri="{FF2B5EF4-FFF2-40B4-BE49-F238E27FC236}">
                      <a16:creationId xmlns:a16="http://schemas.microsoft.com/office/drawing/2014/main" id="{C29B13FA-4588-8D83-53FD-DDEACE6C3026}"/>
                    </a:ext>
                  </a:extLst>
                </p:cNvPr>
                <p:cNvCxnSpPr>
                  <a:cxnSpLocks/>
                  <a:stCxn id="112" idx="6"/>
                  <a:endCxn id="106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8" name="사각형: 둥근 모서리 107">
                  <a:extLst>
                    <a:ext uri="{FF2B5EF4-FFF2-40B4-BE49-F238E27FC236}">
                      <a16:creationId xmlns:a16="http://schemas.microsoft.com/office/drawing/2014/main" id="{110964A5-486E-CECF-FD0B-BED65E7EC4B7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09" name="사각형: 둥근 모서리 108">
                  <a:extLst>
                    <a:ext uri="{FF2B5EF4-FFF2-40B4-BE49-F238E27FC236}">
                      <a16:creationId xmlns:a16="http://schemas.microsoft.com/office/drawing/2014/main" id="{A0D9D07F-98B1-B454-7351-851353E5AEA1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10" name="직선 연결선 109">
                  <a:extLst>
                    <a:ext uri="{FF2B5EF4-FFF2-40B4-BE49-F238E27FC236}">
                      <a16:creationId xmlns:a16="http://schemas.microsoft.com/office/drawing/2014/main" id="{F8B30068-973A-3941-D7E5-1EE6EBE803D3}"/>
                    </a:ext>
                  </a:extLst>
                </p:cNvPr>
                <p:cNvCxnSpPr>
                  <a:cxnSpLocks/>
                  <a:stCxn id="109" idx="3"/>
                  <a:endCxn id="102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11" name="타원 110">
                  <a:extLst>
                    <a:ext uri="{FF2B5EF4-FFF2-40B4-BE49-F238E27FC236}">
                      <a16:creationId xmlns:a16="http://schemas.microsoft.com/office/drawing/2014/main" id="{7B8BE4B7-7669-6709-B7E0-79BA45F38527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12" name="타원 111">
                  <a:extLst>
                    <a:ext uri="{FF2B5EF4-FFF2-40B4-BE49-F238E27FC236}">
                      <a16:creationId xmlns:a16="http://schemas.microsoft.com/office/drawing/2014/main" id="{575AC07B-DE4D-C5D6-7195-11E2F10E251F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13" name="타원 112">
                  <a:extLst>
                    <a:ext uri="{FF2B5EF4-FFF2-40B4-BE49-F238E27FC236}">
                      <a16:creationId xmlns:a16="http://schemas.microsoft.com/office/drawing/2014/main" id="{FC0D0AEA-BA9E-A415-8796-3D453F0C390F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747AA481-CD07-74B9-F1A6-671315CD8B2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15" name="직선 연결선 114">
                  <a:extLst>
                    <a:ext uri="{FF2B5EF4-FFF2-40B4-BE49-F238E27FC236}">
                      <a16:creationId xmlns:a16="http://schemas.microsoft.com/office/drawing/2014/main" id="{881CCA45-084C-3651-4132-E24154AB6061}"/>
                    </a:ext>
                  </a:extLst>
                </p:cNvPr>
                <p:cNvCxnSpPr>
                  <a:cxnSpLocks/>
                  <a:stCxn id="114" idx="4"/>
                  <a:endCxn id="113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직선 연결선 115">
                  <a:extLst>
                    <a:ext uri="{FF2B5EF4-FFF2-40B4-BE49-F238E27FC236}">
                      <a16:creationId xmlns:a16="http://schemas.microsoft.com/office/drawing/2014/main" id="{692FC1C7-11F9-95B7-766A-80A78528600C}"/>
                    </a:ext>
                  </a:extLst>
                </p:cNvPr>
                <p:cNvCxnSpPr>
                  <a:cxnSpLocks/>
                  <a:stCxn id="108" idx="2"/>
                  <a:endCxn id="109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1E487C44-1C21-4E98-4842-7A16C8E7D095}"/>
                  </a:ext>
                </a:extLst>
              </p:cNvPr>
              <p:cNvSpPr txBox="1"/>
              <p:nvPr/>
            </p:nvSpPr>
            <p:spPr>
              <a:xfrm>
                <a:off x="2438097" y="1931199"/>
                <a:ext cx="15251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  <p:sp>
          <p:nvSpPr>
            <p:cNvPr id="147" name="화살표: 아래쪽 146">
              <a:extLst>
                <a:ext uri="{FF2B5EF4-FFF2-40B4-BE49-F238E27FC236}">
                  <a16:creationId xmlns:a16="http://schemas.microsoft.com/office/drawing/2014/main" id="{C7CA858C-0EEF-8E02-4E72-66B64B3E5822}"/>
                </a:ext>
              </a:extLst>
            </p:cNvPr>
            <p:cNvSpPr/>
            <p:nvPr/>
          </p:nvSpPr>
          <p:spPr>
            <a:xfrm>
              <a:off x="6968357" y="2186735"/>
              <a:ext cx="471054" cy="244280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화살표: 아래쪽 165">
              <a:extLst>
                <a:ext uri="{FF2B5EF4-FFF2-40B4-BE49-F238E27FC236}">
                  <a16:creationId xmlns:a16="http://schemas.microsoft.com/office/drawing/2014/main" id="{14AB66C0-46E9-5B9F-0FC4-B10DD6AEA989}"/>
                </a:ext>
              </a:extLst>
            </p:cNvPr>
            <p:cNvSpPr/>
            <p:nvPr/>
          </p:nvSpPr>
          <p:spPr>
            <a:xfrm>
              <a:off x="8354135" y="2186735"/>
              <a:ext cx="471054" cy="244280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5F884F7C-3EF3-565F-B133-949D836AF718}"/>
              </a:ext>
            </a:extLst>
          </p:cNvPr>
          <p:cNvSpPr/>
          <p:nvPr/>
        </p:nvSpPr>
        <p:spPr>
          <a:xfrm>
            <a:off x="7965693" y="5359657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B129274A-1BE4-0A13-24CC-60658B010094}"/>
              </a:ext>
            </a:extLst>
          </p:cNvPr>
          <p:cNvSpPr/>
          <p:nvPr/>
        </p:nvSpPr>
        <p:spPr>
          <a:xfrm>
            <a:off x="9748273" y="5396759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00F34042-B8D8-1EF4-5DF6-65542694FE82}"/>
              </a:ext>
            </a:extLst>
          </p:cNvPr>
          <p:cNvSpPr/>
          <p:nvPr/>
        </p:nvSpPr>
        <p:spPr>
          <a:xfrm>
            <a:off x="6683937" y="2296263"/>
            <a:ext cx="816326" cy="501512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6415C4AE-7F26-F5A3-CFE9-5CF13A074078}"/>
              </a:ext>
            </a:extLst>
          </p:cNvPr>
          <p:cNvGrpSpPr/>
          <p:nvPr/>
        </p:nvGrpSpPr>
        <p:grpSpPr>
          <a:xfrm>
            <a:off x="3510317" y="3490158"/>
            <a:ext cx="1478588" cy="1030218"/>
            <a:chOff x="7670009" y="1193508"/>
            <a:chExt cx="1558708" cy="1010348"/>
          </a:xfrm>
        </p:grpSpPr>
        <p:pic>
          <p:nvPicPr>
            <p:cNvPr id="36" name="그래픽 35" descr="데이터베이스 단색으로 채워진">
              <a:extLst>
                <a:ext uri="{FF2B5EF4-FFF2-40B4-BE49-F238E27FC236}">
                  <a16:creationId xmlns:a16="http://schemas.microsoft.com/office/drawing/2014/main" id="{13CF88F7-CAE0-1D20-14F9-79A0327EC3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297F382-AEAB-4D61-B659-98C5DFCD1991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</a:t>
              </a:r>
              <a:endParaRPr lang="ko-KR" altLang="en-US" sz="1000" dirty="0"/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9F20B29E-9287-00E9-1069-6F0669B06353}"/>
              </a:ext>
            </a:extLst>
          </p:cNvPr>
          <p:cNvGrpSpPr/>
          <p:nvPr/>
        </p:nvGrpSpPr>
        <p:grpSpPr>
          <a:xfrm>
            <a:off x="3362080" y="5362923"/>
            <a:ext cx="1525175" cy="999873"/>
            <a:chOff x="2438097" y="1177547"/>
            <a:chExt cx="1525175" cy="999873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376349CE-6280-EA47-5A8A-4F8A984F2323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79DF78F1-53ED-A4A5-DC87-3C68DED052AC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F02B9A3B-C4DA-EA69-EB9E-18F0C52CDCB2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22015C94-EC7A-F4FF-5F2E-FA2A5F5E51D8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CD9C1980-E399-C183-EAF6-161C6E753109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7B3D85E8-A379-2035-92FC-2CBE9A9D8183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3C0DE7FD-87B6-C129-AF18-1D2614F91E51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2FF8F0E8-58E6-BEC8-B1E7-93661C419B1B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A21803D8-D977-A2C3-2190-EBDA1F960838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9E6B79F0-43E0-28F1-924F-8602927E7692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86015A96-2C92-A7AD-4780-2BFE7476D695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F8FC221B-3D94-FB33-6C52-4F4B0E36FFFD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E86F8670-8BBD-487A-D513-1FB48F76BCE5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899F0BEF-1115-F826-65EF-33EC1DE602FE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256675C3-8AE0-83B8-2FCC-96E643F37C7B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000C76F9-00BF-18A0-1F45-E2EF9843C8D7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D82357BC-6DF9-205C-7193-5A0E1F1B441C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F2DEC68B-1E32-5246-4021-5F7E5501C507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F6A67C7D-583E-DAE9-31A3-EDE281F2D62B}"/>
              </a:ext>
            </a:extLst>
          </p:cNvPr>
          <p:cNvSpPr/>
          <p:nvPr/>
        </p:nvSpPr>
        <p:spPr>
          <a:xfrm>
            <a:off x="109428" y="876081"/>
            <a:ext cx="5205705" cy="5921346"/>
          </a:xfrm>
          <a:prstGeom prst="roundRect">
            <a:avLst>
              <a:gd name="adj" fmla="val 5207"/>
            </a:avLst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pic>
        <p:nvPicPr>
          <p:cNvPr id="118" name="그림 117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22A949C-4AE5-CB9F-FF13-E69C4EC985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647" y="5134073"/>
            <a:ext cx="1925219" cy="1443915"/>
          </a:xfrm>
          <a:prstGeom prst="rect">
            <a:avLst/>
          </a:prstGeom>
        </p:spPr>
      </p:pic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81150174-8259-6957-0CF5-DFF66AA78FE4}"/>
              </a:ext>
            </a:extLst>
          </p:cNvPr>
          <p:cNvGrpSpPr/>
          <p:nvPr/>
        </p:nvGrpSpPr>
        <p:grpSpPr>
          <a:xfrm>
            <a:off x="3759857" y="1052915"/>
            <a:ext cx="1409378" cy="1116772"/>
            <a:chOff x="7731310" y="1193508"/>
            <a:chExt cx="1436105" cy="1058639"/>
          </a:xfrm>
        </p:grpSpPr>
        <p:pic>
          <p:nvPicPr>
            <p:cNvPr id="120" name="그래픽 119" descr="데이터베이스 단색으로 채워진">
              <a:extLst>
                <a:ext uri="{FF2B5EF4-FFF2-40B4-BE49-F238E27FC236}">
                  <a16:creationId xmlns:a16="http://schemas.microsoft.com/office/drawing/2014/main" id="{99109A06-8E04-3001-C4B8-1324A5F9D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7D266567-00DA-A7B9-15E2-9777794CF2DF}"/>
                </a:ext>
              </a:extLst>
            </p:cNvPr>
            <p:cNvSpPr txBox="1"/>
            <p:nvPr/>
          </p:nvSpPr>
          <p:spPr>
            <a:xfrm>
              <a:off x="7731310" y="2018743"/>
              <a:ext cx="1436105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Item Specification Data</a:t>
              </a:r>
              <a:endParaRPr lang="ko-KR" altLang="en-US" sz="1000" dirty="0"/>
            </a:p>
          </p:txBody>
        </p: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2A0361BE-00A5-C5D9-0BA7-B91A7134DD6F}"/>
              </a:ext>
            </a:extLst>
          </p:cNvPr>
          <p:cNvSpPr/>
          <p:nvPr/>
        </p:nvSpPr>
        <p:spPr>
          <a:xfrm>
            <a:off x="8102388" y="2282003"/>
            <a:ext cx="816326" cy="501512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4868D209-70B3-F798-2325-51D8CCC4232F}"/>
              </a:ext>
            </a:extLst>
          </p:cNvPr>
          <p:cNvGrpSpPr/>
          <p:nvPr/>
        </p:nvGrpSpPr>
        <p:grpSpPr>
          <a:xfrm>
            <a:off x="6367779" y="974360"/>
            <a:ext cx="1409378" cy="1116772"/>
            <a:chOff x="7731310" y="1193508"/>
            <a:chExt cx="1436105" cy="1058639"/>
          </a:xfrm>
        </p:grpSpPr>
        <p:pic>
          <p:nvPicPr>
            <p:cNvPr id="133" name="그래픽 132" descr="데이터베이스 단색으로 채워진">
              <a:extLst>
                <a:ext uri="{FF2B5EF4-FFF2-40B4-BE49-F238E27FC236}">
                  <a16:creationId xmlns:a16="http://schemas.microsoft.com/office/drawing/2014/main" id="{C7AFDCD3-5926-3D28-AE09-182612E94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8F32C0B0-3AC5-A00D-A114-E5D872EDE501}"/>
                </a:ext>
              </a:extLst>
            </p:cNvPr>
            <p:cNvSpPr txBox="1"/>
            <p:nvPr/>
          </p:nvSpPr>
          <p:spPr>
            <a:xfrm>
              <a:off x="7731310" y="2018743"/>
              <a:ext cx="1436105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Item Specification Data</a:t>
              </a:r>
              <a:endParaRPr lang="ko-KR" altLang="en-US" sz="1000" dirty="0"/>
            </a:p>
          </p:txBody>
        </p:sp>
      </p:grp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019D8737-D585-EDAF-2085-38C1E3FEA1CE}"/>
              </a:ext>
            </a:extLst>
          </p:cNvPr>
          <p:cNvGrpSpPr/>
          <p:nvPr/>
        </p:nvGrpSpPr>
        <p:grpSpPr>
          <a:xfrm>
            <a:off x="7706814" y="1015351"/>
            <a:ext cx="1529700" cy="1065829"/>
            <a:chOff x="7670009" y="1193508"/>
            <a:chExt cx="1558708" cy="1010348"/>
          </a:xfrm>
        </p:grpSpPr>
        <p:pic>
          <p:nvPicPr>
            <p:cNvPr id="144" name="그래픽 143" descr="데이터베이스 단색으로 채워진">
              <a:extLst>
                <a:ext uri="{FF2B5EF4-FFF2-40B4-BE49-F238E27FC236}">
                  <a16:creationId xmlns:a16="http://schemas.microsoft.com/office/drawing/2014/main" id="{3B1834E2-2A40-E190-EE55-B5DCB22A3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6CA0AA7C-CC14-D842-F8F1-0FF14108C1AF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</a:t>
              </a:r>
              <a:endParaRPr lang="ko-KR" altLang="en-US" sz="1000" dirty="0"/>
            </a:p>
          </p:txBody>
        </p:sp>
      </p:grpSp>
      <p:pic>
        <p:nvPicPr>
          <p:cNvPr id="196" name="그림 195">
            <a:extLst>
              <a:ext uri="{FF2B5EF4-FFF2-40B4-BE49-F238E27FC236}">
                <a16:creationId xmlns:a16="http://schemas.microsoft.com/office/drawing/2014/main" id="{1C65F989-759F-B646-7D3B-BDF292DC293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3357"/>
          <a:stretch>
            <a:fillRect/>
          </a:stretch>
        </p:blipFill>
        <p:spPr>
          <a:xfrm>
            <a:off x="2772068" y="2113260"/>
            <a:ext cx="127714" cy="270935"/>
          </a:xfrm>
          <a:prstGeom prst="rect">
            <a:avLst/>
          </a:prstGeom>
        </p:spPr>
      </p:pic>
      <p:pic>
        <p:nvPicPr>
          <p:cNvPr id="245" name="그림 244" descr="공구, 레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D20D1F4-A1F5-B7C2-E6F4-9DEDDA7F990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05" b="89857" l="3125" r="96042">
                        <a14:foregroundMark x1="18021" y1="68138" x2="15000" y2="41408"/>
                        <a14:foregroundMark x1="84375" y1="49045" x2="96042" y2="51432"/>
                        <a14:foregroundMark x1="8021" y1="53461" x2="14479" y2="65990"/>
                        <a14:foregroundMark x1="5313" y1="49284" x2="3333" y2="47733"/>
                        <a14:foregroundMark x1="4688" y1="48210" x2="3125" y2="544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569" y="843518"/>
            <a:ext cx="1337745" cy="1062627"/>
          </a:xfrm>
          <a:prstGeom prst="rect">
            <a:avLst/>
          </a:prstGeom>
        </p:spPr>
      </p:pic>
      <p:pic>
        <p:nvPicPr>
          <p:cNvPr id="246" name="Picture 2">
            <a:extLst>
              <a:ext uri="{FF2B5EF4-FFF2-40B4-BE49-F238E27FC236}">
                <a16:creationId xmlns:a16="http://schemas.microsoft.com/office/drawing/2014/main" id="{9C696BF9-88FC-DEC3-4183-3CD6CA316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17667" y1="33250" x2="13333" y2="45625"/>
                        <a14:foregroundMark x1="13333" y1="45625" x2="12417" y2="53375"/>
                        <a14:foregroundMark x1="12417" y1="53375" x2="13333" y2="61000"/>
                        <a14:foregroundMark x1="13333" y1="61000" x2="16417" y2="69375"/>
                        <a14:foregroundMark x1="16417" y1="69375" x2="25750" y2="75500"/>
                        <a14:foregroundMark x1="18833" y1="64625" x2="27000" y2="65250"/>
                        <a14:foregroundMark x1="27000" y1="65250" x2="24083" y2="61875"/>
                        <a14:foregroundMark x1="30917" y1="63750" x2="30917" y2="63750"/>
                        <a14:foregroundMark x1="30417" y1="61250" x2="23167" y2="60750"/>
                        <a14:foregroundMark x1="23167" y1="60750" x2="17750" y2="54250"/>
                        <a14:foregroundMark x1="17750" y1="54250" x2="17750" y2="51500"/>
                        <a14:foregroundMark x1="31583" y1="63250" x2="17917" y2="65625"/>
                        <a14:foregroundMark x1="26917" y1="74250" x2="27917" y2="75375"/>
                        <a14:foregroundMark x1="28750" y1="74500" x2="27667" y2="76750"/>
                        <a14:foregroundMark x1="28250" y1="76250" x2="27833" y2="76875"/>
                        <a14:foregroundMark x1="84500" y1="38625" x2="87833" y2="38125"/>
                        <a14:foregroundMark x1="77083" y1="34250" x2="79417" y2="33125"/>
                        <a14:foregroundMark x1="28083" y1="60250" x2="24000" y2="56000"/>
                        <a14:foregroundMark x1="24000" y1="56000" x2="20500" y2="44125"/>
                        <a14:foregroundMark x1="20500" y1="44125" x2="23917" y2="39250"/>
                        <a14:foregroundMark x1="23917" y1="39250" x2="29500" y2="37625"/>
                        <a14:foregroundMark x1="29500" y1="37625" x2="42667" y2="38125"/>
                        <a14:foregroundMark x1="26167" y1="66375" x2="32417" y2="64875"/>
                        <a14:foregroundMark x1="24000" y1="72250" x2="23250" y2="73375"/>
                        <a14:foregroundMark x1="23750" y1="72250" x2="23750" y2="72250"/>
                        <a14:foregroundMark x1="23167" y1="72250" x2="24250" y2="71500"/>
                        <a14:foregroundMark x1="28417" y1="74125" x2="27083" y2="77000"/>
                        <a14:foregroundMark x1="11000" y1="50375" x2="13000" y2="36500"/>
                        <a14:foregroundMark x1="13000" y1="36500" x2="13250" y2="35500"/>
                        <a14:backgroundMark x1="58167" y1="44875" x2="57667" y2="44875"/>
                        <a14:backgroundMark x1="18500" y1="68000" x2="29083" y2="69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5470" y="926328"/>
            <a:ext cx="1834911" cy="1031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8" name="그림 247" descr="가방, 액세서리, 수하물 및 가방, 핸드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A6C0A7-5548-DE82-0AF0-4D5226A8EED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3813" y="1709557"/>
            <a:ext cx="686103" cy="880398"/>
          </a:xfrm>
          <a:prstGeom prst="rect">
            <a:avLst/>
          </a:prstGeom>
        </p:spPr>
      </p:pic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33BD79C1-E482-2AD8-604C-3F3B4A1C9917}"/>
              </a:ext>
            </a:extLst>
          </p:cNvPr>
          <p:cNvGrpSpPr/>
          <p:nvPr/>
        </p:nvGrpSpPr>
        <p:grpSpPr>
          <a:xfrm>
            <a:off x="873813" y="3775556"/>
            <a:ext cx="2253385" cy="1075430"/>
            <a:chOff x="6974785" y="3750209"/>
            <a:chExt cx="2253385" cy="1075430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DDCC1333-DE36-96CE-2108-0625FC81CF6A}"/>
                </a:ext>
              </a:extLst>
            </p:cNvPr>
            <p:cNvCxnSpPr>
              <a:cxnSpLocks/>
              <a:stCxn id="257" idx="4"/>
              <a:endCxn id="259" idx="0"/>
            </p:cNvCxnSpPr>
            <p:nvPr/>
          </p:nvCxnSpPr>
          <p:spPr>
            <a:xfrm flipH="1">
              <a:off x="8153188" y="3936601"/>
              <a:ext cx="1" cy="436760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타원 251">
              <a:extLst>
                <a:ext uri="{FF2B5EF4-FFF2-40B4-BE49-F238E27FC236}">
                  <a16:creationId xmlns:a16="http://schemas.microsoft.com/office/drawing/2014/main" id="{68D23C49-11F1-04B3-4B9F-829D37577D47}"/>
                </a:ext>
              </a:extLst>
            </p:cNvPr>
            <p:cNvSpPr/>
            <p:nvPr/>
          </p:nvSpPr>
          <p:spPr>
            <a:xfrm>
              <a:off x="6974785" y="4051570"/>
              <a:ext cx="628962" cy="244803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도어</a:t>
              </a:r>
              <a:endParaRPr lang="en-US" altLang="ko-KR" sz="700" dirty="0"/>
            </a:p>
            <a:p>
              <a:pPr algn="ctr"/>
              <a:r>
                <a:rPr lang="ko-KR" altLang="en-US" sz="700" dirty="0" err="1"/>
                <a:t>체커</a:t>
              </a:r>
              <a:endParaRPr lang="ko-KR" altLang="en-US" sz="700" dirty="0"/>
            </a:p>
          </p:txBody>
        </p:sp>
        <p:cxnSp>
          <p:nvCxnSpPr>
            <p:cNvPr id="253" name="직선 연결선 252">
              <a:extLst>
                <a:ext uri="{FF2B5EF4-FFF2-40B4-BE49-F238E27FC236}">
                  <a16:creationId xmlns:a16="http://schemas.microsoft.com/office/drawing/2014/main" id="{7C05418D-6937-80D5-856C-24340CDC6E72}"/>
                </a:ext>
              </a:extLst>
            </p:cNvPr>
            <p:cNvCxnSpPr>
              <a:cxnSpLocks/>
              <a:stCxn id="256" idx="2"/>
              <a:endCxn id="252" idx="6"/>
            </p:cNvCxnSpPr>
            <p:nvPr/>
          </p:nvCxnSpPr>
          <p:spPr>
            <a:xfrm flipH="1" flipV="1">
              <a:off x="7603747" y="4173972"/>
              <a:ext cx="70006" cy="125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2D867C0A-E93A-A196-23FD-A9CBB0B5031B}"/>
                </a:ext>
              </a:extLst>
            </p:cNvPr>
            <p:cNvSpPr/>
            <p:nvPr/>
          </p:nvSpPr>
          <p:spPr>
            <a:xfrm>
              <a:off x="8696327" y="3750209"/>
              <a:ext cx="531843" cy="21379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바디</a:t>
              </a:r>
            </a:p>
          </p:txBody>
        </p: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816A0BF0-8411-7319-2AAF-B19580296F5A}"/>
                </a:ext>
              </a:extLst>
            </p:cNvPr>
            <p:cNvCxnSpPr>
              <a:cxnSpLocks/>
              <a:stCxn id="257" idx="6"/>
              <a:endCxn id="254" idx="2"/>
            </p:cNvCxnSpPr>
            <p:nvPr/>
          </p:nvCxnSpPr>
          <p:spPr>
            <a:xfrm>
              <a:off x="8632624" y="3857108"/>
              <a:ext cx="63703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타원 255">
              <a:extLst>
                <a:ext uri="{FF2B5EF4-FFF2-40B4-BE49-F238E27FC236}">
                  <a16:creationId xmlns:a16="http://schemas.microsoft.com/office/drawing/2014/main" id="{7BCE5C07-5012-0A2C-BCE5-1865DCF022C4}"/>
                </a:ext>
              </a:extLst>
            </p:cNvPr>
            <p:cNvSpPr/>
            <p:nvPr/>
          </p:nvSpPr>
          <p:spPr>
            <a:xfrm>
              <a:off x="7673753" y="4095736"/>
              <a:ext cx="958872" cy="15898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구멍 </a:t>
              </a:r>
              <a:r>
                <a:rPr lang="en-US" altLang="ko-KR" sz="700" dirty="0"/>
                <a:t>Φ8mm</a:t>
              </a:r>
              <a:endParaRPr lang="ko-KR" altLang="en-US" sz="700" dirty="0"/>
            </a:p>
          </p:txBody>
        </p:sp>
        <p:sp>
          <p:nvSpPr>
            <p:cNvPr id="257" name="타원 256">
              <a:extLst>
                <a:ext uri="{FF2B5EF4-FFF2-40B4-BE49-F238E27FC236}">
                  <a16:creationId xmlns:a16="http://schemas.microsoft.com/office/drawing/2014/main" id="{5666FE45-5338-0F50-78F6-E22E1B5A7A1B}"/>
                </a:ext>
              </a:extLst>
            </p:cNvPr>
            <p:cNvSpPr/>
            <p:nvPr/>
          </p:nvSpPr>
          <p:spPr>
            <a:xfrm>
              <a:off x="7673754" y="3777614"/>
              <a:ext cx="958870" cy="15898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나사 탭</a:t>
              </a:r>
              <a:r>
                <a:rPr lang="en-US" altLang="ko-KR" sz="700" dirty="0"/>
                <a:t>: M8</a:t>
              </a:r>
              <a:endParaRPr lang="ko-KR" altLang="en-US" sz="700" dirty="0"/>
            </a:p>
          </p:txBody>
        </p:sp>
        <p:sp>
          <p:nvSpPr>
            <p:cNvPr id="258" name="타원 257">
              <a:extLst>
                <a:ext uri="{FF2B5EF4-FFF2-40B4-BE49-F238E27FC236}">
                  <a16:creationId xmlns:a16="http://schemas.microsoft.com/office/drawing/2014/main" id="{C52EBCD3-5080-2AC1-AA6E-EED42823603A}"/>
                </a:ext>
              </a:extLst>
            </p:cNvPr>
            <p:cNvSpPr/>
            <p:nvPr/>
          </p:nvSpPr>
          <p:spPr>
            <a:xfrm>
              <a:off x="7871220" y="4611842"/>
              <a:ext cx="563935" cy="21379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볼트</a:t>
              </a:r>
            </a:p>
          </p:txBody>
        </p:sp>
        <p:sp>
          <p:nvSpPr>
            <p:cNvPr id="259" name="타원 258">
              <a:extLst>
                <a:ext uri="{FF2B5EF4-FFF2-40B4-BE49-F238E27FC236}">
                  <a16:creationId xmlns:a16="http://schemas.microsoft.com/office/drawing/2014/main" id="{618FE610-1194-360A-DD1A-855F27104F43}"/>
                </a:ext>
              </a:extLst>
            </p:cNvPr>
            <p:cNvSpPr/>
            <p:nvPr/>
          </p:nvSpPr>
          <p:spPr>
            <a:xfrm>
              <a:off x="7717159" y="4373361"/>
              <a:ext cx="872058" cy="15898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나사</a:t>
              </a:r>
              <a:r>
                <a:rPr lang="en-US" altLang="ko-KR" sz="700" dirty="0"/>
                <a:t> : M8</a:t>
              </a:r>
              <a:endParaRPr lang="ko-KR" altLang="en-US" sz="700" dirty="0"/>
            </a:p>
          </p:txBody>
        </p: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11B9ADEF-10A0-C322-B382-596BFF93DBA1}"/>
                </a:ext>
              </a:extLst>
            </p:cNvPr>
            <p:cNvCxnSpPr>
              <a:cxnSpLocks/>
              <a:stCxn id="259" idx="4"/>
              <a:endCxn id="258" idx="0"/>
            </p:cNvCxnSpPr>
            <p:nvPr/>
          </p:nvCxnSpPr>
          <p:spPr>
            <a:xfrm>
              <a:off x="8153188" y="4532348"/>
              <a:ext cx="0" cy="79494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9" name="그룹 268">
            <a:extLst>
              <a:ext uri="{FF2B5EF4-FFF2-40B4-BE49-F238E27FC236}">
                <a16:creationId xmlns:a16="http://schemas.microsoft.com/office/drawing/2014/main" id="{D6CDF4A2-6210-E2BA-AEC3-1F612686C5FD}"/>
              </a:ext>
            </a:extLst>
          </p:cNvPr>
          <p:cNvGrpSpPr/>
          <p:nvPr/>
        </p:nvGrpSpPr>
        <p:grpSpPr>
          <a:xfrm>
            <a:off x="873099" y="3070474"/>
            <a:ext cx="1582767" cy="559337"/>
            <a:chOff x="2205492" y="3258291"/>
            <a:chExt cx="1582767" cy="559337"/>
          </a:xfrm>
        </p:grpSpPr>
        <p:sp>
          <p:nvSpPr>
            <p:cNvPr id="270" name="타원 269">
              <a:extLst>
                <a:ext uri="{FF2B5EF4-FFF2-40B4-BE49-F238E27FC236}">
                  <a16:creationId xmlns:a16="http://schemas.microsoft.com/office/drawing/2014/main" id="{66D22AE4-E950-BE01-72EC-53B980E5C360}"/>
                </a:ext>
              </a:extLst>
            </p:cNvPr>
            <p:cNvSpPr/>
            <p:nvPr/>
          </p:nvSpPr>
          <p:spPr>
            <a:xfrm>
              <a:off x="2234062" y="3572825"/>
              <a:ext cx="628962" cy="244803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도어</a:t>
              </a:r>
              <a:endParaRPr lang="en-US" altLang="ko-KR" sz="700"/>
            </a:p>
            <a:p>
              <a:pPr algn="ctr"/>
              <a:r>
                <a:rPr lang="ko-KR" altLang="en-US" sz="700"/>
                <a:t>체커</a:t>
              </a:r>
              <a:endParaRPr lang="ko-KR" altLang="en-US" sz="700" dirty="0"/>
            </a:p>
          </p:txBody>
        </p:sp>
        <p:sp>
          <p:nvSpPr>
            <p:cNvPr id="271" name="타원 270">
              <a:extLst>
                <a:ext uri="{FF2B5EF4-FFF2-40B4-BE49-F238E27FC236}">
                  <a16:creationId xmlns:a16="http://schemas.microsoft.com/office/drawing/2014/main" id="{AF1AA684-DE34-9302-6CFD-75E4F96E01BE}"/>
                </a:ext>
              </a:extLst>
            </p:cNvPr>
            <p:cNvSpPr/>
            <p:nvPr/>
          </p:nvSpPr>
          <p:spPr>
            <a:xfrm>
              <a:off x="2205492" y="3258291"/>
              <a:ext cx="686103" cy="24169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/>
                <a:t>프론트 도어</a:t>
              </a:r>
            </a:p>
          </p:txBody>
        </p:sp>
        <p:cxnSp>
          <p:nvCxnSpPr>
            <p:cNvPr id="272" name="직선 연결선 271">
              <a:extLst>
                <a:ext uri="{FF2B5EF4-FFF2-40B4-BE49-F238E27FC236}">
                  <a16:creationId xmlns:a16="http://schemas.microsoft.com/office/drawing/2014/main" id="{870D2C78-2F3F-DECF-30F3-F380DAF88B7E}"/>
                </a:ext>
              </a:extLst>
            </p:cNvPr>
            <p:cNvCxnSpPr>
              <a:cxnSpLocks/>
              <a:stCxn id="273" idx="1"/>
              <a:endCxn id="271" idx="6"/>
            </p:cNvCxnSpPr>
            <p:nvPr/>
          </p:nvCxnSpPr>
          <p:spPr>
            <a:xfrm flipH="1" flipV="1">
              <a:off x="2891595" y="3379140"/>
              <a:ext cx="91560" cy="87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3" name="사각형: 둥근 모서리 272">
              <a:extLst>
                <a:ext uri="{FF2B5EF4-FFF2-40B4-BE49-F238E27FC236}">
                  <a16:creationId xmlns:a16="http://schemas.microsoft.com/office/drawing/2014/main" id="{3F582E98-A20F-7152-581E-D845CDCDA14E}"/>
                </a:ext>
              </a:extLst>
            </p:cNvPr>
            <p:cNvSpPr/>
            <p:nvPr/>
          </p:nvSpPr>
          <p:spPr>
            <a:xfrm>
              <a:off x="2983155" y="3306719"/>
              <a:ext cx="805104" cy="145016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나사 탭 </a:t>
              </a:r>
              <a:r>
                <a:rPr lang="en-US" altLang="ko-KR" sz="700" dirty="0"/>
                <a:t>: M6</a:t>
              </a:r>
              <a:endParaRPr lang="ko-KR" altLang="en-US" sz="700" dirty="0"/>
            </a:p>
          </p:txBody>
        </p:sp>
        <p:sp>
          <p:nvSpPr>
            <p:cNvPr id="274" name="사각형: 둥근 모서리 273">
              <a:extLst>
                <a:ext uri="{FF2B5EF4-FFF2-40B4-BE49-F238E27FC236}">
                  <a16:creationId xmlns:a16="http://schemas.microsoft.com/office/drawing/2014/main" id="{EC0878E6-A126-5A49-57E8-AC02A1EDB2BA}"/>
                </a:ext>
              </a:extLst>
            </p:cNvPr>
            <p:cNvSpPr/>
            <p:nvPr/>
          </p:nvSpPr>
          <p:spPr>
            <a:xfrm>
              <a:off x="2983155" y="3622969"/>
              <a:ext cx="805104" cy="144516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나사</a:t>
              </a:r>
              <a:r>
                <a:rPr lang="en-US" altLang="ko-KR" sz="700" dirty="0"/>
                <a:t> : M6 </a:t>
              </a:r>
              <a:endParaRPr lang="ko-KR" altLang="en-US" sz="700" dirty="0"/>
            </a:p>
          </p:txBody>
        </p:sp>
        <p:cxnSp>
          <p:nvCxnSpPr>
            <p:cNvPr id="275" name="직선 연결선 274">
              <a:extLst>
                <a:ext uri="{FF2B5EF4-FFF2-40B4-BE49-F238E27FC236}">
                  <a16:creationId xmlns:a16="http://schemas.microsoft.com/office/drawing/2014/main" id="{A46A654F-AA4D-AB59-54F4-12A7326350A8}"/>
                </a:ext>
              </a:extLst>
            </p:cNvPr>
            <p:cNvCxnSpPr>
              <a:cxnSpLocks/>
              <a:stCxn id="274" idx="1"/>
              <a:endCxn id="270" idx="6"/>
            </p:cNvCxnSpPr>
            <p:nvPr/>
          </p:nvCxnSpPr>
          <p:spPr>
            <a:xfrm flipH="1">
              <a:off x="2863024" y="3695227"/>
              <a:ext cx="120131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6" name="직선 연결선 275">
              <a:extLst>
                <a:ext uri="{FF2B5EF4-FFF2-40B4-BE49-F238E27FC236}">
                  <a16:creationId xmlns:a16="http://schemas.microsoft.com/office/drawing/2014/main" id="{404FF1DB-5711-1084-02FB-6C5E3342C527}"/>
                </a:ext>
              </a:extLst>
            </p:cNvPr>
            <p:cNvCxnSpPr>
              <a:cxnSpLocks/>
              <a:stCxn id="273" idx="2"/>
              <a:endCxn id="274" idx="0"/>
            </p:cNvCxnSpPr>
            <p:nvPr/>
          </p:nvCxnSpPr>
          <p:spPr>
            <a:xfrm>
              <a:off x="3385707" y="3451735"/>
              <a:ext cx="0" cy="17123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91745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4E28C-7BC9-1AD3-A110-1BC9D616E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사각형: 둥근 모서리 153">
            <a:extLst>
              <a:ext uri="{FF2B5EF4-FFF2-40B4-BE49-F238E27FC236}">
                <a16:creationId xmlns:a16="http://schemas.microsoft.com/office/drawing/2014/main" id="{15327A86-FF20-3AE6-CAC0-B1078EC62C32}"/>
              </a:ext>
            </a:extLst>
          </p:cNvPr>
          <p:cNvSpPr/>
          <p:nvPr/>
        </p:nvSpPr>
        <p:spPr>
          <a:xfrm>
            <a:off x="6032830" y="804002"/>
            <a:ext cx="5904050" cy="5921346"/>
          </a:xfrm>
          <a:prstGeom prst="roundRect">
            <a:avLst>
              <a:gd name="adj" fmla="val 5207"/>
            </a:avLst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211646-7040-9926-7DCE-2274D543B44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5FF4CA2-29AE-5211-85B6-BEA42ABEFF0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92D42B1A-D2B3-6256-E341-FBD70F0D60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2D7987A3-B1BE-3FDF-0EB5-C2BA599496EB}"/>
              </a:ext>
            </a:extLst>
          </p:cNvPr>
          <p:cNvGraphicFramePr>
            <a:graphicFrameLocks noGrp="1"/>
          </p:cNvGraphicFramePr>
          <p:nvPr/>
        </p:nvGraphicFramePr>
        <p:xfrm>
          <a:off x="6493885" y="4987974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066ABFD1-8A0F-2820-C042-0F797839872A}"/>
              </a:ext>
            </a:extLst>
          </p:cNvPr>
          <p:cNvGrpSpPr/>
          <p:nvPr/>
        </p:nvGrpSpPr>
        <p:grpSpPr>
          <a:xfrm>
            <a:off x="7049511" y="5316500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F9CBC68D-448A-1C35-0984-3094F21BE0F7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E904229A-2054-AF10-770E-806968D68FD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A6E43FE0-FFF7-F7BC-B93C-075AA3B4ADE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6747F6AB-C363-D0E0-D65A-5DDABADC86F1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A0AD5201-E7B5-F0DD-2433-8BE96B6E686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9D761999-6C64-205E-E042-9E60BD8469D1}"/>
              </a:ext>
            </a:extLst>
          </p:cNvPr>
          <p:cNvGrpSpPr/>
          <p:nvPr/>
        </p:nvGrpSpPr>
        <p:grpSpPr>
          <a:xfrm>
            <a:off x="7049511" y="5816578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CF82A762-6960-B10F-F598-76DB6CBC6BF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3EB5BDD9-12A5-A046-79B2-A949988A13D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9DDED400-3960-7ECA-A6BC-A96844E73447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6521BB54-4522-674A-89FF-C1F8DB776E15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8A3C1D58-9B7B-9096-2E0E-08FE7F4E4A8A}"/>
              </a:ext>
            </a:extLst>
          </p:cNvPr>
          <p:cNvSpPr txBox="1"/>
          <p:nvPr/>
        </p:nvSpPr>
        <p:spPr>
          <a:xfrm>
            <a:off x="6222540" y="6509904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5861060-55DC-D07D-A9DF-52CECFA43651}"/>
              </a:ext>
            </a:extLst>
          </p:cNvPr>
          <p:cNvSpPr/>
          <p:nvPr/>
        </p:nvSpPr>
        <p:spPr>
          <a:xfrm>
            <a:off x="8471664" y="5124938"/>
            <a:ext cx="1021246" cy="98249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ADA283B6-0818-A240-DEA0-084F92AE0097}"/>
              </a:ext>
            </a:extLst>
          </p:cNvPr>
          <p:cNvGrpSpPr/>
          <p:nvPr/>
        </p:nvGrpSpPr>
        <p:grpSpPr>
          <a:xfrm>
            <a:off x="10200896" y="5056269"/>
            <a:ext cx="1545628" cy="1453636"/>
            <a:chOff x="9546077" y="3179193"/>
            <a:chExt cx="2381250" cy="2086021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58CBAEA7-34DF-5E83-9771-95D3BAFA3C0E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CA40E183-4DA7-A619-9182-73A3871DB111}"/>
                </a:ext>
              </a:extLst>
            </p:cNvPr>
            <p:cNvSpPr/>
            <p:nvPr/>
          </p:nvSpPr>
          <p:spPr>
            <a:xfrm>
              <a:off x="9575807" y="3179193"/>
              <a:ext cx="1747864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DE13D4B6-5EEB-0DEA-641A-1F530243E953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65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489D5FD2-8D23-6FC4-FFA0-B70FC10D920B}"/>
              </a:ext>
            </a:extLst>
          </p:cNvPr>
          <p:cNvSpPr/>
          <p:nvPr/>
        </p:nvSpPr>
        <p:spPr>
          <a:xfrm>
            <a:off x="6614761" y="2582330"/>
            <a:ext cx="4950570" cy="225765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F294413D-72A1-DDDD-E843-512B56183576}"/>
              </a:ext>
            </a:extLst>
          </p:cNvPr>
          <p:cNvGrpSpPr/>
          <p:nvPr/>
        </p:nvGrpSpPr>
        <p:grpSpPr>
          <a:xfrm>
            <a:off x="6754587" y="4424962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18DABEA0-3D7F-D977-D6D1-44E4B6F0E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048B1513-5B43-154C-1EAE-C2CB8C3BB9B0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46FD8DBA-32D5-94CC-A0A0-655AD0198418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5CD233BE-A07D-EAC0-41B4-251370B4077C}"/>
              </a:ext>
            </a:extLst>
          </p:cNvPr>
          <p:cNvSpPr/>
          <p:nvPr/>
        </p:nvSpPr>
        <p:spPr>
          <a:xfrm>
            <a:off x="8126727" y="310185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기록 시스템</a:t>
            </a:r>
            <a:endParaRPr lang="en-US" altLang="ko-KR" sz="1000" dirty="0"/>
          </a:p>
          <a:p>
            <a:pPr algn="ctr"/>
            <a:endParaRPr lang="en-US" altLang="ko-KR" sz="1000" dirty="0"/>
          </a:p>
          <a:p>
            <a:pPr algn="ctr"/>
            <a:r>
              <a:rPr lang="en-US" altLang="ko-KR" sz="1000" dirty="0"/>
              <a:t>State </a:t>
            </a:r>
            <a:r>
              <a:rPr lang="ko-KR" altLang="en-US" sz="1000" dirty="0"/>
              <a:t>관리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DB80F37C-8494-935B-D0A2-987409D72761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BC387D94-5738-869F-1CAA-47D18E3B8F5A}"/>
              </a:ext>
            </a:extLst>
          </p:cNvPr>
          <p:cNvSpPr/>
          <p:nvPr/>
        </p:nvSpPr>
        <p:spPr>
          <a:xfrm>
            <a:off x="5515883" y="2582161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018C4221-1090-E227-B3FB-D96741F71A25}"/>
              </a:ext>
            </a:extLst>
          </p:cNvPr>
          <p:cNvGrpSpPr/>
          <p:nvPr/>
        </p:nvGrpSpPr>
        <p:grpSpPr>
          <a:xfrm>
            <a:off x="9133561" y="1036062"/>
            <a:ext cx="2796914" cy="1392955"/>
            <a:chOff x="6581079" y="1038060"/>
            <a:chExt cx="2796914" cy="1392955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2552A6E1-151B-E8BE-7809-860F6ACE3BDD}"/>
                </a:ext>
              </a:extLst>
            </p:cNvPr>
            <p:cNvGrpSpPr/>
            <p:nvPr/>
          </p:nvGrpSpPr>
          <p:grpSpPr>
            <a:xfrm>
              <a:off x="6581079" y="1038060"/>
              <a:ext cx="1308643" cy="955300"/>
              <a:chOff x="567997" y="1152609"/>
              <a:chExt cx="1734024" cy="1326750"/>
            </a:xfrm>
          </p:grpSpPr>
          <p:grpSp>
            <p:nvGrpSpPr>
              <p:cNvPr id="32" name="그룹 31">
                <a:extLst>
                  <a:ext uri="{FF2B5EF4-FFF2-40B4-BE49-F238E27FC236}">
                    <a16:creationId xmlns:a16="http://schemas.microsoft.com/office/drawing/2014/main" id="{5B2C0390-534A-2E4D-E308-8C1B15C90C37}"/>
                  </a:ext>
                </a:extLst>
              </p:cNvPr>
              <p:cNvGrpSpPr/>
              <p:nvPr/>
            </p:nvGrpSpPr>
            <p:grpSpPr>
              <a:xfrm>
                <a:off x="696016" y="1152609"/>
                <a:ext cx="1477987" cy="957071"/>
                <a:chOff x="1299418" y="1152609"/>
                <a:chExt cx="1544859" cy="1004487"/>
              </a:xfrm>
            </p:grpSpPr>
            <p:grpSp>
              <p:nvGrpSpPr>
                <p:cNvPr id="6" name="그룹 5">
                  <a:extLst>
                    <a:ext uri="{FF2B5EF4-FFF2-40B4-BE49-F238E27FC236}">
                      <a16:creationId xmlns:a16="http://schemas.microsoft.com/office/drawing/2014/main" id="{5CE918A2-8974-986A-CA3D-C304C8CB8F38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7" name="타원 6">
                    <a:extLst>
                      <a:ext uri="{FF2B5EF4-FFF2-40B4-BE49-F238E27FC236}">
                        <a16:creationId xmlns:a16="http://schemas.microsoft.com/office/drawing/2014/main" id="{D38A688A-8019-0252-BB25-BFCF2B966AD5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" name="타원 7">
                    <a:extLst>
                      <a:ext uri="{FF2B5EF4-FFF2-40B4-BE49-F238E27FC236}">
                        <a16:creationId xmlns:a16="http://schemas.microsoft.com/office/drawing/2014/main" id="{64215750-3247-8478-8F52-9672748BA5E3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9" name="직선 연결선 8">
                    <a:extLst>
                      <a:ext uri="{FF2B5EF4-FFF2-40B4-BE49-F238E27FC236}">
                        <a16:creationId xmlns:a16="http://schemas.microsoft.com/office/drawing/2014/main" id="{2333F793-F23D-D2AA-6490-03DC928A2276}"/>
                      </a:ext>
                    </a:extLst>
                  </p:cNvPr>
                  <p:cNvCxnSpPr>
                    <a:cxnSpLocks/>
                    <a:endCxn id="7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" name="직선 연결선 9">
                    <a:extLst>
                      <a:ext uri="{FF2B5EF4-FFF2-40B4-BE49-F238E27FC236}">
                        <a16:creationId xmlns:a16="http://schemas.microsoft.com/office/drawing/2014/main" id="{93EF2888-7187-2FE6-1BEE-5F23FD8BB55E}"/>
                      </a:ext>
                    </a:extLst>
                  </p:cNvPr>
                  <p:cNvCxnSpPr>
                    <a:cxnSpLocks/>
                    <a:stCxn id="8" idx="2"/>
                    <a:endCxn id="7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1" name="그룹 10">
                    <a:extLst>
                      <a:ext uri="{FF2B5EF4-FFF2-40B4-BE49-F238E27FC236}">
                        <a16:creationId xmlns:a16="http://schemas.microsoft.com/office/drawing/2014/main" id="{2E9E48F6-A870-363F-6FBB-6F2460540E02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12" name="사각형: 둥근 모서리 11">
                      <a:extLst>
                        <a:ext uri="{FF2B5EF4-FFF2-40B4-BE49-F238E27FC236}">
                          <a16:creationId xmlns:a16="http://schemas.microsoft.com/office/drawing/2014/main" id="{2028E9B8-5093-72F4-2540-DB6219DF6B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13" name="타원 12">
                      <a:extLst>
                        <a:ext uri="{FF2B5EF4-FFF2-40B4-BE49-F238E27FC236}">
                          <a16:creationId xmlns:a16="http://schemas.microsoft.com/office/drawing/2014/main" id="{43CF0EF4-307D-916F-2382-497A754C83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14" name="타원 13">
                      <a:extLst>
                        <a:ext uri="{FF2B5EF4-FFF2-40B4-BE49-F238E27FC236}">
                          <a16:creationId xmlns:a16="http://schemas.microsoft.com/office/drawing/2014/main" id="{4142C64B-6D74-D6E9-66F3-73E8CAC248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15" name="타원 14">
                      <a:extLst>
                        <a:ext uri="{FF2B5EF4-FFF2-40B4-BE49-F238E27FC236}">
                          <a16:creationId xmlns:a16="http://schemas.microsoft.com/office/drawing/2014/main" id="{8F5A338B-F2B6-64A6-ABF5-07AA9AF030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16" name="그룹 15">
                  <a:extLst>
                    <a:ext uri="{FF2B5EF4-FFF2-40B4-BE49-F238E27FC236}">
                      <a16:creationId xmlns:a16="http://schemas.microsoft.com/office/drawing/2014/main" id="{C41E946C-CB83-C4C8-96BB-BC56E54F396B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62CC6A79-74C3-7223-5988-3A18CB111000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18" name="그룹 17">
                    <a:extLst>
                      <a:ext uri="{FF2B5EF4-FFF2-40B4-BE49-F238E27FC236}">
                        <a16:creationId xmlns:a16="http://schemas.microsoft.com/office/drawing/2014/main" id="{27F4BE7A-07DD-91C9-B3D1-8D0EE5204E51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26" name="사각형: 둥근 모서리 25">
                      <a:extLst>
                        <a:ext uri="{FF2B5EF4-FFF2-40B4-BE49-F238E27FC236}">
                          <a16:creationId xmlns:a16="http://schemas.microsoft.com/office/drawing/2014/main" id="{BC171BDE-8D2E-EE3D-9206-5C91F153E1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27" name="그룹 26">
                      <a:extLst>
                        <a:ext uri="{FF2B5EF4-FFF2-40B4-BE49-F238E27FC236}">
                          <a16:creationId xmlns:a16="http://schemas.microsoft.com/office/drawing/2014/main" id="{22E47346-7F23-0DA7-1BC5-74D2B9919A5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29" name="타원 28">
                        <a:extLst>
                          <a:ext uri="{FF2B5EF4-FFF2-40B4-BE49-F238E27FC236}">
                            <a16:creationId xmlns:a16="http://schemas.microsoft.com/office/drawing/2014/main" id="{2B9DA8B5-7B18-6285-7A79-EFC47551D0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30" name="타원 29">
                        <a:extLst>
                          <a:ext uri="{FF2B5EF4-FFF2-40B4-BE49-F238E27FC236}">
                            <a16:creationId xmlns:a16="http://schemas.microsoft.com/office/drawing/2014/main" id="{69C287F9-DD72-12DD-A4B2-6CC36B7D10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31" name="타원 30">
                        <a:extLst>
                          <a:ext uri="{FF2B5EF4-FFF2-40B4-BE49-F238E27FC236}">
                            <a16:creationId xmlns:a16="http://schemas.microsoft.com/office/drawing/2014/main" id="{63684DC6-7343-29BF-9C38-44353CA319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28" name="타원 27">
                      <a:extLst>
                        <a:ext uri="{FF2B5EF4-FFF2-40B4-BE49-F238E27FC236}">
                          <a16:creationId xmlns:a16="http://schemas.microsoft.com/office/drawing/2014/main" id="{2D5F23C7-D6B9-39AB-23B2-AB7F8CF2EF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19" name="타원 18">
                    <a:extLst>
                      <a:ext uri="{FF2B5EF4-FFF2-40B4-BE49-F238E27FC236}">
                        <a16:creationId xmlns:a16="http://schemas.microsoft.com/office/drawing/2014/main" id="{72EA595B-F5AF-77A4-5684-21F0C03C3684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2A23EBE8-BA8C-E1C3-2793-B69E88B7F09F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17A1BE19-A648-DAD6-268C-A1A7BC2705B5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22" name="직선 연결선 21">
                    <a:extLst>
                      <a:ext uri="{FF2B5EF4-FFF2-40B4-BE49-F238E27FC236}">
                        <a16:creationId xmlns:a16="http://schemas.microsoft.com/office/drawing/2014/main" id="{E2279D3A-5C11-87ED-0694-347D1C2A16FD}"/>
                      </a:ext>
                    </a:extLst>
                  </p:cNvPr>
                  <p:cNvCxnSpPr>
                    <a:cxnSpLocks/>
                    <a:endCxn id="17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직선 연결선 22">
                    <a:extLst>
                      <a:ext uri="{FF2B5EF4-FFF2-40B4-BE49-F238E27FC236}">
                        <a16:creationId xmlns:a16="http://schemas.microsoft.com/office/drawing/2014/main" id="{14D24186-E44C-0F7B-670C-202867656D2D}"/>
                      </a:ext>
                    </a:extLst>
                  </p:cNvPr>
                  <p:cNvCxnSpPr>
                    <a:cxnSpLocks/>
                    <a:stCxn id="17" idx="7"/>
                    <a:endCxn id="19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직선 연결선 23">
                    <a:extLst>
                      <a:ext uri="{FF2B5EF4-FFF2-40B4-BE49-F238E27FC236}">
                        <a16:creationId xmlns:a16="http://schemas.microsoft.com/office/drawing/2014/main" id="{6C964033-ED12-314C-8D54-CC34B4B790D9}"/>
                      </a:ext>
                    </a:extLst>
                  </p:cNvPr>
                  <p:cNvCxnSpPr>
                    <a:cxnSpLocks/>
                    <a:stCxn id="20" idx="1"/>
                    <a:endCxn id="17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직선 연결선 24">
                    <a:extLst>
                      <a:ext uri="{FF2B5EF4-FFF2-40B4-BE49-F238E27FC236}">
                        <a16:creationId xmlns:a16="http://schemas.microsoft.com/office/drawing/2014/main" id="{198370ED-F387-7F57-A0D6-447632B369D9}"/>
                      </a:ext>
                    </a:extLst>
                  </p:cNvPr>
                  <p:cNvCxnSpPr>
                    <a:cxnSpLocks/>
                    <a:stCxn id="21" idx="7"/>
                    <a:endCxn id="17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A7549C3-831F-083D-3AEE-CC760D4767B1}"/>
                  </a:ext>
                </a:extLst>
              </p:cNvPr>
              <p:cNvSpPr txBox="1"/>
              <p:nvPr/>
            </p:nvSpPr>
            <p:spPr>
              <a:xfrm>
                <a:off x="567997" y="2227359"/>
                <a:ext cx="1734024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 입력</a:t>
                </a:r>
              </a:p>
            </p:txBody>
          </p: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248C665E-A6E2-CE9D-271F-E4A8944D43AC}"/>
                </a:ext>
              </a:extLst>
            </p:cNvPr>
            <p:cNvGrpSpPr/>
            <p:nvPr/>
          </p:nvGrpSpPr>
          <p:grpSpPr>
            <a:xfrm>
              <a:off x="7852818" y="1055077"/>
              <a:ext cx="1525175" cy="999873"/>
              <a:chOff x="2438097" y="1177547"/>
              <a:chExt cx="1525175" cy="999873"/>
            </a:xfrm>
          </p:grpSpPr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8F9FC58B-F3CD-4FB2-4D96-20339F29F882}"/>
                  </a:ext>
                </a:extLst>
              </p:cNvPr>
              <p:cNvGrpSpPr/>
              <p:nvPr/>
            </p:nvGrpSpPr>
            <p:grpSpPr>
              <a:xfrm>
                <a:off x="2598255" y="1177547"/>
                <a:ext cx="1204859" cy="669888"/>
                <a:chOff x="2567856" y="1152608"/>
                <a:chExt cx="1577232" cy="802664"/>
              </a:xfrm>
            </p:grpSpPr>
            <p:cxnSp>
              <p:nvCxnSpPr>
                <p:cNvPr id="101" name="직선 연결선 100">
                  <a:extLst>
                    <a:ext uri="{FF2B5EF4-FFF2-40B4-BE49-F238E27FC236}">
                      <a16:creationId xmlns:a16="http://schemas.microsoft.com/office/drawing/2014/main" id="{BA788419-D437-AF89-6285-3D7A58BC7270}"/>
                    </a:ext>
                  </a:extLst>
                </p:cNvPr>
                <p:cNvCxnSpPr>
                  <a:cxnSpLocks/>
                  <a:stCxn id="112" idx="4"/>
                  <a:endCxn id="114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타원 101">
                  <a:extLst>
                    <a:ext uri="{FF2B5EF4-FFF2-40B4-BE49-F238E27FC236}">
                      <a16:creationId xmlns:a16="http://schemas.microsoft.com/office/drawing/2014/main" id="{3771483C-46FB-BB7B-CA87-8818DC073F85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03" name="직선 연결선 102">
                  <a:extLst>
                    <a:ext uri="{FF2B5EF4-FFF2-40B4-BE49-F238E27FC236}">
                      <a16:creationId xmlns:a16="http://schemas.microsoft.com/office/drawing/2014/main" id="{076AF96D-74D0-8B05-51A9-28BB0669C8AD}"/>
                    </a:ext>
                  </a:extLst>
                </p:cNvPr>
                <p:cNvCxnSpPr>
                  <a:cxnSpLocks/>
                  <a:stCxn id="111" idx="2"/>
                  <a:endCxn id="102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4" name="타원 103">
                  <a:extLst>
                    <a:ext uri="{FF2B5EF4-FFF2-40B4-BE49-F238E27FC236}">
                      <a16:creationId xmlns:a16="http://schemas.microsoft.com/office/drawing/2014/main" id="{671E8F2B-A011-6FE6-43A4-7881BEC6C7F5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05" name="직선 연결선 104">
                  <a:extLst>
                    <a:ext uri="{FF2B5EF4-FFF2-40B4-BE49-F238E27FC236}">
                      <a16:creationId xmlns:a16="http://schemas.microsoft.com/office/drawing/2014/main" id="{72CE407E-EC3E-A869-8789-F8FC297DE503}"/>
                    </a:ext>
                  </a:extLst>
                </p:cNvPr>
                <p:cNvCxnSpPr>
                  <a:cxnSpLocks/>
                  <a:stCxn id="108" idx="1"/>
                  <a:endCxn id="104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6" name="타원 105">
                  <a:extLst>
                    <a:ext uri="{FF2B5EF4-FFF2-40B4-BE49-F238E27FC236}">
                      <a16:creationId xmlns:a16="http://schemas.microsoft.com/office/drawing/2014/main" id="{54C8C00D-D207-B8E7-585C-8A67C8443E9F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07" name="직선 연결선 106">
                  <a:extLst>
                    <a:ext uri="{FF2B5EF4-FFF2-40B4-BE49-F238E27FC236}">
                      <a16:creationId xmlns:a16="http://schemas.microsoft.com/office/drawing/2014/main" id="{BA068A6F-C5FC-48B0-4208-83180BB3582A}"/>
                    </a:ext>
                  </a:extLst>
                </p:cNvPr>
                <p:cNvCxnSpPr>
                  <a:cxnSpLocks/>
                  <a:stCxn id="112" idx="6"/>
                  <a:endCxn id="106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8" name="사각형: 둥근 모서리 107">
                  <a:extLst>
                    <a:ext uri="{FF2B5EF4-FFF2-40B4-BE49-F238E27FC236}">
                      <a16:creationId xmlns:a16="http://schemas.microsoft.com/office/drawing/2014/main" id="{C5184CDE-9374-A3D2-C7DD-6012A0807795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09" name="사각형: 둥근 모서리 108">
                  <a:extLst>
                    <a:ext uri="{FF2B5EF4-FFF2-40B4-BE49-F238E27FC236}">
                      <a16:creationId xmlns:a16="http://schemas.microsoft.com/office/drawing/2014/main" id="{8866B01C-3D30-E4EF-217C-1A7964466F1B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10" name="직선 연결선 109">
                  <a:extLst>
                    <a:ext uri="{FF2B5EF4-FFF2-40B4-BE49-F238E27FC236}">
                      <a16:creationId xmlns:a16="http://schemas.microsoft.com/office/drawing/2014/main" id="{8F99DD4D-3441-F73D-238C-A08392363DBA}"/>
                    </a:ext>
                  </a:extLst>
                </p:cNvPr>
                <p:cNvCxnSpPr>
                  <a:cxnSpLocks/>
                  <a:stCxn id="109" idx="3"/>
                  <a:endCxn id="102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11" name="타원 110">
                  <a:extLst>
                    <a:ext uri="{FF2B5EF4-FFF2-40B4-BE49-F238E27FC236}">
                      <a16:creationId xmlns:a16="http://schemas.microsoft.com/office/drawing/2014/main" id="{AB93CEBC-D498-D1BF-94D8-3DA77C706368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12" name="타원 111">
                  <a:extLst>
                    <a:ext uri="{FF2B5EF4-FFF2-40B4-BE49-F238E27FC236}">
                      <a16:creationId xmlns:a16="http://schemas.microsoft.com/office/drawing/2014/main" id="{CFCFAC19-842B-983C-E4EE-FBE8CAF29214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13" name="타원 112">
                  <a:extLst>
                    <a:ext uri="{FF2B5EF4-FFF2-40B4-BE49-F238E27FC236}">
                      <a16:creationId xmlns:a16="http://schemas.microsoft.com/office/drawing/2014/main" id="{3B993334-AB32-F906-032D-0575C34356A9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E4BBA653-E144-47EA-A61A-79AA680001CF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15" name="직선 연결선 114">
                  <a:extLst>
                    <a:ext uri="{FF2B5EF4-FFF2-40B4-BE49-F238E27FC236}">
                      <a16:creationId xmlns:a16="http://schemas.microsoft.com/office/drawing/2014/main" id="{1C724611-7C64-9BDE-5748-C936B7A6D668}"/>
                    </a:ext>
                  </a:extLst>
                </p:cNvPr>
                <p:cNvCxnSpPr>
                  <a:cxnSpLocks/>
                  <a:stCxn id="114" idx="4"/>
                  <a:endCxn id="113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직선 연결선 115">
                  <a:extLst>
                    <a:ext uri="{FF2B5EF4-FFF2-40B4-BE49-F238E27FC236}">
                      <a16:creationId xmlns:a16="http://schemas.microsoft.com/office/drawing/2014/main" id="{851582BF-E9CB-2561-F2CF-31C8B7968DC3}"/>
                    </a:ext>
                  </a:extLst>
                </p:cNvPr>
                <p:cNvCxnSpPr>
                  <a:cxnSpLocks/>
                  <a:stCxn id="108" idx="2"/>
                  <a:endCxn id="109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1B703722-521D-65EE-D5F2-7270F3B2227F}"/>
                  </a:ext>
                </a:extLst>
              </p:cNvPr>
              <p:cNvSpPr txBox="1"/>
              <p:nvPr/>
            </p:nvSpPr>
            <p:spPr>
              <a:xfrm>
                <a:off x="2438097" y="1931199"/>
                <a:ext cx="15251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  <p:sp>
          <p:nvSpPr>
            <p:cNvPr id="147" name="화살표: 아래쪽 146">
              <a:extLst>
                <a:ext uri="{FF2B5EF4-FFF2-40B4-BE49-F238E27FC236}">
                  <a16:creationId xmlns:a16="http://schemas.microsoft.com/office/drawing/2014/main" id="{30D91356-A679-FE7A-03FA-DB04AD69B49F}"/>
                </a:ext>
              </a:extLst>
            </p:cNvPr>
            <p:cNvSpPr/>
            <p:nvPr/>
          </p:nvSpPr>
          <p:spPr>
            <a:xfrm>
              <a:off x="6968357" y="2186735"/>
              <a:ext cx="471054" cy="244280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화살표: 아래쪽 165">
              <a:extLst>
                <a:ext uri="{FF2B5EF4-FFF2-40B4-BE49-F238E27FC236}">
                  <a16:creationId xmlns:a16="http://schemas.microsoft.com/office/drawing/2014/main" id="{9822F430-F27E-B240-E3AC-654492890CBA}"/>
                </a:ext>
              </a:extLst>
            </p:cNvPr>
            <p:cNvSpPr/>
            <p:nvPr/>
          </p:nvSpPr>
          <p:spPr>
            <a:xfrm>
              <a:off x="8354135" y="2186735"/>
              <a:ext cx="471054" cy="244280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97201AFE-383F-528F-AFB7-8E6CA852F80A}"/>
              </a:ext>
            </a:extLst>
          </p:cNvPr>
          <p:cNvSpPr/>
          <p:nvPr/>
        </p:nvSpPr>
        <p:spPr>
          <a:xfrm>
            <a:off x="7965693" y="5359657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3140936E-7FC1-6A83-FD57-40C367C0D7A4}"/>
              </a:ext>
            </a:extLst>
          </p:cNvPr>
          <p:cNvSpPr/>
          <p:nvPr/>
        </p:nvSpPr>
        <p:spPr>
          <a:xfrm>
            <a:off x="9748273" y="5396759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B57A4952-6612-CF27-9896-0F3D6E846983}"/>
              </a:ext>
            </a:extLst>
          </p:cNvPr>
          <p:cNvSpPr/>
          <p:nvPr/>
        </p:nvSpPr>
        <p:spPr>
          <a:xfrm>
            <a:off x="6683937" y="2296263"/>
            <a:ext cx="816326" cy="501512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016ED8FC-C251-E9D0-5ABC-7A530EB6B99B}"/>
              </a:ext>
            </a:extLst>
          </p:cNvPr>
          <p:cNvGrpSpPr/>
          <p:nvPr/>
        </p:nvGrpSpPr>
        <p:grpSpPr>
          <a:xfrm>
            <a:off x="3510317" y="3490158"/>
            <a:ext cx="1478588" cy="1030218"/>
            <a:chOff x="7670009" y="1193508"/>
            <a:chExt cx="1558708" cy="1010348"/>
          </a:xfrm>
        </p:grpSpPr>
        <p:pic>
          <p:nvPicPr>
            <p:cNvPr id="36" name="그래픽 35" descr="데이터베이스 단색으로 채워진">
              <a:extLst>
                <a:ext uri="{FF2B5EF4-FFF2-40B4-BE49-F238E27FC236}">
                  <a16:creationId xmlns:a16="http://schemas.microsoft.com/office/drawing/2014/main" id="{19BF2CCE-6422-0D9A-647F-117250C559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E750D7F-3B77-ABBA-4B29-3D4C07FDC0E8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</a:t>
              </a:r>
              <a:endParaRPr lang="ko-KR" altLang="en-US" sz="1000" dirty="0"/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C5C34E1F-4CDC-F1E1-CC18-A6060E821777}"/>
              </a:ext>
            </a:extLst>
          </p:cNvPr>
          <p:cNvGrpSpPr/>
          <p:nvPr/>
        </p:nvGrpSpPr>
        <p:grpSpPr>
          <a:xfrm>
            <a:off x="3362080" y="5362923"/>
            <a:ext cx="1525175" cy="999873"/>
            <a:chOff x="2438097" y="1177547"/>
            <a:chExt cx="1525175" cy="999873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D5A3547D-61C5-65A1-F743-FED1FDDE9FCE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EBA1F5FC-6026-7F40-726C-AA20795F829A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7D59403D-C3D1-5263-6679-66E79A9D8422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63DC5CA0-95EA-CB18-6270-98BE19ADF4D6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2D195657-6D83-0F7A-36E6-014B01421DDF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9FE3A71B-10A2-BB63-6C00-0EA0428D0A65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5E6BC2C4-C219-4685-AB16-5100404FBC8D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76ACE88A-7CAB-2F25-6042-FA59AFC02EAD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9B4E6015-498E-A398-8666-2CFE4CD606C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5AB8E90D-1F77-EA07-6DDF-91D7EB0D83DF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8BC0563B-EC52-431C-5798-A026612962B8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E34F201D-8403-E350-A94A-9A01608546DA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80B404C8-99EF-79A5-3001-8CAE29969FE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F875E1E3-537F-9018-DF12-9EDFF6727B92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AAAD1A5C-12F0-F607-061D-2A5FFE206AA0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F6D38F7A-1890-4180-6DCF-4993E3B6EC28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3CC5919E-3617-DACD-300D-297366AA0BB3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B6E507EB-170A-A3CD-3738-48715225D458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A53F3F79-2441-9D5C-FA12-FE936F14F565}"/>
              </a:ext>
            </a:extLst>
          </p:cNvPr>
          <p:cNvSpPr/>
          <p:nvPr/>
        </p:nvSpPr>
        <p:spPr>
          <a:xfrm>
            <a:off x="109428" y="876081"/>
            <a:ext cx="5205705" cy="5921346"/>
          </a:xfrm>
          <a:prstGeom prst="roundRect">
            <a:avLst>
              <a:gd name="adj" fmla="val 5207"/>
            </a:avLst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pic>
        <p:nvPicPr>
          <p:cNvPr id="118" name="그림 117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3DE2B52-1246-D9A1-32ED-F2E134739B1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647" y="5134073"/>
            <a:ext cx="1925219" cy="1443915"/>
          </a:xfrm>
          <a:prstGeom prst="rect">
            <a:avLst/>
          </a:prstGeom>
        </p:spPr>
      </p:pic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72980596-01D2-94D1-B6E0-6F347A4662B9}"/>
              </a:ext>
            </a:extLst>
          </p:cNvPr>
          <p:cNvGrpSpPr/>
          <p:nvPr/>
        </p:nvGrpSpPr>
        <p:grpSpPr>
          <a:xfrm>
            <a:off x="3759857" y="1052915"/>
            <a:ext cx="1409378" cy="1116772"/>
            <a:chOff x="7731310" y="1193508"/>
            <a:chExt cx="1436105" cy="1058639"/>
          </a:xfrm>
        </p:grpSpPr>
        <p:pic>
          <p:nvPicPr>
            <p:cNvPr id="120" name="그래픽 119" descr="데이터베이스 단색으로 채워진">
              <a:extLst>
                <a:ext uri="{FF2B5EF4-FFF2-40B4-BE49-F238E27FC236}">
                  <a16:creationId xmlns:a16="http://schemas.microsoft.com/office/drawing/2014/main" id="{9B53CD47-87EE-CC64-6496-B8CA68FF618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9CF23BF3-C080-ABB7-243D-BD60B378BF49}"/>
                </a:ext>
              </a:extLst>
            </p:cNvPr>
            <p:cNvSpPr txBox="1"/>
            <p:nvPr/>
          </p:nvSpPr>
          <p:spPr>
            <a:xfrm>
              <a:off x="7731310" y="2018743"/>
              <a:ext cx="1436105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Item Specification Data</a:t>
              </a:r>
              <a:endParaRPr lang="ko-KR" altLang="en-US" sz="1000" dirty="0"/>
            </a:p>
          </p:txBody>
        </p: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E69CABA3-3FF3-614C-4E04-965FC1BE7EDF}"/>
              </a:ext>
            </a:extLst>
          </p:cNvPr>
          <p:cNvSpPr/>
          <p:nvPr/>
        </p:nvSpPr>
        <p:spPr>
          <a:xfrm>
            <a:off x="8102388" y="2282003"/>
            <a:ext cx="816326" cy="501512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29DC90BB-3BFC-C9B7-92A7-802AC237BB5A}"/>
              </a:ext>
            </a:extLst>
          </p:cNvPr>
          <p:cNvGrpSpPr/>
          <p:nvPr/>
        </p:nvGrpSpPr>
        <p:grpSpPr>
          <a:xfrm>
            <a:off x="6367779" y="974360"/>
            <a:ext cx="1409378" cy="1116772"/>
            <a:chOff x="7731310" y="1193508"/>
            <a:chExt cx="1436105" cy="1058639"/>
          </a:xfrm>
        </p:grpSpPr>
        <p:pic>
          <p:nvPicPr>
            <p:cNvPr id="133" name="그래픽 132" descr="데이터베이스 단색으로 채워진">
              <a:extLst>
                <a:ext uri="{FF2B5EF4-FFF2-40B4-BE49-F238E27FC236}">
                  <a16:creationId xmlns:a16="http://schemas.microsoft.com/office/drawing/2014/main" id="{576DEDCC-BB3A-9B3D-D606-CA6890A82D9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DE0810CE-874F-8307-61E8-BC3E26D1B1D9}"/>
                </a:ext>
              </a:extLst>
            </p:cNvPr>
            <p:cNvSpPr txBox="1"/>
            <p:nvPr/>
          </p:nvSpPr>
          <p:spPr>
            <a:xfrm>
              <a:off x="7731310" y="2018743"/>
              <a:ext cx="1436105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Item Specification Data</a:t>
              </a:r>
              <a:endParaRPr lang="ko-KR" altLang="en-US" sz="1000" dirty="0"/>
            </a:p>
          </p:txBody>
        </p:sp>
      </p:grp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9D1EFA9E-43D0-9F22-4C2B-9E67F0D95072}"/>
              </a:ext>
            </a:extLst>
          </p:cNvPr>
          <p:cNvGrpSpPr/>
          <p:nvPr/>
        </p:nvGrpSpPr>
        <p:grpSpPr>
          <a:xfrm>
            <a:off x="7706814" y="1015351"/>
            <a:ext cx="1529700" cy="1065829"/>
            <a:chOff x="7670009" y="1193508"/>
            <a:chExt cx="1558708" cy="1010348"/>
          </a:xfrm>
        </p:grpSpPr>
        <p:pic>
          <p:nvPicPr>
            <p:cNvPr id="144" name="그래픽 143" descr="데이터베이스 단색으로 채워진">
              <a:extLst>
                <a:ext uri="{FF2B5EF4-FFF2-40B4-BE49-F238E27FC236}">
                  <a16:creationId xmlns:a16="http://schemas.microsoft.com/office/drawing/2014/main" id="{1D848830-5183-412F-8057-2398E3E7567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83682C63-3653-9D0F-E2E7-EC7B4A19DF47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</a:t>
              </a:r>
              <a:endParaRPr lang="ko-KR" altLang="en-US" sz="1000" dirty="0"/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BF60431-864C-2B95-D62F-5610B46E90DF}"/>
              </a:ext>
            </a:extLst>
          </p:cNvPr>
          <p:cNvGrpSpPr/>
          <p:nvPr/>
        </p:nvGrpSpPr>
        <p:grpSpPr>
          <a:xfrm>
            <a:off x="873813" y="3775556"/>
            <a:ext cx="2253385" cy="1075430"/>
            <a:chOff x="6974785" y="3750209"/>
            <a:chExt cx="2253385" cy="1075430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29F1B7AA-560D-4E98-10DD-145BE11EAE9C}"/>
                </a:ext>
              </a:extLst>
            </p:cNvPr>
            <p:cNvCxnSpPr>
              <a:cxnSpLocks/>
              <a:stCxn id="257" idx="4"/>
              <a:endCxn id="259" idx="0"/>
            </p:cNvCxnSpPr>
            <p:nvPr/>
          </p:nvCxnSpPr>
          <p:spPr>
            <a:xfrm flipH="1">
              <a:off x="8153188" y="3936601"/>
              <a:ext cx="1" cy="436760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타원 251">
              <a:extLst>
                <a:ext uri="{FF2B5EF4-FFF2-40B4-BE49-F238E27FC236}">
                  <a16:creationId xmlns:a16="http://schemas.microsoft.com/office/drawing/2014/main" id="{C1182177-3337-E771-78AB-BC358ED70CDF}"/>
                </a:ext>
              </a:extLst>
            </p:cNvPr>
            <p:cNvSpPr/>
            <p:nvPr/>
          </p:nvSpPr>
          <p:spPr>
            <a:xfrm>
              <a:off x="6974785" y="4051570"/>
              <a:ext cx="628962" cy="244803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도어</a:t>
              </a:r>
              <a:endParaRPr lang="en-US" altLang="ko-KR" sz="700" dirty="0"/>
            </a:p>
            <a:p>
              <a:pPr algn="ctr"/>
              <a:r>
                <a:rPr lang="ko-KR" altLang="en-US" sz="700" dirty="0" err="1"/>
                <a:t>체커</a:t>
              </a:r>
              <a:endParaRPr lang="ko-KR" altLang="en-US" sz="700" dirty="0"/>
            </a:p>
          </p:txBody>
        </p:sp>
        <p:cxnSp>
          <p:nvCxnSpPr>
            <p:cNvPr id="253" name="직선 연결선 252">
              <a:extLst>
                <a:ext uri="{FF2B5EF4-FFF2-40B4-BE49-F238E27FC236}">
                  <a16:creationId xmlns:a16="http://schemas.microsoft.com/office/drawing/2014/main" id="{07FFB095-F3DA-66F3-3804-0064CBDAF2B1}"/>
                </a:ext>
              </a:extLst>
            </p:cNvPr>
            <p:cNvCxnSpPr>
              <a:cxnSpLocks/>
              <a:stCxn id="256" idx="2"/>
              <a:endCxn id="252" idx="6"/>
            </p:cNvCxnSpPr>
            <p:nvPr/>
          </p:nvCxnSpPr>
          <p:spPr>
            <a:xfrm flipH="1" flipV="1">
              <a:off x="7603747" y="4173972"/>
              <a:ext cx="70006" cy="125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95A4C05F-31BA-74D3-A209-CD173ABA7F53}"/>
                </a:ext>
              </a:extLst>
            </p:cNvPr>
            <p:cNvSpPr/>
            <p:nvPr/>
          </p:nvSpPr>
          <p:spPr>
            <a:xfrm>
              <a:off x="8696327" y="3750209"/>
              <a:ext cx="531843" cy="21379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바디</a:t>
              </a:r>
            </a:p>
          </p:txBody>
        </p: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765BAAFB-0B89-BB0E-6E86-0E3A89B0B85C}"/>
                </a:ext>
              </a:extLst>
            </p:cNvPr>
            <p:cNvCxnSpPr>
              <a:cxnSpLocks/>
              <a:stCxn id="257" idx="6"/>
              <a:endCxn id="254" idx="2"/>
            </p:cNvCxnSpPr>
            <p:nvPr/>
          </p:nvCxnSpPr>
          <p:spPr>
            <a:xfrm>
              <a:off x="8632624" y="3857108"/>
              <a:ext cx="63703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타원 255">
              <a:extLst>
                <a:ext uri="{FF2B5EF4-FFF2-40B4-BE49-F238E27FC236}">
                  <a16:creationId xmlns:a16="http://schemas.microsoft.com/office/drawing/2014/main" id="{CA50DCBF-71D1-322E-3B54-61FA7CE7496E}"/>
                </a:ext>
              </a:extLst>
            </p:cNvPr>
            <p:cNvSpPr/>
            <p:nvPr/>
          </p:nvSpPr>
          <p:spPr>
            <a:xfrm>
              <a:off x="7673753" y="4095736"/>
              <a:ext cx="958872" cy="15898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구멍 </a:t>
              </a:r>
              <a:r>
                <a:rPr lang="en-US" altLang="ko-KR" sz="700" dirty="0"/>
                <a:t>Φ8mm</a:t>
              </a:r>
              <a:endParaRPr lang="ko-KR" altLang="en-US" sz="700" dirty="0"/>
            </a:p>
          </p:txBody>
        </p:sp>
        <p:sp>
          <p:nvSpPr>
            <p:cNvPr id="257" name="타원 256">
              <a:extLst>
                <a:ext uri="{FF2B5EF4-FFF2-40B4-BE49-F238E27FC236}">
                  <a16:creationId xmlns:a16="http://schemas.microsoft.com/office/drawing/2014/main" id="{8C657F95-DD4F-799B-B09A-4E625E9F065D}"/>
                </a:ext>
              </a:extLst>
            </p:cNvPr>
            <p:cNvSpPr/>
            <p:nvPr/>
          </p:nvSpPr>
          <p:spPr>
            <a:xfrm>
              <a:off x="7673754" y="3777614"/>
              <a:ext cx="958870" cy="15898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나사 탭</a:t>
              </a:r>
              <a:r>
                <a:rPr lang="en-US" altLang="ko-KR" sz="700" dirty="0"/>
                <a:t>: M8</a:t>
              </a:r>
              <a:endParaRPr lang="ko-KR" altLang="en-US" sz="700" dirty="0"/>
            </a:p>
          </p:txBody>
        </p:sp>
        <p:sp>
          <p:nvSpPr>
            <p:cNvPr id="258" name="타원 257">
              <a:extLst>
                <a:ext uri="{FF2B5EF4-FFF2-40B4-BE49-F238E27FC236}">
                  <a16:creationId xmlns:a16="http://schemas.microsoft.com/office/drawing/2014/main" id="{89FB4223-CD31-47FA-0A61-9B5D2FBD3457}"/>
                </a:ext>
              </a:extLst>
            </p:cNvPr>
            <p:cNvSpPr/>
            <p:nvPr/>
          </p:nvSpPr>
          <p:spPr>
            <a:xfrm>
              <a:off x="7871220" y="4611842"/>
              <a:ext cx="563935" cy="21379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볼트</a:t>
              </a:r>
            </a:p>
          </p:txBody>
        </p:sp>
        <p:sp>
          <p:nvSpPr>
            <p:cNvPr id="259" name="타원 258">
              <a:extLst>
                <a:ext uri="{FF2B5EF4-FFF2-40B4-BE49-F238E27FC236}">
                  <a16:creationId xmlns:a16="http://schemas.microsoft.com/office/drawing/2014/main" id="{3BDC036E-DD5E-6369-F69E-8C2435A70574}"/>
                </a:ext>
              </a:extLst>
            </p:cNvPr>
            <p:cNvSpPr/>
            <p:nvPr/>
          </p:nvSpPr>
          <p:spPr>
            <a:xfrm>
              <a:off x="7717159" y="4373361"/>
              <a:ext cx="872058" cy="15898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나사</a:t>
              </a:r>
              <a:r>
                <a:rPr lang="en-US" altLang="ko-KR" sz="700" dirty="0"/>
                <a:t> : M8</a:t>
              </a:r>
              <a:endParaRPr lang="ko-KR" altLang="en-US" sz="700" dirty="0"/>
            </a:p>
          </p:txBody>
        </p: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2C7B216E-52A8-F7F0-C4C4-B2B6B572BD28}"/>
                </a:ext>
              </a:extLst>
            </p:cNvPr>
            <p:cNvCxnSpPr>
              <a:cxnSpLocks/>
              <a:stCxn id="259" idx="4"/>
              <a:endCxn id="258" idx="0"/>
            </p:cNvCxnSpPr>
            <p:nvPr/>
          </p:nvCxnSpPr>
          <p:spPr>
            <a:xfrm>
              <a:off x="8153188" y="4532348"/>
              <a:ext cx="0" cy="79494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0" name="타원 269">
            <a:extLst>
              <a:ext uri="{FF2B5EF4-FFF2-40B4-BE49-F238E27FC236}">
                <a16:creationId xmlns:a16="http://schemas.microsoft.com/office/drawing/2014/main" id="{FA3294C2-9CB5-82DB-A837-D679D529888A}"/>
              </a:ext>
            </a:extLst>
          </p:cNvPr>
          <p:cNvSpPr/>
          <p:nvPr/>
        </p:nvSpPr>
        <p:spPr>
          <a:xfrm>
            <a:off x="421136" y="1539208"/>
            <a:ext cx="628962" cy="24480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도어</a:t>
            </a:r>
            <a:endParaRPr lang="en-US" altLang="ko-KR" sz="700"/>
          </a:p>
          <a:p>
            <a:pPr algn="ctr"/>
            <a:r>
              <a:rPr lang="ko-KR" altLang="en-US" sz="700"/>
              <a:t>체커</a:t>
            </a:r>
            <a:endParaRPr lang="ko-KR" altLang="en-US" sz="700" dirty="0"/>
          </a:p>
        </p:txBody>
      </p:sp>
      <p:sp>
        <p:nvSpPr>
          <p:cNvPr id="271" name="타원 270">
            <a:extLst>
              <a:ext uri="{FF2B5EF4-FFF2-40B4-BE49-F238E27FC236}">
                <a16:creationId xmlns:a16="http://schemas.microsoft.com/office/drawing/2014/main" id="{F2131985-8930-5F8C-891E-E541E6CE0353}"/>
              </a:ext>
            </a:extLst>
          </p:cNvPr>
          <p:cNvSpPr/>
          <p:nvPr/>
        </p:nvSpPr>
        <p:spPr>
          <a:xfrm>
            <a:off x="392566" y="1224674"/>
            <a:ext cx="686103" cy="24169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/>
              <a:t>프론트 도어</a:t>
            </a:r>
          </a:p>
        </p:txBody>
      </p:sp>
      <p:cxnSp>
        <p:nvCxnSpPr>
          <p:cNvPr id="272" name="직선 연결선 271">
            <a:extLst>
              <a:ext uri="{FF2B5EF4-FFF2-40B4-BE49-F238E27FC236}">
                <a16:creationId xmlns:a16="http://schemas.microsoft.com/office/drawing/2014/main" id="{B921BB64-C5C9-B7F2-F1CA-4571FE080D17}"/>
              </a:ext>
            </a:extLst>
          </p:cNvPr>
          <p:cNvCxnSpPr>
            <a:cxnSpLocks/>
            <a:stCxn id="273" idx="1"/>
            <a:endCxn id="271" idx="6"/>
          </p:cNvCxnSpPr>
          <p:nvPr/>
        </p:nvCxnSpPr>
        <p:spPr>
          <a:xfrm flipH="1" flipV="1">
            <a:off x="1078669" y="1345523"/>
            <a:ext cx="91560" cy="87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3" name="사각형: 둥근 모서리 272">
            <a:extLst>
              <a:ext uri="{FF2B5EF4-FFF2-40B4-BE49-F238E27FC236}">
                <a16:creationId xmlns:a16="http://schemas.microsoft.com/office/drawing/2014/main" id="{9903173B-40EC-B498-3DA6-61E2DD388432}"/>
              </a:ext>
            </a:extLst>
          </p:cNvPr>
          <p:cNvSpPr/>
          <p:nvPr/>
        </p:nvSpPr>
        <p:spPr>
          <a:xfrm>
            <a:off x="1170229" y="1273102"/>
            <a:ext cx="805104" cy="145016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나사 탭 </a:t>
            </a:r>
            <a:r>
              <a:rPr lang="en-US" altLang="ko-KR" sz="700" dirty="0"/>
              <a:t>: M6</a:t>
            </a:r>
            <a:endParaRPr lang="ko-KR" altLang="en-US" sz="700" dirty="0"/>
          </a:p>
        </p:txBody>
      </p:sp>
      <p:sp>
        <p:nvSpPr>
          <p:cNvPr id="274" name="사각형: 둥근 모서리 273">
            <a:extLst>
              <a:ext uri="{FF2B5EF4-FFF2-40B4-BE49-F238E27FC236}">
                <a16:creationId xmlns:a16="http://schemas.microsoft.com/office/drawing/2014/main" id="{F0E491BD-230E-05A4-72F4-125D5A559A65}"/>
              </a:ext>
            </a:extLst>
          </p:cNvPr>
          <p:cNvSpPr/>
          <p:nvPr/>
        </p:nvSpPr>
        <p:spPr>
          <a:xfrm>
            <a:off x="1170229" y="1589352"/>
            <a:ext cx="805104" cy="144516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나사</a:t>
            </a:r>
            <a:r>
              <a:rPr lang="en-US" altLang="ko-KR" sz="700" dirty="0"/>
              <a:t> : M6 </a:t>
            </a:r>
            <a:endParaRPr lang="ko-KR" altLang="en-US" sz="700" dirty="0"/>
          </a:p>
        </p:txBody>
      </p:sp>
      <p:cxnSp>
        <p:nvCxnSpPr>
          <p:cNvPr id="275" name="직선 연결선 274">
            <a:extLst>
              <a:ext uri="{FF2B5EF4-FFF2-40B4-BE49-F238E27FC236}">
                <a16:creationId xmlns:a16="http://schemas.microsoft.com/office/drawing/2014/main" id="{09A468C2-EE0F-E005-0175-F062878C5A03}"/>
              </a:ext>
            </a:extLst>
          </p:cNvPr>
          <p:cNvCxnSpPr>
            <a:cxnSpLocks/>
            <a:stCxn id="274" idx="1"/>
            <a:endCxn id="270" idx="6"/>
          </p:cNvCxnSpPr>
          <p:nvPr/>
        </p:nvCxnSpPr>
        <p:spPr>
          <a:xfrm flipH="1">
            <a:off x="1050098" y="1661610"/>
            <a:ext cx="120131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0003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D64A8-9B74-10B8-65AB-132B74002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사각형: 둥근 모서리 153">
            <a:extLst>
              <a:ext uri="{FF2B5EF4-FFF2-40B4-BE49-F238E27FC236}">
                <a16:creationId xmlns:a16="http://schemas.microsoft.com/office/drawing/2014/main" id="{AA7E83B3-0A67-35EA-7FE5-7269C4BCA577}"/>
              </a:ext>
            </a:extLst>
          </p:cNvPr>
          <p:cNvSpPr/>
          <p:nvPr/>
        </p:nvSpPr>
        <p:spPr>
          <a:xfrm>
            <a:off x="6032830" y="804002"/>
            <a:ext cx="5904050" cy="5921346"/>
          </a:xfrm>
          <a:prstGeom prst="roundRect">
            <a:avLst>
              <a:gd name="adj" fmla="val 5207"/>
            </a:avLst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116A2B-DD6C-4DE5-DE83-738EE3C0B4B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4AFF5E8-224B-1E94-6718-AD6ED88CFDE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A4833822-4F4C-967F-97C9-37BAD7BDC6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A8F862DA-AB78-6A47-822D-F449DE560694}"/>
              </a:ext>
            </a:extLst>
          </p:cNvPr>
          <p:cNvGraphicFramePr>
            <a:graphicFrameLocks noGrp="1"/>
          </p:cNvGraphicFramePr>
          <p:nvPr/>
        </p:nvGraphicFramePr>
        <p:xfrm>
          <a:off x="6493885" y="4987974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94AE9870-E2B4-6636-C030-83046CB5CC59}"/>
              </a:ext>
            </a:extLst>
          </p:cNvPr>
          <p:cNvGrpSpPr/>
          <p:nvPr/>
        </p:nvGrpSpPr>
        <p:grpSpPr>
          <a:xfrm>
            <a:off x="7049511" y="5316500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186B3DAC-EB7B-D902-BAB6-517CF0E49CFB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F57B7ED6-090C-10BB-D57F-FFED2CFF51B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EBE03988-9865-F29A-C7C9-D59E09A5792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9B69B59F-04C6-340E-A24B-0FEEEDABF7A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6D248544-6B68-893E-CF07-6ED1BB8F153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E03C85E-2029-BA0E-4D7E-3B1BB9B97A88}"/>
              </a:ext>
            </a:extLst>
          </p:cNvPr>
          <p:cNvGrpSpPr/>
          <p:nvPr/>
        </p:nvGrpSpPr>
        <p:grpSpPr>
          <a:xfrm>
            <a:off x="7049511" y="5816578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D59D1C52-2E5C-66CF-4A56-2577111903A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34DBF618-8D07-7E2B-7FE7-C45D7466BA5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3B405E0C-1711-D2C3-2E1D-A861E167237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F838AB22-336D-83B3-0212-7F5EE48F719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7F137F92-CD50-C098-B58E-6C6EC4A6B8C3}"/>
              </a:ext>
            </a:extLst>
          </p:cNvPr>
          <p:cNvSpPr txBox="1"/>
          <p:nvPr/>
        </p:nvSpPr>
        <p:spPr>
          <a:xfrm>
            <a:off x="6222540" y="6509904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B0808405-3191-7D3D-126F-5BC98B7DE89C}"/>
              </a:ext>
            </a:extLst>
          </p:cNvPr>
          <p:cNvSpPr/>
          <p:nvPr/>
        </p:nvSpPr>
        <p:spPr>
          <a:xfrm>
            <a:off x="8471664" y="5124938"/>
            <a:ext cx="1021246" cy="98249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49CC6932-7864-E6B1-1972-1087CF238D7E}"/>
              </a:ext>
            </a:extLst>
          </p:cNvPr>
          <p:cNvGrpSpPr/>
          <p:nvPr/>
        </p:nvGrpSpPr>
        <p:grpSpPr>
          <a:xfrm>
            <a:off x="10200896" y="5056269"/>
            <a:ext cx="1545628" cy="1453636"/>
            <a:chOff x="9546077" y="3179193"/>
            <a:chExt cx="2381250" cy="2086021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53B965A3-3C12-54A5-8EDF-887E7BCA81D0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A100D2DF-A58D-D2F4-A95D-82DF8ED4481F}"/>
                </a:ext>
              </a:extLst>
            </p:cNvPr>
            <p:cNvSpPr/>
            <p:nvPr/>
          </p:nvSpPr>
          <p:spPr>
            <a:xfrm>
              <a:off x="9575807" y="3179193"/>
              <a:ext cx="1747864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348F5540-66BC-29BD-4696-C7C9832734B0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65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D95D81F7-56CF-24B3-A21F-2629065B3259}"/>
              </a:ext>
            </a:extLst>
          </p:cNvPr>
          <p:cNvSpPr/>
          <p:nvPr/>
        </p:nvSpPr>
        <p:spPr>
          <a:xfrm>
            <a:off x="6614761" y="2582330"/>
            <a:ext cx="4950570" cy="225765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27BCAA6C-17E6-C67D-B689-E6733B4535C8}"/>
              </a:ext>
            </a:extLst>
          </p:cNvPr>
          <p:cNvGrpSpPr/>
          <p:nvPr/>
        </p:nvGrpSpPr>
        <p:grpSpPr>
          <a:xfrm>
            <a:off x="6754587" y="4424962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3E1B6D81-32D8-AEF7-538E-BDA2DDB5DA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8B9ED4E-9032-38E4-69C0-8E20272F41DE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A626EBE7-2545-69B6-F1F9-A598C572555E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76104C5E-AC2D-2D6E-7E2F-F4910CED4E82}"/>
              </a:ext>
            </a:extLst>
          </p:cNvPr>
          <p:cNvSpPr/>
          <p:nvPr/>
        </p:nvSpPr>
        <p:spPr>
          <a:xfrm>
            <a:off x="8126727" y="310185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기록 시스템</a:t>
            </a:r>
            <a:endParaRPr lang="en-US" altLang="ko-KR" sz="1000" dirty="0"/>
          </a:p>
          <a:p>
            <a:pPr algn="ctr"/>
            <a:endParaRPr lang="en-US" altLang="ko-KR" sz="1000" dirty="0"/>
          </a:p>
          <a:p>
            <a:pPr algn="ctr"/>
            <a:r>
              <a:rPr lang="en-US" altLang="ko-KR" sz="1000" dirty="0"/>
              <a:t>State </a:t>
            </a:r>
            <a:r>
              <a:rPr lang="ko-KR" altLang="en-US" sz="1000" dirty="0"/>
              <a:t>관리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0824D151-D363-BB13-F0E2-04271CEB4036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78C9A49F-2AD0-F3FD-4D3F-0FEA17A78B33}"/>
              </a:ext>
            </a:extLst>
          </p:cNvPr>
          <p:cNvSpPr/>
          <p:nvPr/>
        </p:nvSpPr>
        <p:spPr>
          <a:xfrm>
            <a:off x="5515883" y="2582161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5E0A5F60-EC8D-8C73-BFDB-C4FB2ECC2D4C}"/>
              </a:ext>
            </a:extLst>
          </p:cNvPr>
          <p:cNvGrpSpPr/>
          <p:nvPr/>
        </p:nvGrpSpPr>
        <p:grpSpPr>
          <a:xfrm>
            <a:off x="9133561" y="1036062"/>
            <a:ext cx="2796914" cy="1392955"/>
            <a:chOff x="6581079" y="1038060"/>
            <a:chExt cx="2796914" cy="1392955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7E6CD539-B9D5-11EC-FA1E-211C0E551F69}"/>
                </a:ext>
              </a:extLst>
            </p:cNvPr>
            <p:cNvGrpSpPr/>
            <p:nvPr/>
          </p:nvGrpSpPr>
          <p:grpSpPr>
            <a:xfrm>
              <a:off x="6581079" y="1038060"/>
              <a:ext cx="1308643" cy="955300"/>
              <a:chOff x="567997" y="1152609"/>
              <a:chExt cx="1734024" cy="1326750"/>
            </a:xfrm>
          </p:grpSpPr>
          <p:grpSp>
            <p:nvGrpSpPr>
              <p:cNvPr id="32" name="그룹 31">
                <a:extLst>
                  <a:ext uri="{FF2B5EF4-FFF2-40B4-BE49-F238E27FC236}">
                    <a16:creationId xmlns:a16="http://schemas.microsoft.com/office/drawing/2014/main" id="{DEF4CC8C-DB03-AA24-F8CD-BEFB00D844D6}"/>
                  </a:ext>
                </a:extLst>
              </p:cNvPr>
              <p:cNvGrpSpPr/>
              <p:nvPr/>
            </p:nvGrpSpPr>
            <p:grpSpPr>
              <a:xfrm>
                <a:off x="696016" y="1152609"/>
                <a:ext cx="1477987" cy="957071"/>
                <a:chOff x="1299418" y="1152609"/>
                <a:chExt cx="1544859" cy="1004487"/>
              </a:xfrm>
            </p:grpSpPr>
            <p:grpSp>
              <p:nvGrpSpPr>
                <p:cNvPr id="6" name="그룹 5">
                  <a:extLst>
                    <a:ext uri="{FF2B5EF4-FFF2-40B4-BE49-F238E27FC236}">
                      <a16:creationId xmlns:a16="http://schemas.microsoft.com/office/drawing/2014/main" id="{D22E56AB-1E02-E6A8-B12D-76BD20DFCEE1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7" name="타원 6">
                    <a:extLst>
                      <a:ext uri="{FF2B5EF4-FFF2-40B4-BE49-F238E27FC236}">
                        <a16:creationId xmlns:a16="http://schemas.microsoft.com/office/drawing/2014/main" id="{E45A83AB-DA5F-D386-A40C-D9B8D2567BAD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" name="타원 7">
                    <a:extLst>
                      <a:ext uri="{FF2B5EF4-FFF2-40B4-BE49-F238E27FC236}">
                        <a16:creationId xmlns:a16="http://schemas.microsoft.com/office/drawing/2014/main" id="{241DBE33-3C3F-618E-044A-003F7E80D05A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9" name="직선 연결선 8">
                    <a:extLst>
                      <a:ext uri="{FF2B5EF4-FFF2-40B4-BE49-F238E27FC236}">
                        <a16:creationId xmlns:a16="http://schemas.microsoft.com/office/drawing/2014/main" id="{07F53693-F154-8269-48C0-4A2B7B972E1F}"/>
                      </a:ext>
                    </a:extLst>
                  </p:cNvPr>
                  <p:cNvCxnSpPr>
                    <a:cxnSpLocks/>
                    <a:endCxn id="7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" name="직선 연결선 9">
                    <a:extLst>
                      <a:ext uri="{FF2B5EF4-FFF2-40B4-BE49-F238E27FC236}">
                        <a16:creationId xmlns:a16="http://schemas.microsoft.com/office/drawing/2014/main" id="{864F3F28-E2B3-8B6C-0688-67FDD795F7DE}"/>
                      </a:ext>
                    </a:extLst>
                  </p:cNvPr>
                  <p:cNvCxnSpPr>
                    <a:cxnSpLocks/>
                    <a:stCxn id="8" idx="2"/>
                    <a:endCxn id="7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1" name="그룹 10">
                    <a:extLst>
                      <a:ext uri="{FF2B5EF4-FFF2-40B4-BE49-F238E27FC236}">
                        <a16:creationId xmlns:a16="http://schemas.microsoft.com/office/drawing/2014/main" id="{9F668899-AC31-9F51-3B39-A31A9CF06EEA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12" name="사각형: 둥근 모서리 11">
                      <a:extLst>
                        <a:ext uri="{FF2B5EF4-FFF2-40B4-BE49-F238E27FC236}">
                          <a16:creationId xmlns:a16="http://schemas.microsoft.com/office/drawing/2014/main" id="{C61F90C2-DCD7-B7BF-C93E-B9B8032071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13" name="타원 12">
                      <a:extLst>
                        <a:ext uri="{FF2B5EF4-FFF2-40B4-BE49-F238E27FC236}">
                          <a16:creationId xmlns:a16="http://schemas.microsoft.com/office/drawing/2014/main" id="{3706FB0B-2F2D-D855-9F9F-5D167692CE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14" name="타원 13">
                      <a:extLst>
                        <a:ext uri="{FF2B5EF4-FFF2-40B4-BE49-F238E27FC236}">
                          <a16:creationId xmlns:a16="http://schemas.microsoft.com/office/drawing/2014/main" id="{A5D3CDE2-4ED1-E8B8-73B4-39209CD8C8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15" name="타원 14">
                      <a:extLst>
                        <a:ext uri="{FF2B5EF4-FFF2-40B4-BE49-F238E27FC236}">
                          <a16:creationId xmlns:a16="http://schemas.microsoft.com/office/drawing/2014/main" id="{BEFFB916-16C6-08E8-1BB3-53BD60AB8F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16" name="그룹 15">
                  <a:extLst>
                    <a:ext uri="{FF2B5EF4-FFF2-40B4-BE49-F238E27FC236}">
                      <a16:creationId xmlns:a16="http://schemas.microsoft.com/office/drawing/2014/main" id="{07499A93-25FF-1A72-BD36-24F7B347B412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AF5B1E62-6694-EFB7-6E3F-BB4CA536BE94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18" name="그룹 17">
                    <a:extLst>
                      <a:ext uri="{FF2B5EF4-FFF2-40B4-BE49-F238E27FC236}">
                        <a16:creationId xmlns:a16="http://schemas.microsoft.com/office/drawing/2014/main" id="{98FE34DC-2373-E6BC-640C-7BF9301E4E46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26" name="사각형: 둥근 모서리 25">
                      <a:extLst>
                        <a:ext uri="{FF2B5EF4-FFF2-40B4-BE49-F238E27FC236}">
                          <a16:creationId xmlns:a16="http://schemas.microsoft.com/office/drawing/2014/main" id="{CFBBD576-4E8F-E30F-5AD6-28AD28A3DD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27" name="그룹 26">
                      <a:extLst>
                        <a:ext uri="{FF2B5EF4-FFF2-40B4-BE49-F238E27FC236}">
                          <a16:creationId xmlns:a16="http://schemas.microsoft.com/office/drawing/2014/main" id="{37AEDFAF-F394-B633-19F6-9C5385F58A2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29" name="타원 28">
                        <a:extLst>
                          <a:ext uri="{FF2B5EF4-FFF2-40B4-BE49-F238E27FC236}">
                            <a16:creationId xmlns:a16="http://schemas.microsoft.com/office/drawing/2014/main" id="{14A8C94A-A979-28D5-FCC5-1EAE7FCBCA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30" name="타원 29">
                        <a:extLst>
                          <a:ext uri="{FF2B5EF4-FFF2-40B4-BE49-F238E27FC236}">
                            <a16:creationId xmlns:a16="http://schemas.microsoft.com/office/drawing/2014/main" id="{5481630A-85A6-FA5B-3434-7B5A726D07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31" name="타원 30">
                        <a:extLst>
                          <a:ext uri="{FF2B5EF4-FFF2-40B4-BE49-F238E27FC236}">
                            <a16:creationId xmlns:a16="http://schemas.microsoft.com/office/drawing/2014/main" id="{26CA2A1D-BBA8-833C-8980-04FBDC2DB1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28" name="타원 27">
                      <a:extLst>
                        <a:ext uri="{FF2B5EF4-FFF2-40B4-BE49-F238E27FC236}">
                          <a16:creationId xmlns:a16="http://schemas.microsoft.com/office/drawing/2014/main" id="{A653BC03-24D0-8185-4380-7CA90B08B6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19" name="타원 18">
                    <a:extLst>
                      <a:ext uri="{FF2B5EF4-FFF2-40B4-BE49-F238E27FC236}">
                        <a16:creationId xmlns:a16="http://schemas.microsoft.com/office/drawing/2014/main" id="{4E2C2625-DD84-69EC-20E1-AFA2BD4E7A15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16F0A2B5-0852-53AD-74C5-2368F1E205AC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3371FA40-241F-19ED-9F01-D8BE820A3870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22" name="직선 연결선 21">
                    <a:extLst>
                      <a:ext uri="{FF2B5EF4-FFF2-40B4-BE49-F238E27FC236}">
                        <a16:creationId xmlns:a16="http://schemas.microsoft.com/office/drawing/2014/main" id="{D29EFC0B-8EA8-CA4F-5B0B-36758086C46E}"/>
                      </a:ext>
                    </a:extLst>
                  </p:cNvPr>
                  <p:cNvCxnSpPr>
                    <a:cxnSpLocks/>
                    <a:endCxn id="17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직선 연결선 22">
                    <a:extLst>
                      <a:ext uri="{FF2B5EF4-FFF2-40B4-BE49-F238E27FC236}">
                        <a16:creationId xmlns:a16="http://schemas.microsoft.com/office/drawing/2014/main" id="{30B7EB61-CDCB-B805-FF68-269719A75C44}"/>
                      </a:ext>
                    </a:extLst>
                  </p:cNvPr>
                  <p:cNvCxnSpPr>
                    <a:cxnSpLocks/>
                    <a:stCxn id="17" idx="7"/>
                    <a:endCxn id="19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직선 연결선 23">
                    <a:extLst>
                      <a:ext uri="{FF2B5EF4-FFF2-40B4-BE49-F238E27FC236}">
                        <a16:creationId xmlns:a16="http://schemas.microsoft.com/office/drawing/2014/main" id="{DE3AD8CC-5D02-2612-4F18-3092D05ABB4D}"/>
                      </a:ext>
                    </a:extLst>
                  </p:cNvPr>
                  <p:cNvCxnSpPr>
                    <a:cxnSpLocks/>
                    <a:stCxn id="20" idx="1"/>
                    <a:endCxn id="17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직선 연결선 24">
                    <a:extLst>
                      <a:ext uri="{FF2B5EF4-FFF2-40B4-BE49-F238E27FC236}">
                        <a16:creationId xmlns:a16="http://schemas.microsoft.com/office/drawing/2014/main" id="{F6FEF681-4068-A472-83DC-90432E967F0A}"/>
                      </a:ext>
                    </a:extLst>
                  </p:cNvPr>
                  <p:cNvCxnSpPr>
                    <a:cxnSpLocks/>
                    <a:stCxn id="21" idx="7"/>
                    <a:endCxn id="17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6A83239-21D0-6ED5-FAFA-F8C1D250E9C1}"/>
                  </a:ext>
                </a:extLst>
              </p:cNvPr>
              <p:cNvSpPr txBox="1"/>
              <p:nvPr/>
            </p:nvSpPr>
            <p:spPr>
              <a:xfrm>
                <a:off x="567997" y="2227359"/>
                <a:ext cx="1734024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 입력</a:t>
                </a:r>
              </a:p>
            </p:txBody>
          </p: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5744AC1B-6146-AB0D-EAF9-B1C68F10E8D9}"/>
                </a:ext>
              </a:extLst>
            </p:cNvPr>
            <p:cNvGrpSpPr/>
            <p:nvPr/>
          </p:nvGrpSpPr>
          <p:grpSpPr>
            <a:xfrm>
              <a:off x="7852818" y="1055077"/>
              <a:ext cx="1525175" cy="999873"/>
              <a:chOff x="2438097" y="1177547"/>
              <a:chExt cx="1525175" cy="999873"/>
            </a:xfrm>
          </p:grpSpPr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6353C695-FA8A-E096-FF21-CCE5C9BEA470}"/>
                  </a:ext>
                </a:extLst>
              </p:cNvPr>
              <p:cNvGrpSpPr/>
              <p:nvPr/>
            </p:nvGrpSpPr>
            <p:grpSpPr>
              <a:xfrm>
                <a:off x="2598255" y="1177547"/>
                <a:ext cx="1204859" cy="669888"/>
                <a:chOff x="2567856" y="1152608"/>
                <a:chExt cx="1577232" cy="802664"/>
              </a:xfrm>
            </p:grpSpPr>
            <p:cxnSp>
              <p:nvCxnSpPr>
                <p:cNvPr id="101" name="직선 연결선 100">
                  <a:extLst>
                    <a:ext uri="{FF2B5EF4-FFF2-40B4-BE49-F238E27FC236}">
                      <a16:creationId xmlns:a16="http://schemas.microsoft.com/office/drawing/2014/main" id="{93E8C3CA-113E-B22D-71F2-10712F1E910A}"/>
                    </a:ext>
                  </a:extLst>
                </p:cNvPr>
                <p:cNvCxnSpPr>
                  <a:cxnSpLocks/>
                  <a:stCxn id="112" idx="4"/>
                  <a:endCxn id="114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타원 101">
                  <a:extLst>
                    <a:ext uri="{FF2B5EF4-FFF2-40B4-BE49-F238E27FC236}">
                      <a16:creationId xmlns:a16="http://schemas.microsoft.com/office/drawing/2014/main" id="{DBCA941B-BE09-66A4-5CBD-C779BCE9F2FF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03" name="직선 연결선 102">
                  <a:extLst>
                    <a:ext uri="{FF2B5EF4-FFF2-40B4-BE49-F238E27FC236}">
                      <a16:creationId xmlns:a16="http://schemas.microsoft.com/office/drawing/2014/main" id="{CABB13EC-B3C4-BF81-9C50-A179CF6CE4D3}"/>
                    </a:ext>
                  </a:extLst>
                </p:cNvPr>
                <p:cNvCxnSpPr>
                  <a:cxnSpLocks/>
                  <a:stCxn id="111" idx="2"/>
                  <a:endCxn id="102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4" name="타원 103">
                  <a:extLst>
                    <a:ext uri="{FF2B5EF4-FFF2-40B4-BE49-F238E27FC236}">
                      <a16:creationId xmlns:a16="http://schemas.microsoft.com/office/drawing/2014/main" id="{E659EDF8-4BEA-AD67-26A8-C2256C332E3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05" name="직선 연결선 104">
                  <a:extLst>
                    <a:ext uri="{FF2B5EF4-FFF2-40B4-BE49-F238E27FC236}">
                      <a16:creationId xmlns:a16="http://schemas.microsoft.com/office/drawing/2014/main" id="{CFA1BF41-1CA0-A1EF-70FC-3D5B4FB838A5}"/>
                    </a:ext>
                  </a:extLst>
                </p:cNvPr>
                <p:cNvCxnSpPr>
                  <a:cxnSpLocks/>
                  <a:stCxn id="108" idx="1"/>
                  <a:endCxn id="104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6" name="타원 105">
                  <a:extLst>
                    <a:ext uri="{FF2B5EF4-FFF2-40B4-BE49-F238E27FC236}">
                      <a16:creationId xmlns:a16="http://schemas.microsoft.com/office/drawing/2014/main" id="{D8E33BD3-7DFD-8725-4EA4-28B7F631E6CA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07" name="직선 연결선 106">
                  <a:extLst>
                    <a:ext uri="{FF2B5EF4-FFF2-40B4-BE49-F238E27FC236}">
                      <a16:creationId xmlns:a16="http://schemas.microsoft.com/office/drawing/2014/main" id="{25B0BC3A-86D5-2237-C765-B0628CC688FB}"/>
                    </a:ext>
                  </a:extLst>
                </p:cNvPr>
                <p:cNvCxnSpPr>
                  <a:cxnSpLocks/>
                  <a:stCxn id="112" idx="6"/>
                  <a:endCxn id="106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8" name="사각형: 둥근 모서리 107">
                  <a:extLst>
                    <a:ext uri="{FF2B5EF4-FFF2-40B4-BE49-F238E27FC236}">
                      <a16:creationId xmlns:a16="http://schemas.microsoft.com/office/drawing/2014/main" id="{76027056-0EF1-9590-E997-943409587478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09" name="사각형: 둥근 모서리 108">
                  <a:extLst>
                    <a:ext uri="{FF2B5EF4-FFF2-40B4-BE49-F238E27FC236}">
                      <a16:creationId xmlns:a16="http://schemas.microsoft.com/office/drawing/2014/main" id="{83259F9F-1A02-5D0A-B2ED-CE91D8E9879B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10" name="직선 연결선 109">
                  <a:extLst>
                    <a:ext uri="{FF2B5EF4-FFF2-40B4-BE49-F238E27FC236}">
                      <a16:creationId xmlns:a16="http://schemas.microsoft.com/office/drawing/2014/main" id="{829C505E-2760-4EF2-0553-3737417C4A93}"/>
                    </a:ext>
                  </a:extLst>
                </p:cNvPr>
                <p:cNvCxnSpPr>
                  <a:cxnSpLocks/>
                  <a:stCxn id="109" idx="3"/>
                  <a:endCxn id="102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11" name="타원 110">
                  <a:extLst>
                    <a:ext uri="{FF2B5EF4-FFF2-40B4-BE49-F238E27FC236}">
                      <a16:creationId xmlns:a16="http://schemas.microsoft.com/office/drawing/2014/main" id="{9165E291-790D-F68E-9726-DC40A637F01C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12" name="타원 111">
                  <a:extLst>
                    <a:ext uri="{FF2B5EF4-FFF2-40B4-BE49-F238E27FC236}">
                      <a16:creationId xmlns:a16="http://schemas.microsoft.com/office/drawing/2014/main" id="{38F7A2EA-6CFD-39E1-403F-24EC101E69F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13" name="타원 112">
                  <a:extLst>
                    <a:ext uri="{FF2B5EF4-FFF2-40B4-BE49-F238E27FC236}">
                      <a16:creationId xmlns:a16="http://schemas.microsoft.com/office/drawing/2014/main" id="{FC2B0721-921D-BBC1-6152-7B9545F69F1F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00C943F0-0F9E-23EE-382D-9CDA17CBBA1B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15" name="직선 연결선 114">
                  <a:extLst>
                    <a:ext uri="{FF2B5EF4-FFF2-40B4-BE49-F238E27FC236}">
                      <a16:creationId xmlns:a16="http://schemas.microsoft.com/office/drawing/2014/main" id="{827D096B-E3D3-5F4A-3F32-63A24D012896}"/>
                    </a:ext>
                  </a:extLst>
                </p:cNvPr>
                <p:cNvCxnSpPr>
                  <a:cxnSpLocks/>
                  <a:stCxn id="114" idx="4"/>
                  <a:endCxn id="113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직선 연결선 115">
                  <a:extLst>
                    <a:ext uri="{FF2B5EF4-FFF2-40B4-BE49-F238E27FC236}">
                      <a16:creationId xmlns:a16="http://schemas.microsoft.com/office/drawing/2014/main" id="{41049385-2CDE-7FFD-326F-CB4A0750AFE1}"/>
                    </a:ext>
                  </a:extLst>
                </p:cNvPr>
                <p:cNvCxnSpPr>
                  <a:cxnSpLocks/>
                  <a:stCxn id="108" idx="2"/>
                  <a:endCxn id="109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CD355F75-845B-89E1-D000-528931257FC7}"/>
                  </a:ext>
                </a:extLst>
              </p:cNvPr>
              <p:cNvSpPr txBox="1"/>
              <p:nvPr/>
            </p:nvSpPr>
            <p:spPr>
              <a:xfrm>
                <a:off x="2438097" y="1931199"/>
                <a:ext cx="15251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  <p:sp>
          <p:nvSpPr>
            <p:cNvPr id="147" name="화살표: 아래쪽 146">
              <a:extLst>
                <a:ext uri="{FF2B5EF4-FFF2-40B4-BE49-F238E27FC236}">
                  <a16:creationId xmlns:a16="http://schemas.microsoft.com/office/drawing/2014/main" id="{440BF5A8-121F-A365-AC7B-3DF86D2696DF}"/>
                </a:ext>
              </a:extLst>
            </p:cNvPr>
            <p:cNvSpPr/>
            <p:nvPr/>
          </p:nvSpPr>
          <p:spPr>
            <a:xfrm>
              <a:off x="6968357" y="2186735"/>
              <a:ext cx="471054" cy="244280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화살표: 아래쪽 165">
              <a:extLst>
                <a:ext uri="{FF2B5EF4-FFF2-40B4-BE49-F238E27FC236}">
                  <a16:creationId xmlns:a16="http://schemas.microsoft.com/office/drawing/2014/main" id="{22FBED47-F5FA-79CA-226D-C310B30A680A}"/>
                </a:ext>
              </a:extLst>
            </p:cNvPr>
            <p:cNvSpPr/>
            <p:nvPr/>
          </p:nvSpPr>
          <p:spPr>
            <a:xfrm>
              <a:off x="8354135" y="2186735"/>
              <a:ext cx="471054" cy="244280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2F0DB479-87B8-187C-FD3C-D18DF1EAABCF}"/>
              </a:ext>
            </a:extLst>
          </p:cNvPr>
          <p:cNvSpPr/>
          <p:nvPr/>
        </p:nvSpPr>
        <p:spPr>
          <a:xfrm>
            <a:off x="7965693" y="5359657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41876B29-7947-22CC-EDA5-87D794B67FCD}"/>
              </a:ext>
            </a:extLst>
          </p:cNvPr>
          <p:cNvSpPr/>
          <p:nvPr/>
        </p:nvSpPr>
        <p:spPr>
          <a:xfrm>
            <a:off x="9748273" y="5396759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9E34F650-E909-921A-4038-68D0231EECCD}"/>
              </a:ext>
            </a:extLst>
          </p:cNvPr>
          <p:cNvSpPr/>
          <p:nvPr/>
        </p:nvSpPr>
        <p:spPr>
          <a:xfrm>
            <a:off x="6683937" y="2296263"/>
            <a:ext cx="816326" cy="501512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5878BBDD-367D-BD5F-68E9-2871B248D6C4}"/>
              </a:ext>
            </a:extLst>
          </p:cNvPr>
          <p:cNvGrpSpPr/>
          <p:nvPr/>
        </p:nvGrpSpPr>
        <p:grpSpPr>
          <a:xfrm>
            <a:off x="3689129" y="2783515"/>
            <a:ext cx="1529700" cy="1065829"/>
            <a:chOff x="7670009" y="1193508"/>
            <a:chExt cx="1558708" cy="1010348"/>
          </a:xfrm>
        </p:grpSpPr>
        <p:pic>
          <p:nvPicPr>
            <p:cNvPr id="36" name="그래픽 35" descr="데이터베이스 단색으로 채워진">
              <a:extLst>
                <a:ext uri="{FF2B5EF4-FFF2-40B4-BE49-F238E27FC236}">
                  <a16:creationId xmlns:a16="http://schemas.microsoft.com/office/drawing/2014/main" id="{58FBA346-D1C7-0D9B-0AEC-6849C42C35D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00CBE2-4BF2-55D1-73D9-1D0E8ADD4ACE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</a:t>
              </a:r>
              <a:endParaRPr lang="ko-KR" altLang="en-US" sz="1000" dirty="0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DC7055F1-44C9-676C-8C5B-9FEB8EF31060}"/>
              </a:ext>
            </a:extLst>
          </p:cNvPr>
          <p:cNvGrpSpPr/>
          <p:nvPr/>
        </p:nvGrpSpPr>
        <p:grpSpPr>
          <a:xfrm>
            <a:off x="3598529" y="4287718"/>
            <a:ext cx="1308643" cy="955300"/>
            <a:chOff x="567997" y="1152609"/>
            <a:chExt cx="1734024" cy="1326750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E1F242F7-E4D9-AE18-A787-C54A1B13F748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2006881-6729-9C4F-D6F5-CD293966E18F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62B88D1F-117C-A633-DE03-071265C95849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EE43CE26-0960-91DD-64E0-94587198E062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A9368D2D-31C2-C474-8211-D6CEA1F65C2B}"/>
                    </a:ext>
                  </a:extLst>
                </p:cNvPr>
                <p:cNvCxnSpPr>
                  <a:cxnSpLocks/>
                  <a:endCxn id="62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BD49A46D-C2BB-F0A5-D18A-0BC50FAA0B85}"/>
                    </a:ext>
                  </a:extLst>
                </p:cNvPr>
                <p:cNvCxnSpPr>
                  <a:cxnSpLocks/>
                  <a:stCxn id="63" idx="2"/>
                  <a:endCxn id="62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0786C416-C335-1838-94B2-72501ED65264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BC48982E-923D-5E5C-6913-2ADFDF1E256E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7783A434-BF5C-4568-9517-7864E793A1C4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891DE885-89AC-E83A-C426-8E923CA1E687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7502BC86-2C7E-2F06-8BA6-F47C77DA9756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43" name="그룹 42">
                <a:extLst>
                  <a:ext uri="{FF2B5EF4-FFF2-40B4-BE49-F238E27FC236}">
                    <a16:creationId xmlns:a16="http://schemas.microsoft.com/office/drawing/2014/main" id="{37FE3D9F-6989-D46A-C742-11581DD84494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BED3216F-215F-CBDD-05DB-2130254B9E8A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45" name="그룹 44">
                  <a:extLst>
                    <a:ext uri="{FF2B5EF4-FFF2-40B4-BE49-F238E27FC236}">
                      <a16:creationId xmlns:a16="http://schemas.microsoft.com/office/drawing/2014/main" id="{1BFE836F-21CD-C95A-B68C-928755C6EC6F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55" name="사각형: 둥근 모서리 54">
                    <a:extLst>
                      <a:ext uri="{FF2B5EF4-FFF2-40B4-BE49-F238E27FC236}">
                        <a16:creationId xmlns:a16="http://schemas.microsoft.com/office/drawing/2014/main" id="{6CBAE7D8-FDEB-3657-727E-779B9F640FB6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56" name="그룹 55">
                    <a:extLst>
                      <a:ext uri="{FF2B5EF4-FFF2-40B4-BE49-F238E27FC236}">
                        <a16:creationId xmlns:a16="http://schemas.microsoft.com/office/drawing/2014/main" id="{B439BC13-6CD8-75C7-E2A4-9FF0154E4572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58" name="타원 57">
                      <a:extLst>
                        <a:ext uri="{FF2B5EF4-FFF2-40B4-BE49-F238E27FC236}">
                          <a16:creationId xmlns:a16="http://schemas.microsoft.com/office/drawing/2014/main" id="{0BA48ADF-98BE-931D-76BF-2FEC7BC1EC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9" name="타원 58">
                      <a:extLst>
                        <a:ext uri="{FF2B5EF4-FFF2-40B4-BE49-F238E27FC236}">
                          <a16:creationId xmlns:a16="http://schemas.microsoft.com/office/drawing/2014/main" id="{C7889A5B-AAE1-19CA-6AFF-6C909DAE94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1" name="타원 60">
                      <a:extLst>
                        <a:ext uri="{FF2B5EF4-FFF2-40B4-BE49-F238E27FC236}">
                          <a16:creationId xmlns:a16="http://schemas.microsoft.com/office/drawing/2014/main" id="{C58E3111-5C41-F94A-DFBA-5D1D8EA354C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57" name="타원 56">
                    <a:extLst>
                      <a:ext uri="{FF2B5EF4-FFF2-40B4-BE49-F238E27FC236}">
                        <a16:creationId xmlns:a16="http://schemas.microsoft.com/office/drawing/2014/main" id="{3B3432AB-688D-395A-FBEB-EE0D6F767B17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F7555804-9510-A9B3-B118-12F4FA5D363F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7" name="타원 46">
                  <a:extLst>
                    <a:ext uri="{FF2B5EF4-FFF2-40B4-BE49-F238E27FC236}">
                      <a16:creationId xmlns:a16="http://schemas.microsoft.com/office/drawing/2014/main" id="{4CC6454A-6795-64AF-D901-C696C2AA6AC0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8A163788-A7EB-59B6-FC3C-9746A39D5E7A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312A327C-232F-57DA-9D59-B7007EFC8B97}"/>
                    </a:ext>
                  </a:extLst>
                </p:cNvPr>
                <p:cNvCxnSpPr>
                  <a:cxnSpLocks/>
                  <a:endCxn id="4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5C26C380-4C54-62CB-B8BA-E866921FD503}"/>
                    </a:ext>
                  </a:extLst>
                </p:cNvPr>
                <p:cNvCxnSpPr>
                  <a:cxnSpLocks/>
                  <a:stCxn id="44" idx="7"/>
                  <a:endCxn id="4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05A2013E-931B-DA63-81A4-0FB12CFF7A7D}"/>
                    </a:ext>
                  </a:extLst>
                </p:cNvPr>
                <p:cNvCxnSpPr>
                  <a:cxnSpLocks/>
                  <a:stCxn id="47" idx="1"/>
                  <a:endCxn id="4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3D529EB1-7BF6-2EEA-DE91-408B1CCBFED9}"/>
                    </a:ext>
                  </a:extLst>
                </p:cNvPr>
                <p:cNvCxnSpPr>
                  <a:cxnSpLocks/>
                  <a:stCxn id="48" idx="7"/>
                  <a:endCxn id="4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626CBD1-EB6A-D496-A01D-7CAE32B9B6EC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5D147CA1-92CB-89D1-9629-B959ED8C0D5C}"/>
              </a:ext>
            </a:extLst>
          </p:cNvPr>
          <p:cNvGrpSpPr/>
          <p:nvPr/>
        </p:nvGrpSpPr>
        <p:grpSpPr>
          <a:xfrm>
            <a:off x="3440303" y="5719398"/>
            <a:ext cx="1525175" cy="999873"/>
            <a:chOff x="2438097" y="1177547"/>
            <a:chExt cx="1525175" cy="999873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F27CAADE-4C76-9416-2300-E2FD3CA30082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D360CE6B-8AE3-4039-151A-98ED2C748D74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021D33F2-BFAF-9B47-BD58-2686FEDC58D3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3D4CA03D-F671-F679-0EC3-7490C9E6DAAC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E50B1B12-F230-13D1-DB1E-BEBAFF6F6754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FC348599-FFB1-FA90-ED0E-1A51E7840F11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FAA7EC3A-836D-C6E3-CD9B-AD265DCDBF4D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E3D2F28D-2E02-BFD6-CA15-46511F155EDB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5F7F3D71-3FEE-5618-47DD-22233E85267A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4746A1E4-AFBC-388E-4F5F-15813F6C4BC9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81FC896B-31A1-BEFA-6EBD-E56524ECC760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8096C149-780B-F88E-0643-BC810618297F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EF257FA9-D145-3545-2E8E-0EFBBB1B4EBF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DC3C405A-9349-2DBA-ED38-20B503259CB3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B80A8515-14C8-8E90-F7AE-7CF0ECE79741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5797F084-A344-CF5C-3CEC-E10AE99902B2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C8E95299-7AB8-A244-8FB2-6912AAB00A70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06621BD-3126-1677-D582-92F9DB66C473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A8CB1B3-5CD3-29DD-A6F9-BFE9E9DE8F01}"/>
              </a:ext>
            </a:extLst>
          </p:cNvPr>
          <p:cNvSpPr/>
          <p:nvPr/>
        </p:nvSpPr>
        <p:spPr>
          <a:xfrm>
            <a:off x="109428" y="876081"/>
            <a:ext cx="5205705" cy="5921346"/>
          </a:xfrm>
          <a:prstGeom prst="roundRect">
            <a:avLst>
              <a:gd name="adj" fmla="val 5207"/>
            </a:avLst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pic>
        <p:nvPicPr>
          <p:cNvPr id="118" name="그림 117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425368-7831-8BC8-4BF2-6BF9B086BB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8" y="5544780"/>
            <a:ext cx="1444610" cy="1083458"/>
          </a:xfrm>
          <a:prstGeom prst="rect">
            <a:avLst/>
          </a:prstGeom>
        </p:spPr>
      </p:pic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7C173196-6F0E-8F73-1222-22B548E6B1B4}"/>
              </a:ext>
            </a:extLst>
          </p:cNvPr>
          <p:cNvGrpSpPr/>
          <p:nvPr/>
        </p:nvGrpSpPr>
        <p:grpSpPr>
          <a:xfrm>
            <a:off x="3759857" y="1052915"/>
            <a:ext cx="1409378" cy="1116772"/>
            <a:chOff x="7731310" y="1193508"/>
            <a:chExt cx="1436105" cy="1058639"/>
          </a:xfrm>
        </p:grpSpPr>
        <p:pic>
          <p:nvPicPr>
            <p:cNvPr id="120" name="그래픽 119" descr="데이터베이스 단색으로 채워진">
              <a:extLst>
                <a:ext uri="{FF2B5EF4-FFF2-40B4-BE49-F238E27FC236}">
                  <a16:creationId xmlns:a16="http://schemas.microsoft.com/office/drawing/2014/main" id="{8B1DAACE-F8B4-F0EF-0D90-B9E6B7FBCE6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33C4D5FB-E392-9D07-7440-981A201AD11C}"/>
                </a:ext>
              </a:extLst>
            </p:cNvPr>
            <p:cNvSpPr txBox="1"/>
            <p:nvPr/>
          </p:nvSpPr>
          <p:spPr>
            <a:xfrm>
              <a:off x="7731310" y="2018743"/>
              <a:ext cx="1436105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Item Specification Data</a:t>
              </a:r>
              <a:endParaRPr lang="ko-KR" altLang="en-US" sz="1000" dirty="0"/>
            </a:p>
          </p:txBody>
        </p: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D7307012-1648-0471-2840-353CDE34DAFD}"/>
              </a:ext>
            </a:extLst>
          </p:cNvPr>
          <p:cNvSpPr/>
          <p:nvPr/>
        </p:nvSpPr>
        <p:spPr>
          <a:xfrm>
            <a:off x="8102388" y="2282003"/>
            <a:ext cx="816326" cy="501512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58637825-8D2D-32D0-4213-4D076443642C}"/>
              </a:ext>
            </a:extLst>
          </p:cNvPr>
          <p:cNvGrpSpPr/>
          <p:nvPr/>
        </p:nvGrpSpPr>
        <p:grpSpPr>
          <a:xfrm>
            <a:off x="6367779" y="974360"/>
            <a:ext cx="1409378" cy="1116772"/>
            <a:chOff x="7731310" y="1193508"/>
            <a:chExt cx="1436105" cy="1058639"/>
          </a:xfrm>
        </p:grpSpPr>
        <p:pic>
          <p:nvPicPr>
            <p:cNvPr id="133" name="그래픽 132" descr="데이터베이스 단색으로 채워진">
              <a:extLst>
                <a:ext uri="{FF2B5EF4-FFF2-40B4-BE49-F238E27FC236}">
                  <a16:creationId xmlns:a16="http://schemas.microsoft.com/office/drawing/2014/main" id="{5AC4D92B-CB25-1AEA-BD9A-8442156B17C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ADE4AE8-6BEB-0D43-59D3-D2580CE946BD}"/>
                </a:ext>
              </a:extLst>
            </p:cNvPr>
            <p:cNvSpPr txBox="1"/>
            <p:nvPr/>
          </p:nvSpPr>
          <p:spPr>
            <a:xfrm>
              <a:off x="7731310" y="2018743"/>
              <a:ext cx="1436105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Item Specification Data</a:t>
              </a:r>
              <a:endParaRPr lang="ko-KR" altLang="en-US" sz="1000" dirty="0"/>
            </a:p>
          </p:txBody>
        </p:sp>
      </p:grp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CEE49B56-61DD-37C6-9F33-A0517020E613}"/>
              </a:ext>
            </a:extLst>
          </p:cNvPr>
          <p:cNvGrpSpPr/>
          <p:nvPr/>
        </p:nvGrpSpPr>
        <p:grpSpPr>
          <a:xfrm>
            <a:off x="7706814" y="1015351"/>
            <a:ext cx="1529700" cy="1065829"/>
            <a:chOff x="7670009" y="1193508"/>
            <a:chExt cx="1558708" cy="1010348"/>
          </a:xfrm>
        </p:grpSpPr>
        <p:pic>
          <p:nvPicPr>
            <p:cNvPr id="144" name="그래픽 143" descr="데이터베이스 단색으로 채워진">
              <a:extLst>
                <a:ext uri="{FF2B5EF4-FFF2-40B4-BE49-F238E27FC236}">
                  <a16:creationId xmlns:a16="http://schemas.microsoft.com/office/drawing/2014/main" id="{67564B13-02D0-EE96-7859-4A9818CD6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C4F72530-D384-21EF-68D8-ABD706ACB05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</a:t>
              </a:r>
              <a:endParaRPr lang="ko-KR" altLang="en-US" sz="1000" dirty="0"/>
            </a:p>
          </p:txBody>
        </p:sp>
      </p:grp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425F5FA7-368E-7CC2-9514-4BD27E400581}"/>
              </a:ext>
            </a:extLst>
          </p:cNvPr>
          <p:cNvGrpSpPr/>
          <p:nvPr/>
        </p:nvGrpSpPr>
        <p:grpSpPr>
          <a:xfrm>
            <a:off x="961138" y="4574749"/>
            <a:ext cx="1549596" cy="826449"/>
            <a:chOff x="934449" y="4338858"/>
            <a:chExt cx="1549596" cy="826449"/>
          </a:xfrm>
        </p:grpSpPr>
        <p:pic>
          <p:nvPicPr>
            <p:cNvPr id="151" name="그래픽 150" descr="문서 단색으로 채워진">
              <a:extLst>
                <a:ext uri="{FF2B5EF4-FFF2-40B4-BE49-F238E27FC236}">
                  <a16:creationId xmlns:a16="http://schemas.microsoft.com/office/drawing/2014/main" id="{052B18B9-8552-0D0E-351E-50AE9A821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403023" y="4338858"/>
              <a:ext cx="612448" cy="612448"/>
            </a:xfrm>
            <a:prstGeom prst="rect">
              <a:avLst/>
            </a:prstGeom>
          </p:spPr>
        </p:pic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F680848D-B437-B764-4E43-172CC0E80389}"/>
                </a:ext>
              </a:extLst>
            </p:cNvPr>
            <p:cNvSpPr txBox="1"/>
            <p:nvPr/>
          </p:nvSpPr>
          <p:spPr>
            <a:xfrm>
              <a:off x="934449" y="4919086"/>
              <a:ext cx="154959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End Item List/Bom data</a:t>
              </a:r>
              <a:endParaRPr lang="ko-KR" altLang="en-US" sz="1000" dirty="0"/>
            </a:p>
          </p:txBody>
        </p:sp>
      </p:grpSp>
      <p:grpSp>
        <p:nvGrpSpPr>
          <p:cNvPr id="215" name="그룹 214">
            <a:extLst>
              <a:ext uri="{FF2B5EF4-FFF2-40B4-BE49-F238E27FC236}">
                <a16:creationId xmlns:a16="http://schemas.microsoft.com/office/drawing/2014/main" id="{1A13DBD3-9C07-AB6D-9B40-EC6263862783}"/>
              </a:ext>
            </a:extLst>
          </p:cNvPr>
          <p:cNvGrpSpPr/>
          <p:nvPr/>
        </p:nvGrpSpPr>
        <p:grpSpPr>
          <a:xfrm>
            <a:off x="522933" y="2925236"/>
            <a:ext cx="3652001" cy="1087345"/>
            <a:chOff x="221410" y="1325765"/>
            <a:chExt cx="3652001" cy="1087345"/>
          </a:xfrm>
        </p:grpSpPr>
        <p:cxnSp>
          <p:nvCxnSpPr>
            <p:cNvPr id="98" name="직선 연결선 97">
              <a:extLst>
                <a:ext uri="{FF2B5EF4-FFF2-40B4-BE49-F238E27FC236}">
                  <a16:creationId xmlns:a16="http://schemas.microsoft.com/office/drawing/2014/main" id="{2588E22B-3314-1823-A93F-5E16AEA18D5D}"/>
                </a:ext>
              </a:extLst>
            </p:cNvPr>
            <p:cNvCxnSpPr>
              <a:cxnSpLocks/>
              <a:stCxn id="190" idx="4"/>
              <a:endCxn id="192" idx="0"/>
            </p:cNvCxnSpPr>
            <p:nvPr/>
          </p:nvCxnSpPr>
          <p:spPr>
            <a:xfrm flipH="1">
              <a:off x="2862129" y="1524072"/>
              <a:ext cx="1" cy="436760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타원 121">
              <a:extLst>
                <a:ext uri="{FF2B5EF4-FFF2-40B4-BE49-F238E27FC236}">
                  <a16:creationId xmlns:a16="http://schemas.microsoft.com/office/drawing/2014/main" id="{9AB48118-E9E7-2DBD-9A16-8535A021CDF1}"/>
                </a:ext>
              </a:extLst>
            </p:cNvPr>
            <p:cNvSpPr/>
            <p:nvPr/>
          </p:nvSpPr>
          <p:spPr>
            <a:xfrm>
              <a:off x="1777542" y="1640299"/>
              <a:ext cx="628962" cy="244803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도어</a:t>
              </a:r>
              <a:endParaRPr lang="en-US" altLang="ko-KR" sz="700" dirty="0"/>
            </a:p>
            <a:p>
              <a:pPr algn="ctr"/>
              <a:r>
                <a:rPr lang="ko-KR" altLang="en-US" sz="700" dirty="0" err="1"/>
                <a:t>체커</a:t>
              </a:r>
              <a:endParaRPr lang="ko-KR" altLang="en-US" sz="700" dirty="0"/>
            </a:p>
          </p:txBody>
        </p:sp>
        <p:cxnSp>
          <p:nvCxnSpPr>
            <p:cNvPr id="123" name="직선 연결선 122">
              <a:extLst>
                <a:ext uri="{FF2B5EF4-FFF2-40B4-BE49-F238E27FC236}">
                  <a16:creationId xmlns:a16="http://schemas.microsoft.com/office/drawing/2014/main" id="{DA465D28-B939-6095-7506-A4F78E8A4B14}"/>
                </a:ext>
              </a:extLst>
            </p:cNvPr>
            <p:cNvCxnSpPr>
              <a:cxnSpLocks/>
              <a:stCxn id="189" idx="2"/>
              <a:endCxn id="122" idx="6"/>
            </p:cNvCxnSpPr>
            <p:nvPr/>
          </p:nvCxnSpPr>
          <p:spPr>
            <a:xfrm flipH="1">
              <a:off x="2406504" y="1762701"/>
              <a:ext cx="6739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9564CFE5-8C1D-C787-7431-2A50A4EFD8AC}"/>
                </a:ext>
              </a:extLst>
            </p:cNvPr>
            <p:cNvSpPr/>
            <p:nvPr/>
          </p:nvSpPr>
          <p:spPr>
            <a:xfrm>
              <a:off x="221410" y="1325765"/>
              <a:ext cx="686103" cy="24169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/>
                <a:t>프론트 도어</a:t>
              </a:r>
            </a:p>
          </p:txBody>
        </p: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D1177C6-1829-4A40-7927-9D8533D7DDDD}"/>
                </a:ext>
              </a:extLst>
            </p:cNvPr>
            <p:cNvCxnSpPr>
              <a:cxnSpLocks/>
              <a:stCxn id="148" idx="1"/>
              <a:endCxn id="124" idx="6"/>
            </p:cNvCxnSpPr>
            <p:nvPr/>
          </p:nvCxnSpPr>
          <p:spPr>
            <a:xfrm flipH="1" flipV="1">
              <a:off x="907513" y="1446614"/>
              <a:ext cx="186091" cy="87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8" name="타원 137">
              <a:extLst>
                <a:ext uri="{FF2B5EF4-FFF2-40B4-BE49-F238E27FC236}">
                  <a16:creationId xmlns:a16="http://schemas.microsoft.com/office/drawing/2014/main" id="{3EF0D0CB-6E90-3C1B-1C1D-3FBE9DBFF437}"/>
                </a:ext>
              </a:extLst>
            </p:cNvPr>
            <p:cNvSpPr/>
            <p:nvPr/>
          </p:nvSpPr>
          <p:spPr>
            <a:xfrm>
              <a:off x="3341568" y="1337680"/>
              <a:ext cx="531843" cy="21379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/>
                <a:t>바디</a:t>
              </a:r>
            </a:p>
          </p:txBody>
        </p: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3482AD65-D36A-452D-CD31-00897EF75CA9}"/>
                </a:ext>
              </a:extLst>
            </p:cNvPr>
            <p:cNvCxnSpPr>
              <a:cxnSpLocks/>
              <a:stCxn id="190" idx="6"/>
              <a:endCxn id="138" idx="2"/>
            </p:cNvCxnSpPr>
            <p:nvPr/>
          </p:nvCxnSpPr>
          <p:spPr>
            <a:xfrm>
              <a:off x="3288182" y="1444579"/>
              <a:ext cx="53386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FAEFC9F0-1A7E-8E27-F20C-885E81688BC6}"/>
                </a:ext>
              </a:extLst>
            </p:cNvPr>
            <p:cNvSpPr/>
            <p:nvPr/>
          </p:nvSpPr>
          <p:spPr>
            <a:xfrm>
              <a:off x="1093604" y="1391220"/>
              <a:ext cx="616042" cy="110962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/>
                <a:t>Type C : F </a:t>
              </a:r>
              <a:endParaRPr lang="ko-KR" altLang="en-US" sz="700"/>
            </a:p>
          </p:txBody>
        </p:sp>
        <p:sp>
          <p:nvSpPr>
            <p:cNvPr id="186" name="사각형: 둥근 모서리 185">
              <a:extLst>
                <a:ext uri="{FF2B5EF4-FFF2-40B4-BE49-F238E27FC236}">
                  <a16:creationId xmlns:a16="http://schemas.microsoft.com/office/drawing/2014/main" id="{DD6B59E2-B90E-AE07-0B99-AA0C02F55259}"/>
                </a:ext>
              </a:extLst>
            </p:cNvPr>
            <p:cNvSpPr/>
            <p:nvPr/>
          </p:nvSpPr>
          <p:spPr>
            <a:xfrm>
              <a:off x="1092540" y="1707220"/>
              <a:ext cx="618170" cy="110962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/>
                <a:t>Type C : M </a:t>
              </a:r>
              <a:endParaRPr lang="ko-KR" altLang="en-US" sz="700"/>
            </a:p>
          </p:txBody>
        </p: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D6B1161C-1E0F-AF4C-15B2-E38B7F655DA8}"/>
                </a:ext>
              </a:extLst>
            </p:cNvPr>
            <p:cNvCxnSpPr>
              <a:cxnSpLocks/>
              <a:stCxn id="186" idx="3"/>
              <a:endCxn id="122" idx="2"/>
            </p:cNvCxnSpPr>
            <p:nvPr/>
          </p:nvCxnSpPr>
          <p:spPr>
            <a:xfrm>
              <a:off x="1710710" y="1762701"/>
              <a:ext cx="66832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9" name="타원 188">
              <a:extLst>
                <a:ext uri="{FF2B5EF4-FFF2-40B4-BE49-F238E27FC236}">
                  <a16:creationId xmlns:a16="http://schemas.microsoft.com/office/drawing/2014/main" id="{B59CF6DB-4BC8-F4A5-60B8-88C334AA3DD7}"/>
                </a:ext>
              </a:extLst>
            </p:cNvPr>
            <p:cNvSpPr/>
            <p:nvPr/>
          </p:nvSpPr>
          <p:spPr>
            <a:xfrm>
              <a:off x="2473898" y="1683207"/>
              <a:ext cx="776464" cy="15898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dirty="0"/>
                <a:t>Type D : I</a:t>
              </a:r>
              <a:endParaRPr lang="ko-KR" altLang="en-US" sz="700" dirty="0"/>
            </a:p>
          </p:txBody>
        </p:sp>
        <p:sp>
          <p:nvSpPr>
            <p:cNvPr id="190" name="타원 189">
              <a:extLst>
                <a:ext uri="{FF2B5EF4-FFF2-40B4-BE49-F238E27FC236}">
                  <a16:creationId xmlns:a16="http://schemas.microsoft.com/office/drawing/2014/main" id="{2CEA65B0-DBCC-EFE5-9E88-2C0406D0B348}"/>
                </a:ext>
              </a:extLst>
            </p:cNvPr>
            <p:cNvSpPr/>
            <p:nvPr/>
          </p:nvSpPr>
          <p:spPr>
            <a:xfrm>
              <a:off x="2436077" y="1365085"/>
              <a:ext cx="852105" cy="15898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dirty="0"/>
                <a:t>Type D : F</a:t>
              </a:r>
              <a:endParaRPr lang="ko-KR" altLang="en-US" sz="700" dirty="0"/>
            </a:p>
          </p:txBody>
        </p:sp>
        <p:sp>
          <p:nvSpPr>
            <p:cNvPr id="191" name="타원 190">
              <a:extLst>
                <a:ext uri="{FF2B5EF4-FFF2-40B4-BE49-F238E27FC236}">
                  <a16:creationId xmlns:a16="http://schemas.microsoft.com/office/drawing/2014/main" id="{AA87CCDA-CE7D-51C1-100E-AC942406677B}"/>
                </a:ext>
              </a:extLst>
            </p:cNvPr>
            <p:cNvSpPr/>
            <p:nvPr/>
          </p:nvSpPr>
          <p:spPr>
            <a:xfrm>
              <a:off x="2580161" y="2199313"/>
              <a:ext cx="563935" cy="21379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볼트</a:t>
              </a:r>
            </a:p>
          </p:txBody>
        </p:sp>
        <p:sp>
          <p:nvSpPr>
            <p:cNvPr id="192" name="타원 191">
              <a:extLst>
                <a:ext uri="{FF2B5EF4-FFF2-40B4-BE49-F238E27FC236}">
                  <a16:creationId xmlns:a16="http://schemas.microsoft.com/office/drawing/2014/main" id="{EC052856-183C-6492-3054-260212100CBD}"/>
                </a:ext>
              </a:extLst>
            </p:cNvPr>
            <p:cNvSpPr/>
            <p:nvPr/>
          </p:nvSpPr>
          <p:spPr>
            <a:xfrm>
              <a:off x="2426100" y="1960832"/>
              <a:ext cx="872058" cy="15898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/>
                <a:t>Type D : M</a:t>
              </a:r>
              <a:endParaRPr lang="ko-KR" altLang="en-US" sz="700"/>
            </a:p>
          </p:txBody>
        </p: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72194C6A-4324-E0C8-B04C-3F024E85516E}"/>
                </a:ext>
              </a:extLst>
            </p:cNvPr>
            <p:cNvCxnSpPr>
              <a:cxnSpLocks/>
              <a:stCxn id="192" idx="4"/>
              <a:endCxn id="191" idx="0"/>
            </p:cNvCxnSpPr>
            <p:nvPr/>
          </p:nvCxnSpPr>
          <p:spPr>
            <a:xfrm>
              <a:off x="2862129" y="2119819"/>
              <a:ext cx="0" cy="79494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D8451B3D-0CD4-DD90-76F2-F503F6C815C5}"/>
                </a:ext>
              </a:extLst>
            </p:cNvPr>
            <p:cNvCxnSpPr>
              <a:cxnSpLocks/>
              <a:stCxn id="148" idx="2"/>
              <a:endCxn id="186" idx="0"/>
            </p:cNvCxnSpPr>
            <p:nvPr/>
          </p:nvCxnSpPr>
          <p:spPr>
            <a:xfrm>
              <a:off x="1401625" y="1502182"/>
              <a:ext cx="0" cy="205038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6" name="그림 195">
            <a:extLst>
              <a:ext uri="{FF2B5EF4-FFF2-40B4-BE49-F238E27FC236}">
                <a16:creationId xmlns:a16="http://schemas.microsoft.com/office/drawing/2014/main" id="{D1B05467-A715-4C22-6074-682DA9FA2CBF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3357"/>
          <a:stretch>
            <a:fillRect/>
          </a:stretch>
        </p:blipFill>
        <p:spPr>
          <a:xfrm>
            <a:off x="2772068" y="2113260"/>
            <a:ext cx="127714" cy="270935"/>
          </a:xfrm>
          <a:prstGeom prst="rect">
            <a:avLst/>
          </a:prstGeom>
        </p:spPr>
      </p:pic>
      <p:pic>
        <p:nvPicPr>
          <p:cNvPr id="245" name="그림 244" descr="공구, 레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888D7F5-AAAF-F180-CD7A-0844ADC70CC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9905" b="89857" l="3125" r="96042">
                        <a14:foregroundMark x1="18021" y1="68138" x2="15000" y2="41408"/>
                        <a14:foregroundMark x1="84375" y1="49045" x2="96042" y2="51432"/>
                        <a14:foregroundMark x1="8021" y1="53461" x2="14479" y2="65990"/>
                        <a14:foregroundMark x1="5313" y1="49284" x2="3333" y2="47733"/>
                        <a14:foregroundMark x1="4688" y1="48210" x2="3125" y2="544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569" y="843518"/>
            <a:ext cx="1337745" cy="1062627"/>
          </a:xfrm>
          <a:prstGeom prst="rect">
            <a:avLst/>
          </a:prstGeom>
        </p:spPr>
      </p:pic>
      <p:pic>
        <p:nvPicPr>
          <p:cNvPr id="246" name="Picture 2">
            <a:extLst>
              <a:ext uri="{FF2B5EF4-FFF2-40B4-BE49-F238E27FC236}">
                <a16:creationId xmlns:a16="http://schemas.microsoft.com/office/drawing/2014/main" id="{474612F3-4058-08C0-FE94-944445310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>
                        <a14:foregroundMark x1="17667" y1="33250" x2="13333" y2="45625"/>
                        <a14:foregroundMark x1="13333" y1="45625" x2="12417" y2="53375"/>
                        <a14:foregroundMark x1="12417" y1="53375" x2="13333" y2="61000"/>
                        <a14:foregroundMark x1="13333" y1="61000" x2="16417" y2="69375"/>
                        <a14:foregroundMark x1="16417" y1="69375" x2="25750" y2="75500"/>
                        <a14:foregroundMark x1="18833" y1="64625" x2="27000" y2="65250"/>
                        <a14:foregroundMark x1="27000" y1="65250" x2="24083" y2="61875"/>
                        <a14:foregroundMark x1="30917" y1="63750" x2="30917" y2="63750"/>
                        <a14:foregroundMark x1="30417" y1="61250" x2="23167" y2="60750"/>
                        <a14:foregroundMark x1="23167" y1="60750" x2="17750" y2="54250"/>
                        <a14:foregroundMark x1="17750" y1="54250" x2="17750" y2="51500"/>
                        <a14:foregroundMark x1="31583" y1="63250" x2="17917" y2="65625"/>
                        <a14:foregroundMark x1="26917" y1="74250" x2="27917" y2="75375"/>
                        <a14:foregroundMark x1="28750" y1="74500" x2="27667" y2="76750"/>
                        <a14:foregroundMark x1="28250" y1="76250" x2="27833" y2="76875"/>
                        <a14:foregroundMark x1="84500" y1="38625" x2="87833" y2="38125"/>
                        <a14:foregroundMark x1="77083" y1="34250" x2="79417" y2="33125"/>
                        <a14:foregroundMark x1="28083" y1="60250" x2="24000" y2="56000"/>
                        <a14:foregroundMark x1="24000" y1="56000" x2="20500" y2="44125"/>
                        <a14:foregroundMark x1="20500" y1="44125" x2="23917" y2="39250"/>
                        <a14:foregroundMark x1="23917" y1="39250" x2="29500" y2="37625"/>
                        <a14:foregroundMark x1="29500" y1="37625" x2="42667" y2="38125"/>
                        <a14:foregroundMark x1="26167" y1="66375" x2="32417" y2="64875"/>
                        <a14:foregroundMark x1="24000" y1="72250" x2="23250" y2="73375"/>
                        <a14:foregroundMark x1="23750" y1="72250" x2="23750" y2="72250"/>
                        <a14:foregroundMark x1="23167" y1="72250" x2="24250" y2="71500"/>
                        <a14:foregroundMark x1="28417" y1="74125" x2="27083" y2="77000"/>
                        <a14:foregroundMark x1="11000" y1="50375" x2="13000" y2="36500"/>
                        <a14:foregroundMark x1="13000" y1="36500" x2="13250" y2="35500"/>
                        <a14:backgroundMark x1="58167" y1="44875" x2="57667" y2="44875"/>
                        <a14:backgroundMark x1="18500" y1="68000" x2="29083" y2="69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5470" y="926328"/>
            <a:ext cx="1834911" cy="1031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8" name="그림 247" descr="가방, 액세서리, 수하물 및 가방, 핸드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19BD08-095C-4D14-9F55-F756BD7EDC2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3813" y="1709557"/>
            <a:ext cx="686103" cy="880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091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975E4-AE8B-4C64-A89A-0B2B5467C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244CB142-D18D-2E8A-4ACE-4CE810CEE84E}"/>
              </a:ext>
            </a:extLst>
          </p:cNvPr>
          <p:cNvCxnSpPr>
            <a:cxnSpLocks/>
          </p:cNvCxnSpPr>
          <p:nvPr/>
        </p:nvCxnSpPr>
        <p:spPr>
          <a:xfrm>
            <a:off x="3558857" y="1782527"/>
            <a:ext cx="599856" cy="522971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직선 화살표 연결선 268">
            <a:extLst>
              <a:ext uri="{FF2B5EF4-FFF2-40B4-BE49-F238E27FC236}">
                <a16:creationId xmlns:a16="http://schemas.microsoft.com/office/drawing/2014/main" id="{8C49A6CA-F1AC-2344-0DD4-AA51F70C7263}"/>
              </a:ext>
            </a:extLst>
          </p:cNvPr>
          <p:cNvCxnSpPr>
            <a:cxnSpLocks/>
          </p:cNvCxnSpPr>
          <p:nvPr/>
        </p:nvCxnSpPr>
        <p:spPr>
          <a:xfrm flipV="1">
            <a:off x="3516333" y="2752227"/>
            <a:ext cx="668446" cy="582731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A032411B-6BEE-8640-BA4E-072080302DB6}"/>
              </a:ext>
            </a:extLst>
          </p:cNvPr>
          <p:cNvCxnSpPr>
            <a:cxnSpLocks/>
          </p:cNvCxnSpPr>
          <p:nvPr/>
        </p:nvCxnSpPr>
        <p:spPr>
          <a:xfrm>
            <a:off x="2345674" y="2291190"/>
            <a:ext cx="1769840" cy="241366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사각형: 둥근 모서리 230">
            <a:extLst>
              <a:ext uri="{FF2B5EF4-FFF2-40B4-BE49-F238E27FC236}">
                <a16:creationId xmlns:a16="http://schemas.microsoft.com/office/drawing/2014/main" id="{E0DB9C93-11DB-6924-FC77-EA66C4C99221}"/>
              </a:ext>
            </a:extLst>
          </p:cNvPr>
          <p:cNvSpPr/>
          <p:nvPr/>
        </p:nvSpPr>
        <p:spPr>
          <a:xfrm>
            <a:off x="330506" y="3334958"/>
            <a:ext cx="3203077" cy="1575662"/>
          </a:xfrm>
          <a:prstGeom prst="roundRect">
            <a:avLst>
              <a:gd name="adj" fmla="val 8379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9" name="사각형: 둥근 모서리 228">
            <a:extLst>
              <a:ext uri="{FF2B5EF4-FFF2-40B4-BE49-F238E27FC236}">
                <a16:creationId xmlns:a16="http://schemas.microsoft.com/office/drawing/2014/main" id="{FE1C88DE-A49E-F0E7-FEE3-946110F872BC}"/>
              </a:ext>
            </a:extLst>
          </p:cNvPr>
          <p:cNvSpPr/>
          <p:nvPr/>
        </p:nvSpPr>
        <p:spPr>
          <a:xfrm>
            <a:off x="2489789" y="1173149"/>
            <a:ext cx="1013685" cy="1679779"/>
          </a:xfrm>
          <a:prstGeom prst="roundRect">
            <a:avLst>
              <a:gd name="adj" fmla="val 8379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8AA161A3-4647-D520-FC3C-A4A17A5E80A6}"/>
              </a:ext>
            </a:extLst>
          </p:cNvPr>
          <p:cNvSpPr/>
          <p:nvPr/>
        </p:nvSpPr>
        <p:spPr>
          <a:xfrm>
            <a:off x="244709" y="1141171"/>
            <a:ext cx="2055792" cy="1941745"/>
          </a:xfrm>
          <a:prstGeom prst="roundRect">
            <a:avLst>
              <a:gd name="adj" fmla="val 8379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4" name="사각형: 둥근 모서리 153">
            <a:extLst>
              <a:ext uri="{FF2B5EF4-FFF2-40B4-BE49-F238E27FC236}">
                <a16:creationId xmlns:a16="http://schemas.microsoft.com/office/drawing/2014/main" id="{4F8CB11B-6F85-A312-84C6-3DA92B4DD6D8}"/>
              </a:ext>
            </a:extLst>
          </p:cNvPr>
          <p:cNvSpPr/>
          <p:nvPr/>
        </p:nvSpPr>
        <p:spPr>
          <a:xfrm>
            <a:off x="6032830" y="804002"/>
            <a:ext cx="5904050" cy="5921346"/>
          </a:xfrm>
          <a:prstGeom prst="roundRect">
            <a:avLst>
              <a:gd name="adj" fmla="val 5207"/>
            </a:avLst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2471FBC-FD4B-B386-1730-4ACE06C0B36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B974841-DEF9-7F7D-A962-B255328646D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E78F3D8-11B7-44E6-D242-F5B0255E8F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22A2F292-B849-1AE7-9DD7-7386797A69EA}"/>
              </a:ext>
            </a:extLst>
          </p:cNvPr>
          <p:cNvGraphicFramePr>
            <a:graphicFrameLocks noGrp="1"/>
          </p:cNvGraphicFramePr>
          <p:nvPr/>
        </p:nvGraphicFramePr>
        <p:xfrm>
          <a:off x="6493885" y="4987974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567A856A-E6D2-62FD-EBAF-CEBAF0F075A9}"/>
              </a:ext>
            </a:extLst>
          </p:cNvPr>
          <p:cNvGrpSpPr/>
          <p:nvPr/>
        </p:nvGrpSpPr>
        <p:grpSpPr>
          <a:xfrm>
            <a:off x="7049511" y="5316500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F5671833-D39F-2782-5B54-E881D1ADA6A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2072ECE4-B353-FFE8-BA7B-93B3BC7421C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D7646E44-FFD9-C015-B577-65CF6F5A39F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CD572F18-C4FD-EF4B-35AD-4D6C315246D4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00A4D598-62AD-8E64-244E-A881466FE2C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1CF71C9-15D1-C304-429A-72CC169F8A58}"/>
              </a:ext>
            </a:extLst>
          </p:cNvPr>
          <p:cNvGrpSpPr/>
          <p:nvPr/>
        </p:nvGrpSpPr>
        <p:grpSpPr>
          <a:xfrm>
            <a:off x="7049511" y="5816578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8DA294F2-CF64-AD0F-C6FD-18AEC5F5086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EDE20D4E-2BB3-313E-F6D7-D3B182ED8FFF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13E9AA44-4215-F740-6DED-6510655E8E73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FF8E331D-09A2-BF78-101C-051CFACA20B5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BBCEB59C-B1B7-A7C2-3368-35C2D281BEE4}"/>
              </a:ext>
            </a:extLst>
          </p:cNvPr>
          <p:cNvSpPr txBox="1"/>
          <p:nvPr/>
        </p:nvSpPr>
        <p:spPr>
          <a:xfrm>
            <a:off x="6222540" y="6509904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AFE3B7C-4B2B-FEEC-5374-DF802BE17C4F}"/>
              </a:ext>
            </a:extLst>
          </p:cNvPr>
          <p:cNvSpPr/>
          <p:nvPr/>
        </p:nvSpPr>
        <p:spPr>
          <a:xfrm>
            <a:off x="8471664" y="5124938"/>
            <a:ext cx="1021246" cy="98249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DFF9B373-8617-BEA9-CE63-A4057D8DEDC6}"/>
              </a:ext>
            </a:extLst>
          </p:cNvPr>
          <p:cNvGrpSpPr/>
          <p:nvPr/>
        </p:nvGrpSpPr>
        <p:grpSpPr>
          <a:xfrm>
            <a:off x="10200896" y="5056269"/>
            <a:ext cx="1545628" cy="1453636"/>
            <a:chOff x="9546077" y="3179193"/>
            <a:chExt cx="2381250" cy="2086021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F21783CA-1AE5-985A-FCE1-2665E7ECFAB4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26054BEB-B538-DD4F-CB94-012BA1774BEA}"/>
                </a:ext>
              </a:extLst>
            </p:cNvPr>
            <p:cNvSpPr/>
            <p:nvPr/>
          </p:nvSpPr>
          <p:spPr>
            <a:xfrm>
              <a:off x="9575807" y="3179193"/>
              <a:ext cx="1747864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1132F05E-7F51-FC1C-0C4C-77DFA15EA216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65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C4841F13-9D39-CC9B-B76D-5744494DC761}"/>
              </a:ext>
            </a:extLst>
          </p:cNvPr>
          <p:cNvSpPr/>
          <p:nvPr/>
        </p:nvSpPr>
        <p:spPr>
          <a:xfrm>
            <a:off x="6614761" y="2582330"/>
            <a:ext cx="4950570" cy="225765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DA8FC845-EC95-A152-8BF4-9F5EF90E7C0C}"/>
              </a:ext>
            </a:extLst>
          </p:cNvPr>
          <p:cNvGrpSpPr/>
          <p:nvPr/>
        </p:nvGrpSpPr>
        <p:grpSpPr>
          <a:xfrm>
            <a:off x="6754587" y="4424962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A372BF48-05D4-0B57-A652-D1E8616D1F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6ADC46DD-8577-79CB-676F-9C9AEDD0C626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DFE3F44E-8D13-8C0B-D6AC-7F76076C8824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53303184-E0FC-A175-320D-5A061E7AE57F}"/>
              </a:ext>
            </a:extLst>
          </p:cNvPr>
          <p:cNvSpPr/>
          <p:nvPr/>
        </p:nvSpPr>
        <p:spPr>
          <a:xfrm>
            <a:off x="8126727" y="310185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기록 시스템</a:t>
            </a:r>
            <a:endParaRPr lang="en-US" altLang="ko-KR" sz="1000" dirty="0"/>
          </a:p>
          <a:p>
            <a:pPr algn="ctr"/>
            <a:endParaRPr lang="en-US" altLang="ko-KR" sz="1000" dirty="0"/>
          </a:p>
          <a:p>
            <a:pPr algn="ctr"/>
            <a:r>
              <a:rPr lang="en-US" altLang="ko-KR" sz="1000" dirty="0"/>
              <a:t>State </a:t>
            </a:r>
            <a:r>
              <a:rPr lang="ko-KR" altLang="en-US" sz="1000" dirty="0"/>
              <a:t>관리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2C0F80E8-4D84-9733-EE31-D6BB0875F52C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62C3028F-A2EC-2C4A-2E1A-548975522328}"/>
              </a:ext>
            </a:extLst>
          </p:cNvPr>
          <p:cNvSpPr/>
          <p:nvPr/>
        </p:nvSpPr>
        <p:spPr>
          <a:xfrm>
            <a:off x="5515883" y="2582161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4829B51C-505E-07AB-0EE3-A192CF9435DC}"/>
              </a:ext>
            </a:extLst>
          </p:cNvPr>
          <p:cNvGrpSpPr/>
          <p:nvPr/>
        </p:nvGrpSpPr>
        <p:grpSpPr>
          <a:xfrm>
            <a:off x="9133561" y="1036062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D52ABD69-8C74-67D0-BDE6-BE54D3B842CC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B188EB42-954F-97CD-61D6-90D8D8429294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17C76263-DFC9-2B78-CF88-1798E56A688D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B49D95D4-DDFC-6C6D-A086-4585669F880C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4BEADDAF-B6C5-5D96-A6AC-C2867EB7F6CF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37E8EA11-462B-DA3C-0E9B-F7576EB05C78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A9640B0-0990-AB46-DADB-C266E72555C6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7C13D513-B5CE-5317-CECE-2AAD5A63D8D6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9DB73A6C-2D45-D8BB-CDAA-5B5D7A9A270D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513891E4-A7CA-E05D-4393-DD3AD38A13BA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33BAD2A0-899D-3BD3-2185-9B01B379AD8D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5364E5AA-C8F5-E040-5B41-F1F6D1124152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A1C05EE4-9AD3-854C-5BB4-F1AE559FF5D7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FF11A0C4-E91C-3EBF-E97C-3FFD9CF526B5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1E4A88F-A40B-4539-1B22-1E75DCA28095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C3569215-379B-C63E-B88F-54125025CA37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8AA2A267-4CE3-005D-0008-EF454F684D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86BF93C4-E027-A93A-E224-F497AB5CD3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321014A1-2580-510E-DE59-324285531B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CB19A16A-D267-CC05-46CA-FA1F0A20F612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9137E341-1611-5901-65E2-1AF908151851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493F4D65-3621-A443-96B9-C2F24FBCA73F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507DA603-7F42-48DB-D3BF-393654B05A6F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A45533B0-0709-6227-E63B-E2FE54553847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1D1F7393-364C-CECF-0DFB-1F6F7C2CBFA1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94607B2F-3443-B44A-F5BE-9183FE31FB8B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C25CD242-CC2B-F2C2-17D0-C0A727716F55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E6ABD34-4926-AAAD-3E0A-09225525D8EF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60F1D00E-4FE8-B029-7849-39A2614B3FD1}"/>
              </a:ext>
            </a:extLst>
          </p:cNvPr>
          <p:cNvGrpSpPr/>
          <p:nvPr/>
        </p:nvGrpSpPr>
        <p:grpSpPr>
          <a:xfrm>
            <a:off x="10405300" y="1053079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E56CF41A-178D-F9BA-C175-C1DF1F3FE02D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15B41D6B-879F-FED1-4754-E6B4F5770B02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FBA0EF3E-D654-BD73-CCE8-0BFC263EB021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28C98A12-B979-BD8F-EF3F-562D7DE457CB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9D5C224E-7557-F96D-566D-3849B769FC5D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4EBC53C6-4646-AF24-C54E-64C11148B146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0CFF2EC1-B790-3AFD-E81B-36E58C4B4F85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FC6C0DAC-0A05-AFD0-EE47-1F0D49B85E57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7572AAEC-3AD4-17D8-3949-675AC7A5507F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11D9AB5A-A8E6-083A-0FC7-6C7BC3157F73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8D58A08D-3EE7-3EF4-C212-989AC0FC7B7B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63820D30-5A7A-E76F-DB6A-4915ABBF76C2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5B8AC169-F0B8-14F1-7B31-7C02433B68D5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730A51FA-2243-6A80-CC8E-0CB0625BCFA3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51CCABFD-AD1D-33EF-1DAF-874C75599A94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395EB75B-8A5C-264F-FA72-063933749F06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2FC7C1C-D9F7-AFDF-EDF9-326AD0CD713C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2747452-5A95-14ED-70F9-CDBDD1CACF7C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B135BF66-4450-BE4F-8E0F-ACB7AC5A1062}"/>
              </a:ext>
            </a:extLst>
          </p:cNvPr>
          <p:cNvSpPr/>
          <p:nvPr/>
        </p:nvSpPr>
        <p:spPr>
          <a:xfrm>
            <a:off x="7965693" y="5359657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02BE4354-83FC-3B3C-3644-EF509644F173}"/>
              </a:ext>
            </a:extLst>
          </p:cNvPr>
          <p:cNvSpPr/>
          <p:nvPr/>
        </p:nvSpPr>
        <p:spPr>
          <a:xfrm>
            <a:off x="9748273" y="5396759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E6A6F36-58EE-6AD3-C20C-56C19534170F}"/>
              </a:ext>
            </a:extLst>
          </p:cNvPr>
          <p:cNvGrpSpPr/>
          <p:nvPr/>
        </p:nvGrpSpPr>
        <p:grpSpPr>
          <a:xfrm>
            <a:off x="3814214" y="3504445"/>
            <a:ext cx="1529700" cy="1065829"/>
            <a:chOff x="7670009" y="1193508"/>
            <a:chExt cx="1558708" cy="1010348"/>
          </a:xfrm>
        </p:grpSpPr>
        <p:pic>
          <p:nvPicPr>
            <p:cNvPr id="36" name="그래픽 35" descr="데이터베이스 단색으로 채워진">
              <a:extLst>
                <a:ext uri="{FF2B5EF4-FFF2-40B4-BE49-F238E27FC236}">
                  <a16:creationId xmlns:a16="http://schemas.microsoft.com/office/drawing/2014/main" id="{F51CF155-17D7-DBC3-D83C-F398080A509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C2582AD-3C31-4BF2-F3B7-FEFBBDC1E99A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</a:t>
              </a:r>
              <a:endParaRPr lang="ko-KR" altLang="en-US" sz="1000" dirty="0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49DD9250-7F69-8388-9AEF-9B635F63CDED}"/>
              </a:ext>
            </a:extLst>
          </p:cNvPr>
          <p:cNvGrpSpPr/>
          <p:nvPr/>
        </p:nvGrpSpPr>
        <p:grpSpPr>
          <a:xfrm>
            <a:off x="996181" y="5540110"/>
            <a:ext cx="1308643" cy="955300"/>
            <a:chOff x="567997" y="1152609"/>
            <a:chExt cx="1734024" cy="1326750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D7EC08E-E66D-8911-095A-5BBAB69FBF77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F50D7ADC-DD37-3BED-0CC3-BDB17AA8E5EA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735285EC-519A-4DB4-46EF-8CBD66C9A19C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0E0EF2B8-D6CB-95A7-DFB7-62B7188288E9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4823901A-8376-0BFC-429B-765B12F29B84}"/>
                    </a:ext>
                  </a:extLst>
                </p:cNvPr>
                <p:cNvCxnSpPr>
                  <a:cxnSpLocks/>
                  <a:endCxn id="62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82928E5F-AE0A-821E-3A2A-31170F7764F5}"/>
                    </a:ext>
                  </a:extLst>
                </p:cNvPr>
                <p:cNvCxnSpPr>
                  <a:cxnSpLocks/>
                  <a:stCxn id="63" idx="2"/>
                  <a:endCxn id="62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D798EBA9-881E-DFE6-237C-AAEBE949D11C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6E953476-F106-AA90-052C-5D7BFC96D1E8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EDFA7447-0FFE-894F-C4CC-2A1114981821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43EAE64F-5F37-381E-B53A-AD31F3FF9009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AEAD2728-5597-EE06-8C2B-AF695419DB77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43" name="그룹 42">
                <a:extLst>
                  <a:ext uri="{FF2B5EF4-FFF2-40B4-BE49-F238E27FC236}">
                    <a16:creationId xmlns:a16="http://schemas.microsoft.com/office/drawing/2014/main" id="{8334FE76-F34E-0BEA-5FD5-957F35BE6609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9BB03C39-DCDF-005C-93EA-E4A3BB16DD6A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45" name="그룹 44">
                  <a:extLst>
                    <a:ext uri="{FF2B5EF4-FFF2-40B4-BE49-F238E27FC236}">
                      <a16:creationId xmlns:a16="http://schemas.microsoft.com/office/drawing/2014/main" id="{C018E6C7-9DF5-F9B1-4CDE-68BFB54209A6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55" name="사각형: 둥근 모서리 54">
                    <a:extLst>
                      <a:ext uri="{FF2B5EF4-FFF2-40B4-BE49-F238E27FC236}">
                        <a16:creationId xmlns:a16="http://schemas.microsoft.com/office/drawing/2014/main" id="{8C65E988-2733-F2D6-DA4F-8FA0CC929117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56" name="그룹 55">
                    <a:extLst>
                      <a:ext uri="{FF2B5EF4-FFF2-40B4-BE49-F238E27FC236}">
                        <a16:creationId xmlns:a16="http://schemas.microsoft.com/office/drawing/2014/main" id="{DEAC0B3B-8E24-DBEA-4714-F485948ED42B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58" name="타원 57">
                      <a:extLst>
                        <a:ext uri="{FF2B5EF4-FFF2-40B4-BE49-F238E27FC236}">
                          <a16:creationId xmlns:a16="http://schemas.microsoft.com/office/drawing/2014/main" id="{7F36244C-DF44-4AEC-05C9-C49621F508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9" name="타원 58">
                      <a:extLst>
                        <a:ext uri="{FF2B5EF4-FFF2-40B4-BE49-F238E27FC236}">
                          <a16:creationId xmlns:a16="http://schemas.microsoft.com/office/drawing/2014/main" id="{17022D1F-7E32-4819-E34B-186AB2BFD3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1" name="타원 60">
                      <a:extLst>
                        <a:ext uri="{FF2B5EF4-FFF2-40B4-BE49-F238E27FC236}">
                          <a16:creationId xmlns:a16="http://schemas.microsoft.com/office/drawing/2014/main" id="{DFDED64A-992C-FB26-BEE9-1268A4D7CA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57" name="타원 56">
                    <a:extLst>
                      <a:ext uri="{FF2B5EF4-FFF2-40B4-BE49-F238E27FC236}">
                        <a16:creationId xmlns:a16="http://schemas.microsoft.com/office/drawing/2014/main" id="{A35ABE7B-F01A-2C52-CB73-B35CF7AA6173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B3ACA95-7EA4-1540-F6B4-D3D9D1BB8A66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7" name="타원 46">
                  <a:extLst>
                    <a:ext uri="{FF2B5EF4-FFF2-40B4-BE49-F238E27FC236}">
                      <a16:creationId xmlns:a16="http://schemas.microsoft.com/office/drawing/2014/main" id="{EDF177D5-1944-283B-4068-FBFDC0DC6DF0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38D67C42-0812-8ECB-ADA4-E9947FD213E6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302172CA-599A-09C1-A35A-C55C00911245}"/>
                    </a:ext>
                  </a:extLst>
                </p:cNvPr>
                <p:cNvCxnSpPr>
                  <a:cxnSpLocks/>
                  <a:endCxn id="4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BDD06EB8-3D0A-3063-68E2-D5D91F1A69B2}"/>
                    </a:ext>
                  </a:extLst>
                </p:cNvPr>
                <p:cNvCxnSpPr>
                  <a:cxnSpLocks/>
                  <a:stCxn id="44" idx="7"/>
                  <a:endCxn id="4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E4434606-11BA-63E6-08C9-A0E88444E1B1}"/>
                    </a:ext>
                  </a:extLst>
                </p:cNvPr>
                <p:cNvCxnSpPr>
                  <a:cxnSpLocks/>
                  <a:stCxn id="47" idx="1"/>
                  <a:endCxn id="4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3B052FB4-C9BE-A040-FB7A-76D9C6156939}"/>
                    </a:ext>
                  </a:extLst>
                </p:cNvPr>
                <p:cNvCxnSpPr>
                  <a:cxnSpLocks/>
                  <a:stCxn id="48" idx="7"/>
                  <a:endCxn id="4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60C95AC-F375-EE17-7E94-4AF8169F526D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41EB492-6AAE-5970-CC3C-4B0C77F486A1}"/>
              </a:ext>
            </a:extLst>
          </p:cNvPr>
          <p:cNvGrpSpPr/>
          <p:nvPr/>
        </p:nvGrpSpPr>
        <p:grpSpPr>
          <a:xfrm>
            <a:off x="3087222" y="5566669"/>
            <a:ext cx="1525175" cy="999873"/>
            <a:chOff x="2438097" y="1177547"/>
            <a:chExt cx="1525175" cy="999873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78BE161E-6FE1-29B0-B753-D8BEF868738D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C30832F7-9E0D-0417-FF0C-42B935B55B40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1FC99C48-6A1F-9A8A-3480-FA4565C20FBC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38C09038-8238-129F-5B03-432BCDE7C6D1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F66B0B46-39C8-B57C-48D3-FB471F953FE5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3CFE293D-D9FD-FA39-63CA-A7516EF792A1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F4FC3822-5D07-C67E-9339-23B1F050FDF1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C00D4F87-33B3-A6E9-0E41-287C66F4A94D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B0893E99-3DFF-6FC3-F6A7-F2AA8B07B997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D99A8B02-E540-C8CC-3E20-F34FECA174AC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DF72BA54-68A5-77DE-A0AF-0B555E509D65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551DB16D-BA8D-37CE-EFF7-01823A11E020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71D281FE-EE0E-625D-867B-46A3A80A1ECF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054D30F6-BFA6-514B-AF6A-BAF863366FB9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CFABC557-8430-B319-E519-760D801D5304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97BCFB14-9F6B-88EA-9A9E-F0DDFC520EEA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EAB93CFA-8D9C-5069-2044-10E098D2F4BE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F7ED7375-181E-7E7F-AEC4-058D36462CF4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A796F9EC-94E6-5DB0-BBC1-3BBED58B8385}"/>
              </a:ext>
            </a:extLst>
          </p:cNvPr>
          <p:cNvSpPr/>
          <p:nvPr/>
        </p:nvSpPr>
        <p:spPr>
          <a:xfrm>
            <a:off x="109428" y="876081"/>
            <a:ext cx="5205705" cy="4180188"/>
          </a:xfrm>
          <a:prstGeom prst="roundRect">
            <a:avLst>
              <a:gd name="adj" fmla="val 5207"/>
            </a:avLst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BDF0E4A6-2113-8E63-75C8-F982C9FB448E}"/>
              </a:ext>
            </a:extLst>
          </p:cNvPr>
          <p:cNvGrpSpPr/>
          <p:nvPr/>
        </p:nvGrpSpPr>
        <p:grpSpPr>
          <a:xfrm>
            <a:off x="3862725" y="2096158"/>
            <a:ext cx="1409378" cy="1116772"/>
            <a:chOff x="7731310" y="1193508"/>
            <a:chExt cx="1436105" cy="1058639"/>
          </a:xfrm>
        </p:grpSpPr>
        <p:pic>
          <p:nvPicPr>
            <p:cNvPr id="120" name="그래픽 119" descr="데이터베이스 단색으로 채워진">
              <a:extLst>
                <a:ext uri="{FF2B5EF4-FFF2-40B4-BE49-F238E27FC236}">
                  <a16:creationId xmlns:a16="http://schemas.microsoft.com/office/drawing/2014/main" id="{BE8E1A82-0680-CC39-2940-5677A74C9CC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2E461E51-3367-2A25-5AEA-AF4C11C4BB73}"/>
                </a:ext>
              </a:extLst>
            </p:cNvPr>
            <p:cNvSpPr txBox="1"/>
            <p:nvPr/>
          </p:nvSpPr>
          <p:spPr>
            <a:xfrm>
              <a:off x="7731310" y="2018743"/>
              <a:ext cx="1436105" cy="233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Item Specification Data</a:t>
              </a:r>
              <a:endParaRPr lang="ko-KR" altLang="en-US" sz="1000" dirty="0"/>
            </a:p>
          </p:txBody>
        </p: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1B993154-557C-2CA2-1FB0-0EA94B5D594F}"/>
              </a:ext>
            </a:extLst>
          </p:cNvPr>
          <p:cNvSpPr/>
          <p:nvPr/>
        </p:nvSpPr>
        <p:spPr>
          <a:xfrm>
            <a:off x="7267226" y="2291190"/>
            <a:ext cx="900000" cy="540000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pic>
        <p:nvPicPr>
          <p:cNvPr id="133" name="그래픽 132" descr="데이터베이스 단색으로 채워진">
            <a:extLst>
              <a:ext uri="{FF2B5EF4-FFF2-40B4-BE49-F238E27FC236}">
                <a16:creationId xmlns:a16="http://schemas.microsoft.com/office/drawing/2014/main" id="{F132BEF4-D8E4-45B8-4E42-B1CFBB93C84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55902" y="1000865"/>
            <a:ext cx="864000" cy="928728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667AB1E0-0331-9C38-7971-E0725A97E19B}"/>
              </a:ext>
            </a:extLst>
          </p:cNvPr>
          <p:cNvSpPr txBox="1"/>
          <p:nvPr/>
        </p:nvSpPr>
        <p:spPr>
          <a:xfrm>
            <a:off x="6367457" y="1940908"/>
            <a:ext cx="14093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Item Specification Data</a:t>
            </a:r>
            <a:endParaRPr lang="ko-KR" altLang="en-US" sz="1000" dirty="0"/>
          </a:p>
        </p:txBody>
      </p:sp>
      <p:pic>
        <p:nvPicPr>
          <p:cNvPr id="144" name="그래픽 143" descr="데이터베이스 단색으로 채워진">
            <a:extLst>
              <a:ext uri="{FF2B5EF4-FFF2-40B4-BE49-F238E27FC236}">
                <a16:creationId xmlns:a16="http://schemas.microsoft.com/office/drawing/2014/main" id="{7C7A8C26-AA7F-7823-F4A2-3BA84FC437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18287" y="994448"/>
            <a:ext cx="864000" cy="928728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92A9D270-B8F7-5B67-C145-171F1DF16AEC}"/>
              </a:ext>
            </a:extLst>
          </p:cNvPr>
          <p:cNvSpPr txBox="1"/>
          <p:nvPr/>
        </p:nvSpPr>
        <p:spPr>
          <a:xfrm>
            <a:off x="7717226" y="1936825"/>
            <a:ext cx="1529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Assembly Group Data</a:t>
            </a:r>
            <a:endParaRPr lang="ko-KR" altLang="en-US" sz="1000" dirty="0"/>
          </a:p>
        </p:txBody>
      </p:sp>
      <p:pic>
        <p:nvPicPr>
          <p:cNvPr id="174" name="그림 173" descr="공구, 레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4A7100-1868-D3D2-868A-8F6736A32D6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905" b="89857" l="6771" r="93750">
                        <a14:foregroundMark x1="80208" y1="46301" x2="88229" y2="52029"/>
                        <a14:foregroundMark x1="93854" y1="48687" x2="92083" y2="52148"/>
                        <a14:foregroundMark x1="9063" y1="64320" x2="6771" y2="43675"/>
                        <a14:foregroundMark x1="27708" y1="62888" x2="28438" y2="63246"/>
                        <a14:foregroundMark x1="32500" y1="40334" x2="33438" y2="40931"/>
                        <a14:foregroundMark x1="24167" y1="31981" x2="24896" y2="32697"/>
                        <a14:foregroundMark x1="24792" y1="31623" x2="26042" y2="34010"/>
                        <a14:foregroundMark x1="26458" y1="34368" x2="27917" y2="4510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027" y="3734734"/>
            <a:ext cx="1881704" cy="1354593"/>
          </a:xfrm>
          <a:prstGeom prst="rect">
            <a:avLst/>
          </a:prstGeom>
        </p:spPr>
      </p:pic>
      <p:sp>
        <p:nvSpPr>
          <p:cNvPr id="175" name="타원 174">
            <a:extLst>
              <a:ext uri="{FF2B5EF4-FFF2-40B4-BE49-F238E27FC236}">
                <a16:creationId xmlns:a16="http://schemas.microsoft.com/office/drawing/2014/main" id="{BD1EABA3-3150-7D19-6A68-9E4CB718C230}"/>
              </a:ext>
            </a:extLst>
          </p:cNvPr>
          <p:cNvSpPr/>
          <p:nvPr/>
        </p:nvSpPr>
        <p:spPr>
          <a:xfrm>
            <a:off x="1507852" y="3800019"/>
            <a:ext cx="709562" cy="27389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+mj-ea"/>
                <a:ea typeface="+mj-ea"/>
              </a:rPr>
              <a:t>M6 </a:t>
            </a:r>
            <a:r>
              <a:rPr lang="ko-KR" altLang="en-US" sz="800" dirty="0">
                <a:latin typeface="+mj-ea"/>
                <a:ea typeface="+mj-ea"/>
              </a:rPr>
              <a:t>나사</a:t>
            </a:r>
          </a:p>
        </p:txBody>
      </p:sp>
      <p:sp>
        <p:nvSpPr>
          <p:cNvPr id="176" name="타원 175">
            <a:extLst>
              <a:ext uri="{FF2B5EF4-FFF2-40B4-BE49-F238E27FC236}">
                <a16:creationId xmlns:a16="http://schemas.microsoft.com/office/drawing/2014/main" id="{FED1F007-DEE6-3E0C-C3C1-369E8877F871}"/>
              </a:ext>
            </a:extLst>
          </p:cNvPr>
          <p:cNvSpPr/>
          <p:nvPr/>
        </p:nvSpPr>
        <p:spPr>
          <a:xfrm>
            <a:off x="2566214" y="4014718"/>
            <a:ext cx="907524" cy="28836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latin typeface="+mj-ea"/>
                <a:ea typeface="+mj-ea"/>
              </a:rPr>
              <a:t>나사구멍</a:t>
            </a:r>
            <a:r>
              <a:rPr lang="en-US" altLang="ko-KR" sz="800" dirty="0">
                <a:latin typeface="+mj-ea"/>
                <a:ea typeface="+mj-ea"/>
              </a:rPr>
              <a:t>:</a:t>
            </a:r>
            <a:r>
              <a:rPr lang="ko-KR" altLang="en-US" sz="800" dirty="0">
                <a:latin typeface="+mj-ea"/>
                <a:ea typeface="+mj-ea"/>
              </a:rPr>
              <a:t> </a:t>
            </a:r>
            <a:r>
              <a:rPr lang="en-US" altLang="ko-KR" sz="800" dirty="0">
                <a:latin typeface="+mj-ea"/>
                <a:ea typeface="+mj-ea"/>
              </a:rPr>
              <a:t>Ø8mm</a:t>
            </a:r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77" name="타원 176">
            <a:extLst>
              <a:ext uri="{FF2B5EF4-FFF2-40B4-BE49-F238E27FC236}">
                <a16:creationId xmlns:a16="http://schemas.microsoft.com/office/drawing/2014/main" id="{CC7D291E-14B2-9098-83CF-079069BDDE2B}"/>
              </a:ext>
            </a:extLst>
          </p:cNvPr>
          <p:cNvSpPr/>
          <p:nvPr/>
        </p:nvSpPr>
        <p:spPr>
          <a:xfrm>
            <a:off x="1213345" y="4232328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78" name="타원 177">
            <a:extLst>
              <a:ext uri="{FF2B5EF4-FFF2-40B4-BE49-F238E27FC236}">
                <a16:creationId xmlns:a16="http://schemas.microsoft.com/office/drawing/2014/main" id="{63250D2E-AC59-6AB9-E03D-03F6D3BEB122}"/>
              </a:ext>
            </a:extLst>
          </p:cNvPr>
          <p:cNvSpPr/>
          <p:nvPr/>
        </p:nvSpPr>
        <p:spPr>
          <a:xfrm>
            <a:off x="1111660" y="4538323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sp>
        <p:nvSpPr>
          <p:cNvPr id="179" name="타원 178">
            <a:extLst>
              <a:ext uri="{FF2B5EF4-FFF2-40B4-BE49-F238E27FC236}">
                <a16:creationId xmlns:a16="http://schemas.microsoft.com/office/drawing/2014/main" id="{A43380E9-8182-A878-ADB6-A3792A6A6EB0}"/>
              </a:ext>
            </a:extLst>
          </p:cNvPr>
          <p:cNvSpPr/>
          <p:nvPr/>
        </p:nvSpPr>
        <p:spPr>
          <a:xfrm>
            <a:off x="473113" y="3535760"/>
            <a:ext cx="709562" cy="27389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+mj-ea"/>
                <a:ea typeface="+mj-ea"/>
              </a:rPr>
              <a:t>M6 </a:t>
            </a:r>
            <a:r>
              <a:rPr lang="ko-KR" altLang="en-US" sz="800" dirty="0">
                <a:latin typeface="+mj-ea"/>
                <a:ea typeface="+mj-ea"/>
              </a:rPr>
              <a:t>나사</a:t>
            </a:r>
          </a:p>
        </p:txBody>
      </p:sp>
      <p:cxnSp>
        <p:nvCxnSpPr>
          <p:cNvPr id="180" name="직선 화살표 연결선 179">
            <a:extLst>
              <a:ext uri="{FF2B5EF4-FFF2-40B4-BE49-F238E27FC236}">
                <a16:creationId xmlns:a16="http://schemas.microsoft.com/office/drawing/2014/main" id="{B57D9202-C03B-CE36-7B82-8EBFDD0E52C6}"/>
              </a:ext>
            </a:extLst>
          </p:cNvPr>
          <p:cNvCxnSpPr>
            <a:cxnSpLocks/>
            <a:stCxn id="176" idx="4"/>
            <a:endCxn id="174" idx="3"/>
          </p:cNvCxnSpPr>
          <p:nvPr/>
        </p:nvCxnSpPr>
        <p:spPr>
          <a:xfrm flipH="1">
            <a:off x="2613731" y="4303087"/>
            <a:ext cx="406245" cy="108944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직선 화살표 연결선 180">
            <a:extLst>
              <a:ext uri="{FF2B5EF4-FFF2-40B4-BE49-F238E27FC236}">
                <a16:creationId xmlns:a16="http://schemas.microsoft.com/office/drawing/2014/main" id="{6F842293-CA6E-3F7C-7FCB-8184D94F7190}"/>
              </a:ext>
            </a:extLst>
          </p:cNvPr>
          <p:cNvCxnSpPr>
            <a:cxnSpLocks/>
            <a:stCxn id="175" idx="4"/>
            <a:endCxn id="177" idx="0"/>
          </p:cNvCxnSpPr>
          <p:nvPr/>
        </p:nvCxnSpPr>
        <p:spPr>
          <a:xfrm flipH="1">
            <a:off x="1294543" y="4073913"/>
            <a:ext cx="568090" cy="158415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6A7E91A5-B2A9-80B9-784C-6473A4BE0BB0}"/>
              </a:ext>
            </a:extLst>
          </p:cNvPr>
          <p:cNvCxnSpPr>
            <a:cxnSpLocks/>
            <a:stCxn id="179" idx="5"/>
            <a:endCxn id="178" idx="1"/>
          </p:cNvCxnSpPr>
          <p:nvPr/>
        </p:nvCxnSpPr>
        <p:spPr>
          <a:xfrm>
            <a:off x="1078762" y="3769543"/>
            <a:ext cx="56680" cy="786954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3" name="그림 182" descr="가방, 액세서리, 수하물 및 가방, 핸드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486002-82D8-5FE7-F393-BBE635C77C0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5862" b="95172" l="9735" r="89381">
                        <a14:foregroundMark x1="16372" y1="89310" x2="59735" y2="88621"/>
                        <a14:foregroundMark x1="16814" y1="87586" x2="17699" y2="95517"/>
                        <a14:foregroundMark x1="37611" y1="46897" x2="36726" y2="43793"/>
                        <a14:foregroundMark x1="43363" y1="43793" x2="37168" y2="48276"/>
                        <a14:foregroundMark x1="39823" y1="43793" x2="35398" y2="47586"/>
                        <a14:foregroundMark x1="30973" y1="9655" x2="37168" y2="5862"/>
                        <a14:foregroundMark x1="42035" y1="5862" x2="68584" y2="7586"/>
                        <a14:foregroundMark x1="89381" y1="23793" x2="87611" y2="28966"/>
                        <a14:foregroundMark x1="43363" y1="11379" x2="76106" y2="22414"/>
                        <a14:foregroundMark x1="74336" y1="18276" x2="35841" y2="27241"/>
                        <a14:foregroundMark x1="36283" y1="13448" x2="67699" y2="23103"/>
                        <a14:foregroundMark x1="80088" y1="25172" x2="31416" y2="28276"/>
                        <a14:foregroundMark x1="31416" y1="28276" x2="78761" y2="25172"/>
                        <a14:foregroundMark x1="78761" y1="25172" x2="31858" y2="21724"/>
                        <a14:foregroundMark x1="31858" y1="21724" x2="72566" y2="13103"/>
                        <a14:foregroundMark x1="67699" y1="12069" x2="67257" y2="12414"/>
                        <a14:foregroundMark x1="65929" y1="13448" x2="46460" y2="14138"/>
                        <a14:foregroundMark x1="44690" y1="16207" x2="43805" y2="14483"/>
                        <a14:foregroundMark x1="41150" y1="16897" x2="37611" y2="1793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20244" y="1209894"/>
            <a:ext cx="1030922" cy="1322865"/>
          </a:xfrm>
          <a:prstGeom prst="rect">
            <a:avLst/>
          </a:prstGeom>
        </p:spPr>
      </p:pic>
      <p:pic>
        <p:nvPicPr>
          <p:cNvPr id="185" name="그림 184">
            <a:extLst>
              <a:ext uri="{FF2B5EF4-FFF2-40B4-BE49-F238E27FC236}">
                <a16:creationId xmlns:a16="http://schemas.microsoft.com/office/drawing/2014/main" id="{96C07927-54A2-A15C-5A26-FDCBEE2827F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5761" b="99114" l="2134" r="96692">
                        <a14:foregroundMark x1="3949" y1="23338" x2="10352" y2="26145"/>
                        <a14:foregroundMark x1="10352" y1="26145" x2="10139" y2="26588"/>
                        <a14:foregroundMark x1="29456" y1="9453" x2="41622" y2="5318"/>
                        <a14:foregroundMark x1="41622" y1="5318" x2="35432" y2="10487"/>
                        <a14:foregroundMark x1="35432" y1="10487" x2="30950" y2="9453"/>
                        <a14:foregroundMark x1="40448" y1="4284" x2="47385" y2="3545"/>
                        <a14:foregroundMark x1="47385" y1="3545" x2="57204" y2="5908"/>
                        <a14:foregroundMark x1="57204" y1="5908" x2="61259" y2="10931"/>
                        <a14:foregroundMark x1="88367" y1="33235" x2="92529" y2="40030"/>
                        <a14:foregroundMark x1="92529" y1="40030" x2="94450" y2="52142"/>
                        <a14:foregroundMark x1="94450" y1="52142" x2="91249" y2="64106"/>
                        <a14:foregroundMark x1="91249" y1="64106" x2="86766" y2="71344"/>
                        <a14:foregroundMark x1="86766" y1="71344" x2="86980" y2="71787"/>
                        <a14:foregroundMark x1="94664" y1="41359" x2="93810" y2="53176"/>
                        <a14:foregroundMark x1="59232" y1="88626" x2="71291" y2="93501"/>
                        <a14:foregroundMark x1="71291" y1="93501" x2="72892" y2="92024"/>
                        <a14:foregroundMark x1="71825" y1="94535" x2="66702" y2="99261"/>
                        <a14:foregroundMark x1="38847" y1="76366" x2="39488" y2="79173"/>
                        <a14:foregroundMark x1="3735" y1="24077" x2="2668" y2="27326"/>
                        <a14:foregroundMark x1="2241" y1="27326" x2="3308" y2="25849"/>
                        <a14:foregroundMark x1="5550" y1="22304" x2="7257" y2="19498"/>
                        <a14:foregroundMark x1="73319" y1="16544" x2="77695" y2="22304"/>
                        <a14:foregroundMark x1="77695" y1="22304" x2="78869" y2="23043"/>
                        <a14:foregroundMark x1="96265" y1="44609" x2="96692" y2="54948"/>
                        <a14:foregroundMark x1="96692" y1="54948" x2="92850" y2="66765"/>
                      </a14:backgroundRemoval>
                    </a14:imgEffect>
                  </a14:imgLayer>
                </a14:imgProps>
              </a:ext>
            </a:extLst>
          </a:blip>
          <a:srcRect t="11721" r="75466" b="40201"/>
          <a:stretch>
            <a:fillRect/>
          </a:stretch>
        </p:blipFill>
        <p:spPr>
          <a:xfrm>
            <a:off x="2536144" y="1272810"/>
            <a:ext cx="889864" cy="1259949"/>
          </a:xfrm>
          <a:prstGeom prst="rect">
            <a:avLst/>
          </a:prstGeom>
        </p:spPr>
      </p:pic>
      <p:sp>
        <p:nvSpPr>
          <p:cNvPr id="187" name="타원 186">
            <a:extLst>
              <a:ext uri="{FF2B5EF4-FFF2-40B4-BE49-F238E27FC236}">
                <a16:creationId xmlns:a16="http://schemas.microsoft.com/office/drawing/2014/main" id="{0CA42D9F-8366-261C-B741-F9CC96A6D8A4}"/>
              </a:ext>
            </a:extLst>
          </p:cNvPr>
          <p:cNvSpPr/>
          <p:nvPr/>
        </p:nvSpPr>
        <p:spPr>
          <a:xfrm>
            <a:off x="2585823" y="2360492"/>
            <a:ext cx="718501" cy="422305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>
            <a:defPPr lvl="0">
              <a:defRPr lang="en-US"/>
            </a:defPPr>
            <a:lvl1pPr marL="0" lv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800" dirty="0">
                <a:latin typeface="+mj-ea"/>
                <a:ea typeface="+mj-ea"/>
              </a:rPr>
              <a:t>M8</a:t>
            </a:r>
            <a:endParaRPr lang="ko-KR" altLang="en-US" sz="800" dirty="0">
              <a:latin typeface="+mj-ea"/>
              <a:ea typeface="+mj-ea"/>
            </a:endParaRPr>
          </a:p>
          <a:p>
            <a:pPr algn="ctr"/>
            <a:r>
              <a:rPr lang="ko-KR" altLang="en-US" sz="800" dirty="0" err="1">
                <a:latin typeface="+mj-ea"/>
                <a:ea typeface="+mj-ea"/>
              </a:rPr>
              <a:t>나사탭</a:t>
            </a:r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3DDFF74E-9216-ED55-9FC1-94E7A11433A1}"/>
              </a:ext>
            </a:extLst>
          </p:cNvPr>
          <p:cNvSpPr/>
          <p:nvPr/>
        </p:nvSpPr>
        <p:spPr>
          <a:xfrm>
            <a:off x="3000457" y="1805490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cxnSp>
        <p:nvCxnSpPr>
          <p:cNvPr id="197" name="직선 화살표 연결선 196">
            <a:extLst>
              <a:ext uri="{FF2B5EF4-FFF2-40B4-BE49-F238E27FC236}">
                <a16:creationId xmlns:a16="http://schemas.microsoft.com/office/drawing/2014/main" id="{7D0D5996-90D5-D063-3CF7-B6E776B3C78D}"/>
              </a:ext>
            </a:extLst>
          </p:cNvPr>
          <p:cNvCxnSpPr>
            <a:cxnSpLocks/>
            <a:stCxn id="187" idx="0"/>
            <a:endCxn id="195" idx="3"/>
          </p:cNvCxnSpPr>
          <p:nvPr/>
        </p:nvCxnSpPr>
        <p:spPr>
          <a:xfrm flipV="1">
            <a:off x="2945074" y="1911419"/>
            <a:ext cx="79165" cy="449073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타원 199">
            <a:extLst>
              <a:ext uri="{FF2B5EF4-FFF2-40B4-BE49-F238E27FC236}">
                <a16:creationId xmlns:a16="http://schemas.microsoft.com/office/drawing/2014/main" id="{B70AC691-6D50-5CE6-DCD5-286E44FB35C2}"/>
              </a:ext>
            </a:extLst>
          </p:cNvPr>
          <p:cNvSpPr/>
          <p:nvPr/>
        </p:nvSpPr>
        <p:spPr>
          <a:xfrm>
            <a:off x="309437" y="2631165"/>
            <a:ext cx="874615" cy="422305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>
            <a:defPPr lvl="0">
              <a:defRPr lang="en-US"/>
            </a:defPPr>
            <a:lvl1pPr marL="0" lv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dirty="0">
                <a:latin typeface="+mj-ea"/>
              </a:rPr>
              <a:t>나사구멍</a:t>
            </a:r>
            <a:r>
              <a:rPr lang="en-US" altLang="ko-KR" sz="800" dirty="0">
                <a:latin typeface="+mj-ea"/>
              </a:rPr>
              <a:t>:</a:t>
            </a:r>
            <a:r>
              <a:rPr lang="ko-KR" altLang="en-US" sz="800" dirty="0">
                <a:latin typeface="+mj-ea"/>
              </a:rPr>
              <a:t> </a:t>
            </a:r>
            <a:r>
              <a:rPr lang="en-US" altLang="ko-KR" sz="800" dirty="0">
                <a:latin typeface="+mj-ea"/>
              </a:rPr>
              <a:t>Ø6mm</a:t>
            </a:r>
            <a:endParaRPr lang="ko-KR" altLang="en-US" sz="800" dirty="0">
              <a:latin typeface="+mj-ea"/>
            </a:endParaRPr>
          </a:p>
        </p:txBody>
      </p:sp>
      <p:sp>
        <p:nvSpPr>
          <p:cNvPr id="216" name="타원 215">
            <a:extLst>
              <a:ext uri="{FF2B5EF4-FFF2-40B4-BE49-F238E27FC236}">
                <a16:creationId xmlns:a16="http://schemas.microsoft.com/office/drawing/2014/main" id="{C5D80050-88FC-1DDD-D509-F470615CF5C7}"/>
              </a:ext>
            </a:extLst>
          </p:cNvPr>
          <p:cNvSpPr/>
          <p:nvPr/>
        </p:nvSpPr>
        <p:spPr>
          <a:xfrm>
            <a:off x="1063201" y="1984524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217" name="타원 216">
            <a:extLst>
              <a:ext uri="{FF2B5EF4-FFF2-40B4-BE49-F238E27FC236}">
                <a16:creationId xmlns:a16="http://schemas.microsoft.com/office/drawing/2014/main" id="{32E487E0-57A7-F750-C7E2-3FB6E0924FBA}"/>
              </a:ext>
            </a:extLst>
          </p:cNvPr>
          <p:cNvSpPr/>
          <p:nvPr/>
        </p:nvSpPr>
        <p:spPr>
          <a:xfrm>
            <a:off x="1071112" y="1861125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AB3D1A23-64DC-DA30-E79A-37187F0EF69A}"/>
              </a:ext>
            </a:extLst>
          </p:cNvPr>
          <p:cNvSpPr/>
          <p:nvPr/>
        </p:nvSpPr>
        <p:spPr>
          <a:xfrm>
            <a:off x="1339185" y="2577798"/>
            <a:ext cx="874615" cy="422305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>
            <a:defPPr lvl="0">
              <a:defRPr lang="en-US"/>
            </a:defPPr>
            <a:lvl1pPr marL="0" lv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dirty="0">
                <a:latin typeface="+mj-ea"/>
              </a:rPr>
              <a:t>나사구멍</a:t>
            </a:r>
            <a:r>
              <a:rPr lang="en-US" altLang="ko-KR" sz="800" dirty="0">
                <a:latin typeface="+mj-ea"/>
              </a:rPr>
              <a:t>:</a:t>
            </a:r>
            <a:r>
              <a:rPr lang="ko-KR" altLang="en-US" sz="800" dirty="0">
                <a:latin typeface="+mj-ea"/>
              </a:rPr>
              <a:t> </a:t>
            </a:r>
            <a:r>
              <a:rPr lang="en-US" altLang="ko-KR" sz="800" dirty="0">
                <a:latin typeface="+mj-ea"/>
              </a:rPr>
              <a:t>Ø6mm</a:t>
            </a:r>
            <a:endParaRPr lang="ko-KR" altLang="en-US" sz="800" dirty="0">
              <a:latin typeface="+mj-ea"/>
            </a:endParaRPr>
          </a:p>
        </p:txBody>
      </p:sp>
      <p:cxnSp>
        <p:nvCxnSpPr>
          <p:cNvPr id="220" name="직선 화살표 연결선 219">
            <a:extLst>
              <a:ext uri="{FF2B5EF4-FFF2-40B4-BE49-F238E27FC236}">
                <a16:creationId xmlns:a16="http://schemas.microsoft.com/office/drawing/2014/main" id="{0EB46657-36AE-9828-FEAF-57A8B01706D3}"/>
              </a:ext>
            </a:extLst>
          </p:cNvPr>
          <p:cNvCxnSpPr>
            <a:cxnSpLocks/>
            <a:stCxn id="219" idx="0"/>
            <a:endCxn id="217" idx="5"/>
          </p:cNvCxnSpPr>
          <p:nvPr/>
        </p:nvCxnSpPr>
        <p:spPr>
          <a:xfrm flipH="1" flipV="1">
            <a:off x="1209726" y="1967054"/>
            <a:ext cx="566767" cy="610744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1" name="직선 화살표 연결선 220">
            <a:extLst>
              <a:ext uri="{FF2B5EF4-FFF2-40B4-BE49-F238E27FC236}">
                <a16:creationId xmlns:a16="http://schemas.microsoft.com/office/drawing/2014/main" id="{ED1D2788-5C1A-A165-CCEF-B9194CF55190}"/>
              </a:ext>
            </a:extLst>
          </p:cNvPr>
          <p:cNvCxnSpPr>
            <a:cxnSpLocks/>
            <a:stCxn id="200" idx="0"/>
            <a:endCxn id="216" idx="3"/>
          </p:cNvCxnSpPr>
          <p:nvPr/>
        </p:nvCxnSpPr>
        <p:spPr>
          <a:xfrm flipV="1">
            <a:off x="746745" y="2090453"/>
            <a:ext cx="340238" cy="54071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직선 연결선 232">
            <a:extLst>
              <a:ext uri="{FF2B5EF4-FFF2-40B4-BE49-F238E27FC236}">
                <a16:creationId xmlns:a16="http://schemas.microsoft.com/office/drawing/2014/main" id="{1EF953C9-F59E-E35A-5C7E-E6687F9FA371}"/>
              </a:ext>
            </a:extLst>
          </p:cNvPr>
          <p:cNvCxnSpPr>
            <a:stCxn id="200" idx="4"/>
            <a:endCxn id="179" idx="0"/>
          </p:cNvCxnSpPr>
          <p:nvPr/>
        </p:nvCxnSpPr>
        <p:spPr>
          <a:xfrm>
            <a:off x="746745" y="3053470"/>
            <a:ext cx="81149" cy="482290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연결선 234">
            <a:extLst>
              <a:ext uri="{FF2B5EF4-FFF2-40B4-BE49-F238E27FC236}">
                <a16:creationId xmlns:a16="http://schemas.microsoft.com/office/drawing/2014/main" id="{65363AAF-3737-AE67-2F3A-F3A9D07A51F2}"/>
              </a:ext>
            </a:extLst>
          </p:cNvPr>
          <p:cNvCxnSpPr>
            <a:stCxn id="219" idx="4"/>
            <a:endCxn id="175" idx="0"/>
          </p:cNvCxnSpPr>
          <p:nvPr/>
        </p:nvCxnSpPr>
        <p:spPr>
          <a:xfrm>
            <a:off x="1776493" y="3000103"/>
            <a:ext cx="86140" cy="799916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AE12D6D0-4C4A-F6C5-5820-D4B841B59FF6}"/>
              </a:ext>
            </a:extLst>
          </p:cNvPr>
          <p:cNvCxnSpPr>
            <a:cxnSpLocks/>
            <a:stCxn id="187" idx="4"/>
            <a:endCxn id="176" idx="0"/>
          </p:cNvCxnSpPr>
          <p:nvPr/>
        </p:nvCxnSpPr>
        <p:spPr>
          <a:xfrm>
            <a:off x="2945074" y="2782797"/>
            <a:ext cx="74902" cy="1231921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35DCAD4B-5791-813A-5200-0558A3B651B5}"/>
              </a:ext>
            </a:extLst>
          </p:cNvPr>
          <p:cNvCxnSpPr>
            <a:cxnSpLocks/>
          </p:cNvCxnSpPr>
          <p:nvPr/>
        </p:nvCxnSpPr>
        <p:spPr>
          <a:xfrm>
            <a:off x="2977933" y="3208903"/>
            <a:ext cx="1159109" cy="591085"/>
          </a:xfrm>
          <a:prstGeom prst="straightConnector1">
            <a:avLst/>
          </a:prstGeom>
          <a:ln w="19050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직선 화살표 연결선 240">
            <a:extLst>
              <a:ext uri="{FF2B5EF4-FFF2-40B4-BE49-F238E27FC236}">
                <a16:creationId xmlns:a16="http://schemas.microsoft.com/office/drawing/2014/main" id="{497CFC37-71EE-0A91-B7A7-3F18CB458ACB}"/>
              </a:ext>
            </a:extLst>
          </p:cNvPr>
          <p:cNvCxnSpPr>
            <a:cxnSpLocks/>
          </p:cNvCxnSpPr>
          <p:nvPr/>
        </p:nvCxnSpPr>
        <p:spPr>
          <a:xfrm>
            <a:off x="1805274" y="3280087"/>
            <a:ext cx="2331768" cy="660523"/>
          </a:xfrm>
          <a:prstGeom prst="straightConnector1">
            <a:avLst/>
          </a:prstGeom>
          <a:ln w="19050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303E62B0-0BB1-F68E-8EDF-A97C907F35A4}"/>
              </a:ext>
            </a:extLst>
          </p:cNvPr>
          <p:cNvCxnSpPr>
            <a:cxnSpLocks/>
          </p:cNvCxnSpPr>
          <p:nvPr/>
        </p:nvCxnSpPr>
        <p:spPr>
          <a:xfrm>
            <a:off x="787319" y="3269573"/>
            <a:ext cx="3328195" cy="793732"/>
          </a:xfrm>
          <a:prstGeom prst="straightConnector1">
            <a:avLst/>
          </a:prstGeom>
          <a:ln w="19050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타원 253">
            <a:extLst>
              <a:ext uri="{FF2B5EF4-FFF2-40B4-BE49-F238E27FC236}">
                <a16:creationId xmlns:a16="http://schemas.microsoft.com/office/drawing/2014/main" id="{6FBF65C2-47FD-96CB-FFE2-793C345A2099}"/>
              </a:ext>
            </a:extLst>
          </p:cNvPr>
          <p:cNvSpPr/>
          <p:nvPr/>
        </p:nvSpPr>
        <p:spPr>
          <a:xfrm>
            <a:off x="2328234" y="4321096"/>
            <a:ext cx="254757" cy="24784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sp>
        <p:nvSpPr>
          <p:cNvPr id="280" name="사각형: 둥근 모서리 279">
            <a:extLst>
              <a:ext uri="{FF2B5EF4-FFF2-40B4-BE49-F238E27FC236}">
                <a16:creationId xmlns:a16="http://schemas.microsoft.com/office/drawing/2014/main" id="{20F5D9BE-2ABA-31D0-E902-11882C9DC099}"/>
              </a:ext>
            </a:extLst>
          </p:cNvPr>
          <p:cNvSpPr/>
          <p:nvPr/>
        </p:nvSpPr>
        <p:spPr>
          <a:xfrm>
            <a:off x="109428" y="5271219"/>
            <a:ext cx="5205705" cy="1454128"/>
          </a:xfrm>
          <a:prstGeom prst="roundRect">
            <a:avLst>
              <a:gd name="adj" fmla="val 5207"/>
            </a:avLst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288" name="화살표: 아래쪽 287">
            <a:extLst>
              <a:ext uri="{FF2B5EF4-FFF2-40B4-BE49-F238E27FC236}">
                <a16:creationId xmlns:a16="http://schemas.microsoft.com/office/drawing/2014/main" id="{938DA1FA-9861-1977-426E-37DCCC94B735}"/>
              </a:ext>
            </a:extLst>
          </p:cNvPr>
          <p:cNvSpPr/>
          <p:nvPr/>
        </p:nvSpPr>
        <p:spPr>
          <a:xfrm>
            <a:off x="10082274" y="2269235"/>
            <a:ext cx="900000" cy="540000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사용자</a:t>
            </a:r>
            <a:endParaRPr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입력</a:t>
            </a:r>
          </a:p>
        </p:txBody>
      </p:sp>
    </p:spTree>
    <p:extLst>
      <p:ext uri="{BB962C8B-B14F-4D97-AF65-F5344CB8AC3E}">
        <p14:creationId xmlns:p14="http://schemas.microsoft.com/office/powerpoint/2010/main" val="1107922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그룹 25">
            <a:extLst>
              <a:ext uri="{FF2B5EF4-FFF2-40B4-BE49-F238E27FC236}">
                <a16:creationId xmlns:a16="http://schemas.microsoft.com/office/drawing/2014/main" id="{1AF2DB9C-A59D-7B47-3406-78789F701B90}"/>
              </a:ext>
            </a:extLst>
          </p:cNvPr>
          <p:cNvGrpSpPr/>
          <p:nvPr/>
        </p:nvGrpSpPr>
        <p:grpSpPr>
          <a:xfrm>
            <a:off x="2205492" y="3258291"/>
            <a:ext cx="1489300" cy="559337"/>
            <a:chOff x="2205492" y="3258291"/>
            <a:chExt cx="1489300" cy="559337"/>
          </a:xfrm>
        </p:grpSpPr>
        <p:sp>
          <p:nvSpPr>
            <p:cNvPr id="262" name="타원 261">
              <a:extLst>
                <a:ext uri="{FF2B5EF4-FFF2-40B4-BE49-F238E27FC236}">
                  <a16:creationId xmlns:a16="http://schemas.microsoft.com/office/drawing/2014/main" id="{225798A7-0395-C682-19B6-E51E7688C74C}"/>
                </a:ext>
              </a:extLst>
            </p:cNvPr>
            <p:cNvSpPr/>
            <p:nvPr/>
          </p:nvSpPr>
          <p:spPr>
            <a:xfrm>
              <a:off x="2234062" y="3572825"/>
              <a:ext cx="628962" cy="244803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/>
                <a:t>도어</a:t>
              </a:r>
              <a:endParaRPr lang="en-US" altLang="ko-KR" sz="700"/>
            </a:p>
            <a:p>
              <a:pPr algn="ctr"/>
              <a:r>
                <a:rPr lang="ko-KR" altLang="en-US" sz="700"/>
                <a:t>체커</a:t>
              </a:r>
              <a:endParaRPr lang="ko-KR" altLang="en-US" sz="700" dirty="0"/>
            </a:p>
          </p:txBody>
        </p:sp>
        <p:sp>
          <p:nvSpPr>
            <p:cNvPr id="263" name="타원 262">
              <a:extLst>
                <a:ext uri="{FF2B5EF4-FFF2-40B4-BE49-F238E27FC236}">
                  <a16:creationId xmlns:a16="http://schemas.microsoft.com/office/drawing/2014/main" id="{0AA92495-AF73-F873-93D1-6271F3582D05}"/>
                </a:ext>
              </a:extLst>
            </p:cNvPr>
            <p:cNvSpPr/>
            <p:nvPr/>
          </p:nvSpPr>
          <p:spPr>
            <a:xfrm>
              <a:off x="2205492" y="3258291"/>
              <a:ext cx="686103" cy="24169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/>
                <a:t>프론트 도어</a:t>
              </a:r>
            </a:p>
          </p:txBody>
        </p:sp>
        <p:cxnSp>
          <p:nvCxnSpPr>
            <p:cNvPr id="264" name="직선 연결선 263">
              <a:extLst>
                <a:ext uri="{FF2B5EF4-FFF2-40B4-BE49-F238E27FC236}">
                  <a16:creationId xmlns:a16="http://schemas.microsoft.com/office/drawing/2014/main" id="{0E79028C-BFA8-81B6-DC21-EB9EF4458E53}"/>
                </a:ext>
              </a:extLst>
            </p:cNvPr>
            <p:cNvCxnSpPr>
              <a:cxnSpLocks/>
              <a:stCxn id="265" idx="1"/>
              <a:endCxn id="263" idx="6"/>
            </p:cNvCxnSpPr>
            <p:nvPr/>
          </p:nvCxnSpPr>
          <p:spPr>
            <a:xfrm flipH="1" flipV="1">
              <a:off x="2891595" y="3379140"/>
              <a:ext cx="186091" cy="87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5" name="사각형: 둥근 모서리 264">
              <a:extLst>
                <a:ext uri="{FF2B5EF4-FFF2-40B4-BE49-F238E27FC236}">
                  <a16:creationId xmlns:a16="http://schemas.microsoft.com/office/drawing/2014/main" id="{11ACD5D6-6116-5C4A-A468-AE8B7DC39E99}"/>
                </a:ext>
              </a:extLst>
            </p:cNvPr>
            <p:cNvSpPr/>
            <p:nvPr/>
          </p:nvSpPr>
          <p:spPr>
            <a:xfrm>
              <a:off x="3077686" y="3323746"/>
              <a:ext cx="616042" cy="110962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/>
                <a:t>Type C : F </a:t>
              </a:r>
              <a:endParaRPr lang="ko-KR" altLang="en-US" sz="700"/>
            </a:p>
          </p:txBody>
        </p:sp>
        <p:sp>
          <p:nvSpPr>
            <p:cNvPr id="266" name="사각형: 둥근 모서리 265">
              <a:extLst>
                <a:ext uri="{FF2B5EF4-FFF2-40B4-BE49-F238E27FC236}">
                  <a16:creationId xmlns:a16="http://schemas.microsoft.com/office/drawing/2014/main" id="{71A0DF16-B477-2AF7-0103-DF6F8D600FE9}"/>
                </a:ext>
              </a:extLst>
            </p:cNvPr>
            <p:cNvSpPr/>
            <p:nvPr/>
          </p:nvSpPr>
          <p:spPr>
            <a:xfrm>
              <a:off x="3076622" y="3639746"/>
              <a:ext cx="618170" cy="110962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dirty="0"/>
                <a:t>Type C : M </a:t>
              </a:r>
              <a:endParaRPr lang="ko-KR" altLang="en-US" sz="700" dirty="0"/>
            </a:p>
          </p:txBody>
        </p:sp>
        <p:cxnSp>
          <p:nvCxnSpPr>
            <p:cNvPr id="267" name="직선 연결선 266">
              <a:extLst>
                <a:ext uri="{FF2B5EF4-FFF2-40B4-BE49-F238E27FC236}">
                  <a16:creationId xmlns:a16="http://schemas.microsoft.com/office/drawing/2014/main" id="{2D2187A3-532B-08EA-A1E2-7D81B0AEB2C3}"/>
                </a:ext>
              </a:extLst>
            </p:cNvPr>
            <p:cNvCxnSpPr>
              <a:cxnSpLocks/>
              <a:stCxn id="266" idx="1"/>
              <a:endCxn id="262" idx="6"/>
            </p:cNvCxnSpPr>
            <p:nvPr/>
          </p:nvCxnSpPr>
          <p:spPr>
            <a:xfrm flipH="1">
              <a:off x="2863024" y="3695227"/>
              <a:ext cx="213598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26ACF44B-630F-A6A4-E6A5-CC28753D79B5}"/>
                </a:ext>
              </a:extLst>
            </p:cNvPr>
            <p:cNvCxnSpPr>
              <a:cxnSpLocks/>
              <a:stCxn id="265" idx="2"/>
              <a:endCxn id="266" idx="0"/>
            </p:cNvCxnSpPr>
            <p:nvPr/>
          </p:nvCxnSpPr>
          <p:spPr>
            <a:xfrm>
              <a:off x="3385707" y="3434708"/>
              <a:ext cx="0" cy="205038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5A922735-D722-D22B-B770-E43DD7E2B123}"/>
              </a:ext>
            </a:extLst>
          </p:cNvPr>
          <p:cNvGrpSpPr/>
          <p:nvPr/>
        </p:nvGrpSpPr>
        <p:grpSpPr>
          <a:xfrm>
            <a:off x="4058537" y="1831253"/>
            <a:ext cx="5150331" cy="2362790"/>
            <a:chOff x="6505905" y="416518"/>
            <a:chExt cx="5150331" cy="2362790"/>
          </a:xfrm>
        </p:grpSpPr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9922DE60-97A7-F78B-924B-AB2422639882}"/>
                </a:ext>
              </a:extLst>
            </p:cNvPr>
            <p:cNvCxnSpPr>
              <a:cxnSpLocks/>
              <a:stCxn id="41" idx="4"/>
              <a:endCxn id="43" idx="0"/>
            </p:cNvCxnSpPr>
            <p:nvPr/>
          </p:nvCxnSpPr>
          <p:spPr>
            <a:xfrm>
              <a:off x="10290619" y="847437"/>
              <a:ext cx="0" cy="9490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F7666CBE-3B66-81EF-BFDE-9D52C75A41EA}"/>
                </a:ext>
              </a:extLst>
            </p:cNvPr>
            <p:cNvSpPr/>
            <p:nvPr/>
          </p:nvSpPr>
          <p:spPr>
            <a:xfrm>
              <a:off x="8822374" y="1099998"/>
              <a:ext cx="686134" cy="53195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도어</a:t>
              </a:r>
              <a:endParaRPr lang="en-US" altLang="ko-KR" sz="900"/>
            </a:p>
            <a:p>
              <a:pPr algn="ctr"/>
              <a:r>
                <a:rPr lang="ko-KR" altLang="en-US" sz="900" err="1"/>
                <a:t>체커</a:t>
              </a:r>
              <a:endParaRPr lang="ko-KR" altLang="en-US" sz="900"/>
            </a:p>
          </p:txBody>
        </p:sp>
        <p:cxnSp>
          <p:nvCxnSpPr>
            <p:cNvPr id="32" name="직선 연결선 31">
              <a:extLst>
                <a:ext uri="{FF2B5EF4-FFF2-40B4-BE49-F238E27FC236}">
                  <a16:creationId xmlns:a16="http://schemas.microsoft.com/office/drawing/2014/main" id="{48D2CC6B-8896-25CA-456C-D48C9CB2945E}"/>
                </a:ext>
              </a:extLst>
            </p:cNvPr>
            <p:cNvCxnSpPr>
              <a:cxnSpLocks/>
              <a:stCxn id="40" idx="2"/>
              <a:endCxn id="31" idx="6"/>
            </p:cNvCxnSpPr>
            <p:nvPr/>
          </p:nvCxnSpPr>
          <p:spPr>
            <a:xfrm flipH="1">
              <a:off x="9508509" y="1365975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EA10D2CD-DA72-53C2-6675-3BB4F2FF5779}"/>
                </a:ext>
              </a:extLst>
            </p:cNvPr>
            <p:cNvSpPr/>
            <p:nvPr/>
          </p:nvSpPr>
          <p:spPr>
            <a:xfrm>
              <a:off x="6505905" y="416518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2C974B85-594B-FEE3-0DD0-2ACFB7DA4F48}"/>
                </a:ext>
              </a:extLst>
            </p:cNvPr>
            <p:cNvCxnSpPr>
              <a:cxnSpLocks/>
              <a:stCxn id="37" idx="1"/>
              <a:endCxn id="33" idx="6"/>
            </p:cNvCxnSpPr>
            <p:nvPr/>
          </p:nvCxnSpPr>
          <p:spPr>
            <a:xfrm flipH="1" flipV="1">
              <a:off x="7263955" y="679122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8D03685C-8909-855E-98FA-918EF3B6556B}"/>
                </a:ext>
              </a:extLst>
            </p:cNvPr>
            <p:cNvSpPr/>
            <p:nvPr/>
          </p:nvSpPr>
          <p:spPr>
            <a:xfrm>
              <a:off x="10970102" y="442409"/>
              <a:ext cx="686134" cy="4645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바디</a:t>
              </a:r>
            </a:p>
          </p:txBody>
        </p:sp>
        <p:cxnSp>
          <p:nvCxnSpPr>
            <p:cNvPr id="36" name="직선 연결선 35">
              <a:extLst>
                <a:ext uri="{FF2B5EF4-FFF2-40B4-BE49-F238E27FC236}">
                  <a16:creationId xmlns:a16="http://schemas.microsoft.com/office/drawing/2014/main" id="{420B8F00-54A9-C5C6-D90B-2FC81C87DBEF}"/>
                </a:ext>
              </a:extLst>
            </p:cNvPr>
            <p:cNvCxnSpPr>
              <a:cxnSpLocks/>
              <a:stCxn id="41" idx="6"/>
              <a:endCxn id="35" idx="2"/>
            </p:cNvCxnSpPr>
            <p:nvPr/>
          </p:nvCxnSpPr>
          <p:spPr>
            <a:xfrm>
              <a:off x="10894441" y="674698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3E2AF102-8015-1FEE-374E-9311F583589C}"/>
                </a:ext>
              </a:extLst>
            </p:cNvPr>
            <p:cNvSpPr/>
            <p:nvPr/>
          </p:nvSpPr>
          <p:spPr>
            <a:xfrm>
              <a:off x="7429398" y="558751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57AEDC7A-61BE-67C2-4573-CBDE05868E28}"/>
                </a:ext>
              </a:extLst>
            </p:cNvPr>
            <p:cNvSpPr/>
            <p:nvPr/>
          </p:nvSpPr>
          <p:spPr>
            <a:xfrm>
              <a:off x="7429398" y="1245415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C61CD2BA-623E-06C4-CD2F-DA89A4301ADA}"/>
                </a:ext>
              </a:extLst>
            </p:cNvPr>
            <p:cNvCxnSpPr>
              <a:cxnSpLocks/>
              <a:stCxn id="38" idx="3"/>
              <a:endCxn id="31" idx="2"/>
            </p:cNvCxnSpPr>
            <p:nvPr/>
          </p:nvCxnSpPr>
          <p:spPr>
            <a:xfrm>
              <a:off x="8499070" y="1365975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B40F947A-5BEA-7145-B4F5-632B53C901FD}"/>
                </a:ext>
              </a:extLst>
            </p:cNvPr>
            <p:cNvSpPr/>
            <p:nvPr/>
          </p:nvSpPr>
          <p:spPr>
            <a:xfrm>
              <a:off x="9740398" y="1193236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dirty="0"/>
                <a:t>Type D : I</a:t>
              </a:r>
              <a:endParaRPr lang="ko-KR" altLang="en-US" sz="900" dirty="0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C7F51CD2-B93D-3168-BC53-CB4C34EA18FD}"/>
                </a:ext>
              </a:extLst>
            </p:cNvPr>
            <p:cNvSpPr/>
            <p:nvPr/>
          </p:nvSpPr>
          <p:spPr>
            <a:xfrm>
              <a:off x="9686797" y="501959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dirty="0"/>
                <a:t>Type D : F</a:t>
              </a:r>
              <a:endParaRPr lang="ko-KR" altLang="en-US" sz="900" dirty="0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9FA69484-025B-C90B-7F70-83D1C00252EF}"/>
                </a:ext>
              </a:extLst>
            </p:cNvPr>
            <p:cNvSpPr/>
            <p:nvPr/>
          </p:nvSpPr>
          <p:spPr>
            <a:xfrm>
              <a:off x="9891000" y="2314729"/>
              <a:ext cx="799236" cy="4645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5300D43B-19C9-A88F-5998-97901E5C6539}"/>
                </a:ext>
              </a:extLst>
            </p:cNvPr>
            <p:cNvSpPr/>
            <p:nvPr/>
          </p:nvSpPr>
          <p:spPr>
            <a:xfrm>
              <a:off x="9686796" y="1796512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dirty="0"/>
                <a:t>Type D : M</a:t>
              </a:r>
              <a:endParaRPr lang="ko-KR" altLang="en-US" sz="900" dirty="0"/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B15A42C3-CED7-94B5-6FE7-FB56C3FB2FB3}"/>
                </a:ext>
              </a:extLst>
            </p:cNvPr>
            <p:cNvCxnSpPr>
              <a:cxnSpLocks/>
              <a:stCxn id="43" idx="4"/>
              <a:endCxn id="42" idx="0"/>
            </p:cNvCxnSpPr>
            <p:nvPr/>
          </p:nvCxnSpPr>
          <p:spPr>
            <a:xfrm>
              <a:off x="10290619" y="2141990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3E1274A9-1E27-3C53-D95A-F3A3FDB6DCD5}"/>
                </a:ext>
              </a:extLst>
            </p:cNvPr>
            <p:cNvCxnSpPr>
              <a:cxnSpLocks/>
              <a:stCxn id="37" idx="2"/>
              <a:endCxn id="38" idx="0"/>
            </p:cNvCxnSpPr>
            <p:nvPr/>
          </p:nvCxnSpPr>
          <p:spPr>
            <a:xfrm>
              <a:off x="7964234" y="799871"/>
              <a:ext cx="0" cy="4455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59171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462358E-BCF0-77AD-5EEF-85F52D2DBEA4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566675B-8650-6714-F652-A8617059F3E0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E7DF306F-8A45-CA4E-BFFB-E2B8CFE3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53C734-6AC6-23EF-0A47-6C14A07A48B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7A6933-6550-2082-2DA8-BCBBFB699582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8FC1ACF-B7BC-806C-CB56-096C22253B3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BC5624B1-A5B0-E092-522E-EAA5EA811A6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C85BA2-E423-EC0F-8E1D-B7459F243CC3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DE13639A-6FB1-C64C-BB00-527DF0FF3BE3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41D2AA44-7C2A-411F-9C24-3E32592728A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61A8D46A-EA52-4B79-FC51-B9C256361F75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38C486E-CD1A-7D8E-276C-C9FCBF20043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28E8F6D-F09B-4620-CABA-7ADEA380C74C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EA8657B9-BA1C-77D1-5430-0FD826BFA90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3A39CA5C-86A2-A629-4B53-3F336E66CB7E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58909528-1522-68BB-5C68-5DEAA6F1358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0DBE0C06-1F62-D9F4-FEAC-48107702F33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F0E14992-E366-C79F-69BC-A0401FA99EE0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B10AA52-D30B-509D-7A98-67B77584EB1F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EAA2F810-039E-3331-0C74-E6799EB60B5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487D3E8B-4B19-1287-2755-F24CA9BB3D37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42D9EF54-B712-A2CE-ED8A-465BF9AD5CB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81A491D-D3D9-3700-DBE9-2E80F73A282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4CDD8E-5F68-3AF5-6D53-93EA9DE6B27D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8125CC-F3EF-57B1-93C7-027E0D1C477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9C9A51-967F-8346-A981-5871A81A36F8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832D5B2-40DF-C474-FB77-2FD0C9C47135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F859336-3C90-C2C2-B7B6-FE04DF7C2C9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618D676-CCC3-6E25-BFE5-255A34137CB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8849202-ED4A-D3BD-92FB-3BA85EF50A4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81D16A1-D70E-AD1C-C1E8-39CD2833C7B4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E281A8BB-0C75-9B8D-1239-A7546EA6D004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7500A26-06AF-1EC7-B228-26789D05A9E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8E087AA-C01E-2AB2-9942-AD76003B2E17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78645A55-23F7-E952-D788-0069EEE704BE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18C4D49C-5574-A70E-1E32-3AFE3E8265ED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26BB0CC-B566-A1B3-BC20-3C127C7CE86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1B99F08-F579-7528-F775-7F49AB0E1DF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4EBCD913-C5CF-606D-4E95-8E90E0731BBE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A78D0E5E-1791-BFBA-B388-E2E49BF6D84D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6101DA37-5F52-2304-DF67-168CDD176D9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9F58B3C-37EB-1290-A519-1D3D3F9476ED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58C58766-7977-9545-6097-ADE9AD2CD746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2AB61622-13A0-FB2A-507E-CD9E7A22CE82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416921A-3081-9316-CA43-6C083C623BFE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3AED381-9D7E-3859-19FD-D81E9FB8331D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B7C7D52C-AD61-D957-FB35-0C26BCDB039C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0AF155C8-0277-7E72-0DCE-CAE92D554044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2D19E5C4-2019-8A27-8A3B-6988C30358DC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56D941A-749A-9E87-5D68-32A5A9EB3BE8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770FBFF5-8EA6-595A-BD96-B8F9D6B2C2B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335CE95-5134-3C02-5A62-65E79135BB02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C397E4C-E932-8835-826D-7F6C0F1FED04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DD85EE1-E225-104B-89BF-ACDEB51351EF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95B44685-BBF1-571F-4184-E46287545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994DFC0-F580-EBE9-F6CD-B2FF3C788C6B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81D04CBC-E0E2-573E-9025-205FA123BA03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4CA1E51E-FC9C-4B44-571A-77FE52C97896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C4626E9-B23D-D3B0-33A5-9DF16E5E1117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E32BBF4-B369-B6A7-2B7B-D93D4FB3A04A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44163AB-9E53-A92A-7B97-78BAE5BD2F3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5663A010-994A-C296-E77B-B8B02D6A416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28D766B-9AA2-F113-ED8E-B42A5F2484A8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07409FF-9FC7-4E5F-962E-FBC8FBA9A57C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821662B-4697-CB59-82EA-3FEE001CF9E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138907B3-45E9-5ADB-1E5F-3AF4B8115357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A248F652-B2F8-AAA1-E048-252A1F96100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3B62B1D9-B0A4-5362-0BFB-F14F68EC00F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A1510D6A-B01F-3777-5CC0-C807EE36CFFB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6F0591A5-EC88-6F10-193A-DBC4445A61C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D699CBA-EB0E-C409-206E-92F06862918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90A17047-CE0A-81E4-2913-46E47703BF2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9149D8A2-3C38-31F7-A71B-7DC19B63C910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8CE8E3D0-0199-5FC6-372C-DC589053EDC4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229CD1D2-1EE6-B4B3-1E20-96BE9DEA80C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C34B8FD-4CD2-A226-FB79-E98ED0EA5ADB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5856BDB6-D172-FB0A-24C5-C0FACA9E70F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3C2DF8F0-5F15-4286-F01A-8D009FCC84DE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33ECF03B-D8FA-AE28-2406-C754687E57AA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B3E5623-7832-06C8-168C-1EE8825BE903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2B10F44-BAD7-9539-3D2A-553DB4329677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DA78283-A27C-EFD0-200C-9F8560ECD2B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1067AAB2-0C16-5B15-6B5D-D6F5FC6C6ADC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14ED5254-4E65-E6B5-16C9-26F46A42C67C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5DB3262A-0DA8-E6BF-64A3-BE2580C79B4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92688E32-CC24-0763-6E03-C1B6278FEB6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36DAFAA-664C-680C-4B0D-40B95DB69239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1E5B3A0-1300-23F4-EAAC-C9BBA56ABED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9454F68D-A338-4005-22C2-66A26250F13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7921CB42-0EC6-2A40-2BDF-44484A999145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6BB4E44D-0560-3C1A-ED30-5D77EE353E1E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185AACFA-6289-5F22-BBA8-42C8F17891FA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5CE25B3-80B3-45A0-9892-26455566F2EE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E2F3574F-5BB0-CB63-0CFC-9D0CCBD69ECD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4392107E-9C88-5805-E5C7-BC07769D236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78BC0693-9E1C-4E26-7C7C-95197A924E79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252F1F5A-71F8-BFE5-A05E-16293A32391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78DF958-BFDB-498D-3724-32856A642CD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A28268D4-A342-9801-7910-649D9F2AB915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BECC21D-89FC-123E-5C8B-DFF3832A5CAD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0692582-B2F6-AA53-E7A7-9A3CE0E6D43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362AAB3C-4C9D-E967-7C0B-07146155F76C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654E913D-813F-8DDC-41E0-7B7E75887788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FBF8DA40-B77F-9EF6-DF6E-A8DEC7A64B3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DE28EAAD-BC1E-8BDF-6FB8-F91C18ABBD4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A19A5816-A46F-FD1D-3E6D-7A89456FAA5C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4465D0CD-EE11-47D3-4997-4E9AC8AF7378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BE1B4199-DECC-7713-7551-4A80E30A0CC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72314A76-D59B-F4EA-907E-5C82875C349D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FBB44D6C-5E55-0536-C1F0-AD63B08C95A2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DCC0E-9550-CC93-8A1B-48339DBAC91B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15728898-2E79-8F0B-ABBA-DE5295F54155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CAC275B-E838-F5B7-2A39-0E43CCE7E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513808"/>
              </p:ext>
            </p:extLst>
          </p:nvPr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496FE9-3ECA-C0C6-A362-1736522DDEC9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0B2A0AE0-613F-5F09-07BD-34EE016A7AF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7235CD0-5C68-4F52-7FDE-7D43E626F6F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805D5186-BBB8-D1D8-231D-BBA6C391C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CED64668-E982-DEF8-BA97-80E5199BD76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1E168B21-8352-CF7C-DBCB-B8EF6EC0557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7758C4D-669D-DA72-DCEB-AFD0F5897E56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8CBA2E9-EACC-ED3A-0849-BAB427509FA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18D63D7-4AD7-F526-8DB7-8A182BC4C5A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A7E6604-5EAB-1C53-84BA-5869A90EF878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0B54486A-58DA-64E0-BD7F-A4DA11ED6E0B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F09F086E-1B10-CF42-7F90-F9E426B1B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9076"/>
              </p:ext>
            </p:extLst>
          </p:nvPr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C7CF019-9899-6C82-714D-7BBE51BF4421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5D540C68-14F3-DC3E-43E6-77B985650D4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0DF85BE7-5899-2498-29F5-605B1E8F877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4BB05D11-4654-FF65-31F1-1BF25DDF905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5F0698C4-32A1-FC34-9FFC-ED0507297B8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B8639157-BFD2-70A4-248A-EC814B649EE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30962481-D77D-48BB-8660-D88992ECD52E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2CA30760-7B23-8182-9077-BA59B4534D5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B33E1F6-A9BC-8402-625C-F38FB2D8790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12DDCFD-8B8F-2502-1F02-CFB990C367A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856E8D7-CF5F-FC80-AA4A-8E434C18359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A7B8668-E56F-4F7A-FBE4-3E1BF1C459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456999C-6917-6F2B-8D36-46DA04B421F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7938AEE-D07A-D156-FBE2-0E4718C71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2592206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D79C0-FD71-574F-D932-4084A1020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D051B-5FCB-A920-78E0-51C8E394A1BA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2126809-E8E4-AE0D-F05F-8B6F0AAF7019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0B2B4BD3-1584-E6C5-4665-680B0D934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54CE45E-F960-1659-392B-88F590617349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4AA875BB-C4CF-EFE3-5B94-8B9277F011FC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4BD6BF40-6D1D-8A46-E470-14F9A21D7417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14D291A4-00DE-95D3-2019-60DC67BC9F9B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AC2FF2B-184D-A9AE-264B-665EC305279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6C49834D-8C3E-063A-9BEA-2081BE3D5BF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1AFBF06E-0647-F9EA-D6CE-0D9FC108E5F8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BAD341AA-2302-19B7-465D-A8AE2AE6E9BD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0CCB7C0-0ECC-4BCD-1520-068BED56E8B7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4B7E6B33-FB82-B849-D7C5-2228B361AAB7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94A0BDF4-C86C-ED74-1F1A-A3B8BDD6DA5B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57E1A46C-E1CD-FCC3-9C1D-CAC169579A02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1D7BA0C7-70F4-88B4-D2C4-A4D59F55FCC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9092F3FD-6188-0BA4-B81D-FC1A0FEEAED7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B9BF14AD-8F40-2F81-49FB-0CE520B2FE9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D3DB624D-CE0E-F8A3-339C-383990141D06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09FCC8DE-7B5A-A780-F288-A2F4BD3AF662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32041089-047B-B6A5-D748-75109555B0A2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0DC797DF-0CF8-8913-5B72-2DB5AAEA4546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A9EDC97-8CB9-4060-86A1-65DF554A4945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900133D-B6D3-711D-3FAE-820BF38F6DC9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0DFE0DB-6539-6868-0A44-BAB2C013984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45DC7B-2931-A4ED-D4A7-AE9F9CA12434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C3A838C4-DDF6-2C65-FE2A-0CEA66FFB43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C2DFBF81-BB3D-AD92-105A-242F23B2317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BBB9D6E7-DA1F-C73E-D38B-B1037065A75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C2AC406E-F332-1A96-5906-2943088117A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E43BF04B-FEEA-29EE-CDA4-2683F13555ED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1F84AFDC-D90A-E33C-76A5-CC06E7528903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37F54818-79B4-A019-315A-95A647B33BB9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02511475-2ECC-944E-96FB-89E8F0DB3DE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F2A9F62B-19DD-D284-938A-31435FA92C77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C1C90F51-61ED-8360-1212-98AE4727C09C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FBFE0A52-0633-698C-9635-DD99C12A802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01FE8BC-F884-B82C-4D93-B810F03AB256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7FEBE76-17EC-637B-CB9D-D9C4F65FB188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0F299E7F-BBC1-FE7E-4F7D-900B75763202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077A263C-97CE-90E2-DCBD-16B89F7DFC8A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D8226FC1-CC41-952B-FB13-FDB164B8DD9C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755C290F-5028-D0EE-3B4B-A975D3F11441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80FCC272-62DE-868A-EE71-8A185C5C354E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25B684C0-7E3C-1C52-D7C6-3E9A660B8DD9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95E88703-8079-2594-C505-18C9F18DAC94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9C3FFD9F-4151-32D7-0230-490246BBE11F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A3E187F5-E46F-9709-87AA-1B126AC0EFC9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BF999D8A-F217-B978-1152-C3B0E3559EB5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80F7D0F2-DA42-EF12-DA05-1296D213D489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AC65392C-1DB4-BC8A-B51C-105B1F52B31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4C821C9-52DC-A496-A746-53314381576F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A34527B-8055-6D5C-57AF-3E72B6741005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59FFFB0-37F2-1805-5EF9-7F1DE5DB60ED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A62208C0-0599-A6EC-B128-CD8B06FAF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3E322CE-BA37-1BB4-18ED-2E5CA08776D9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BEAB271A-C5BE-BB7A-018C-10C1BC70D286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E2911E15-C895-52FD-C371-2E66E3A8E872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D6AFED44-7BB9-72E5-E4DB-40E0BC4666D3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0412EE1-31F3-E0C9-14F5-F171144767E1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1AAED8F7-1A40-8154-B0CD-2580513DAEC0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8C51A362-4A94-BE6D-4BFC-E8B6CEDD958E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5A6B06EF-A8CC-D5B5-612B-E5D40C593623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17D8E3E1-6F2B-D24C-C374-62BDBFB9EFCD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6B9F6600-DE91-8DAA-F79B-5E51C34DBE02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44C508B1-BC54-106F-2377-096438C1A209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228C740B-15C5-E01C-657B-0D4CE6C71B9F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6B90D62C-A539-368C-099E-355DD1FF93E8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028D5C1C-C6D0-2A1B-7B57-EA0BD3C5763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D1C881D1-2544-D5F2-8E52-522BC23840F4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98F053EB-9C62-8EE9-EF03-30E807345152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310E35A3-D92F-0D20-9A34-C589C51F55E1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E1158138-7B2E-E441-1C59-95733B1DAADE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462C046C-F90A-91A6-037C-8C5878A3CADF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11D66D21-B2C1-C2EC-8992-E4E8BDF421E8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FEE67BF-6A6B-791E-0D2B-617AF0F464F6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42C53F50-91B5-D08D-D9A7-8B043E5D4E94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69CE804B-1F02-350E-4F86-14354EA4BFE4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546E0925-6D7F-ABE2-2C30-58A4063AC6A3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58AD5F05-250A-D26E-F317-F1B4387AFE8F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9A8DBC6B-F428-A667-0E7D-6A63EA676641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E1D74680-55FB-1D5F-6F35-0F86A2FADF2A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58841AE5-118A-ACCB-5EF8-D9C4B4CC2E7A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45F674F8-B706-A05A-328C-D825BCC0D5E5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15C2607-7407-0A07-2435-69F40F443F9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3A63088C-D146-B4BD-35F8-2C872B33B69A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B189A56-7835-052F-0FD7-2C6AF47B9DB5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63BD5D11-1833-E985-5150-354AD65DD63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BBF1E8C0-1087-A4EF-901E-29F9D37D7C95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C19D0B27-8981-984E-8566-AEDC387DEF4F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04EFB7C0-F17B-1645-499C-C086EAFBC717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6726D8E0-70F0-0785-C096-AEA1447E1F82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4418338A-95D0-2585-5FBB-3B79F40C59D0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50AE84D6-6F73-F6FA-9F54-C9AA07664D7F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C8A93056-D334-DD2E-CA06-0627B0968F76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FE6809B6-B2AC-2A60-154F-E5ADE7303536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D39C0BD9-EEF4-7C8C-B6C5-551E8E78188D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E0BE368-55E1-FACE-F049-5DF9B6E31554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D8812394-4B58-D5EC-34F6-0088F7F82E9B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38A5D63-594B-C515-A2D7-96670B5F3C03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17B8A54-33F3-7D26-C765-6079AA9A86D2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93F4102E-4D19-34E7-0A5A-6C01033F8297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BAD550CA-788F-179A-63A4-208CD04B17FA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AFC8C33E-75F6-76F4-BBC4-BCDCFBDA7F7D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43DBA519-23EB-4150-2F2A-FE0F3F33B796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71275980-D4A2-FBB9-1646-1C455CF2E23B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CDA64B31-38C6-21B9-9EF1-5F481A67E75E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C9EB5D23-F266-C7B3-9067-48BE6CF230EC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C5705807-10A3-871B-8396-35ECEFF4425A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C1DF029E-4379-BA1B-9311-A282FE0E5708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03B1B11-365B-34B1-D3EB-385B1204288C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C655EDEB-B0C7-8EA2-5B60-E3695EE9448A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AEB4C718-92FE-BD5E-A49D-0CB59743BAEA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35CDA273-A793-F51B-CBDA-0B563C88398F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3228CAF0-BADF-5EC8-648A-5301492BF20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F254AB62-5B8F-D1C6-9027-A89FD5D623B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6C09A67C-F0E1-F497-1ABF-E452DBF7C26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AA0AECB7-C907-26FF-DCCE-870360E0918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9C46230C-18B5-D669-4DCA-FD66B51FCB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A34839FD-95FE-16FF-7A02-BE3E6223ED2C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3295340B-609F-E54D-267F-2D8E6FC96F5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7EC255B6-1A65-6333-08F7-6E5111AFBBA7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AF14D494-693C-F537-9273-D1AA8E14012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D3C8DC58-D60B-2777-449A-1B82D8BCC4C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5114DBBD-CD8A-281E-CCDD-85D5A9E16810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FE471C64-71CE-077F-48EE-449BF780E9DA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6E537F7F-C711-A60A-56D0-64C3CC4C5C7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B03732C7-A2E9-DE78-97D8-08E39EFCCD0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92B23000-1D4E-9FEF-535B-3A634868CE9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C1E1A0D6-B726-4EC2-3049-FF45236A848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5ED9A3F8-602A-3D71-132F-21AE1DCD5A3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2BEE7765-E92B-8492-BFE1-73CEBC7F3B57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5D24B854-38AD-0E15-BBAD-C7F575E97023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56A09FBC-6DF9-CB29-E9F0-86739D8488B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A11C792C-351A-7420-40B2-780E295136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C0D9716-5B63-E93F-2873-CC7293B8EE2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514A7E4D-C21E-80C1-20BD-DF0B52CAAD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C2FB5E3-F362-2908-440B-C0AAD425EC2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F4C4A30E-268C-95DA-90E4-3A5D4F063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67700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E060D-3BDF-958C-937D-3879B8229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B40C913C-B727-AC06-C792-1CD4BB3C4385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0AEDEEE-7839-89AB-9E03-3F2D8BFA1B1B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4D1ADD5E-23B1-84FC-DA53-D4EC193782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47E2DD-44B7-C1C6-65B6-2E6E2792270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A1D29453-1812-613C-4C38-FF1A8329DBEE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7B3A7C4D-DF14-8DDD-1C32-B8D0FAF8B90C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0324D1F5-2511-EABF-B65D-DB34F5006C7E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210F1E1C-3996-503E-F116-2DDA987E68B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4AE0A652-820A-CF2E-300F-B8C342D75ED4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6EA5A202-F83B-FDE7-053C-A006E8F8C1FF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237694C4-FA13-3F08-2598-FC328D512BBB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1053A458-4F30-611D-6240-AACAD1459EBE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F55B9E5-8AF8-8DCE-8DB8-5F684150934D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0436E374-96DE-D71E-651B-ACCB46DDDA9D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EFBDB2AE-2091-FD73-4E2E-F13AAA8351C0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B8608ADC-A497-3C5B-B2DF-C6111E6CF66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BEDEE843-16B5-B097-675F-5D242A864BE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3437D453-8790-B8B8-F674-55EAEE653CA4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E2EB2043-EE67-FA36-CD10-03A7A36CB282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CE8667E4-6F15-CFA2-DB1F-4D6BA616AA1E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F8309532-B654-272E-F862-23B226CF62D2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18E75310-BFDB-FEE9-F37D-EC2718BFFC5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AFA07C95-FE80-DB4B-9185-B35D85E5F37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595517-8261-B322-6113-45996B7CFD45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246DBB2-22C7-9D4B-581F-F8ABADB08DBD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E69D0CC-82E9-70C4-C04D-22E4D851C7C5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7541E99-0E66-74A4-A96A-E93A072E481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C1C4DA42-C06E-BBC7-CBFD-EECA7A6630C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9CF62A0-CA1B-E564-8DEC-82C079B78ED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CC92EC8-BE96-E5BF-9E4D-11AA0C9CD1F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E047D027-EBB6-2C3D-B84E-3BED17A3ECA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64EE5D14-6BC3-0F22-DC86-C0D7E31224BA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A8F4D479-82A9-08A5-E751-1895168994F7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5D352D03-F803-A8B8-6EBE-6C058572AB1B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D1763DDD-E6CB-AA80-F123-D1BC2485CAEB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AF7FA65-AE3D-E295-CEC8-F79F38589CA5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4C8B2B09-6817-C7DA-01C5-3BEF6D76818C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E15BD3B-6B6F-EE28-9044-66C8D6CC990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A175FC2-6E63-2241-93E7-B58863223700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8EAE174C-390A-F9AD-6DAB-6ACB4807B85B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10879332-7B4A-3980-758A-38D22D206453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7BE924A4-4D35-9994-E572-C86DB1DE4103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7F20B014-BD34-00B0-C82E-37B8A112EB2B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62522614-EF23-CF36-CB96-9B4D42FD9A2A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A1C99F07-1BE7-5E16-0548-9694C0D1001D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75838092-269E-11A7-68A8-18ACFFE38C04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9B95C4D7-3241-4F62-EAB7-6CBBA5412566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1A9FE8B3-0920-1987-A5F5-FA374A88E621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F5E94977-0A53-4B15-49E1-41A346EA488F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7B588995-20B9-9806-F4EF-89F4AB53E85C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AD43A3AC-B02A-BF5E-AB94-95B1BCD956FA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9A6CE55-F106-FD72-9400-7D8FBBA61260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B63C27D-2E25-8BB7-9D8F-69A26C17240D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C3978AA-6B74-790E-B84A-1E0E2D3CAF1D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AA5D8B42-CA4C-E1CD-342D-219FEEDDC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2A966B2-F716-5CE9-975D-FAE9B5A810A1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B348636C-0F8B-66E0-8C11-093233B71A52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E774947D-260F-351F-30FA-9D3C08D67E53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1FB0B463-F9B4-8177-1302-510D4654081E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450C288A-F044-9AFB-7D94-7B3CCA4175F1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B8203E4-DDD2-4B87-A3FA-6C5BB390C723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04E870C-D439-F1EC-EEA6-DCD4AA743BA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B10B2DB-8A6B-DECD-4246-C6948172E2B0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54F97666-B19C-084A-CC9C-BEFE1E3A61A5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78D6D36D-B7ED-7D76-CA0B-B28CCD92E42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BA69DD43-EE6F-4630-A66D-57620E585B84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BC766314-B238-D82A-9C18-BA61DEA2B12B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DC2A0E27-AADC-EA64-1280-1E81C451604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592764AF-90B8-4732-BFF2-0420B7001851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2D60BDA2-B579-32CB-F50E-16A1DB591FDA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36B2630B-3F2F-79DF-D781-A0FFDDAC3389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FFDDD7AC-F04B-918B-86E6-CE794F71A190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5CD069BE-0AB5-E8D2-120C-7B10C0A417D5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CA35F025-06F0-C8FF-831B-95BE1300E223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367D7ACC-6364-5E83-9E1D-A642BD05191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D421E4F9-4F9F-67B9-1773-1CC975D2BAE3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620D0DFF-C3F3-4F39-D59B-3F1B6F0F5428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4058DD47-5262-415B-C24C-AF5999BF79C7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A417FADE-AC68-E0DB-98C7-A4524421FC0C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787CD84-9AF1-DC71-FD8D-BC0959D2D9E4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1DC9EF5D-A958-7DA6-4699-EF6E62A8AA6A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1E776ED-A0DB-2A5B-0B5A-93EEB3BC3B6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99E10C90-45F2-92E1-9438-E04642E08F28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EE1F78D6-A084-65F6-55CF-A546CD058EA9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7295FFD0-B7E5-132D-FE12-9BFD00E9AC9C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C7A64F6C-806D-2026-B077-47D0567D555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EB17C6E4-7032-ED51-B0C8-2442A62A1EBA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449B7A50-2BB9-9C51-A00E-CA238C739F21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23753E70-E41B-506D-223E-02096C5CB84B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9284E376-B7AD-9EA2-4840-73930297EB4D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3F5AED85-7AEE-CB03-0343-7D88A81446CD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D68A343F-234A-4E6D-98F8-A89E3C8FF165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2E2C2F1-A5E7-38A7-A8C1-01C662A38329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9408F207-3A93-B11D-7967-F9204A39B25A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2FBDE5AF-F7E8-886C-2282-0E15F0A61510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B0F0C261-D7AC-7DD6-269C-546973BD230F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494E0C18-2344-56B8-0809-371361876FDE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767EC16-0987-BC50-B884-59E277F131B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E9E4FD66-0C38-5852-3BE5-02E1DE7E6F16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F01CB59B-525B-5CA2-2F69-C7BD941A8A01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55EE77C-95FB-7214-00F6-D17B98DCC208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5F867A69-EF8F-964B-3938-411A838AC942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ACCFA05A-AFE8-A084-427C-52C39A2B986A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758BF315-8905-7816-1AB9-4FB0AE145ACF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A5DACB74-87FD-246F-9AB8-869BE45B05E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106E7930-F92A-60E6-BB9E-3A8F10A4AD21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B9528E69-193B-5901-790E-A5A818CCD25B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7A07529D-B127-D0AC-4539-134274920FF9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6DDCB933-7A52-96B6-BFDC-CFA3188BE422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2D7B1E4A-85FE-D0BA-04E6-CD943B9B45F3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5F41E69D-510F-0051-9713-09A0D62214D7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6BC0F2A2-9600-2CA8-736A-53D931F00FBB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27D04F96-5557-5BA1-EC79-976A99F08F0D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CEFD40F0-4BC0-6111-61F4-CFFB3678004C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7F67D10D-5BB5-606F-E26D-E8A8A5655A7F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B260F510-C91E-7529-DAF4-3A9981F9EC0C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E434308E-8178-013B-4CAB-A2E4FC035AB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8E5A8898-A7A7-E63F-DD0D-32E920EB5FF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67C63929-92C2-331D-6835-5B96708062B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F6CA9F40-D342-B78C-E4CD-3E707A4A1410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140E3BDB-3E77-F581-2F2C-38A2D4B81A52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7485AFF0-9067-B2AF-D97A-CA3C4344BBF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A930E493-601A-A1E7-957F-A660B532EA6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5349F2AD-C226-2195-A61F-66BEB66EC92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6C705AA0-837E-2EA6-4ED0-C8573DE6DD7E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5EB2AE5-A472-FB04-7012-79F8D33A6B3D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C77A2D93-AD7E-F054-A5D3-7D3B46F7EF2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15E1937F-5AA1-30ED-E133-935ECEF89CA7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F5531E8D-5DB4-B154-17B6-3A577BE7193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7233A159-13F0-87A9-F6D1-9B33A2A7BAC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8C800A75-7505-17E1-E5E9-E5E915B938A3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9858D022-1426-2CF7-F584-DE6FC77B5051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A308822B-C092-75AF-C064-F3B5C3BE68E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71BE5878-6EA2-72D6-A4B0-AF2269EE22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C2932B0-96BA-B3E7-CCDE-28BD8AEFD973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08997C05-99C6-EE5A-B254-ED0A2CC35B9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5D37584D-2C67-5115-AF92-415DACF49A2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705E0B39-BF0F-2D25-4B37-72F7BA967F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E6D04066-DFA1-111A-88EE-C19893C20A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BD0E73A3-08FB-7D6D-FB69-67DAB4B92B8B}"/>
              </a:ext>
            </a:extLst>
          </p:cNvPr>
          <p:cNvSpPr/>
          <p:nvPr/>
        </p:nvSpPr>
        <p:spPr>
          <a:xfrm>
            <a:off x="3315477" y="1751266"/>
            <a:ext cx="3229687" cy="3082051"/>
          </a:xfrm>
          <a:prstGeom prst="roundRect">
            <a:avLst>
              <a:gd name="adj" fmla="val 668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5404005E-3EDC-2DC1-6E5B-5D804064F1D6}"/>
              </a:ext>
            </a:extLst>
          </p:cNvPr>
          <p:cNvSpPr/>
          <p:nvPr/>
        </p:nvSpPr>
        <p:spPr>
          <a:xfrm>
            <a:off x="284138" y="2300030"/>
            <a:ext cx="2869595" cy="3087701"/>
          </a:xfrm>
          <a:prstGeom prst="roundRect">
            <a:avLst>
              <a:gd name="adj" fmla="val 668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0DCE2389-294B-D24D-EEFD-71D5EC98E079}"/>
              </a:ext>
            </a:extLst>
          </p:cNvPr>
          <p:cNvSpPr/>
          <p:nvPr/>
        </p:nvSpPr>
        <p:spPr>
          <a:xfrm>
            <a:off x="6747175" y="1913265"/>
            <a:ext cx="3918637" cy="3436460"/>
          </a:xfrm>
          <a:prstGeom prst="roundRect">
            <a:avLst>
              <a:gd name="adj" fmla="val 668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028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3728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7757-8758-C703-ED28-A6D12D59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551CD1ED-6295-7A63-A437-18BD203CA886}"/>
              </a:ext>
            </a:extLst>
          </p:cNvPr>
          <p:cNvGrpSpPr/>
          <p:nvPr/>
        </p:nvGrpSpPr>
        <p:grpSpPr>
          <a:xfrm>
            <a:off x="441569" y="2051446"/>
            <a:ext cx="5261294" cy="2755108"/>
            <a:chOff x="629374" y="2349981"/>
            <a:chExt cx="5261294" cy="2755108"/>
          </a:xfrm>
        </p:grpSpPr>
        <p:pic>
          <p:nvPicPr>
            <p:cNvPr id="7" name="그림 6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3ED96CB-E5D2-B292-F01E-4FEFBECC5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7021" y="2457175"/>
              <a:ext cx="3033410" cy="2647914"/>
            </a:xfrm>
            <a:prstGeom prst="rect">
              <a:avLst/>
            </a:prstGeom>
          </p:spPr>
        </p:pic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22CF8FC-EAB7-14DC-A135-9176CEC6E0BD}"/>
                </a:ext>
              </a:extLst>
            </p:cNvPr>
            <p:cNvSpPr/>
            <p:nvPr/>
          </p:nvSpPr>
          <p:spPr>
            <a:xfrm>
              <a:off x="646543" y="2349981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EF6F04D-9899-1398-7478-83BBE9DDAFEA}"/>
                </a:ext>
              </a:extLst>
            </p:cNvPr>
            <p:cNvSpPr/>
            <p:nvPr/>
          </p:nvSpPr>
          <p:spPr>
            <a:xfrm>
              <a:off x="4427689" y="2679831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E988333-4FEE-1CDE-8494-CF2FA6F20ADB}"/>
                </a:ext>
              </a:extLst>
            </p:cNvPr>
            <p:cNvSpPr/>
            <p:nvPr/>
          </p:nvSpPr>
          <p:spPr>
            <a:xfrm>
              <a:off x="3042933" y="342985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B9CDCAF-4974-2BFE-62B2-0A936BAE8357}"/>
                </a:ext>
              </a:extLst>
            </p:cNvPr>
            <p:cNvSpPr/>
            <p:nvPr/>
          </p:nvSpPr>
          <p:spPr>
            <a:xfrm>
              <a:off x="2879010" y="402800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8A02995-5132-160E-0833-EC6AB3E239CB}"/>
                </a:ext>
              </a:extLst>
            </p:cNvPr>
            <p:cNvSpPr/>
            <p:nvPr/>
          </p:nvSpPr>
          <p:spPr>
            <a:xfrm>
              <a:off x="629374" y="3045926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AF2286BF-BABF-925D-3E15-E9749BE52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1568" y="3243526"/>
              <a:ext cx="97611" cy="45620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264065F9-EA46-C85C-11D6-F85687F50FD1}"/>
                </a:ext>
              </a:extLst>
            </p:cNvPr>
            <p:cNvCxnSpPr>
              <a:cxnSpLocks/>
            </p:cNvCxnSpPr>
            <p:nvPr/>
          </p:nvCxnSpPr>
          <p:spPr>
            <a:xfrm>
              <a:off x="2028692" y="2806973"/>
              <a:ext cx="1052580" cy="65840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FFEF8D0-A150-F725-B333-2E4ECE45AEB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23" y="3502918"/>
              <a:ext cx="905826" cy="56061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7AEB44-1F76-ED9E-8672-CDA5A9F5BC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4986B12-1524-C74B-F590-F465652209F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1A8C56E-6B3D-A78C-C3D1-8BB18E4D8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30B5D5-36ED-3AF4-7225-89D5E52EFB26}"/>
              </a:ext>
            </a:extLst>
          </p:cNvPr>
          <p:cNvSpPr txBox="1"/>
          <p:nvPr/>
        </p:nvSpPr>
        <p:spPr>
          <a:xfrm>
            <a:off x="350982" y="716826"/>
            <a:ext cx="11212368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 기본 콘셉트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특성은 부품이 가진 </a:t>
            </a:r>
            <a:r>
              <a:rPr lang="ko-KR" altLang="en-US" dirty="0" err="1">
                <a:latin typeface="+mj-ea"/>
                <a:ea typeface="+mj-ea"/>
              </a:rPr>
              <a:t>조립부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에 의하여 결정됨</a:t>
            </a:r>
            <a:r>
              <a:rPr lang="en-US" altLang="ko-KR" dirty="0">
                <a:latin typeface="+mj-ea"/>
                <a:ea typeface="+mj-ea"/>
              </a:rPr>
              <a:t>.</a:t>
            </a: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D264A2E-E343-9EA2-E33E-8F16DD637C20}"/>
              </a:ext>
            </a:extLst>
          </p:cNvPr>
          <p:cNvGrpSpPr/>
          <p:nvPr/>
        </p:nvGrpSpPr>
        <p:grpSpPr>
          <a:xfrm>
            <a:off x="7134765" y="2477540"/>
            <a:ext cx="4751316" cy="816518"/>
            <a:chOff x="6736302" y="1760258"/>
            <a:chExt cx="5226969" cy="969351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1928591B-00A8-9C15-A1DC-670CCE4AAE56}"/>
                </a:ext>
              </a:extLst>
            </p:cNvPr>
            <p:cNvSpPr/>
            <p:nvPr/>
          </p:nvSpPr>
          <p:spPr>
            <a:xfrm>
              <a:off x="8860446" y="2062192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</a:t>
              </a:r>
              <a:r>
                <a:rPr lang="ko-KR" altLang="en-US" sz="1200" dirty="0" err="1">
                  <a:latin typeface="+mj-ea"/>
                  <a:ea typeface="+mj-ea"/>
                </a:rPr>
                <a:t>체커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12BEFF8-714C-B76F-8F9E-BBCD6DE4E7E6}"/>
                </a:ext>
              </a:extLst>
            </p:cNvPr>
            <p:cNvSpPr/>
            <p:nvPr/>
          </p:nvSpPr>
          <p:spPr>
            <a:xfrm>
              <a:off x="10573205" y="2100664"/>
              <a:ext cx="1390066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Type D : I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323702AF-5EF0-7211-839F-E44B34F77C19}"/>
                </a:ext>
              </a:extLst>
            </p:cNvPr>
            <p:cNvCxnSpPr>
              <a:cxnSpLocks/>
              <a:endCxn id="104" idx="2"/>
            </p:cNvCxnSpPr>
            <p:nvPr/>
          </p:nvCxnSpPr>
          <p:spPr>
            <a:xfrm flipV="1">
              <a:off x="8642340" y="2327213"/>
              <a:ext cx="218106" cy="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39738F50-5C36-61C6-8254-D633371DCD7E}"/>
                </a:ext>
              </a:extLst>
            </p:cNvPr>
            <p:cNvCxnSpPr>
              <a:cxnSpLocks/>
              <a:stCxn id="105" idx="2"/>
              <a:endCxn id="104" idx="6"/>
            </p:cNvCxnSpPr>
            <p:nvPr/>
          </p:nvCxnSpPr>
          <p:spPr>
            <a:xfrm flipH="1">
              <a:off x="10366230" y="2324121"/>
              <a:ext cx="206975" cy="3093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15A9066B-1F8E-A999-ED55-7114DD094549}"/>
                </a:ext>
              </a:extLst>
            </p:cNvPr>
            <p:cNvGrpSpPr/>
            <p:nvPr/>
          </p:nvGrpSpPr>
          <p:grpSpPr>
            <a:xfrm>
              <a:off x="6736302" y="1760258"/>
              <a:ext cx="1906038" cy="969351"/>
              <a:chOff x="6399204" y="1325911"/>
              <a:chExt cx="2157076" cy="1451500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E3D3F88-A1B6-B795-B33E-6DBE01F3A345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8F8EE6BF-08C5-3C9B-C5CE-5EB0EC15C33E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C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9C24E465-3FAA-B45B-E92E-C646401FEBE9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05C3FE88-3AA6-9917-EA81-53866FC65BAF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AD753F7-6124-DCC6-CF00-B358E3ED60E8}"/>
              </a:ext>
            </a:extLst>
          </p:cNvPr>
          <p:cNvGrpSpPr/>
          <p:nvPr/>
        </p:nvGrpSpPr>
        <p:grpSpPr>
          <a:xfrm>
            <a:off x="425247" y="4131711"/>
            <a:ext cx="5526178" cy="2131102"/>
            <a:chOff x="217046" y="4520735"/>
            <a:chExt cx="6079400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1BA97D1A-5D78-CFB5-602C-9FE752A00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98D2DF24-80CA-33DC-776F-5800A69F4C43}"/>
                </a:ext>
              </a:extLst>
            </p:cNvPr>
            <p:cNvGrpSpPr/>
            <p:nvPr/>
          </p:nvGrpSpPr>
          <p:grpSpPr>
            <a:xfrm>
              <a:off x="217046" y="4564005"/>
              <a:ext cx="6079400" cy="2039392"/>
              <a:chOff x="217046" y="4564005"/>
              <a:chExt cx="6079400" cy="2039392"/>
            </a:xfrm>
          </p:grpSpPr>
          <p:sp>
            <p:nvSpPr>
              <p:cNvPr id="89" name="타원 88">
                <a:extLst>
                  <a:ext uri="{FF2B5EF4-FFF2-40B4-BE49-F238E27FC236}">
                    <a16:creationId xmlns:a16="http://schemas.microsoft.com/office/drawing/2014/main" id="{77D61DC0-252A-299B-58C4-3063195C33AA}"/>
                  </a:ext>
                </a:extLst>
              </p:cNvPr>
              <p:cNvSpPr/>
              <p:nvPr/>
            </p:nvSpPr>
            <p:spPr>
              <a:xfrm>
                <a:off x="2591376" y="5771708"/>
                <a:ext cx="288000" cy="2879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5AA6481C-0878-AD04-3B2F-A021D4BA6C17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79FCD634-5A3A-208E-247A-EAB0BFD69135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5C87CC76-D2B7-BF3A-8EFC-60252F37B185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E2921218-116F-E1B7-EEDD-42723C0CB715}"/>
                  </a:ext>
                </a:extLst>
              </p:cNvPr>
              <p:cNvSpPr/>
              <p:nvPr/>
            </p:nvSpPr>
            <p:spPr>
              <a:xfrm>
                <a:off x="4790387" y="5111225"/>
                <a:ext cx="400737" cy="4227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DE1B3702-16D2-5363-8F77-D62B2271E23A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4F2615B-AA8D-2C1C-4950-8297BB579BEE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</a:t>
                </a:r>
                <a:endParaRPr lang="ko-KR" altLang="en-US" sz="1200" dirty="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A384308B-2F5F-B0CD-B854-48797F6E7758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 </a:t>
                </a:r>
                <a:r>
                  <a:rPr lang="ko-KR" altLang="en-US" sz="1200" dirty="0">
                    <a:latin typeface="+mj-ea"/>
                    <a:ea typeface="+mj-ea"/>
                  </a:rPr>
                  <a:t>규격 </a:t>
                </a: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7" name="타원 96">
                <a:extLst>
                  <a:ext uri="{FF2B5EF4-FFF2-40B4-BE49-F238E27FC236}">
                    <a16:creationId xmlns:a16="http://schemas.microsoft.com/office/drawing/2014/main" id="{770098C2-DACC-061B-C8E2-31CCF8BA066C}"/>
                  </a:ext>
                </a:extLst>
              </p:cNvPr>
              <p:cNvSpPr/>
              <p:nvPr/>
            </p:nvSpPr>
            <p:spPr>
              <a:xfrm>
                <a:off x="3266368" y="5926678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>
                    <a:latin typeface="+mj-ea"/>
                    <a:ea typeface="+mj-ea"/>
                  </a:rPr>
                  <a:t>도어 래치 커넥터</a:t>
                </a:r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56F31259-9FFD-1900-179E-C6CD9C307355}"/>
                  </a:ext>
                </a:extLst>
              </p:cNvPr>
              <p:cNvSpPr/>
              <p:nvPr/>
            </p:nvSpPr>
            <p:spPr>
              <a:xfrm>
                <a:off x="4964108" y="5782556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래치 케이블</a:t>
                </a:r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B5FDA5C2-ABDD-3AF7-D4E9-8D74A499819F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C850D6D4-8D48-F52D-8B4F-6590F5AB01DD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C9F1DE5B-70D6-57C3-FC18-55A847546758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화살표 연결선 101">
                <a:extLst>
                  <a:ext uri="{FF2B5EF4-FFF2-40B4-BE49-F238E27FC236}">
                    <a16:creationId xmlns:a16="http://schemas.microsoft.com/office/drawing/2014/main" id="{ECDADB0F-BFF0-3EB1-96D8-4DA80C75A68D}"/>
                  </a:ext>
                </a:extLst>
              </p:cNvPr>
              <p:cNvCxnSpPr>
                <a:cxnSpLocks/>
                <a:stCxn id="97" idx="1"/>
                <a:endCxn id="89" idx="6"/>
              </p:cNvCxnSpPr>
              <p:nvPr/>
            </p:nvCxnSpPr>
            <p:spPr>
              <a:xfrm flipH="1" flipV="1">
                <a:off x="2879375" y="5915707"/>
                <a:ext cx="582109" cy="10405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62BB9B3-81BD-172D-525A-A118BB73039A}"/>
                  </a:ext>
                </a:extLst>
              </p:cNvPr>
              <p:cNvCxnSpPr>
                <a:cxnSpLocks/>
                <a:stCxn id="87" idx="3"/>
                <a:endCxn id="93" idx="5"/>
              </p:cNvCxnSpPr>
              <p:nvPr/>
            </p:nvCxnSpPr>
            <p:spPr>
              <a:xfrm flipH="1" flipV="1">
                <a:off x="5132437" y="5472107"/>
                <a:ext cx="280113" cy="313625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5C43935-ACD6-F95D-4C07-0CFA88D448A8}"/>
              </a:ext>
            </a:extLst>
          </p:cNvPr>
          <p:cNvGrpSpPr/>
          <p:nvPr/>
        </p:nvGrpSpPr>
        <p:grpSpPr>
          <a:xfrm>
            <a:off x="7378811" y="3793417"/>
            <a:ext cx="4395608" cy="2386158"/>
            <a:chOff x="7075904" y="3613607"/>
            <a:chExt cx="4835651" cy="2832789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D576B4CF-B0E6-D0FD-4AA0-52E135AB0F88}"/>
                </a:ext>
              </a:extLst>
            </p:cNvPr>
            <p:cNvSpPr/>
            <p:nvPr/>
          </p:nvSpPr>
          <p:spPr>
            <a:xfrm>
              <a:off x="8860446" y="5411163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래치</a:t>
              </a: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E4CAB46F-FE08-87C3-1ED0-F28AD2779E68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8A4B99DA-6A1F-828F-5651-914AAA0595A6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106FFB7E-36C3-43A4-0368-D4F4D7F19157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FB2F4A43-018E-2BDB-22C9-C0AA3762697D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나사탭</a:t>
                  </a:r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B4F5E59-B07E-6337-7CB5-3542C8B8303C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4F6F8205-CF08-6AF7-9521-0856BD41E2AE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83" name="타원 82">
                <a:extLst>
                  <a:ext uri="{FF2B5EF4-FFF2-40B4-BE49-F238E27FC236}">
                    <a16:creationId xmlns:a16="http://schemas.microsoft.com/office/drawing/2014/main" id="{8D9A10E9-7506-7AD6-7013-BF8E314E9DBE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B : F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</p:grp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A44FD7F-2A15-6E6A-F08A-70F3E70D64D1}"/>
                </a:ext>
              </a:extLst>
            </p:cNvPr>
            <p:cNvSpPr/>
            <p:nvPr/>
          </p:nvSpPr>
          <p:spPr>
            <a:xfrm>
              <a:off x="10342428" y="4651123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A : F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59922138-F607-F817-C4BC-2E1229DF564C}"/>
                </a:ext>
              </a:extLst>
            </p:cNvPr>
            <p:cNvSpPr/>
            <p:nvPr/>
          </p:nvSpPr>
          <p:spPr>
            <a:xfrm>
              <a:off x="10435994" y="5990700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E : 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D6D6160A-5720-2711-59B1-E1A3453531A7}"/>
                </a:ext>
              </a:extLst>
            </p:cNvPr>
            <p:cNvSpPr/>
            <p:nvPr/>
          </p:nvSpPr>
          <p:spPr>
            <a:xfrm>
              <a:off x="7425192" y="5999483"/>
              <a:ext cx="1536214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F : M 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998696DC-D650-5725-CDAD-0F0416EBC1AC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8305473" y="5111406"/>
              <a:ext cx="775490" cy="37738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F1AA3F38-C726-C028-5594-03B604C84D06}"/>
                </a:ext>
              </a:extLst>
            </p:cNvPr>
            <p:cNvCxnSpPr>
              <a:cxnSpLocks/>
              <a:stCxn id="71" idx="7"/>
              <a:endCxn id="73" idx="3"/>
            </p:cNvCxnSpPr>
            <p:nvPr/>
          </p:nvCxnSpPr>
          <p:spPr>
            <a:xfrm flipV="1">
              <a:off x="10145714" y="5032587"/>
              <a:ext cx="412805" cy="45619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A0B4B257-03B3-514B-FE6E-A8F109A8D120}"/>
                </a:ext>
              </a:extLst>
            </p:cNvPr>
            <p:cNvCxnSpPr>
              <a:cxnSpLocks/>
              <a:stCxn id="74" idx="1"/>
              <a:endCxn id="71" idx="5"/>
            </p:cNvCxnSpPr>
            <p:nvPr/>
          </p:nvCxnSpPr>
          <p:spPr>
            <a:xfrm flipH="1" flipV="1">
              <a:off x="10145714" y="5863583"/>
              <a:ext cx="506370" cy="1925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E513D6C-AC8F-7ED0-01AE-99CFBFA4EBBE}"/>
                </a:ext>
              </a:extLst>
            </p:cNvPr>
            <p:cNvCxnSpPr>
              <a:cxnSpLocks/>
              <a:stCxn id="75" idx="7"/>
              <a:endCxn id="71" idx="3"/>
            </p:cNvCxnSpPr>
            <p:nvPr/>
          </p:nvCxnSpPr>
          <p:spPr>
            <a:xfrm flipV="1">
              <a:off x="8736432" y="5863583"/>
              <a:ext cx="344530" cy="20135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9992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2336-E44B-6F68-BF8D-E0B7914F3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F25FB73-587C-B6F0-A68E-05E9136B5DF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1CACEBC1-2C6F-7156-93E0-FA438AAA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15BCC45-E686-658E-4DCA-3F1CA8577F9C}"/>
              </a:ext>
            </a:extLst>
          </p:cNvPr>
          <p:cNvGrpSpPr/>
          <p:nvPr/>
        </p:nvGrpSpPr>
        <p:grpSpPr>
          <a:xfrm>
            <a:off x="500949" y="2263140"/>
            <a:ext cx="5150331" cy="2774001"/>
            <a:chOff x="6571322" y="871168"/>
            <a:chExt cx="5150331" cy="2774001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823BF485-8EAC-F3A0-76E6-610A1100BD08}"/>
                </a:ext>
              </a:extLst>
            </p:cNvPr>
            <p:cNvGrpSpPr/>
            <p:nvPr/>
          </p:nvGrpSpPr>
          <p:grpSpPr>
            <a:xfrm>
              <a:off x="6571322" y="871168"/>
              <a:ext cx="5150331" cy="2362790"/>
              <a:chOff x="6505905" y="416518"/>
              <a:chExt cx="5150331" cy="2362790"/>
            </a:xfrm>
          </p:grpSpPr>
          <p:cxnSp>
            <p:nvCxnSpPr>
              <p:cNvPr id="38" name="직선 연결선 37">
                <a:extLst>
                  <a:ext uri="{FF2B5EF4-FFF2-40B4-BE49-F238E27FC236}">
                    <a16:creationId xmlns:a16="http://schemas.microsoft.com/office/drawing/2014/main" id="{7DB13C3E-29DC-8CE7-2F04-AE971C89A0D3}"/>
                  </a:ext>
                </a:extLst>
              </p:cNvPr>
              <p:cNvCxnSpPr>
                <a:cxnSpLocks/>
                <a:stCxn id="49" idx="4"/>
                <a:endCxn id="51" idx="0"/>
              </p:cNvCxnSpPr>
              <p:nvPr/>
            </p:nvCxnSpPr>
            <p:spPr>
              <a:xfrm>
                <a:off x="10290619" y="847437"/>
                <a:ext cx="0" cy="949075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031CFEB6-871D-14F2-1E31-CD86887DAE2C}"/>
                  </a:ext>
                </a:extLst>
              </p:cNvPr>
              <p:cNvSpPr/>
              <p:nvPr/>
            </p:nvSpPr>
            <p:spPr>
              <a:xfrm>
                <a:off x="8822374" y="1099998"/>
                <a:ext cx="686134" cy="53195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도어</a:t>
                </a:r>
                <a:endParaRPr lang="en-US" altLang="ko-KR" sz="900"/>
              </a:p>
              <a:p>
                <a:pPr algn="ctr"/>
                <a:r>
                  <a:rPr lang="ko-KR" altLang="en-US" sz="900" err="1"/>
                  <a:t>체커</a:t>
                </a:r>
                <a:endParaRPr lang="ko-KR" altLang="en-US" sz="900"/>
              </a:p>
            </p:txBody>
          </p:sp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7C7A34C4-DD80-7B15-2A61-EC4E7456FA9D}"/>
                  </a:ext>
                </a:extLst>
              </p:cNvPr>
              <p:cNvCxnSpPr>
                <a:cxnSpLocks/>
                <a:stCxn id="48" idx="2"/>
                <a:endCxn id="39" idx="6"/>
              </p:cNvCxnSpPr>
              <p:nvPr/>
            </p:nvCxnSpPr>
            <p:spPr>
              <a:xfrm flipH="1">
                <a:off x="9508509" y="1365975"/>
                <a:ext cx="231889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타원 40">
                <a:extLst>
                  <a:ext uri="{FF2B5EF4-FFF2-40B4-BE49-F238E27FC236}">
                    <a16:creationId xmlns:a16="http://schemas.microsoft.com/office/drawing/2014/main" id="{6BA59EAA-76EE-F29E-F8B8-43C3327D48C8}"/>
                  </a:ext>
                </a:extLst>
              </p:cNvPr>
              <p:cNvSpPr/>
              <p:nvPr/>
            </p:nvSpPr>
            <p:spPr>
              <a:xfrm>
                <a:off x="6505905" y="416518"/>
                <a:ext cx="758050" cy="52520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6EE6DC88-2A9B-3392-4A59-D3BF7B9F5931}"/>
                  </a:ext>
                </a:extLst>
              </p:cNvPr>
              <p:cNvCxnSpPr>
                <a:cxnSpLocks/>
                <a:stCxn id="45" idx="1"/>
                <a:endCxn id="41" idx="6"/>
              </p:cNvCxnSpPr>
              <p:nvPr/>
            </p:nvCxnSpPr>
            <p:spPr>
              <a:xfrm flipH="1" flipV="1">
                <a:off x="7263955" y="679122"/>
                <a:ext cx="165443" cy="18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1D96EE4C-1C9C-72E1-449E-07E432072F75}"/>
                  </a:ext>
                </a:extLst>
              </p:cNvPr>
              <p:cNvSpPr/>
              <p:nvPr/>
            </p:nvSpPr>
            <p:spPr>
              <a:xfrm>
                <a:off x="10970102" y="442409"/>
                <a:ext cx="686134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바디</a:t>
                </a:r>
              </a:p>
            </p:txBody>
          </p: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C741DB83-AE3D-9524-F0E7-21913AE9AD9C}"/>
                  </a:ext>
                </a:extLst>
              </p:cNvPr>
              <p:cNvCxnSpPr>
                <a:cxnSpLocks/>
                <a:stCxn id="49" idx="6"/>
                <a:endCxn id="43" idx="2"/>
              </p:cNvCxnSpPr>
              <p:nvPr/>
            </p:nvCxnSpPr>
            <p:spPr>
              <a:xfrm>
                <a:off x="10894441" y="674698"/>
                <a:ext cx="75660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7F0CF65E-8BF0-41BC-7F4F-9386685DB3CB}"/>
                  </a:ext>
                </a:extLst>
              </p:cNvPr>
              <p:cNvSpPr/>
              <p:nvPr/>
            </p:nvSpPr>
            <p:spPr>
              <a:xfrm>
                <a:off x="7429398" y="558751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F </a:t>
                </a:r>
                <a:endParaRPr lang="ko-KR" altLang="en-US" sz="90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7D0D504B-657F-9D06-B12E-B05FB7B24AC1}"/>
                  </a:ext>
                </a:extLst>
              </p:cNvPr>
              <p:cNvSpPr/>
              <p:nvPr/>
            </p:nvSpPr>
            <p:spPr>
              <a:xfrm>
                <a:off x="7429398" y="1245415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 </a:t>
                </a:r>
                <a:endParaRPr lang="ko-KR" altLang="en-US" sz="900"/>
              </a:p>
            </p:txBody>
          </p: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38E948E0-1AF1-C8AA-3D37-EA8D1C768798}"/>
                  </a:ext>
                </a:extLst>
              </p:cNvPr>
              <p:cNvCxnSpPr>
                <a:cxnSpLocks/>
                <a:stCxn id="46" idx="3"/>
                <a:endCxn id="39" idx="2"/>
              </p:cNvCxnSpPr>
              <p:nvPr/>
            </p:nvCxnSpPr>
            <p:spPr>
              <a:xfrm>
                <a:off x="8499070" y="1365975"/>
                <a:ext cx="323304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D686722E-DF82-BBBF-800A-8685D89DEE95}"/>
                  </a:ext>
                </a:extLst>
              </p:cNvPr>
              <p:cNvSpPr/>
              <p:nvPr/>
            </p:nvSpPr>
            <p:spPr>
              <a:xfrm>
                <a:off x="9740398" y="1193236"/>
                <a:ext cx="1100442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I</a:t>
                </a:r>
                <a:endParaRPr lang="ko-KR" altLang="en-US" sz="900" dirty="0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E6DB0B78-D2E3-C110-6DEA-6998071683E0}"/>
                  </a:ext>
                </a:extLst>
              </p:cNvPr>
              <p:cNvSpPr/>
              <p:nvPr/>
            </p:nvSpPr>
            <p:spPr>
              <a:xfrm>
                <a:off x="9686797" y="501959"/>
                <a:ext cx="120764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F</a:t>
                </a:r>
                <a:endParaRPr lang="ko-KR" altLang="en-US" sz="900" dirty="0"/>
              </a:p>
            </p:txBody>
          </p:sp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4B5F82E-C6A7-D8DA-A7A7-61CA45EDE5BF}"/>
                  </a:ext>
                </a:extLst>
              </p:cNvPr>
              <p:cNvSpPr/>
              <p:nvPr/>
            </p:nvSpPr>
            <p:spPr>
              <a:xfrm>
                <a:off x="9891000" y="2314729"/>
                <a:ext cx="799236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볼트</a:t>
                </a:r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9191C337-C7E3-DDF0-4050-AD605F8C4725}"/>
                  </a:ext>
                </a:extLst>
              </p:cNvPr>
              <p:cNvSpPr/>
              <p:nvPr/>
            </p:nvSpPr>
            <p:spPr>
              <a:xfrm>
                <a:off x="9686796" y="1796512"/>
                <a:ext cx="1207646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M</a:t>
                </a:r>
                <a:endParaRPr lang="ko-KR" altLang="en-US" sz="900" dirty="0"/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646D734F-B347-1C32-AA05-0F6E12AACA17}"/>
                  </a:ext>
                </a:extLst>
              </p:cNvPr>
              <p:cNvCxnSpPr>
                <a:cxnSpLocks/>
                <a:stCxn id="51" idx="4"/>
                <a:endCxn id="50" idx="0"/>
              </p:cNvCxnSpPr>
              <p:nvPr/>
            </p:nvCxnSpPr>
            <p:spPr>
              <a:xfrm>
                <a:off x="10290619" y="2141990"/>
                <a:ext cx="0" cy="17273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6E95CEEC-603B-F888-9426-F26991ED5D9B}"/>
                  </a:ext>
                </a:extLst>
              </p:cNvPr>
              <p:cNvCxnSpPr>
                <a:cxnSpLocks/>
                <a:stCxn id="45" idx="2"/>
                <a:endCxn id="46" idx="0"/>
              </p:cNvCxnSpPr>
              <p:nvPr/>
            </p:nvCxnSpPr>
            <p:spPr>
              <a:xfrm>
                <a:off x="7964234" y="799871"/>
                <a:ext cx="0" cy="445544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E1DDA6-9188-B5EF-CFE7-8DBA9DFAEEF8}"/>
                </a:ext>
              </a:extLst>
            </p:cNvPr>
            <p:cNvSpPr txBox="1"/>
            <p:nvPr/>
          </p:nvSpPr>
          <p:spPr>
            <a:xfrm>
              <a:off x="7462910" y="3337392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</a:t>
              </a:r>
              <a:r>
                <a:rPr lang="ko-KR" altLang="en-US" sz="1400" dirty="0" err="1"/>
                <a:t>체커</a:t>
              </a:r>
              <a:r>
                <a:rPr lang="ko-KR" altLang="en-US" sz="1400" dirty="0"/>
                <a:t> 조립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DE60169-29D2-C9F8-A91A-5E4ABA9CF1DB}"/>
              </a:ext>
            </a:extLst>
          </p:cNvPr>
          <p:cNvGrpSpPr/>
          <p:nvPr/>
        </p:nvGrpSpPr>
        <p:grpSpPr>
          <a:xfrm>
            <a:off x="6266402" y="2105934"/>
            <a:ext cx="5400000" cy="2931207"/>
            <a:chOff x="6266402" y="2105934"/>
            <a:chExt cx="5400000" cy="2931207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3E16DAFE-4768-257D-1996-4127695B5E67}"/>
                </a:ext>
              </a:extLst>
            </p:cNvPr>
            <p:cNvGrpSpPr/>
            <p:nvPr/>
          </p:nvGrpSpPr>
          <p:grpSpPr>
            <a:xfrm>
              <a:off x="6266402" y="2105934"/>
              <a:ext cx="5400000" cy="2519996"/>
              <a:chOff x="6403562" y="3591834"/>
              <a:chExt cx="5400000" cy="2519996"/>
            </a:xfrm>
          </p:grpSpPr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BC0526C5-5E47-A43C-DE20-FEC838E92CE9}"/>
                  </a:ext>
                </a:extLst>
              </p:cNvPr>
              <p:cNvCxnSpPr>
                <a:cxnSpLocks/>
                <a:stCxn id="66" idx="2"/>
                <a:endCxn id="75" idx="0"/>
              </p:cNvCxnSpPr>
              <p:nvPr/>
            </p:nvCxnSpPr>
            <p:spPr>
              <a:xfrm>
                <a:off x="8368783" y="4412299"/>
                <a:ext cx="0" cy="83834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직선 연결선 61">
                <a:extLst>
                  <a:ext uri="{FF2B5EF4-FFF2-40B4-BE49-F238E27FC236}">
                    <a16:creationId xmlns:a16="http://schemas.microsoft.com/office/drawing/2014/main" id="{FD6174B8-345E-577A-4E7F-74E04B9EE405}"/>
                  </a:ext>
                </a:extLst>
              </p:cNvPr>
              <p:cNvCxnSpPr>
                <a:cxnSpLocks/>
                <a:stCxn id="66" idx="3"/>
                <a:endCxn id="58" idx="2"/>
              </p:cNvCxnSpPr>
              <p:nvPr/>
            </p:nvCxnSpPr>
            <p:spPr>
              <a:xfrm flipV="1">
                <a:off x="8897514" y="4277985"/>
                <a:ext cx="695493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78" name="그룹 77">
                <a:extLst>
                  <a:ext uri="{FF2B5EF4-FFF2-40B4-BE49-F238E27FC236}">
                    <a16:creationId xmlns:a16="http://schemas.microsoft.com/office/drawing/2014/main" id="{087A532C-86E1-11EE-AC8C-E5751012EC71}"/>
                  </a:ext>
                </a:extLst>
              </p:cNvPr>
              <p:cNvGrpSpPr/>
              <p:nvPr/>
            </p:nvGrpSpPr>
            <p:grpSpPr>
              <a:xfrm>
                <a:off x="9376453" y="3591834"/>
                <a:ext cx="2427109" cy="1401493"/>
                <a:chOff x="9376453" y="3591834"/>
                <a:chExt cx="2427109" cy="1401493"/>
              </a:xfrm>
            </p:grpSpPr>
            <p:sp>
              <p:nvSpPr>
                <p:cNvPr id="58" name="타원 57">
                  <a:extLst>
                    <a:ext uri="{FF2B5EF4-FFF2-40B4-BE49-F238E27FC236}">
                      <a16:creationId xmlns:a16="http://schemas.microsoft.com/office/drawing/2014/main" id="{988CEF88-B7F3-9447-E397-3134F3C3F840}"/>
                    </a:ext>
                  </a:extLst>
                </p:cNvPr>
                <p:cNvSpPr/>
                <p:nvPr/>
              </p:nvSpPr>
              <p:spPr>
                <a:xfrm>
                  <a:off x="9593007" y="4003504"/>
                  <a:ext cx="624358" cy="548962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래치</a:t>
                  </a:r>
                </a:p>
              </p:txBody>
            </p:sp>
            <p:sp>
              <p:nvSpPr>
                <p:cNvPr id="59" name="타원 58">
                  <a:extLst>
                    <a:ext uri="{FF2B5EF4-FFF2-40B4-BE49-F238E27FC236}">
                      <a16:creationId xmlns:a16="http://schemas.microsoft.com/office/drawing/2014/main" id="{30CAF25C-7947-8AD5-0A18-779F348FF8C3}"/>
                    </a:ext>
                  </a:extLst>
                </p:cNvPr>
                <p:cNvSpPr/>
                <p:nvPr/>
              </p:nvSpPr>
              <p:spPr>
                <a:xfrm>
                  <a:off x="9404513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60" name="타원 59">
                  <a:extLst>
                    <a:ext uri="{FF2B5EF4-FFF2-40B4-BE49-F238E27FC236}">
                      <a16:creationId xmlns:a16="http://schemas.microsoft.com/office/drawing/2014/main" id="{07ED8CAC-F20B-51E0-B229-27C395C2567A}"/>
                    </a:ext>
                  </a:extLst>
                </p:cNvPr>
                <p:cNvSpPr/>
                <p:nvPr/>
              </p:nvSpPr>
              <p:spPr>
                <a:xfrm>
                  <a:off x="10746098" y="4161451"/>
                  <a:ext cx="1057464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E : M</a:t>
                  </a:r>
                  <a:endParaRPr lang="ko-KR" altLang="en-US" sz="900"/>
                </a:p>
              </p:txBody>
            </p:sp>
            <p:sp>
              <p:nvSpPr>
                <p:cNvPr id="61" name="타원 60">
                  <a:extLst>
                    <a:ext uri="{FF2B5EF4-FFF2-40B4-BE49-F238E27FC236}">
                      <a16:creationId xmlns:a16="http://schemas.microsoft.com/office/drawing/2014/main" id="{DA639322-CD1F-682C-3427-B09B75D8BFBD}"/>
                    </a:ext>
                  </a:extLst>
                </p:cNvPr>
                <p:cNvSpPr/>
                <p:nvPr/>
              </p:nvSpPr>
              <p:spPr>
                <a:xfrm>
                  <a:off x="9376453" y="4760260"/>
                  <a:ext cx="1057463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F : M </a:t>
                  </a:r>
                  <a:endParaRPr lang="ko-KR" altLang="en-US" sz="900"/>
                </a:p>
              </p:txBody>
            </p:sp>
            <p:cxnSp>
              <p:nvCxnSpPr>
                <p:cNvPr id="63" name="직선 연결선 62">
                  <a:extLst>
                    <a:ext uri="{FF2B5EF4-FFF2-40B4-BE49-F238E27FC236}">
                      <a16:creationId xmlns:a16="http://schemas.microsoft.com/office/drawing/2014/main" id="{88E4349E-A6B7-20F1-3FDD-F306D41659F1}"/>
                    </a:ext>
                  </a:extLst>
                </p:cNvPr>
                <p:cNvCxnSpPr>
                  <a:cxnSpLocks/>
                  <a:stCxn id="58" idx="0"/>
                  <a:endCxn id="59" idx="4"/>
                </p:cNvCxnSpPr>
                <p:nvPr/>
              </p:nvCxnSpPr>
              <p:spPr>
                <a:xfrm flipH="1" flipV="1">
                  <a:off x="9905184" y="3824901"/>
                  <a:ext cx="2" cy="17860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9095914C-490C-A1E6-026E-C7FA5304E251}"/>
                    </a:ext>
                  </a:extLst>
                </p:cNvPr>
                <p:cNvCxnSpPr>
                  <a:cxnSpLocks/>
                  <a:stCxn id="60" idx="2"/>
                  <a:endCxn id="58" idx="6"/>
                </p:cNvCxnSpPr>
                <p:nvPr/>
              </p:nvCxnSpPr>
              <p:spPr>
                <a:xfrm flipH="1">
                  <a:off x="10217365" y="4277985"/>
                  <a:ext cx="52873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0975073D-63D0-66B8-E4BA-593D35248A49}"/>
                    </a:ext>
                  </a:extLst>
                </p:cNvPr>
                <p:cNvCxnSpPr>
                  <a:cxnSpLocks/>
                  <a:stCxn id="61" idx="0"/>
                  <a:endCxn id="58" idx="4"/>
                </p:cNvCxnSpPr>
                <p:nvPr/>
              </p:nvCxnSpPr>
              <p:spPr>
                <a:xfrm flipV="1">
                  <a:off x="9905185" y="4552466"/>
                  <a:ext cx="1" cy="20779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9ED199E9-8A2A-3F50-1B92-1E3DC683045E}"/>
                  </a:ext>
                </a:extLst>
              </p:cNvPr>
              <p:cNvSpPr/>
              <p:nvPr/>
            </p:nvSpPr>
            <p:spPr>
              <a:xfrm>
                <a:off x="6553269" y="4112832"/>
                <a:ext cx="758050" cy="43674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grpSp>
            <p:nvGrpSpPr>
              <p:cNvPr id="80" name="그룹 79">
                <a:extLst>
                  <a:ext uri="{FF2B5EF4-FFF2-40B4-BE49-F238E27FC236}">
                    <a16:creationId xmlns:a16="http://schemas.microsoft.com/office/drawing/2014/main" id="{D1752F7D-A04B-1A38-4F7B-E423F5A1AE2C}"/>
                  </a:ext>
                </a:extLst>
              </p:cNvPr>
              <p:cNvGrpSpPr/>
              <p:nvPr/>
            </p:nvGrpSpPr>
            <p:grpSpPr>
              <a:xfrm>
                <a:off x="6403562" y="5125655"/>
                <a:ext cx="2515789" cy="986175"/>
                <a:chOff x="6403562" y="5125655"/>
                <a:chExt cx="2515789" cy="986175"/>
              </a:xfrm>
            </p:grpSpPr>
            <p:sp>
              <p:nvSpPr>
                <p:cNvPr id="71" name="사각형: 둥근 모서리 70">
                  <a:extLst>
                    <a:ext uri="{FF2B5EF4-FFF2-40B4-BE49-F238E27FC236}">
                      <a16:creationId xmlns:a16="http://schemas.microsoft.com/office/drawing/2014/main" id="{CB272862-69A1-668D-CA36-B2950B50D4A0}"/>
                    </a:ext>
                  </a:extLst>
                </p:cNvPr>
                <p:cNvSpPr/>
                <p:nvPr/>
              </p:nvSpPr>
              <p:spPr>
                <a:xfrm>
                  <a:off x="6403562" y="5125655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</a:t>
                  </a:r>
                  <a:endParaRPr lang="ko-KR" altLang="en-US" sz="900"/>
                </a:p>
              </p:txBody>
            </p:sp>
            <p:sp>
              <p:nvSpPr>
                <p:cNvPr id="74" name="타원 73">
                  <a:extLst>
                    <a:ext uri="{FF2B5EF4-FFF2-40B4-BE49-F238E27FC236}">
                      <a16:creationId xmlns:a16="http://schemas.microsoft.com/office/drawing/2014/main" id="{96977C79-2F49-D1F2-25A7-02372DEF03DC}"/>
                    </a:ext>
                  </a:extLst>
                </p:cNvPr>
                <p:cNvSpPr/>
                <p:nvPr/>
              </p:nvSpPr>
              <p:spPr>
                <a:xfrm>
                  <a:off x="7927278" y="5725503"/>
                  <a:ext cx="883007" cy="386327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75" name="타원 74">
                  <a:extLst>
                    <a:ext uri="{FF2B5EF4-FFF2-40B4-BE49-F238E27FC236}">
                      <a16:creationId xmlns:a16="http://schemas.microsoft.com/office/drawing/2014/main" id="{913B4E1B-F4BB-01AD-6C17-2E6446AD4BE2}"/>
                    </a:ext>
                  </a:extLst>
                </p:cNvPr>
                <p:cNvSpPr/>
                <p:nvPr/>
              </p:nvSpPr>
              <p:spPr>
                <a:xfrm>
                  <a:off x="7818215" y="5250639"/>
                  <a:ext cx="1101136" cy="28728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0CCA6011-61A3-C669-1779-9815406874C0}"/>
                    </a:ext>
                  </a:extLst>
                </p:cNvPr>
                <p:cNvCxnSpPr>
                  <a:cxnSpLocks/>
                  <a:stCxn id="75" idx="4"/>
                  <a:endCxn id="74" idx="0"/>
                </p:cNvCxnSpPr>
                <p:nvPr/>
              </p:nvCxnSpPr>
              <p:spPr>
                <a:xfrm flipH="1">
                  <a:off x="8368782" y="5537926"/>
                  <a:ext cx="1" cy="187577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24133022-35B4-8CE8-1AB2-454EC1C66B87}"/>
                  </a:ext>
                </a:extLst>
              </p:cNvPr>
              <p:cNvGrpSpPr/>
              <p:nvPr/>
            </p:nvGrpSpPr>
            <p:grpSpPr>
              <a:xfrm>
                <a:off x="6932294" y="3591834"/>
                <a:ext cx="2472219" cy="1533821"/>
                <a:chOff x="6932294" y="3591834"/>
                <a:chExt cx="2472219" cy="1533821"/>
              </a:xfrm>
            </p:grpSpPr>
            <p:sp>
              <p:nvSpPr>
                <p:cNvPr id="66" name="사각형: 둥근 모서리 65">
                  <a:extLst>
                    <a:ext uri="{FF2B5EF4-FFF2-40B4-BE49-F238E27FC236}">
                      <a16:creationId xmlns:a16="http://schemas.microsoft.com/office/drawing/2014/main" id="{E81A7E90-BEE1-92E1-2939-DB11739BE786}"/>
                    </a:ext>
                  </a:extLst>
                </p:cNvPr>
                <p:cNvSpPr/>
                <p:nvPr/>
              </p:nvSpPr>
              <p:spPr>
                <a:xfrm>
                  <a:off x="7840051" y="4143672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F</a:t>
                  </a:r>
                  <a:endParaRPr lang="ko-KR" altLang="en-US" sz="90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8E344C77-2751-9126-A8EC-D54D772D51F5}"/>
                    </a:ext>
                  </a:extLst>
                </p:cNvPr>
                <p:cNvCxnSpPr>
                  <a:cxnSpLocks/>
                  <a:stCxn id="70" idx="2"/>
                  <a:endCxn id="67" idx="7"/>
                </p:cNvCxnSpPr>
                <p:nvPr/>
              </p:nvCxnSpPr>
              <p:spPr>
                <a:xfrm flipH="1">
                  <a:off x="7200305" y="3708368"/>
                  <a:ext cx="667807" cy="46842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직선 연결선 68">
                  <a:extLst>
                    <a:ext uri="{FF2B5EF4-FFF2-40B4-BE49-F238E27FC236}">
                      <a16:creationId xmlns:a16="http://schemas.microsoft.com/office/drawing/2014/main" id="{EF5394F3-5E72-AAE3-04CC-798369562E1C}"/>
                    </a:ext>
                  </a:extLst>
                </p:cNvPr>
                <p:cNvCxnSpPr>
                  <a:cxnSpLocks/>
                  <a:stCxn id="71" idx="0"/>
                  <a:endCxn id="67" idx="4"/>
                </p:cNvCxnSpPr>
                <p:nvPr/>
              </p:nvCxnSpPr>
              <p:spPr>
                <a:xfrm flipV="1">
                  <a:off x="6932294" y="4549575"/>
                  <a:ext cx="0" cy="5760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0" name="타원 69">
                  <a:extLst>
                    <a:ext uri="{FF2B5EF4-FFF2-40B4-BE49-F238E27FC236}">
                      <a16:creationId xmlns:a16="http://schemas.microsoft.com/office/drawing/2014/main" id="{3A3CBFF0-AFB2-0BEB-8185-CDA0B312A439}"/>
                    </a:ext>
                  </a:extLst>
                </p:cNvPr>
                <p:cNvSpPr/>
                <p:nvPr/>
              </p:nvSpPr>
              <p:spPr>
                <a:xfrm>
                  <a:off x="7868112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72" name="사각형: 둥근 모서리 71">
                  <a:extLst>
                    <a:ext uri="{FF2B5EF4-FFF2-40B4-BE49-F238E27FC236}">
                      <a16:creationId xmlns:a16="http://schemas.microsoft.com/office/drawing/2014/main" id="{9968A815-C33E-0BF4-99AD-59A8C1F6FDA6}"/>
                    </a:ext>
                  </a:extLst>
                </p:cNvPr>
                <p:cNvSpPr/>
                <p:nvPr/>
              </p:nvSpPr>
              <p:spPr>
                <a:xfrm>
                  <a:off x="7840051" y="4742481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I</a:t>
                  </a:r>
                  <a:endParaRPr lang="ko-KR" altLang="en-US" sz="900"/>
                </a:p>
              </p:txBody>
            </p: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00CF94D6-4E83-547C-9D91-8C1F833FC50E}"/>
                    </a:ext>
                  </a:extLst>
                </p:cNvPr>
                <p:cNvCxnSpPr>
                  <a:cxnSpLocks/>
                  <a:stCxn id="72" idx="1"/>
                  <a:endCxn id="67" idx="5"/>
                </p:cNvCxnSpPr>
                <p:nvPr/>
              </p:nvCxnSpPr>
              <p:spPr>
                <a:xfrm flipH="1" flipV="1">
                  <a:off x="7200305" y="4485615"/>
                  <a:ext cx="639746" cy="3911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F2C2B991-DB39-341A-9DCE-71C4E9410041}"/>
                    </a:ext>
                  </a:extLst>
                </p:cNvPr>
                <p:cNvCxnSpPr>
                  <a:cxnSpLocks/>
                  <a:stCxn id="59" idx="2"/>
                  <a:endCxn id="70" idx="6"/>
                </p:cNvCxnSpPr>
                <p:nvPr/>
              </p:nvCxnSpPr>
              <p:spPr>
                <a:xfrm flipH="1">
                  <a:off x="8869453" y="3708368"/>
                  <a:ext cx="535060" cy="0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51F71EE-2362-0526-FD14-4CBAA74AA258}"/>
                </a:ext>
              </a:extLst>
            </p:cNvPr>
            <p:cNvSpPr txBox="1"/>
            <p:nvPr/>
          </p:nvSpPr>
          <p:spPr>
            <a:xfrm>
              <a:off x="7143881" y="4729364"/>
              <a:ext cx="36450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래치 조립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0B0294BE-30D3-10DE-8EA9-160F521CBE5E}"/>
              </a:ext>
            </a:extLst>
          </p:cNvPr>
          <p:cNvSpPr txBox="1"/>
          <p:nvPr/>
        </p:nvSpPr>
        <p:spPr>
          <a:xfrm>
            <a:off x="350982" y="716826"/>
            <a:ext cx="11395542" cy="483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맑은 고딕"/>
                <a:ea typeface="맑은 고딕"/>
              </a:rPr>
              <a:t>부품 조립 예시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ADEBA9-308E-56A0-F919-61EED4EAC2E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을 위한 정의</a:t>
            </a:r>
          </a:p>
        </p:txBody>
      </p:sp>
    </p:spTree>
    <p:extLst>
      <p:ext uri="{BB962C8B-B14F-4D97-AF65-F5344CB8AC3E}">
        <p14:creationId xmlns:p14="http://schemas.microsoft.com/office/powerpoint/2010/main" val="2228178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C8D1-8B62-D9CD-D35B-5CF15CCDE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1F2C2C-312D-85A4-1CA6-B927DAB2B0F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A89349D-7095-ECED-8205-AC4B2192B41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418DE212-B951-7887-75D3-DE655AB0C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ACF34C-8859-1C02-F2C1-C1ED351333D1}"/>
              </a:ext>
            </a:extLst>
          </p:cNvPr>
          <p:cNvSpPr txBox="1"/>
          <p:nvPr/>
        </p:nvSpPr>
        <p:spPr>
          <a:xfrm>
            <a:off x="350982" y="716826"/>
            <a:ext cx="11104418" cy="1658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조립 관련 정보를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ko-KR" altLang="en-US" dirty="0">
                <a:latin typeface="+mj-ea"/>
                <a:ea typeface="+mj-ea"/>
              </a:rPr>
              <a:t> 객체와 </a:t>
            </a:r>
            <a:r>
              <a:rPr lang="en-US" altLang="ko-KR" dirty="0">
                <a:latin typeface="+mj-ea"/>
                <a:ea typeface="+mj-ea"/>
              </a:rPr>
              <a:t>Item </a:t>
            </a:r>
            <a:r>
              <a:rPr lang="ko-KR" altLang="en-US" dirty="0">
                <a:latin typeface="+mj-ea"/>
                <a:ea typeface="+mj-ea"/>
              </a:rPr>
              <a:t>객체로 모델링하여 </a:t>
            </a:r>
            <a:endParaRPr lang="en-US" altLang="ko-KR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조립의 단위인 부품을 소프트웨어적으로 모방함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: </a:t>
            </a:r>
            <a:r>
              <a:rPr lang="ko-KR" altLang="en-US" sz="1400" dirty="0">
                <a:latin typeface="+mj-ea"/>
              </a:rPr>
              <a:t>조립 가능 여부를 판단하는 역할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/>
              <a:t>Item : </a:t>
            </a:r>
            <a:r>
              <a:rPr lang="ko-KR" altLang="en-US" sz="1400" dirty="0"/>
              <a:t>조립 단위인 부품을 설명하는 역할</a:t>
            </a:r>
            <a:endParaRPr lang="ko-KR" altLang="en-US" sz="1400" dirty="0">
              <a:latin typeface="+mj-ea"/>
              <a:ea typeface="+mj-ea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B639EB8-9BAF-4F0C-64FB-FCC44CD8AE09}"/>
              </a:ext>
            </a:extLst>
          </p:cNvPr>
          <p:cNvGrpSpPr/>
          <p:nvPr/>
        </p:nvGrpSpPr>
        <p:grpSpPr>
          <a:xfrm>
            <a:off x="314315" y="2713230"/>
            <a:ext cx="3433919" cy="3835063"/>
            <a:chOff x="494909" y="3429000"/>
            <a:chExt cx="3433919" cy="383506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C3DFD7-5270-48EA-EBCA-0A441984A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909" y="3429000"/>
              <a:ext cx="3433919" cy="27269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B3D987F-437B-C85B-61D5-2E898185D2BA}"/>
                </a:ext>
              </a:extLst>
            </p:cNvPr>
            <p:cNvSpPr txBox="1"/>
            <p:nvPr/>
          </p:nvSpPr>
          <p:spPr>
            <a:xfrm>
              <a:off x="622163" y="6248400"/>
              <a:ext cx="317941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 err="1"/>
                <a:t>Assembly</a:t>
              </a:r>
              <a:r>
                <a:rPr lang="en-US" altLang="ko-KR" b="1" dirty="0" err="1"/>
                <a:t>'Type</a:t>
              </a:r>
              <a:r>
                <a:rPr lang="en-US" altLang="ko-KR" b="1" dirty="0"/>
                <a:t>’</a:t>
              </a:r>
              <a:r>
                <a:rPr lang="en-US" altLang="ko-KR" dirty="0"/>
                <a:t>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조립의 종류</a:t>
              </a:r>
              <a:r>
                <a:rPr lang="en-US" altLang="ko-KR" sz="1400" dirty="0"/>
                <a:t>(Type)</a:t>
              </a:r>
              <a:r>
                <a:rPr lang="ko-KR" altLang="en-US" sz="1400" dirty="0"/>
                <a:t>을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표현하는 코드</a:t>
              </a:r>
            </a:p>
            <a:p>
              <a:r>
                <a:rPr lang="ko-KR" altLang="en-US" sz="1400" dirty="0"/>
                <a:t>같은 </a:t>
              </a:r>
              <a:r>
                <a:rPr lang="en-US" altLang="ko-KR" sz="1400" dirty="0"/>
                <a:t>Type</a:t>
              </a:r>
              <a:r>
                <a:rPr lang="ko-KR" altLang="en-US" sz="1400" dirty="0"/>
                <a:t>의 조립만 연결되도록 </a:t>
              </a:r>
              <a:endParaRPr lang="en-US" altLang="ko-KR" sz="1400" dirty="0"/>
            </a:p>
            <a:p>
              <a:r>
                <a:rPr lang="ko-KR" altLang="en-US" sz="1400" dirty="0"/>
                <a:t>조립부의 분류 정보를 저장하는 역할</a:t>
              </a:r>
              <a:endParaRPr lang="en-US" altLang="ko-KR" sz="14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9073BC5-946F-6C86-6E53-2BAA70626E57}"/>
              </a:ext>
            </a:extLst>
          </p:cNvPr>
          <p:cNvGrpSpPr/>
          <p:nvPr/>
        </p:nvGrpSpPr>
        <p:grpSpPr>
          <a:xfrm>
            <a:off x="7950200" y="2517698"/>
            <a:ext cx="3973500" cy="3780196"/>
            <a:chOff x="8061227" y="3483867"/>
            <a:chExt cx="3973500" cy="378019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4C751B1-950F-F419-4AE4-7D2B30DF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9431" y="3483867"/>
              <a:ext cx="3397093" cy="267206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4DCB9B-9754-F740-3E12-536113D75EC2}"/>
                </a:ext>
              </a:extLst>
            </p:cNvPr>
            <p:cNvSpPr txBox="1"/>
            <p:nvPr/>
          </p:nvSpPr>
          <p:spPr>
            <a:xfrm>
              <a:off x="8061227" y="6248400"/>
              <a:ext cx="39735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Item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부품의 조립의 기본 단위인 부품을 </a:t>
              </a:r>
              <a:endParaRPr lang="en-US" altLang="ko-KR" sz="1400" dirty="0"/>
            </a:p>
            <a:p>
              <a:r>
                <a:rPr lang="ko-KR" altLang="en-US" sz="1400" dirty="0"/>
                <a:t>컴퓨터가 이해할 수 있도록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관련 정보인 </a:t>
              </a:r>
              <a:endParaRPr lang="en-US" altLang="ko-KR" sz="1400" dirty="0"/>
            </a:p>
            <a:p>
              <a:r>
                <a:rPr lang="ko-KR" altLang="en-US" sz="1400" dirty="0" err="1"/>
                <a:t>부품명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</a:t>
              </a:r>
              <a:r>
                <a:rPr lang="en-US" altLang="ko-KR" sz="1400" dirty="0" err="1">
                  <a:latin typeface="+mj-ea"/>
                </a:rPr>
                <a:t>AssemblyType</a:t>
              </a:r>
              <a:r>
                <a:rPr lang="ko-KR" altLang="en-US" sz="1400" dirty="0">
                  <a:latin typeface="+mj-ea"/>
                </a:rPr>
                <a:t>을 내부에 저장하고 있음</a:t>
              </a:r>
              <a:r>
                <a:rPr lang="en-US" altLang="ko-KR" sz="1400" dirty="0">
                  <a:latin typeface="+mj-ea"/>
                </a:rPr>
                <a:t>.</a:t>
              </a:r>
              <a:endParaRPr lang="en-US" altLang="ko-KR" sz="1400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78B094E-C237-B275-E750-69C7CBAD01F4}"/>
              </a:ext>
            </a:extLst>
          </p:cNvPr>
          <p:cNvGrpSpPr/>
          <p:nvPr/>
        </p:nvGrpSpPr>
        <p:grpSpPr>
          <a:xfrm>
            <a:off x="4564885" y="3429000"/>
            <a:ext cx="2810608" cy="1216084"/>
            <a:chOff x="3989788" y="1203729"/>
            <a:chExt cx="3825953" cy="16554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BA3652E-7475-2907-79A4-0FD970D2230B}"/>
                </a:ext>
              </a:extLst>
            </p:cNvPr>
            <p:cNvSpPr/>
            <p:nvPr/>
          </p:nvSpPr>
          <p:spPr>
            <a:xfrm>
              <a:off x="6446982" y="2020247"/>
              <a:ext cx="1368759" cy="4464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700" dirty="0">
                  <a:latin typeface="+mj-ea"/>
                  <a:ea typeface="+mj-ea"/>
                </a:rPr>
                <a:t>도어 </a:t>
              </a:r>
              <a:r>
                <a:rPr lang="ko-KR" altLang="en-US" sz="700" dirty="0" err="1">
                  <a:latin typeface="+mj-ea"/>
                  <a:ea typeface="+mj-ea"/>
                </a:rPr>
                <a:t>체커</a:t>
              </a:r>
              <a:endParaRPr lang="ko-KR" altLang="en-US" sz="700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8FC700D-2CF3-95B7-3711-A4BC229AB7B4}"/>
                </a:ext>
              </a:extLst>
            </p:cNvPr>
            <p:cNvSpPr/>
            <p:nvPr/>
          </p:nvSpPr>
          <p:spPr>
            <a:xfrm>
              <a:off x="4166347" y="2482680"/>
              <a:ext cx="1263570" cy="37644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>
                  <a:latin typeface="+mj-ea"/>
                  <a:ea typeface="+mj-ea"/>
                </a:rPr>
                <a:t>Type D : I</a:t>
              </a:r>
              <a:endParaRPr lang="ko-KR" altLang="en-US" sz="700">
                <a:latin typeface="+mj-ea"/>
                <a:ea typeface="+mj-ea"/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11CDAC0F-513E-3CC1-D633-B6A010B8C430}"/>
                </a:ext>
              </a:extLst>
            </p:cNvPr>
            <p:cNvCxnSpPr>
              <a:cxnSpLocks/>
              <a:stCxn id="15" idx="3"/>
              <a:endCxn id="10" idx="1"/>
            </p:cNvCxnSpPr>
            <p:nvPr/>
          </p:nvCxnSpPr>
          <p:spPr>
            <a:xfrm>
              <a:off x="5722377" y="1681301"/>
              <a:ext cx="925055" cy="40433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1407BAB-4CFF-D106-E4A2-DA6FE1D4F978}"/>
                </a:ext>
              </a:extLst>
            </p:cNvPr>
            <p:cNvCxnSpPr>
              <a:cxnSpLocks/>
              <a:stCxn id="11" idx="6"/>
              <a:endCxn id="10" idx="3"/>
            </p:cNvCxnSpPr>
            <p:nvPr/>
          </p:nvCxnSpPr>
          <p:spPr>
            <a:xfrm flipV="1">
              <a:off x="5429916" y="2401336"/>
              <a:ext cx="1217516" cy="26956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4A9F3DD-523D-428E-3E7E-CDA7E8B5E26A}"/>
                </a:ext>
              </a:extLst>
            </p:cNvPr>
            <p:cNvGrpSpPr/>
            <p:nvPr/>
          </p:nvGrpSpPr>
          <p:grpSpPr>
            <a:xfrm>
              <a:off x="3989788" y="1203729"/>
              <a:ext cx="1732589" cy="816518"/>
              <a:chOff x="6399204" y="1325911"/>
              <a:chExt cx="2157076" cy="145150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32C0A3C-E007-393E-1D5F-7A31A1891757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700" dirty="0">
                  <a:latin typeface="+mj-ea"/>
                  <a:ea typeface="+mj-ea"/>
                </a:endParaRPr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520C5BCD-CF41-4E90-7CF1-56A6DE8DDEF2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Type C : 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AC37ECE3-CFAD-05AB-BF78-046C6E02D0F2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9363BC8C-A011-17BB-77D4-01C5AD8F241A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A333D390-0FC5-F3C8-7B1F-35DA85D5D3F2}"/>
              </a:ext>
            </a:extLst>
          </p:cNvPr>
          <p:cNvSpPr/>
          <p:nvPr/>
        </p:nvSpPr>
        <p:spPr>
          <a:xfrm>
            <a:off x="3875057" y="3808550"/>
            <a:ext cx="569490" cy="536295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왼쪽 31">
            <a:extLst>
              <a:ext uri="{FF2B5EF4-FFF2-40B4-BE49-F238E27FC236}">
                <a16:creationId xmlns:a16="http://schemas.microsoft.com/office/drawing/2014/main" id="{B9E07A46-867B-4332-1AB5-9F41210A2939}"/>
              </a:ext>
            </a:extLst>
          </p:cNvPr>
          <p:cNvSpPr/>
          <p:nvPr/>
        </p:nvSpPr>
        <p:spPr>
          <a:xfrm>
            <a:off x="7495424" y="3863849"/>
            <a:ext cx="589195" cy="5439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189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/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C483BCB1-F0CD-2C42-0D45-2B4F4AD59EBC}"/>
              </a:ext>
            </a:extLst>
          </p:cNvPr>
          <p:cNvSpPr/>
          <p:nvPr/>
        </p:nvSpPr>
        <p:spPr>
          <a:xfrm>
            <a:off x="821719" y="2707071"/>
            <a:ext cx="11028536" cy="313954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11FEA2-EB10-4419-24BB-706A5E10DAD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F0B715-6238-DD4B-A68E-CBD1552D09B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37EDEC1A-FC64-4476-4C97-0B0BC26EA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26BC00E-9D38-ED0D-E6F1-66D0A73AC6A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D8B57EDA-1D8C-12D9-762A-2E65C0D0CAD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DCB4B4A5-D939-3B26-31CC-E74AD18F653D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E87DC4A6-029D-82DF-28A5-6CB3316147D7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94F63E83-0B97-3484-9F12-F34C98658B2B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D53DBA8B-B971-23B2-7538-21FA52F7CD52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5C2F14AE-D9B1-9CA2-6B62-55365D381397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095C43B1-6483-95F6-ED50-F78B52C98FA6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84EA002A-FA38-9F97-4133-E50863FF56F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0C64B426-2DA2-D825-B4DB-C74ACE26B07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B8E8DF89-75EC-7DD2-4C34-8825BAA8F84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A7225E7-CFFD-B624-1987-CF45BCFCDEA7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4AD78721-4E81-22E1-F729-AA4FC2E0C282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CB333E45-0F1C-F279-63D8-0FCA3A78805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A5DD3766-3FA0-A35B-1184-EAC049813165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0E834A92-7AF3-480C-2F24-068F51FFDED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A9F8FFF7-D4DF-93B8-6677-804F16098CA7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D9B64556-461B-36C3-0ECB-A9E82B9CA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87D105AF-D1D8-FE55-37B2-4B7C189AD8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813D256B-582E-A9D0-8A4C-3730E314B2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E75A3DA1-1D6B-3A22-D9D9-CE1BADD514AF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232DC790-7C28-095D-841A-C5126D9B1319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2E000C4E-03EB-E5A4-B73E-E5E905E23565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AAEC59A5-E1B7-A180-FBFD-6E59615D97EF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CA0DF101-02AC-C4EE-F945-1F7F0B86C1B4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E6A6025E-CE5B-D812-58FB-52DB78848883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604D5A59-5EFB-75B2-38F8-6B33F377B404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A456CEA-8FE3-1A7C-18D4-EF74AAC677A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D326C9C-A1CD-A59E-29E3-3A9A3876ED63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2320882D-4342-EF0C-9C19-4246928B67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0F0785B-DA82-9730-5E13-0E94CC85DB45}"/>
              </a:ext>
            </a:extLst>
          </p:cNvPr>
          <p:cNvGrpSpPr/>
          <p:nvPr/>
        </p:nvGrpSpPr>
        <p:grpSpPr>
          <a:xfrm>
            <a:off x="3908439" y="1107438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D918CBE2-8CF7-C431-5F6F-756DA3F9B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C5F1B70-1D48-6D54-5FDA-2CA3FE158040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D955B742-3CFF-D7EC-DB02-8EED1DFE9D0E}"/>
              </a:ext>
            </a:extLst>
          </p:cNvPr>
          <p:cNvGrpSpPr/>
          <p:nvPr/>
        </p:nvGrpSpPr>
        <p:grpSpPr>
          <a:xfrm>
            <a:off x="4520617" y="2953088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E2CC0D0A-B785-B316-D371-91A1FB0E1A15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60840A14-B9A5-2A46-323D-BD96282C0F6F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9D3F3331-74A1-1210-9AFA-B6E57C316EA0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EEF0D99C-9C59-10BF-D6B6-17372C1A3E27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D291DABB-5A2E-8699-678B-38C1E881773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364EB44C-32A6-69A0-DB1D-4FC5728609D0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023CC56A-CC7F-4802-2F3C-69DAA6795E8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51DBE0-4810-EB2B-02AE-C1371E2A64F5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48E0728E-9A40-1E73-4915-90A9AA947770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B0798100-2351-7B9F-396A-8141E4BFF555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65748CDB-8288-B7D1-9432-FE67E7F0387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8CFD3B3C-4476-5412-F65D-58C26791710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04EEE15-1C02-B11C-99CD-9386DAFEC72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58DD0EA4-F911-AE05-B1C0-A77ED5BE3C46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F0FC362E-B3ED-2E90-CB96-8012B81DAAA8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5511DF3E-EB70-65A5-22AE-F17BE088CD60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C9B82E63-5FDF-2F3C-166A-BAEF543B72F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3C71CADA-D55F-8CE0-CA53-FB39C1ED5AD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38DA7D58-2D4C-A897-4EA5-B5C6823C3650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E29A297-D003-AB7D-7418-C254DCE9C025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A73C3566-5B47-7C99-5149-6AFEC718D008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B33CBB08-BA2A-58D6-AF3A-751367E3A5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7719641-1CEE-625D-183A-2BA8AF5DBE99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3C8494B3-3D40-709F-566D-51DD1209402F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78C2D5AD-4643-C54F-6072-0D9F4539F196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77D4517-FE05-6534-CD0E-CD0C269EDE5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E87252-DCB0-8AC8-CAC9-961FA0DEB96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210DFE7-72E5-CF43-B67E-01428063D290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2E3AC5AD-8050-9389-4E51-913DD6BF429C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1DA77E3F-ABFC-4E20-8593-FD0615DA403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21D0EC0C-4273-1642-4E6D-DCBF716037B0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07A17A7-E072-777A-FC12-E990D4FAE4F3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8087B47A-055B-D6C6-23B3-BAFB892AE920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2563FC7-DE1B-F38D-B1B0-7F5B0F5B62C9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B2D7B108-0A44-D4D2-2EE1-0602B40128B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7944A658-207D-0610-A6E7-2447E6DFE67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7F40524D-8E10-866B-9FEC-67B86CC8B5C1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951E5ED9-4589-AD14-E95E-92EF17CDBFF2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FA59218-130F-21C9-3BEB-131800C372CC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964F2FE5-A80B-C4D0-B4BC-35ED53EBE309}"/>
              </a:ext>
            </a:extLst>
          </p:cNvPr>
          <p:cNvGrpSpPr/>
          <p:nvPr/>
        </p:nvGrpSpPr>
        <p:grpSpPr>
          <a:xfrm>
            <a:off x="6679944" y="4078336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3B1B4CAD-0DE4-5EAB-0ED2-4478FBD308A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F0A2EA53-6011-B230-3B9C-B07CA340036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B9698ECA-4D31-EE28-48F5-F52BA7A5AB5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8E93EB21-D1BC-12F3-FB44-9505D0775A9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C698A8F2-AB39-B2ED-E04D-28BA5116E87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7F4B1B43-AC4E-EA19-A824-8AE9ED768E36}"/>
              </a:ext>
            </a:extLst>
          </p:cNvPr>
          <p:cNvGrpSpPr/>
          <p:nvPr/>
        </p:nvGrpSpPr>
        <p:grpSpPr>
          <a:xfrm>
            <a:off x="1132328" y="3310518"/>
            <a:ext cx="1812481" cy="1142487"/>
            <a:chOff x="8410242" y="1013492"/>
            <a:chExt cx="1812481" cy="1349188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C490FA0B-6639-919D-22C4-58DC8FD8353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165BD056-7AF4-A3B3-7170-E56978DCB26B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BA3D5C56-5915-FF89-DA57-911C3BA2B430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F8334B47-E2C4-720F-0092-8D22E0FAC46F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C43D96CB-624F-1554-268E-19BC33150EFA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02B5DDDE-B24B-6CF4-1041-4AD357D3A665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E0A384AF-8653-9D1A-21BD-D8BC41465799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1C0FD0AE-C905-4AF4-5131-635D7E77049E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986868FB-C71D-18F4-D799-E69AC9958BC0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5C9F2988-578E-BCEE-6767-27AB31BABA13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F75EA17-2DD1-7E95-9C58-4D81A7AA36A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21787D-0734-3DEE-6B0A-A51D2446ED0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D5F313F7-9D3F-A84F-9F7F-225B129CAE1C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0D579988-EC03-E812-384E-A308648BE1A8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3F4149C3-F17F-5B43-E89D-271D539CC762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397FEAA5-15CB-7A68-5A92-C0D685A0A221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5EF8E4CE-D9EE-C9BB-20CB-9753EA48F7D6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85290026-1E15-ABD9-87A6-3785BF903A07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5B5C433F-9C7D-EAB3-DDC4-1459798C4D3C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D95D120-6753-0E45-4298-28A50751EA6A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A755408E-1190-D423-D9B3-F24D81636A9F}"/>
              </a:ext>
            </a:extLst>
          </p:cNvPr>
          <p:cNvGraphicFramePr>
            <a:graphicFrameLocks noGrp="1"/>
          </p:cNvGraphicFramePr>
          <p:nvPr/>
        </p:nvGraphicFramePr>
        <p:xfrm>
          <a:off x="10112576" y="919665"/>
          <a:ext cx="1269793" cy="186320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63773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875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52306DE-6EE5-F45F-4695-500FB5494AC7}"/>
              </a:ext>
            </a:extLst>
          </p:cNvPr>
          <p:cNvGrpSpPr/>
          <p:nvPr/>
        </p:nvGrpSpPr>
        <p:grpSpPr>
          <a:xfrm>
            <a:off x="10606340" y="1236770"/>
            <a:ext cx="700666" cy="520671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661A9DF8-5444-4252-9F85-9ECABF55D83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055E0F8D-44CE-C049-0687-42ECD90D9B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F2407200-6750-D5D7-F59A-2881950CC6A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7A859B36-5CA9-9439-DC67-50E05C6A84E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D081F34A-86B7-DC1E-A1B2-48D29F8B6EC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B9A3C74-B051-BA4D-BD56-81860080BD4E}"/>
              </a:ext>
            </a:extLst>
          </p:cNvPr>
          <p:cNvGrpSpPr/>
          <p:nvPr/>
        </p:nvGrpSpPr>
        <p:grpSpPr>
          <a:xfrm>
            <a:off x="10606340" y="1898504"/>
            <a:ext cx="700666" cy="454513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54135CCA-1B43-032D-FD4B-8DDE3D8FC17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BBB75B43-1D8E-88AC-99F9-46DDF826E5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815FE469-3078-3EC8-F753-E9FCE91FF4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1CB36C8B-C74A-8DB9-5C25-63F20F61C5A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7F0FDEEC-D9DD-EC05-054E-CAF36E6E81DD}"/>
              </a:ext>
            </a:extLst>
          </p:cNvPr>
          <p:cNvSpPr/>
          <p:nvPr/>
        </p:nvSpPr>
        <p:spPr>
          <a:xfrm>
            <a:off x="3271005" y="3379609"/>
            <a:ext cx="1059974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10D1B9BC-6499-80D9-5E69-726C36F12F2E}"/>
              </a:ext>
            </a:extLst>
          </p:cNvPr>
          <p:cNvGrpSpPr/>
          <p:nvPr/>
        </p:nvGrpSpPr>
        <p:grpSpPr>
          <a:xfrm>
            <a:off x="7159948" y="141440"/>
            <a:ext cx="2112516" cy="2742477"/>
            <a:chOff x="7691832" y="2982395"/>
            <a:chExt cx="2112516" cy="2742477"/>
          </a:xfrm>
        </p:grpSpPr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24C61008-FD0C-D632-D12C-82FDBE2FA49B}"/>
                </a:ext>
              </a:extLst>
            </p:cNvPr>
            <p:cNvGrpSpPr/>
            <p:nvPr/>
          </p:nvGrpSpPr>
          <p:grpSpPr>
            <a:xfrm>
              <a:off x="7691832" y="2982395"/>
              <a:ext cx="2112516" cy="958137"/>
              <a:chOff x="7994089" y="945795"/>
              <a:chExt cx="2112516" cy="1131485"/>
            </a:xfrm>
          </p:grpSpPr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829268B0-FEDA-DC81-CD10-691E84CF272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131" name="타원 130">
                  <a:extLst>
                    <a:ext uri="{FF2B5EF4-FFF2-40B4-BE49-F238E27FC236}">
                      <a16:creationId xmlns:a16="http://schemas.microsoft.com/office/drawing/2014/main" id="{3D25ABBF-5493-9E8D-FC0B-C580F249C696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32" name="직선 연결선 131">
                  <a:extLst>
                    <a:ext uri="{FF2B5EF4-FFF2-40B4-BE49-F238E27FC236}">
                      <a16:creationId xmlns:a16="http://schemas.microsoft.com/office/drawing/2014/main" id="{2438370D-B74C-8C50-5290-6B6CE10E3300}"/>
                    </a:ext>
                  </a:extLst>
                </p:cNvPr>
                <p:cNvCxnSpPr>
                  <a:cxnSpLocks/>
                  <a:stCxn id="140" idx="2"/>
                  <a:endCxn id="131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3" name="타원 132">
                  <a:extLst>
                    <a:ext uri="{FF2B5EF4-FFF2-40B4-BE49-F238E27FC236}">
                      <a16:creationId xmlns:a16="http://schemas.microsoft.com/office/drawing/2014/main" id="{C932A6DD-F0BA-3E4E-3BF7-505E966CAC1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4" name="직선 연결선 133">
                  <a:extLst>
                    <a:ext uri="{FF2B5EF4-FFF2-40B4-BE49-F238E27FC236}">
                      <a16:creationId xmlns:a16="http://schemas.microsoft.com/office/drawing/2014/main" id="{E221EEDB-41F2-7ADB-C18B-AAE2BE5643A6}"/>
                    </a:ext>
                  </a:extLst>
                </p:cNvPr>
                <p:cNvCxnSpPr>
                  <a:cxnSpLocks/>
                  <a:stCxn id="137" idx="1"/>
                  <a:endCxn id="133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타원 134">
                  <a:extLst>
                    <a:ext uri="{FF2B5EF4-FFF2-40B4-BE49-F238E27FC236}">
                      <a16:creationId xmlns:a16="http://schemas.microsoft.com/office/drawing/2014/main" id="{0BC488A4-6AF2-C9F4-9E3E-E8BF30AE757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6" name="직선 연결선 135">
                  <a:extLst>
                    <a:ext uri="{FF2B5EF4-FFF2-40B4-BE49-F238E27FC236}">
                      <a16:creationId xmlns:a16="http://schemas.microsoft.com/office/drawing/2014/main" id="{AD6A1084-21C3-C8C4-2983-DDE93505F9BF}"/>
                    </a:ext>
                  </a:extLst>
                </p:cNvPr>
                <p:cNvCxnSpPr>
                  <a:cxnSpLocks/>
                  <a:stCxn id="141" idx="6"/>
                  <a:endCxn id="13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7" name="사각형: 둥근 모서리 136">
                  <a:extLst>
                    <a:ext uri="{FF2B5EF4-FFF2-40B4-BE49-F238E27FC236}">
                      <a16:creationId xmlns:a16="http://schemas.microsoft.com/office/drawing/2014/main" id="{B3794922-9446-DDCE-4C1B-9B9C0258E15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FB8BA78E-D143-F3C2-B702-BA4B2CF02F2B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9" name="직선 연결선 138">
                  <a:extLst>
                    <a:ext uri="{FF2B5EF4-FFF2-40B4-BE49-F238E27FC236}">
                      <a16:creationId xmlns:a16="http://schemas.microsoft.com/office/drawing/2014/main" id="{50FC0866-6AD8-9DCB-B1B5-4D64858F2B9E}"/>
                    </a:ext>
                  </a:extLst>
                </p:cNvPr>
                <p:cNvCxnSpPr>
                  <a:cxnSpLocks/>
                  <a:stCxn id="138" idx="3"/>
                  <a:endCxn id="131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40" name="타원 139">
                  <a:extLst>
                    <a:ext uri="{FF2B5EF4-FFF2-40B4-BE49-F238E27FC236}">
                      <a16:creationId xmlns:a16="http://schemas.microsoft.com/office/drawing/2014/main" id="{40F65A50-2F56-4C34-BEEE-FA96A7419990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8E89D5F6-CD0B-E26E-4D6A-6DF7E6A60504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2" name="타원 141">
                  <a:extLst>
                    <a:ext uri="{FF2B5EF4-FFF2-40B4-BE49-F238E27FC236}">
                      <a16:creationId xmlns:a16="http://schemas.microsoft.com/office/drawing/2014/main" id="{42F18A76-DCD0-3CF7-BA16-A0F432300ABB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3" name="타원 142">
                  <a:extLst>
                    <a:ext uri="{FF2B5EF4-FFF2-40B4-BE49-F238E27FC236}">
                      <a16:creationId xmlns:a16="http://schemas.microsoft.com/office/drawing/2014/main" id="{7548C5F9-0956-0787-CF98-5A429F7E55F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44" name="직선 연결선 143">
                  <a:extLst>
                    <a:ext uri="{FF2B5EF4-FFF2-40B4-BE49-F238E27FC236}">
                      <a16:creationId xmlns:a16="http://schemas.microsoft.com/office/drawing/2014/main" id="{9F26DF5C-ED45-C7CD-5286-797FE8EC453C}"/>
                    </a:ext>
                  </a:extLst>
                </p:cNvPr>
                <p:cNvCxnSpPr>
                  <a:cxnSpLocks/>
                  <a:stCxn id="143" idx="4"/>
                  <a:endCxn id="142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직선 연결선 144">
                  <a:extLst>
                    <a:ext uri="{FF2B5EF4-FFF2-40B4-BE49-F238E27FC236}">
                      <a16:creationId xmlns:a16="http://schemas.microsoft.com/office/drawing/2014/main" id="{ADC85AAE-82B7-4FB8-83B8-430887740925}"/>
                    </a:ext>
                  </a:extLst>
                </p:cNvPr>
                <p:cNvCxnSpPr>
                  <a:cxnSpLocks/>
                  <a:stCxn id="137" idx="2"/>
                  <a:endCxn id="138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9F51ADD7-42E0-BDCF-B023-EAAFE35A1A81}"/>
                  </a:ext>
                </a:extLst>
              </p:cNvPr>
              <p:cNvSpPr txBox="1"/>
              <p:nvPr/>
            </p:nvSpPr>
            <p:spPr>
              <a:xfrm>
                <a:off x="8144107" y="1825280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업데이트 부품 상태</a:t>
                </a:r>
              </a:p>
            </p:txBody>
          </p:sp>
        </p:grpSp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6777E838-D3B5-7FCA-2E87-9145FFD9377C}"/>
                </a:ext>
              </a:extLst>
            </p:cNvPr>
            <p:cNvSpPr/>
            <p:nvPr/>
          </p:nvSpPr>
          <p:spPr>
            <a:xfrm>
              <a:off x="8227171" y="4042257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B5F3070A-0CE8-7457-135A-4B3C70E5BA73}"/>
                </a:ext>
              </a:extLst>
            </p:cNvPr>
            <p:cNvGrpSpPr/>
            <p:nvPr/>
          </p:nvGrpSpPr>
          <p:grpSpPr>
            <a:xfrm>
              <a:off x="7853365" y="4601384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58761ACE-C3CA-32C6-E59E-C1966E9ED44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DBC40935-B9AA-38C2-C9EA-2004DA3B3009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506EB7CA-F48E-EB9D-D8C9-2212B2EDD917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213218A3-1592-BA5A-7A8D-97E93CBF20FB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7C977B75-76BA-22B2-396E-A7170B593C37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66B9DA7F-7BD3-C94C-D6E5-C0EBF1F7DEF4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FE98E85-9C07-BB05-1E4A-3011C38E45D9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96C31E59-3107-5B27-D455-0D29EB32A98E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34918DD6-2C5C-D16A-38B6-DA3B9522D788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3EFC7DF8-DD39-02CE-BEDA-536296238FA9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E61100E4-15A5-BC70-7FBB-E6F1526C1DCB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C8959E76-964D-9896-9227-702F24DD22D7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75A3F046-82CB-521D-3D17-8E9717ADF1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36FF3C-9D44-5A7C-8231-0EFAE794F281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39CF900A-8A69-59C1-5F4B-3813B4E2EB8A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85D252AD-906E-0152-487D-5217B5653E7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3DCFFEDF-5D6C-354D-C1B0-4B1AC2185EB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3FC4640B-7DA4-025F-B3C7-0E61CF72EC44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4939567D-7C37-2199-2B06-13C460E6990A}"/>
              </a:ext>
            </a:extLst>
          </p:cNvPr>
          <p:cNvGrpSpPr/>
          <p:nvPr/>
        </p:nvGrpSpPr>
        <p:grpSpPr>
          <a:xfrm>
            <a:off x="821719" y="2725968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69D32AD3-3CAC-BCC6-B36C-2B6AC5363E4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0CECA326-6758-4EF1-8CA4-FD06BDE6863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14181456-000B-4D1B-88EE-8E034B3B4430}"/>
              </a:ext>
            </a:extLst>
          </p:cNvPr>
          <p:cNvSpPr/>
          <p:nvPr/>
        </p:nvSpPr>
        <p:spPr>
          <a:xfrm>
            <a:off x="2892493" y="361290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0E00D513-26F1-9CD6-C61F-0CE3DC4933E0}"/>
              </a:ext>
            </a:extLst>
          </p:cNvPr>
          <p:cNvSpPr/>
          <p:nvPr/>
        </p:nvSpPr>
        <p:spPr>
          <a:xfrm>
            <a:off x="4577712" y="360582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484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8E07C-B077-1013-DE05-F23E49D1C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7FC471E-48F9-C174-F285-A4BD7EECC92C}"/>
              </a:ext>
            </a:extLst>
          </p:cNvPr>
          <p:cNvSpPr/>
          <p:nvPr/>
        </p:nvSpPr>
        <p:spPr>
          <a:xfrm>
            <a:off x="413018" y="2564877"/>
            <a:ext cx="11550381" cy="2543602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26C7FA-32B8-1A3C-6B68-F7CF62C62C6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679C9DF-D8E5-7D23-B455-91AB1CD2502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84B143C8-5738-90D1-CA5E-C30837121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4F78DB0F-8F51-0F36-2CAB-B12DC203FC98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EAE9D8E7-EB46-6797-D039-A275E0F0323D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3E62EC18-28FC-3E1E-747F-376DE41FF34B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1630D6CC-8E67-9414-A3AB-ADFEE2A7C411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3E1EBBD7-1246-3912-B0D1-99DBFA24E18D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48344D2C-2008-5E2F-E7CC-E64292994B9E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6BAE57-4E57-A629-40CB-750B14FF6461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7B21AF-0E6F-DD26-7F01-1C481E41CE8A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C01B7E7-4783-E0B5-6F7C-2D7C025F50DE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1CBBAFD5-8415-2392-DA6E-72EFBAC3E43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25139DC-B563-A118-D85A-94313A7D99F9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A8CB784F-F68D-FF58-7C88-BA8819F1B5C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BF25CA6F-CC0B-9D31-4891-805E11CD7F9F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5BD8544-575D-66D5-CAE5-62007847B082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D0D1E62-EB9B-05BA-E1CE-0162285A3722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C6E91467-8AEB-3030-3239-7F1F244868A8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EB8FE661-85C0-AFF0-DB0F-3373900DCB88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49BBCECD-92E4-3669-18B1-3F476B0FA2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553F659-1759-2DB9-DB7C-4F32A1539C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ED22A8FB-C605-AC86-5ED9-2BA3480425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00742C1A-65E3-14DD-C014-370785ADD07B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1099FD3D-F3F9-ABB2-7DD4-5F44B67AB11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ABB8485-8CE6-1571-F98F-5AE9B320A2D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7307400-7753-E4C9-B8C8-89D132B8A82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1253EFAE-15C7-DCB0-BFCF-84E8D78F757B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422B05A1-2524-C840-31CE-A6D4559E5589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4EF06BE-96E1-3FA2-7CF3-DF9ACA1D482F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5496D83-D38D-CF53-0AAE-AF678A32E14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B2CA04E-6D8E-BF00-33B9-DEC91FDB39FD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3737DB4B-4E47-D669-25AA-0C77E3E13B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EA51F6E5-181A-3BD1-CABD-A74663AFFA60}"/>
              </a:ext>
            </a:extLst>
          </p:cNvPr>
          <p:cNvGrpSpPr/>
          <p:nvPr/>
        </p:nvGrpSpPr>
        <p:grpSpPr>
          <a:xfrm>
            <a:off x="4662408" y="1099577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04595AC0-04C0-53A1-538B-A4671F7B0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67CC61A-376A-0A36-685C-7BA4A1B2C01A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3741E446-12CD-4848-7EED-B85EDB1D058F}"/>
              </a:ext>
            </a:extLst>
          </p:cNvPr>
          <p:cNvGrpSpPr/>
          <p:nvPr/>
        </p:nvGrpSpPr>
        <p:grpSpPr>
          <a:xfrm>
            <a:off x="3096765" y="2766621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F967DCAA-1C3E-20D0-ED03-714E17D73A5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BD80898F-90FC-81F1-0B26-6CFC7E30E4E0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0A28FA7A-BF9F-4905-336F-A73714C30884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1E3653D9-466C-03BA-2659-9A3D30145ABC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9A654DC6-2881-C5F1-5422-72A3E3982967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7728FE8C-8BBD-24D3-F3FB-62077D31D4CE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C6E8CABD-5EF4-5CCF-CC87-24DC8AC7BD5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BC1598A8-7ADD-4981-2619-B184E332195B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C836A0E2-0CD7-FC07-8739-E3033D113CCB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450DA9F4-AE71-1BCE-C5CF-F2205E44D14C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2A57057-6F11-222C-8D60-A49640EF3BB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7114EB58-48B5-20AA-1EB3-B9AAF805EC4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20985DD3-1CDD-4D35-9235-11467BB97C4E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2553FA3E-ECF1-E976-1B53-0FA7E8BC1BDB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C495BE74-2012-C300-7C3D-68EA81ECF982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010F0FBC-ABD4-C7D7-CF46-B90C065212CE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61B74738-3A96-E183-C8B7-A03F51C2030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9C5767DC-62F2-46C6-B518-CD3CCA9B3F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F0DC8FE-F59E-DFE6-43F4-482C5A8B50A3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13BD65A-8ABF-2CBA-7D04-2DC775DF5366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FF89565E-D526-AD1D-B149-1E3A22DD01E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84D7F1DA-63FB-B6EE-CDBD-13A094719F31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BB6AD3E2-D1AA-E3B3-71F6-124E54E2E75D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6DC9730A-EE62-F2E1-8659-E0F986421975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C4D51F54-49AA-746E-B22B-E12FCA829BB0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6465F86E-C490-5315-34CD-BE63413918A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55BAC7E0-2F25-08F3-436A-F4083620B1D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8D13B8E-5810-A199-EB7F-03BFBBD30431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8A64EC2E-654D-8FE1-7F0D-06922896A3E6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981CF6FF-C350-A485-9BFD-D028212DB58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41E212D1-DE0E-11B4-AB17-BE8401D977B8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0936EBC2-5F96-7BEB-160D-393D17A5E114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DD982F6D-BE0C-A46D-C812-A6B5F64CAB33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C81E8B-0CBC-0469-8985-C40A87987DE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63432E9-100A-D534-004F-32E747B19C5F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B435E4F0-4620-CBCE-350E-488F479EAAC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3297A0A6-6CD5-6D96-334B-257831672AC7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785D36F5-A0F4-D4AE-ECB1-CCD8C4D6F57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4F4FD67-4F53-31B2-A528-6AF78FB32D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5C9D9101-2DEC-4585-E7BC-FFB96C6B1E5F}"/>
              </a:ext>
            </a:extLst>
          </p:cNvPr>
          <p:cNvGrpSpPr/>
          <p:nvPr/>
        </p:nvGrpSpPr>
        <p:grpSpPr>
          <a:xfrm>
            <a:off x="6473954" y="3312812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23E42399-A649-7C9B-7BBA-9B793023B46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B108A39E-E6EA-443D-F00C-D77F965182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DDFC7EFE-6A37-B9E6-0D4C-65495179C54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A04B0FED-A36A-F380-A210-7AF4F1B6AF7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0A54055F-873B-05A4-73C6-406318E8E4C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09A6FE42-3D90-E66C-9766-4E7CC65D7EA2}"/>
              </a:ext>
            </a:extLst>
          </p:cNvPr>
          <p:cNvGrpSpPr/>
          <p:nvPr/>
        </p:nvGrpSpPr>
        <p:grpSpPr>
          <a:xfrm>
            <a:off x="418828" y="3168323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32C57166-0514-2F60-389C-FC1FB617F0BF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5128700-5EBB-36D1-02EE-79E493F0FB22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FBF525AD-86ED-131B-3460-4FEBF76E7A5D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5778A537-B20E-CFFF-1ECF-0BBC0AD0DE6B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A314BBF4-42A4-EB24-AA15-8004D0A207E2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2C1E436A-5F26-C7A5-93EA-1991D696A7A7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78E05833-1DE5-E621-27F5-2454F0EB749B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4AD6808-59DA-23E8-AA81-7BBB6A7F46FA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517924C6-7D69-151C-ACA8-B29917C5E86F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2A46A320-E551-890D-A4E9-949B4F2027B6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E4AD645-A0A6-82C0-575F-75CADF01B9D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5A592C-7A12-3505-ABFA-0DC560FB942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1B142151-2805-C809-9EDC-A08BDF69652A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92DB99DB-7123-7528-0B40-6B18DF5D4D8F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23EEA45E-EEB7-B48D-5B22-DADE4F6A9FB5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7D1F9BB8-BB2E-64FF-DE74-557CFF9D44C2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9565CCA0-1A6D-AC34-92C5-0F1826B38948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F5B59618-36AA-6710-E01C-866ACE9ACD43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C2F272F7-395B-C5FF-A37D-83724A791069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625EDC2-22C7-18B4-B8F9-A55F1E139849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C20F854B-06A8-5471-4647-8B64CBD54F77}"/>
              </a:ext>
            </a:extLst>
          </p:cNvPr>
          <p:cNvGraphicFramePr>
            <a:graphicFrameLocks noGrp="1"/>
          </p:cNvGraphicFramePr>
          <p:nvPr/>
        </p:nvGraphicFramePr>
        <p:xfrm>
          <a:off x="10228650" y="72866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DFC2A4F-6B29-CE0A-16FB-7225B1FE1C0C}"/>
              </a:ext>
            </a:extLst>
          </p:cNvPr>
          <p:cNvGrpSpPr/>
          <p:nvPr/>
        </p:nvGrpSpPr>
        <p:grpSpPr>
          <a:xfrm>
            <a:off x="10779564" y="1045768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23CB3EB3-6A43-A803-7AE0-45FD57F9F73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979A3651-090C-FE48-3EDE-9E4D5364E89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487C4607-A56C-B093-4F6A-AF7F72662C2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2282A84E-6D96-83B9-5AC2-45C8C48CFBD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037928D2-B023-932E-CE3B-4D7244E852F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8FB97A6F-4134-BDD8-7911-554DFEA5EEAD}"/>
              </a:ext>
            </a:extLst>
          </p:cNvPr>
          <p:cNvGrpSpPr/>
          <p:nvPr/>
        </p:nvGrpSpPr>
        <p:grpSpPr>
          <a:xfrm>
            <a:off x="10779564" y="1545846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1B70E497-E46D-0C5A-2FC2-0871CAC7A139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A838F7A4-CAB1-60C2-3BDB-5384AB1FFD06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E5132E23-B968-FA1A-02AA-F16FF031F3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BE6BB63F-B0F7-2CCA-0904-86FBB4BC349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2EB0C1D-2C78-D6AC-55C3-3BC4C2AFDA46}"/>
              </a:ext>
            </a:extLst>
          </p:cNvPr>
          <p:cNvSpPr/>
          <p:nvPr/>
        </p:nvSpPr>
        <p:spPr>
          <a:xfrm>
            <a:off x="2327832" y="3227104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9383CC1D-D34E-17DF-735B-44F920855631}"/>
              </a:ext>
            </a:extLst>
          </p:cNvPr>
          <p:cNvGrpSpPr/>
          <p:nvPr/>
        </p:nvGrpSpPr>
        <p:grpSpPr>
          <a:xfrm>
            <a:off x="7159948" y="141440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9AB5F803-588E-5A8B-7AE6-27F387A0682B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EEEC5050-8486-6302-865E-E3AA74FF0030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15053BB4-0027-2805-4237-F1981817D402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B0600178-5621-64B3-1342-68A4D7899229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E17D3647-3D92-EB80-1B33-DDE61AFF327B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82CB25B2-DE2C-5A9F-B352-9A72BBED7A7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45841F9D-2627-AF14-6046-0F17756B30C1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28B12C5A-381F-6871-A86D-3D414B02CD51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BF057EB3-9AC5-27DF-EC76-B3957A925F6E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83C4855B-4C6A-AE8E-9907-0DDB20670388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E98F376C-4819-3B0C-3664-462A805FF97A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49DBE746-EF79-F3A6-1743-0C8F8393769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B5952F01-3FBB-68E6-2272-73230FE48BC8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BC29C5D0-3DA8-E610-B337-BC7B489EFE68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5CD609D6-3DF8-0401-204D-39B20649A48E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7BF2D1C-ED2C-639E-93EC-33C3A6C7C7DF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A57DD57-631E-39F9-1BAA-41109FCF1D46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148" name="화살표: 위쪽/아래쪽 147">
            <a:extLst>
              <a:ext uri="{FF2B5EF4-FFF2-40B4-BE49-F238E27FC236}">
                <a16:creationId xmlns:a16="http://schemas.microsoft.com/office/drawing/2014/main" id="{F5861515-EE79-0570-30BB-0D1346F6EEC0}"/>
              </a:ext>
            </a:extLst>
          </p:cNvPr>
          <p:cNvSpPr/>
          <p:nvPr/>
        </p:nvSpPr>
        <p:spPr>
          <a:xfrm>
            <a:off x="8247662" y="1289299"/>
            <a:ext cx="1137021" cy="493967"/>
          </a:xfrm>
          <a:prstGeom prst="upDownArrow">
            <a:avLst>
              <a:gd name="adj1" fmla="val 63892"/>
              <a:gd name="adj2" fmla="val 2033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상태</a:t>
            </a:r>
            <a:endParaRPr lang="en-US" altLang="ko-KR" sz="1200" b="1" dirty="0"/>
          </a:p>
          <a:p>
            <a:pPr algn="ctr"/>
            <a:r>
              <a:rPr lang="ko-KR" altLang="en-US" sz="1200" b="1" dirty="0"/>
              <a:t>비교</a:t>
            </a:r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2FB9112E-7E70-2BAF-0E4C-5A5D471EFFEE}"/>
              </a:ext>
            </a:extLst>
          </p:cNvPr>
          <p:cNvGrpSpPr/>
          <p:nvPr/>
        </p:nvGrpSpPr>
        <p:grpSpPr>
          <a:xfrm>
            <a:off x="6121211" y="1229871"/>
            <a:ext cx="1877163" cy="1123488"/>
            <a:chOff x="2509044" y="1152607"/>
            <a:chExt cx="1877163" cy="1326752"/>
          </a:xfrm>
        </p:grpSpPr>
        <p:grpSp>
          <p:nvGrpSpPr>
            <p:cNvPr id="190" name="그룹 189">
              <a:extLst>
                <a:ext uri="{FF2B5EF4-FFF2-40B4-BE49-F238E27FC236}">
                  <a16:creationId xmlns:a16="http://schemas.microsoft.com/office/drawing/2014/main" id="{AE166FAC-CEFB-FE13-FC87-220B191F8D23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92" name="직선 연결선 191">
                <a:extLst>
                  <a:ext uri="{FF2B5EF4-FFF2-40B4-BE49-F238E27FC236}">
                    <a16:creationId xmlns:a16="http://schemas.microsoft.com/office/drawing/2014/main" id="{6AB889DA-BCA8-1891-C337-E0BFAEF0D7F4}"/>
                  </a:ext>
                </a:extLst>
              </p:cNvPr>
              <p:cNvCxnSpPr>
                <a:cxnSpLocks/>
                <a:stCxn id="203" idx="4"/>
                <a:endCxn id="205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3" name="타원 192">
                <a:extLst>
                  <a:ext uri="{FF2B5EF4-FFF2-40B4-BE49-F238E27FC236}">
                    <a16:creationId xmlns:a16="http://schemas.microsoft.com/office/drawing/2014/main" id="{B2923A56-D471-0961-3A70-B2F3C4D7955C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94" name="직선 연결선 193">
                <a:extLst>
                  <a:ext uri="{FF2B5EF4-FFF2-40B4-BE49-F238E27FC236}">
                    <a16:creationId xmlns:a16="http://schemas.microsoft.com/office/drawing/2014/main" id="{314BFD05-2EF8-43D5-B7B0-B6E5ACAFF188}"/>
                  </a:ext>
                </a:extLst>
              </p:cNvPr>
              <p:cNvCxnSpPr>
                <a:cxnSpLocks/>
                <a:stCxn id="202" idx="2"/>
                <a:endCxn id="193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5" name="타원 194">
                <a:extLst>
                  <a:ext uri="{FF2B5EF4-FFF2-40B4-BE49-F238E27FC236}">
                    <a16:creationId xmlns:a16="http://schemas.microsoft.com/office/drawing/2014/main" id="{63849742-A151-2F7E-AB7F-E2CD9CBFA4E5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6" name="직선 연결선 195">
                <a:extLst>
                  <a:ext uri="{FF2B5EF4-FFF2-40B4-BE49-F238E27FC236}">
                    <a16:creationId xmlns:a16="http://schemas.microsoft.com/office/drawing/2014/main" id="{177FED2C-50D4-3C3F-EA9F-9ED81DF720BB}"/>
                  </a:ext>
                </a:extLst>
              </p:cNvPr>
              <p:cNvCxnSpPr>
                <a:cxnSpLocks/>
                <a:stCxn id="199" idx="1"/>
                <a:endCxn id="195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7" name="타원 196">
                <a:extLst>
                  <a:ext uri="{FF2B5EF4-FFF2-40B4-BE49-F238E27FC236}">
                    <a16:creationId xmlns:a16="http://schemas.microsoft.com/office/drawing/2014/main" id="{EA30EC95-551A-99D0-B6A9-E09882DDAFBC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8" name="직선 연결선 197">
                <a:extLst>
                  <a:ext uri="{FF2B5EF4-FFF2-40B4-BE49-F238E27FC236}">
                    <a16:creationId xmlns:a16="http://schemas.microsoft.com/office/drawing/2014/main" id="{73189458-4248-56D3-76EB-A6C030521993}"/>
                  </a:ext>
                </a:extLst>
              </p:cNvPr>
              <p:cNvCxnSpPr>
                <a:cxnSpLocks/>
                <a:stCxn id="203" idx="6"/>
                <a:endCxn id="197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9" name="사각형: 둥근 모서리 198">
                <a:extLst>
                  <a:ext uri="{FF2B5EF4-FFF2-40B4-BE49-F238E27FC236}">
                    <a16:creationId xmlns:a16="http://schemas.microsoft.com/office/drawing/2014/main" id="{9D9C068C-DB61-F4D9-FD23-57E5585040DF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0" name="사각형: 둥근 모서리 199">
                <a:extLst>
                  <a:ext uri="{FF2B5EF4-FFF2-40B4-BE49-F238E27FC236}">
                    <a16:creationId xmlns:a16="http://schemas.microsoft.com/office/drawing/2014/main" id="{EA08A2C5-BF0C-9881-A3A6-E0BBF9A8F8F9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1" name="직선 연결선 200">
                <a:extLst>
                  <a:ext uri="{FF2B5EF4-FFF2-40B4-BE49-F238E27FC236}">
                    <a16:creationId xmlns:a16="http://schemas.microsoft.com/office/drawing/2014/main" id="{62CEE73F-7754-06C0-17D0-F76CE2AF38C1}"/>
                  </a:ext>
                </a:extLst>
              </p:cNvPr>
              <p:cNvCxnSpPr>
                <a:cxnSpLocks/>
                <a:stCxn id="200" idx="3"/>
                <a:endCxn id="193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2" name="타원 201">
                <a:extLst>
                  <a:ext uri="{FF2B5EF4-FFF2-40B4-BE49-F238E27FC236}">
                    <a16:creationId xmlns:a16="http://schemas.microsoft.com/office/drawing/2014/main" id="{23923799-7A76-E4C9-5475-C8D67DD829DA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3" name="타원 202">
                <a:extLst>
                  <a:ext uri="{FF2B5EF4-FFF2-40B4-BE49-F238E27FC236}">
                    <a16:creationId xmlns:a16="http://schemas.microsoft.com/office/drawing/2014/main" id="{AC2F2E76-816F-446B-E4DA-9DE59B47EDF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4" name="타원 203">
                <a:extLst>
                  <a:ext uri="{FF2B5EF4-FFF2-40B4-BE49-F238E27FC236}">
                    <a16:creationId xmlns:a16="http://schemas.microsoft.com/office/drawing/2014/main" id="{61C3B5E1-B28A-A018-9F84-1B52EA2EF5C8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5" name="타원 204">
                <a:extLst>
                  <a:ext uri="{FF2B5EF4-FFF2-40B4-BE49-F238E27FC236}">
                    <a16:creationId xmlns:a16="http://schemas.microsoft.com/office/drawing/2014/main" id="{C2AFA84B-5297-0189-36E1-732F74DF8DE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6" name="직선 연결선 205">
                <a:extLst>
                  <a:ext uri="{FF2B5EF4-FFF2-40B4-BE49-F238E27FC236}">
                    <a16:creationId xmlns:a16="http://schemas.microsoft.com/office/drawing/2014/main" id="{00E3BBFF-613C-A0BC-978F-B57C59E5725A}"/>
                  </a:ext>
                </a:extLst>
              </p:cNvPr>
              <p:cNvCxnSpPr>
                <a:cxnSpLocks/>
                <a:stCxn id="205" idx="4"/>
                <a:endCxn id="204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7" name="직선 연결선 206">
                <a:extLst>
                  <a:ext uri="{FF2B5EF4-FFF2-40B4-BE49-F238E27FC236}">
                    <a16:creationId xmlns:a16="http://schemas.microsoft.com/office/drawing/2014/main" id="{B2528805-E197-D8DE-196B-E60B757B6935}"/>
                  </a:ext>
                </a:extLst>
              </p:cNvPr>
              <p:cNvCxnSpPr>
                <a:cxnSpLocks/>
                <a:stCxn id="199" idx="2"/>
                <a:endCxn id="200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BA146CE-10CA-319D-805D-A7F6A73094FE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B44BC9FE-DDBB-9B17-6A9A-1AA621893656}"/>
              </a:ext>
            </a:extLst>
          </p:cNvPr>
          <p:cNvGrpSpPr/>
          <p:nvPr/>
        </p:nvGrpSpPr>
        <p:grpSpPr>
          <a:xfrm>
            <a:off x="413019" y="2583773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37645094-119F-413F-D74C-1AC941614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C370116-DF43-ED3D-6EE7-2AD3B4FF7ED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5FA8D150-958D-EBFF-9D8C-19F4C3F44F2E}"/>
              </a:ext>
            </a:extLst>
          </p:cNvPr>
          <p:cNvSpPr/>
          <p:nvPr/>
        </p:nvSpPr>
        <p:spPr>
          <a:xfrm>
            <a:off x="2026593" y="347071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F04BEECF-2634-B2D7-DC0F-0889A1095C42}"/>
              </a:ext>
            </a:extLst>
          </p:cNvPr>
          <p:cNvSpPr/>
          <p:nvPr/>
        </p:nvSpPr>
        <p:spPr>
          <a:xfrm>
            <a:off x="3281057" y="3429000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D47CB9C-9573-7C03-B542-DA56A83C2EE8}"/>
              </a:ext>
            </a:extLst>
          </p:cNvPr>
          <p:cNvSpPr/>
          <p:nvPr/>
        </p:nvSpPr>
        <p:spPr>
          <a:xfrm>
            <a:off x="4851419" y="3182363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D65BEAA5-B67D-B009-1312-E6D6C0244170}"/>
              </a:ext>
            </a:extLst>
          </p:cNvPr>
          <p:cNvGrpSpPr/>
          <p:nvPr/>
        </p:nvGrpSpPr>
        <p:grpSpPr>
          <a:xfrm>
            <a:off x="8260062" y="3038060"/>
            <a:ext cx="2112516" cy="958137"/>
            <a:chOff x="7994089" y="945795"/>
            <a:chExt cx="2112516" cy="1131485"/>
          </a:xfrm>
        </p:grpSpPr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38C9DB02-0E56-E26D-3835-8C7CD75B9C8C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341884F4-0DEE-63C8-FECA-AA14B7763A5D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CB04BCC5-EE32-175A-78CF-2EEC6733E546}"/>
                  </a:ext>
                </a:extLst>
              </p:cNvPr>
              <p:cNvCxnSpPr>
                <a:cxnSpLocks/>
                <a:stCxn id="62" idx="2"/>
                <a:endCxn id="49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D39F79D7-FD7A-4733-23EB-CD869908F77B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C15A9CEE-ADEA-3903-EA05-673BB89EE643}"/>
                  </a:ext>
                </a:extLst>
              </p:cNvPr>
              <p:cNvCxnSpPr>
                <a:cxnSpLocks/>
                <a:stCxn id="57" idx="1"/>
                <a:endCxn id="51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1959FC52-7B62-388E-C967-5E046E5CBDD7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6" name="직선 연결선 55">
                <a:extLst>
                  <a:ext uri="{FF2B5EF4-FFF2-40B4-BE49-F238E27FC236}">
                    <a16:creationId xmlns:a16="http://schemas.microsoft.com/office/drawing/2014/main" id="{DAC9F70B-7F37-7011-79B4-7AB9DBFFE200}"/>
                  </a:ext>
                </a:extLst>
              </p:cNvPr>
              <p:cNvCxnSpPr>
                <a:cxnSpLocks/>
                <a:stCxn id="63" idx="6"/>
                <a:endCxn id="5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F50EA02E-CCD6-FC00-E394-67D2E24579FB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E3BDBA84-ED66-E138-6A98-DD0B996AB492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906CCAFD-6D55-4F20-AE8B-E28C2CF20247}"/>
                  </a:ext>
                </a:extLst>
              </p:cNvPr>
              <p:cNvCxnSpPr>
                <a:cxnSpLocks/>
                <a:stCxn id="59" idx="3"/>
                <a:endCxn id="49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2" name="타원 61">
                <a:extLst>
                  <a:ext uri="{FF2B5EF4-FFF2-40B4-BE49-F238E27FC236}">
                    <a16:creationId xmlns:a16="http://schemas.microsoft.com/office/drawing/2014/main" id="{ABC991C6-45E7-90A0-6D30-60F017F7A975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03FE0957-F128-FFD3-A7BD-6A62BC6F53C4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5" name="타원 64">
                <a:extLst>
                  <a:ext uri="{FF2B5EF4-FFF2-40B4-BE49-F238E27FC236}">
                    <a16:creationId xmlns:a16="http://schemas.microsoft.com/office/drawing/2014/main" id="{C4E4C5B7-F9A2-B6DC-9D79-7491D92A4647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9" name="타원 68">
                <a:extLst>
                  <a:ext uri="{FF2B5EF4-FFF2-40B4-BE49-F238E27FC236}">
                    <a16:creationId xmlns:a16="http://schemas.microsoft.com/office/drawing/2014/main" id="{D50708F9-EDF1-E8EA-A4C4-061B4A657185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9" name="직선 연결선 78">
                <a:extLst>
                  <a:ext uri="{FF2B5EF4-FFF2-40B4-BE49-F238E27FC236}">
                    <a16:creationId xmlns:a16="http://schemas.microsoft.com/office/drawing/2014/main" id="{690498A2-D410-F36D-588C-85E56FF90455}"/>
                  </a:ext>
                </a:extLst>
              </p:cNvPr>
              <p:cNvCxnSpPr>
                <a:cxnSpLocks/>
                <a:stCxn id="69" idx="4"/>
                <a:endCxn id="65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5CBFBDB1-D3E0-DEEF-9A19-77D4729FFA65}"/>
                  </a:ext>
                </a:extLst>
              </p:cNvPr>
              <p:cNvCxnSpPr>
                <a:cxnSpLocks/>
                <a:stCxn id="57" idx="2"/>
                <a:endCxn id="59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6525963-910D-2241-5AC1-148BB8B68F87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34DBA3AB-816F-017C-83AB-F2C6644ED46D}"/>
              </a:ext>
            </a:extLst>
          </p:cNvPr>
          <p:cNvSpPr/>
          <p:nvPr/>
        </p:nvSpPr>
        <p:spPr>
          <a:xfrm>
            <a:off x="4552327" y="341424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6DCE3F55-3175-1588-85A7-CE088AAFA940}"/>
              </a:ext>
            </a:extLst>
          </p:cNvPr>
          <p:cNvSpPr/>
          <p:nvPr/>
        </p:nvSpPr>
        <p:spPr>
          <a:xfrm>
            <a:off x="6200141" y="3424007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7863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27F67-8493-5930-305F-F16DC2B87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3E420C2-02FC-C72C-A01B-DEFA48A8E616}"/>
              </a:ext>
            </a:extLst>
          </p:cNvPr>
          <p:cNvSpPr/>
          <p:nvPr/>
        </p:nvSpPr>
        <p:spPr>
          <a:xfrm>
            <a:off x="124721" y="2723831"/>
            <a:ext cx="14543779" cy="476100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6ABE50-E10F-8BB7-15C1-24593150C6CE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D2796D6-45CB-992B-4BBC-DAB1A582914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7320C36F-BE94-A9C6-DDDE-D600788663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25D17C-6160-90DD-C671-56A69BE34915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C8558AF3-7E5A-8550-024B-7888FD2702B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C89E2608-C538-8B27-AA4C-4F4C620C34E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2B02E381-64EB-81BC-DE53-8CA0C638741C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CC56C02F-776A-DF88-5220-4EBA2E38318C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138303F4-E26C-9A4F-1041-7955E61B6DF8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2D3F0F-18D0-F30E-6422-0E5C9F7E121B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CCB6ACA4-BAF8-70F6-E1B0-87AB2FDD03D1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1A6EE61-2655-885D-FE42-9608CADF944A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D5AB0FE2-7023-FBEC-B73D-E8B3A6FC4B69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9DC5E10-C494-CECA-5375-5C45ECE5D3ED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FDF80322-2608-F3E0-56FA-5A4FB91DE1F0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1AF5897F-6ED0-D0D8-DCC2-C3905953477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2ED50AF-DA5B-92AC-9CAE-85949262B4D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6FDC3107-8CE3-4CB3-EACB-EDEE869AC287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72C13647-F22A-81D8-200F-C13E1195D35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2E5479B7-0409-6A96-D4A5-E87C91260B8D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28BDB1B4-7144-0E3A-A6D0-9A278DA4C1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F445C3F-610F-CBD4-32B5-AFF57055EA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73D30AEC-75D9-E2A8-DD99-79D69FAEB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9D8EAF47-6F04-1A21-BB7F-EB52C9E75C7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7795F28F-9C08-D642-84A4-79412A451EB0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665CE42-F39F-9365-C95C-36B8C68D506A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8A72660D-F697-0816-9D86-85BD733FC807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6332A9E5-A9BD-5DD9-64A9-46E3E47858A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A69B3CFB-4332-D7F0-D21F-C1A2CFA3533A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D6F5218-4F15-5896-C49B-33988A6029F8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2DD92892-AD63-97A7-6054-03881D845A7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D6D462F-3834-2B73-51B8-5E306995D2F1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8C1B9B9-0731-3CC1-E047-1411B7570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F6385D6-6A05-F548-A5A0-B095DCEE63A9}"/>
              </a:ext>
            </a:extLst>
          </p:cNvPr>
          <p:cNvGrpSpPr/>
          <p:nvPr/>
        </p:nvGrpSpPr>
        <p:grpSpPr>
          <a:xfrm>
            <a:off x="1700744" y="3172542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26C4731E-91FC-DBE2-9AC1-529DC002BB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FC2981E-4004-A6AB-545E-B1464B413FDD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25D94CA4-03FE-BFC2-CD96-EBA6B29667D7}"/>
              </a:ext>
            </a:extLst>
          </p:cNvPr>
          <p:cNvGrpSpPr/>
          <p:nvPr/>
        </p:nvGrpSpPr>
        <p:grpSpPr>
          <a:xfrm>
            <a:off x="2807518" y="4471400"/>
            <a:ext cx="1812481" cy="2034991"/>
            <a:chOff x="4074510" y="2332845"/>
            <a:chExt cx="1812481" cy="2403165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A8ACF9F6-2E47-5427-9DC8-7FB66719C11A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5365C358-180E-EBA7-BD8E-BBD7DC4DE04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C7DB2157-FD86-6BDE-DC42-F3C1D07CAD4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79AA5FA7-07DE-9B1C-CD6A-7C986982808D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0BF10EC8-C7A0-13A7-DD75-3D7D80C7765F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BBC1EB49-5C86-E0F4-1F1E-12FB0F9A3F92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467D6E5C-588D-F092-0186-E2110EFD751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770F3F-381B-5850-9A80-D3B06B9A5C8E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03F3CAEC-BCC6-5FC7-A276-B0936A6A4216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835A698E-BE04-840B-6DAB-F0F71876C8E8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D4125A72-28D8-5A00-D43C-69143623815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4A61389-821E-68A9-5B79-4880B15E85F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D6335F25-E6F7-54DA-D3A3-ED0669F75F2C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4F950C29-F569-7B05-11D6-6BE5E72DD46C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3DDBD5A2-0D2F-AF1A-E134-913C5E946ABB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F7F0C720-29C7-3384-3A67-5353615771AC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3699A812-82CD-27D4-3295-82F244194CE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5EB13633-9242-770C-290C-3ABAF52346C6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4F04849-9245-3B52-47B6-29FCBA8B0409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11A75D9-DE5E-7754-180D-F468DE39053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조립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1511E736-2A0B-95DD-C978-C70F6BE344F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9846EFFC-CD1A-9106-0648-397E47693410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633456C1-13DE-D3FD-89D4-2327A07133CC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ADA862A9-CDFE-3B02-AD8E-1D10BC487B3E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89AE689B-3023-A825-5DE5-578323884EB2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096DC0E-8251-644B-15C1-19DA9996BC90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875DD6-C5A3-6CCE-E1DF-61DAA4AC10BA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B5690501-70DB-7046-B6FD-D7FC810F60D6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1703A501-9EC8-1D65-F6B7-42705E692EE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FF2AC3E5-72F3-1F7C-33B4-A06C3383B670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B0BEF053-7B74-C4EE-D583-D61DDA83EE5A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7E7B286-E396-9EAD-F999-9994EF6B799D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3A23B39B-E8F0-AC0A-0790-C53E20BFA99F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BEB20236-CAC2-BE24-50F5-69A225704EBB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3EDEB60-5650-2D85-CA5A-EBA4FC4D95E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0EF8E8CF-3C3A-5CB6-BC06-DFB5D047A138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9ED511A0-B56B-E824-ADD0-E8255723879C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3AC1AFF-16A6-611A-52FD-7C700D73442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E7A580C-9DFB-7489-436A-772EED79AF7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DFA492CD-5161-2117-9A61-7081811CA4BF}"/>
              </a:ext>
            </a:extLst>
          </p:cNvPr>
          <p:cNvGrpSpPr/>
          <p:nvPr/>
        </p:nvGrpSpPr>
        <p:grpSpPr>
          <a:xfrm>
            <a:off x="6184707" y="5017591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EDFB6548-2DAB-5165-D48B-16A3A5FE337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3E2B0DA8-D668-B610-3F1D-84E689A7AE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F5F82466-C86D-BFEB-973D-6B65552295B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601F208C-F429-3251-0E1E-DED2101B350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3CA41501-E4E1-4E9B-DCAB-2546D3B782EA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9C275A06-1CB1-8BE0-C5D0-448437FC7A7D}"/>
              </a:ext>
            </a:extLst>
          </p:cNvPr>
          <p:cNvGrpSpPr/>
          <p:nvPr/>
        </p:nvGrpSpPr>
        <p:grpSpPr>
          <a:xfrm>
            <a:off x="129581" y="4873102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ECF2D5FC-27E9-5061-2122-4C09605DC812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9CACF6BE-1A21-6003-215D-6EB82602B8D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095C77F4-76F7-6CDB-C2F0-53A6417ED245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DD466A2C-E07C-14E2-2C29-AF5C62E82326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8C4A36B7-940D-FC7A-A76B-C2FDCD88CBF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F8D233CC-4899-602A-C64C-CE6ECFE17C33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E98750D-02A6-AC46-FF24-4F39EF7741B6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FA35C0A-A24C-B6EF-5CCB-5A168F46C69C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2492C03C-291F-E89D-6CE0-A9A3FBC1A04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9E31A7D7-AA89-EDB8-D076-DEB607B476AF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F07E50D3-5EE7-84DC-7EFD-9C9A47A9639D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0397FEDB-D6E1-1869-D91C-9C20EB4BEE8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7354C211-291F-BCA5-A51F-BB03B59565ED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E6684E93-FD5C-AFC2-7C3E-AD00C799A8B1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EDE7A3F3-05B9-4E2A-240C-3ACCFCED5009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18F5D61D-2873-CA2D-FD7A-91F89001875A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F86557BC-137F-F1DE-8BED-517708E196C3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E0C022B-5ACC-6E79-5FA3-370A1743D7F2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C5808A-CD0B-42F8-1DAC-D7BFC9BFA477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01B8E781-9902-EACF-3A5F-69BCAB42D5DB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35596C22-D512-7DE0-E89E-4CCEAD5F812D}"/>
              </a:ext>
            </a:extLst>
          </p:cNvPr>
          <p:cNvGraphicFramePr>
            <a:graphicFrameLocks noGrp="1"/>
          </p:cNvGraphicFramePr>
          <p:nvPr/>
        </p:nvGraphicFramePr>
        <p:xfrm>
          <a:off x="5891356" y="287666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905576D3-CF6A-7C18-616F-16737B4FE6D8}"/>
              </a:ext>
            </a:extLst>
          </p:cNvPr>
          <p:cNvGrpSpPr/>
          <p:nvPr/>
        </p:nvGrpSpPr>
        <p:grpSpPr>
          <a:xfrm>
            <a:off x="6446982" y="3205194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652ABFB-C24E-35AB-089C-FA660652733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6D30FF14-17E5-7E08-A933-DD1FEC8ACF2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EE352358-EE18-7E30-511C-AE97408BCBF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6B23BBD7-4F9B-8103-3C44-3314B827251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6F5E7058-0269-31D8-F89C-161ABF3FE7A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BF2EA021-A45C-3F97-DF14-3A5F6C495674}"/>
              </a:ext>
            </a:extLst>
          </p:cNvPr>
          <p:cNvGrpSpPr/>
          <p:nvPr/>
        </p:nvGrpSpPr>
        <p:grpSpPr>
          <a:xfrm>
            <a:off x="6446982" y="3705272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BFC05464-0BF6-A575-E1FF-239B624A688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21FCB8BE-984E-7154-2F61-E0A14A7CF0B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6C37F166-8141-7B41-22F1-89C7D3E0AD7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7072C044-D6DF-3590-8C43-7CFC496C6F05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28A7B9D8-2736-F634-54F4-194CA41301DA}"/>
              </a:ext>
            </a:extLst>
          </p:cNvPr>
          <p:cNvSpPr/>
          <p:nvPr/>
        </p:nvSpPr>
        <p:spPr>
          <a:xfrm>
            <a:off x="2038585" y="4931883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751E9725-5438-A540-4878-05F5360CC6A2}"/>
              </a:ext>
            </a:extLst>
          </p:cNvPr>
          <p:cNvGrpSpPr/>
          <p:nvPr/>
        </p:nvGrpSpPr>
        <p:grpSpPr>
          <a:xfrm>
            <a:off x="8591998" y="309479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44FFD401-09E6-567E-DEB9-96E293EA5BFE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91F6422A-2A92-28CF-6B77-ED1341B4EC38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9521F6EA-29B7-71EF-68A6-6A03C0869B0E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45E42EA1-47E7-C483-72BE-8B3D36732DEC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CFA47421-500E-08BD-E05A-B3F7B055E3DA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BD4A43A2-71B9-D5E5-1973-9BC632D1623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6A7EFCEB-4364-50E8-54AF-06DFFB8B29B5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FE2AA3B4-5F06-707A-D8A6-4AA8DEE47F2D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0032F818-849D-117F-BB64-7FB99F42DE10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A4B8335F-2A62-36B5-1C29-8FC3EEB07C0B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8EB51ECF-2D67-32D8-5AB4-98C9DB044C2F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1156A96E-E738-6C88-7734-79A431B4097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11A35BD1-33AF-EFF1-F965-432D0975C2C1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D4CD3A17-7952-BFBB-DEB5-C904B5A5437D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90B38C28-FE9C-8748-A35A-0539E19B2086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CF2B922-9920-186C-B448-7D3867965556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5E3F4D61-373D-E8DC-EAE1-D28AF93730B9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A0469285-1A52-1287-D4DB-F9C72DB4EC1E}"/>
              </a:ext>
            </a:extLst>
          </p:cNvPr>
          <p:cNvGrpSpPr/>
          <p:nvPr/>
        </p:nvGrpSpPr>
        <p:grpSpPr>
          <a:xfrm>
            <a:off x="179460" y="2835100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1CCB92EB-82EE-76FE-E425-E749F7AC5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9E50B7A0-0F39-33CF-4181-628F18044F66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00E5899F-D6D7-FA82-4179-AE4D42E7584C}"/>
              </a:ext>
            </a:extLst>
          </p:cNvPr>
          <p:cNvSpPr/>
          <p:nvPr/>
        </p:nvSpPr>
        <p:spPr>
          <a:xfrm>
            <a:off x="1737346" y="517549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9CD5795D-433C-7085-3FC7-03A5E0DF23D2}"/>
              </a:ext>
            </a:extLst>
          </p:cNvPr>
          <p:cNvSpPr/>
          <p:nvPr/>
        </p:nvSpPr>
        <p:spPr>
          <a:xfrm>
            <a:off x="2991810" y="513377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D748078-F646-6F6B-3550-18ED8A4E4814}"/>
              </a:ext>
            </a:extLst>
          </p:cNvPr>
          <p:cNvSpPr/>
          <p:nvPr/>
        </p:nvSpPr>
        <p:spPr>
          <a:xfrm>
            <a:off x="4562172" y="4887142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D7D419C-F272-6685-284A-2A9AF843E80D}"/>
              </a:ext>
            </a:extLst>
          </p:cNvPr>
          <p:cNvGrpSpPr/>
          <p:nvPr/>
        </p:nvGrpSpPr>
        <p:grpSpPr>
          <a:xfrm>
            <a:off x="9387728" y="3172542"/>
            <a:ext cx="1877163" cy="2742491"/>
            <a:chOff x="9206023" y="2632635"/>
            <a:chExt cx="1877163" cy="2742491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1D0069B5-A1CC-7F8B-040E-ADD25FCDB472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C3889175-3471-8B89-87B7-4A20FB8E2ACD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28245056-2B93-4B91-F70E-9DA4276CBF3F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6EA4DA51-CA36-CC42-3051-380C475F7BD0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3D194307-1B25-C9CB-6102-0A4C7A71F96C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093796F-2102-3542-1AE2-F2B0610DA339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139B15E4-594B-AB4B-1514-0C6B87AE7C3E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E90AC188-6064-7168-9270-86BA0AAA0D0C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4845CF4-2EA2-F594-D2CF-EF63A722D372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1222A8F7-3F4E-D7CE-CCAF-1ADA6A26E155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4174C5E2-CD28-41EC-40AB-9375C43F062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4091FF2B-73B7-9FA1-A8E1-29958DD3D3C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966D42B0-7735-0353-F35F-A9A792ED8D5E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1B11B949-BAAB-1FE7-533A-4EA1F81851D2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B84165DE-8955-4119-D080-82C89AAFF908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0721A6-D2B1-64DA-5CC2-FCF54C577C35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D40144C4-AC58-575E-E695-2A92D64793AF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7D18DF54-E053-DA63-5221-72D23AAB300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CC9716F9-8ADA-6184-B4C4-3615ED1591D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5802793D-1B8C-9322-2FD6-91A748E084C2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DB657E1B-66EC-98FB-9F46-935EDD33DAF0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90967"/>
              <a:chOff x="7890699" y="945795"/>
              <a:chExt cx="2319300" cy="1170254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EF14DAF1-F9C4-082D-22A5-DB081CFA0996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1F3F989F-936E-4CFF-C754-13993297D731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4B74D2A9-5D19-1C4E-5F5E-F7E0D9621F35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2F41CC8C-E490-8619-1CA1-1FD0CCED6C6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6C77977B-61BF-A9E1-A089-FDA4EFC1CDE5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7803A1DA-1C15-B30C-658D-F74813F2200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AE8259EE-5A3F-5D7B-D04F-C3425462EB5B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58C78A9E-9921-00B3-7E61-F30C8093FA80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099B1020-F736-DED9-6036-0227E9E4D7F6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591E8EE7-1777-1411-F3AD-3BBC8D574EA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877B8EAD-76C9-A52C-7FCE-0D8A27E2D854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B75A8DD9-4DF5-4422-1EEF-CBE29C9A1E2A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9904AA02-C0AC-289A-8150-309AE3AC4647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F72586E6-2A1C-8AEE-6124-B3B9BEF1F13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62409F6B-B9C7-54D6-C32D-6897ECCD77A2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1E9A506-C56E-BF30-6957-0B246B97333B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6694863-AC38-24D6-D6A4-111B8909DFB7}"/>
                  </a:ext>
                </a:extLst>
              </p:cNvPr>
              <p:cNvSpPr txBox="1"/>
              <p:nvPr/>
            </p:nvSpPr>
            <p:spPr>
              <a:xfrm>
                <a:off x="7890699" y="1825281"/>
                <a:ext cx="2319300" cy="2907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DEEBDAD-E732-0A38-CB72-65E8B55DBC62}"/>
              </a:ext>
            </a:extLst>
          </p:cNvPr>
          <p:cNvSpPr/>
          <p:nvPr/>
        </p:nvSpPr>
        <p:spPr>
          <a:xfrm>
            <a:off x="42630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C475E81E-00EE-5951-96C7-C030C7BE8DBB}"/>
              </a:ext>
            </a:extLst>
          </p:cNvPr>
          <p:cNvSpPr/>
          <p:nvPr/>
        </p:nvSpPr>
        <p:spPr>
          <a:xfrm>
            <a:off x="5910894" y="5128786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06C235-AA13-A8BA-8F71-B0A9B37F02A0}"/>
              </a:ext>
            </a:extLst>
          </p:cNvPr>
          <p:cNvSpPr txBox="1"/>
          <p:nvPr/>
        </p:nvSpPr>
        <p:spPr>
          <a:xfrm>
            <a:off x="5786792" y="5619699"/>
            <a:ext cx="14437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DCB1D00D-C4C8-E0D9-B0E4-9913292CD604}"/>
              </a:ext>
            </a:extLst>
          </p:cNvPr>
          <p:cNvSpPr/>
          <p:nvPr/>
        </p:nvSpPr>
        <p:spPr>
          <a:xfrm>
            <a:off x="70003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A0E573F4-2E46-89B1-2C18-EB2AD9014178}"/>
              </a:ext>
            </a:extLst>
          </p:cNvPr>
          <p:cNvSpPr/>
          <p:nvPr/>
        </p:nvSpPr>
        <p:spPr>
          <a:xfrm>
            <a:off x="7284233" y="4879530"/>
            <a:ext cx="1589808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</a:t>
            </a:r>
            <a:r>
              <a:rPr lang="ko-KR" altLang="en-US" sz="1200" dirty="0" err="1"/>
              <a:t>조립</a:t>
            </a:r>
            <a:r>
              <a:rPr lang="ko-KR" altLang="en-US" sz="1200" dirty="0"/>
              <a:t> 적용 </a:t>
            </a:r>
            <a:endParaRPr lang="en-US" altLang="ko-KR" sz="1200" dirty="0"/>
          </a:p>
          <a:p>
            <a:pPr algn="ctr"/>
            <a:r>
              <a:rPr lang="ko-KR" altLang="en-US" sz="1200" dirty="0"/>
              <a:t>및 </a:t>
            </a:r>
            <a:endParaRPr lang="en-US" altLang="ko-KR" sz="1200" dirty="0"/>
          </a:p>
          <a:p>
            <a:pPr algn="ctr"/>
            <a:r>
              <a:rPr lang="ko-KR" altLang="en-US" sz="12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A5AA8492-FC13-D6E1-D87A-964FE274B62E}"/>
              </a:ext>
            </a:extLst>
          </p:cNvPr>
          <p:cNvSpPr/>
          <p:nvPr/>
        </p:nvSpPr>
        <p:spPr>
          <a:xfrm>
            <a:off x="8996686" y="510574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2A71AC5D-8471-865F-832B-0860022DAD67}"/>
              </a:ext>
            </a:extLst>
          </p:cNvPr>
          <p:cNvSpPr/>
          <p:nvPr/>
        </p:nvSpPr>
        <p:spPr>
          <a:xfrm>
            <a:off x="6384243" y="4632546"/>
            <a:ext cx="284018" cy="283575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939E4FC8-266B-CA8A-E354-8F615A9D4206}"/>
              </a:ext>
            </a:extLst>
          </p:cNvPr>
          <p:cNvSpPr/>
          <p:nvPr/>
        </p:nvSpPr>
        <p:spPr>
          <a:xfrm>
            <a:off x="11342011" y="4830299"/>
            <a:ext cx="1963743" cy="1035621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현재 상태가 목표 상태에 도달했는가</a:t>
            </a:r>
            <a:r>
              <a:rPr lang="en-US" altLang="ko-KR" sz="1100" dirty="0"/>
              <a:t>?</a:t>
            </a:r>
            <a:endParaRPr lang="ko-KR" altLang="en-US" sz="11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98B0EDF0-1787-CAAD-12F1-7BA9AF97FA2B}"/>
              </a:ext>
            </a:extLst>
          </p:cNvPr>
          <p:cNvSpPr/>
          <p:nvPr/>
        </p:nvSpPr>
        <p:spPr>
          <a:xfrm>
            <a:off x="13510426" y="5059261"/>
            <a:ext cx="957943" cy="60385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Yes</a:t>
            </a:r>
            <a:endParaRPr lang="ko-KR" altLang="en-US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016F8E94-F7C1-DB85-44B5-4478F39310B0}"/>
              </a:ext>
            </a:extLst>
          </p:cNvPr>
          <p:cNvSpPr/>
          <p:nvPr/>
        </p:nvSpPr>
        <p:spPr>
          <a:xfrm>
            <a:off x="11823139" y="6172553"/>
            <a:ext cx="1001486" cy="463322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No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37F692A-7004-C2E7-7E80-9E5B35839A06}"/>
              </a:ext>
            </a:extLst>
          </p:cNvPr>
          <p:cNvSpPr/>
          <p:nvPr/>
        </p:nvSpPr>
        <p:spPr>
          <a:xfrm>
            <a:off x="11274556" y="6796565"/>
            <a:ext cx="2098651" cy="577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69ADDED7-9567-1A8B-4668-085CD8411387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1035822" y="6048419"/>
            <a:ext cx="10238734" cy="1036855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ACC34E5-5B22-76CB-A637-3C60FAB1274E}"/>
              </a:ext>
            </a:extLst>
          </p:cNvPr>
          <p:cNvGraphicFramePr>
            <a:graphicFrameLocks noGrp="1"/>
          </p:cNvGraphicFramePr>
          <p:nvPr/>
        </p:nvGraphicFramePr>
        <p:xfrm>
          <a:off x="14759738" y="4632546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A7D9BA7-B30C-EDA3-4392-D84A1FDC754B}"/>
              </a:ext>
            </a:extLst>
          </p:cNvPr>
          <p:cNvGrpSpPr/>
          <p:nvPr/>
        </p:nvGrpSpPr>
        <p:grpSpPr>
          <a:xfrm>
            <a:off x="15315364" y="4961072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79691091-ECC3-B176-BAAB-7A0512EED4F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40C30CDE-1CB6-02FF-79C5-E2BD2D353BA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BDD80B85-62B2-CFF1-530F-C0D0A6BCE94C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460A57A-811C-215B-F32E-225EB600AA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AC0CA46D-85EE-A258-C22E-5B267F1106D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03846617-D9A1-7D14-0A9B-DBB8E78CA227}"/>
              </a:ext>
            </a:extLst>
          </p:cNvPr>
          <p:cNvGrpSpPr/>
          <p:nvPr/>
        </p:nvGrpSpPr>
        <p:grpSpPr>
          <a:xfrm>
            <a:off x="15315364" y="5461150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4BD6C0FA-48E5-0E3D-8129-E1FFF03F4314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7116BC1D-C730-6243-ABB6-3CC91D904C4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DE0E27A0-BEE6-FC1C-A4DD-168D7B8BE4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984D16DF-B875-89B0-D0EE-783DF523763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1B7E9E68-D800-FA51-4751-9DE84A995A88}"/>
              </a:ext>
            </a:extLst>
          </p:cNvPr>
          <p:cNvSpPr txBox="1"/>
          <p:nvPr/>
        </p:nvSpPr>
        <p:spPr>
          <a:xfrm>
            <a:off x="14488393" y="6154476"/>
            <a:ext cx="18124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기록된 조립 순서 반환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43BADDB-724D-B660-D6AF-17775C7084D3}"/>
              </a:ext>
            </a:extLst>
          </p:cNvPr>
          <p:cNvSpPr txBox="1"/>
          <p:nvPr/>
        </p:nvSpPr>
        <p:spPr>
          <a:xfrm>
            <a:off x="5637869" y="4359122"/>
            <a:ext cx="17416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19F109B8-3E85-3BF1-C515-0312F0864520}"/>
              </a:ext>
            </a:extLst>
          </p:cNvPr>
          <p:cNvSpPr/>
          <p:nvPr/>
        </p:nvSpPr>
        <p:spPr>
          <a:xfrm>
            <a:off x="2018545" y="4375520"/>
            <a:ext cx="883027" cy="45477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</p:spTree>
    <p:extLst>
      <p:ext uri="{BB962C8B-B14F-4D97-AF65-F5344CB8AC3E}">
        <p14:creationId xmlns:p14="http://schemas.microsoft.com/office/powerpoint/2010/main" val="18151102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7DC2F-6735-D620-18B8-F17B95470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0751181-2AB2-FEBB-D8A9-02AF9FB67D58}"/>
              </a:ext>
            </a:extLst>
          </p:cNvPr>
          <p:cNvSpPr/>
          <p:nvPr/>
        </p:nvSpPr>
        <p:spPr>
          <a:xfrm>
            <a:off x="124721" y="2723832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0F04A6C4-9B9E-789B-896F-2D83170DD8C2}"/>
              </a:ext>
            </a:extLst>
          </p:cNvPr>
          <p:cNvGrpSpPr/>
          <p:nvPr/>
        </p:nvGrpSpPr>
        <p:grpSpPr>
          <a:xfrm>
            <a:off x="1271190" y="3059235"/>
            <a:ext cx="1133874" cy="741791"/>
            <a:chOff x="7670009" y="1193508"/>
            <a:chExt cx="1558708" cy="992387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CDC185D8-D3E3-2A26-2DF9-31ECD9AD8A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CA47153-4552-7587-2E1A-60244648D7A2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0EFAD535-98D9-5A9B-3E1A-5DE64697159A}"/>
              </a:ext>
            </a:extLst>
          </p:cNvPr>
          <p:cNvGrpSpPr/>
          <p:nvPr/>
        </p:nvGrpSpPr>
        <p:grpSpPr>
          <a:xfrm>
            <a:off x="2076307" y="4030108"/>
            <a:ext cx="1318479" cy="1498113"/>
            <a:chOff x="4074510" y="2332845"/>
            <a:chExt cx="1812481" cy="2366820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D1CD4B72-B736-6414-1E44-623002C7A338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15518237-F857-C17D-A331-8551B2C81F86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6B97C36C-733B-9871-DB88-49E7D66032B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B6878D23-479E-F9A6-10D7-96375AE3608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B9EDB5E6-0F87-1A99-F202-2628F97096B0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4503CF16-6378-B52E-EBC8-5B3BD19952CC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A83A5CE8-AE72-C409-A8F5-30F02379C4B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6ACBDF0C-394B-D7BD-AAD1-924C0E04CCC7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60BEB8A3-0405-38F4-A835-CDE4AAFE3A75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11351132-CECB-AF47-D6BC-CE3B759AD0DA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B8F5B2A-F39F-0C8A-8D24-5DA008A4BA5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1AF1F90-0821-6A02-3FBD-E5EB16D4ED8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98B206D-9E6F-3F32-C951-C05C49C43F0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34287A2C-F02B-CB40-8D6E-4547E1AF9569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59B34B5B-74B8-626B-2A7D-F921D3D234F7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4A5CFD36-10DA-E077-9D32-3D2A28A6C25B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4CC338DF-2ABC-A53A-D108-0734C528FDC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DBFE29A9-5338-E55D-9C4A-A4476B23CE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DAA16A6A-C879-BC35-815E-D509992DC9C5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1C98CC1-4BDF-986A-DCA4-6DD994C6A051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BE37A48F-58CA-16EC-F11B-A1A0FB8EA84D}"/>
              </a:ext>
            </a:extLst>
          </p:cNvPr>
          <p:cNvGrpSpPr/>
          <p:nvPr/>
        </p:nvGrpSpPr>
        <p:grpSpPr>
          <a:xfrm>
            <a:off x="4533025" y="4438376"/>
            <a:ext cx="496912" cy="378634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7C090C9C-BF17-1703-9E2D-491436DE7D4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0C9C2982-09BD-D3A8-0F96-B466377AF2B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93A6B3DA-6038-8B7B-063B-2C1122633B7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45A6ECF3-954A-689F-5069-B85616DBD2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60D3B89B-6454-504B-4321-65C623240F8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E53CC9DA-5216-80ED-E3E0-FE1D9588723E}"/>
              </a:ext>
            </a:extLst>
          </p:cNvPr>
          <p:cNvGrpSpPr/>
          <p:nvPr/>
        </p:nvGrpSpPr>
        <p:grpSpPr>
          <a:xfrm>
            <a:off x="128256" y="4330373"/>
            <a:ext cx="1318479" cy="855521"/>
            <a:chOff x="8410242" y="1013492"/>
            <a:chExt cx="1812481" cy="1351610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78C258FA-8338-88BF-E67F-4C643DAEE343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9FA1B53-F16B-9C92-09C9-D5E0E24E734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3CFE29E8-69C7-F097-5FF9-5EC14AB77FDF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B3CE10C0-BFBF-5B8E-AD8E-5FB903DB51C9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DAA9032A-9E1F-9EBE-1282-73442C19D0A1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D3A8887A-2A65-E5EA-36F8-659310445BCE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B3DF9EA-842F-1E63-FA4C-5A254A7F7804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240F65FC-4D11-C747-9844-473EDE4D335F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E4065347-7977-52E5-E0B3-314ED89BBE5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E8B322E7-F416-772B-2CD8-EA14CFAE3A5D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A77CAACE-E9F0-68B9-5561-358DCE4469EA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9B57818E-4982-C917-2A79-AF8E7C00E69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8AE47145-1507-7B3D-F066-C3AD1F76EA75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1F98D2D9-9379-31F8-3546-6B823BA97CF2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95FA5A2A-ABC7-52A1-B3EB-701866D395E6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CEBC7D79-0B9F-D8A9-49B0-A244B8F6BBB9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0D71DCEF-4871-D7D3-35B5-9F5BB265D550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7EAC16D-2146-6E40-9F5B-EDCB01B1EB14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B7A947-57A0-E22F-9218-11D735B071E8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8BF1DD05-772D-4125-93E1-2F5E697017F3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AA0049F-73D1-72D2-190D-D3FC3BC116DA}"/>
              </a:ext>
            </a:extLst>
          </p:cNvPr>
          <p:cNvSpPr/>
          <p:nvPr/>
        </p:nvSpPr>
        <p:spPr>
          <a:xfrm>
            <a:off x="1516951" y="4374311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15DDE180-D617-C792-9C34-64E3DCE294A4}"/>
              </a:ext>
            </a:extLst>
          </p:cNvPr>
          <p:cNvGrpSpPr/>
          <p:nvPr/>
        </p:nvGrpSpPr>
        <p:grpSpPr>
          <a:xfrm>
            <a:off x="164541" y="2807004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CFA328D6-46B1-7AF7-6801-51B0EE87A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E9020313-A615-67BD-38E2-726E7B68907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3931EBB1-2ED3-EAAA-2B93-8339CD801597}"/>
              </a:ext>
            </a:extLst>
          </p:cNvPr>
          <p:cNvSpPr/>
          <p:nvPr/>
        </p:nvSpPr>
        <p:spPr>
          <a:xfrm>
            <a:off x="1297816" y="455640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1B6932BA-40BC-F256-11DE-D5115A013C83}"/>
              </a:ext>
            </a:extLst>
          </p:cNvPr>
          <p:cNvSpPr/>
          <p:nvPr/>
        </p:nvSpPr>
        <p:spPr>
          <a:xfrm>
            <a:off x="2210369" y="452522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EE6C1C0-3DC5-25C3-AFA4-BAA4EC5C0CB6}"/>
              </a:ext>
            </a:extLst>
          </p:cNvPr>
          <p:cNvSpPr/>
          <p:nvPr/>
        </p:nvSpPr>
        <p:spPr>
          <a:xfrm>
            <a:off x="3352721" y="4340868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E4102D0C-FD42-B0DA-3482-4CB0518550A0}"/>
              </a:ext>
            </a:extLst>
          </p:cNvPr>
          <p:cNvGrpSpPr/>
          <p:nvPr/>
        </p:nvGrpSpPr>
        <p:grpSpPr>
          <a:xfrm>
            <a:off x="6733796" y="3059235"/>
            <a:ext cx="1625057" cy="2064519"/>
            <a:chOff x="9028349" y="2632635"/>
            <a:chExt cx="2233926" cy="2761965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5182921D-B939-BC95-6AC5-1C5123ABD15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EBDF3252-0D03-0849-3075-5F1B068B062A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12B7A31C-A9DF-A858-933C-887063B1856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2359C8FB-0B77-2CD0-C82D-B60F0E32C857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13701B0C-9AC9-B12A-AD55-A413BF618AF3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D14F115-7EE1-3411-7DD1-890C43C5E268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302EC9D4-A9DF-4B60-3B02-A688C1B413E5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96C0A6C8-392E-105B-3C91-7DF3F1EFE66D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24ABA87B-A816-8518-43FF-B0126B61CE0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BABF1AB7-E0C5-5B06-DB2A-2062A8A16426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69870FCF-7500-A0CE-D8FB-1D7BF7B079DD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1438856F-1867-A07F-FB17-D8B551E75295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3BB0FFA8-F06B-F4F3-43F8-1591307D0CF4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DF6664D7-15AF-3870-B384-433C7FCA5DBB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24DB450B-8606-FC61-DBC8-23F4B5D0E2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5775A552-44BD-94BD-B369-19F6FB8D230D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E9FEAE6D-F1A2-539C-A868-AB0D562F322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D252B3B4-B434-9370-D8BF-B98FDAAC76FE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FC080FF2-4D48-E33D-D26B-D5E11C470201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86DCF2C-B27E-FE7E-D004-0974D9EF08D5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E6132F5-6B20-0E1D-BD1F-BB6F6D111F4A}"/>
                </a:ext>
              </a:extLst>
            </p:cNvPr>
            <p:cNvGrpSpPr/>
            <p:nvPr/>
          </p:nvGrpSpPr>
          <p:grpSpPr>
            <a:xfrm>
              <a:off x="9028349" y="4384159"/>
              <a:ext cx="2233926" cy="1010441"/>
              <a:chOff x="7648155" y="945795"/>
              <a:chExt cx="2804390" cy="1193252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A5DFE7C5-AA8D-7FD7-D713-25B34B8F2B2F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DFC7026D-E6EA-B4F3-E643-E3368CE23C1D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C7776518-9112-1D51-FD5A-F67FC25AC287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A1DE4C7E-4C9F-EB63-2669-D64725F2B6D1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FDD7A136-B334-7B00-B07E-9A8CFD8B733D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2C9FE4A1-E4E4-BB4C-CAB7-368353870B08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96EED35F-B2EE-0E37-034F-000BE34D71A2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C3714E67-87F0-4226-0D2C-E6F47CDC8449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7968D600-AA54-F002-7160-3E94A88ADE6A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ACA463E5-6C7C-F15C-90D3-41E2F3FA232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97492E62-E81B-5426-0B43-7D25BF932798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270DD6F5-E7CC-7C79-CABE-CB63AE0E3F99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6BB6D3B2-1ABA-194A-9061-D6AB34BA1305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3C6654F-E767-F00A-2A82-FCCD5A37D0AA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767CBD7A-EB36-951D-924B-5AC3BE6A34F4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78B01AF-AD2E-E9DD-6F95-519D51C499D9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2FAF11A-19B5-C77A-AEC1-A6296894BCBB}"/>
                  </a:ext>
                </a:extLst>
              </p:cNvPr>
              <p:cNvSpPr txBox="1"/>
              <p:nvPr/>
            </p:nvSpPr>
            <p:spPr>
              <a:xfrm>
                <a:off x="7648155" y="1798674"/>
                <a:ext cx="2804390" cy="3403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7371592-ED15-20F5-066F-1E9ADAAEDE42}"/>
              </a:ext>
            </a:extLst>
          </p:cNvPr>
          <p:cNvSpPr/>
          <p:nvPr/>
        </p:nvSpPr>
        <p:spPr>
          <a:xfrm>
            <a:off x="3135148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0B8F1329-5CD4-FE19-9882-7F772F194083}"/>
              </a:ext>
            </a:extLst>
          </p:cNvPr>
          <p:cNvSpPr/>
          <p:nvPr/>
        </p:nvSpPr>
        <p:spPr>
          <a:xfrm>
            <a:off x="4333841" y="452149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14EDDA-3EF3-91A6-89C6-62536BF32F9F}"/>
              </a:ext>
            </a:extLst>
          </p:cNvPr>
          <p:cNvSpPr txBox="1"/>
          <p:nvPr/>
        </p:nvSpPr>
        <p:spPr>
          <a:xfrm>
            <a:off x="4243564" y="4888441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6CA0BE36-9C15-CF8E-9F82-B2DFCA5C8561}"/>
              </a:ext>
            </a:extLst>
          </p:cNvPr>
          <p:cNvSpPr/>
          <p:nvPr/>
        </p:nvSpPr>
        <p:spPr>
          <a:xfrm>
            <a:off x="5126382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4945DB37-BC21-1802-665D-E72B5435D403}"/>
              </a:ext>
            </a:extLst>
          </p:cNvPr>
          <p:cNvSpPr/>
          <p:nvPr/>
        </p:nvSpPr>
        <p:spPr>
          <a:xfrm>
            <a:off x="5332869" y="4335178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04502B96-A6C2-BE9A-3E58-61B21922F344}"/>
              </a:ext>
            </a:extLst>
          </p:cNvPr>
          <p:cNvSpPr/>
          <p:nvPr/>
        </p:nvSpPr>
        <p:spPr>
          <a:xfrm>
            <a:off x="6578584" y="450427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6A767382-F10C-421A-D195-E3A3454A8056}"/>
              </a:ext>
            </a:extLst>
          </p:cNvPr>
          <p:cNvSpPr/>
          <p:nvPr/>
        </p:nvSpPr>
        <p:spPr>
          <a:xfrm>
            <a:off x="4671826" y="4150562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DF17A07E-7178-6ADC-655E-202932C438F0}"/>
              </a:ext>
            </a:extLst>
          </p:cNvPr>
          <p:cNvSpPr/>
          <p:nvPr/>
        </p:nvSpPr>
        <p:spPr>
          <a:xfrm>
            <a:off x="8284678" y="4298378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D86C364A-A108-4219-30F8-FE62941EAFC0}"/>
              </a:ext>
            </a:extLst>
          </p:cNvPr>
          <p:cNvSpPr/>
          <p:nvPr/>
        </p:nvSpPr>
        <p:spPr>
          <a:xfrm>
            <a:off x="9862079" y="4469523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E84B421E-45EF-4956-0E65-C2D08C1AF113}"/>
              </a:ext>
            </a:extLst>
          </p:cNvPr>
          <p:cNvSpPr/>
          <p:nvPr/>
        </p:nvSpPr>
        <p:spPr>
          <a:xfrm>
            <a:off x="8634672" y="5301689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CFDA937-59A5-EBF0-0FE7-50D37CE80C3A}"/>
              </a:ext>
            </a:extLst>
          </p:cNvPr>
          <p:cNvSpPr/>
          <p:nvPr/>
        </p:nvSpPr>
        <p:spPr>
          <a:xfrm>
            <a:off x="8235608" y="5768126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1FEF2709-9625-BB09-C61E-E492B8C2A674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787496" y="5185895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F9352B4-45FA-A5EF-178F-E62220425ED0}"/>
              </a:ext>
            </a:extLst>
          </p:cNvPr>
          <p:cNvSpPr txBox="1"/>
          <p:nvPr/>
        </p:nvSpPr>
        <p:spPr>
          <a:xfrm>
            <a:off x="4080851" y="3946182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EED746C9-014E-F55B-B05F-F10EDB143794}"/>
              </a:ext>
            </a:extLst>
          </p:cNvPr>
          <p:cNvSpPr/>
          <p:nvPr/>
        </p:nvSpPr>
        <p:spPr>
          <a:xfrm>
            <a:off x="1502373" y="3958439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84E57E-0109-2BA1-AF56-AA8D0791E49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5F85050-D0D2-620F-458F-EC6EAEDE67D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430BA8A6-0774-92F3-7C8D-5BF552F5D9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2398014-2312-E050-0723-A5660DC9968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C16C520-0ACD-28D7-A466-6F68A0BCC376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02AE20F6-4F4E-7C9A-A08F-3468B896AA7E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CFD961D1-EC85-DF83-F60F-EBC6F221ED9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0D946618-B715-13ED-E134-B4464DDCBCC3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F567FB3F-EBA1-C333-11A7-8BA4AC045310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90AF7202-16C0-B8E6-6811-9B20D1CEBE80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0B402A-FAA9-6C8A-F8E0-B1BD08EF5E67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2B6835B7-6E83-6C3D-ACC1-B5AD026D1A2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C16985A8-EB69-13E0-B568-F56042BE9DB8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166506A8-12EB-5E6E-78AD-E353E0CBF4A4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399D972F-F9B3-5A79-4301-DCEDED42524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5961474B-955F-5670-84F3-4E7BECCCD3F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AA375FD5-9333-A44A-42D3-4DB43BCE466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E1F8C6B-9EF6-E11F-3F64-E4B122FF55C3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3FFD674-8BAA-2BC2-2E85-0B7A0F39084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4045E5EF-125F-BA7B-5044-524607E419B0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B544665F-7BF5-4690-B912-6CB73F75D3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26186EE-BBDC-C398-19F4-DEEC225E75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321CDB03-3BD5-6B51-8905-B5B5B13FAB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5ABF6FFA-B184-1CC4-7B1B-006A638CCD8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A8B9DDE4-4A0D-60DE-FC78-B5A600DC6AEF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C242343-4DC1-7695-8B8F-FE721C30263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301DFC76-D0A8-8237-35F8-5734C8E514D2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8CA25D46-06F2-1BFA-36E4-068B3A443259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701B0AC2-1C57-647F-7BCC-85EDB72F984E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9C7BB99-BF37-F070-20A9-9C9AAAF7EBCB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1C4D335-823A-9953-87CB-98CB40C0DBA5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47F1682-93B3-F225-D167-657AC93E00EC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B97039AD-1275-4D7E-E8CB-A3122CA3E6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B762C9C2-3677-958C-EE00-6BF52A06231A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4A24EF31-BD9B-0F74-BE3D-19A218CCF3E7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FA68568-E005-67C6-EB4F-8E9E2C0F8218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C10F9103-FBF0-17DD-3AEB-35934E0F3DE4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9F75A673-B005-F69A-A61A-FAF771EAD154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215D67D7-C288-B2F0-12EE-4939072420D8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483E9AE-469A-3356-9CFC-254D898CE017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9956AECC-A0D3-D2D2-2EA2-504A716445DA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C0307EBD-863F-F69C-341E-B4807B811AC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51D43906-A785-65F1-F98C-C26B3D6142A7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B8F1E4-7A64-8175-28EE-76295C2CDF02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A0AE979D-CA90-1CD3-43B7-9C1D7BD5B4C1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15C02461-4568-FB64-271C-D8966C8A29F7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1536CA-81D7-2E9B-A318-23B4C2345896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83B7243-7E29-2274-0BBD-ABA5B11940F5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6A41CE5D-60EA-7A8F-F717-4B4051A5E290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810E8859-F5C9-3CF1-86C9-5D4A0D90B402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E949D77-E97A-1DDA-14C3-8524CFC66436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0F6D601-4A47-521C-E7F7-8D9EBB7C03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96DF3854-2C1E-1244-03B0-5E3257AC312A}"/>
              </a:ext>
            </a:extLst>
          </p:cNvPr>
          <p:cNvGraphicFramePr>
            <a:graphicFrameLocks noGrp="1"/>
          </p:cNvGraphicFramePr>
          <p:nvPr/>
        </p:nvGraphicFramePr>
        <p:xfrm>
          <a:off x="4176691" y="2778839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BAEF3805-9827-C8C8-C0E3-0B4924E3F1E2}"/>
              </a:ext>
            </a:extLst>
          </p:cNvPr>
          <p:cNvGraphicFramePr>
            <a:graphicFrameLocks noGrp="1"/>
          </p:cNvGraphicFramePr>
          <p:nvPr/>
        </p:nvGraphicFramePr>
        <p:xfrm>
          <a:off x="10825842" y="402613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39E975AC-ECF1-0BE5-5177-8E0642ECBDD7}"/>
              </a:ext>
            </a:extLst>
          </p:cNvPr>
          <p:cNvGrpSpPr/>
          <p:nvPr/>
        </p:nvGrpSpPr>
        <p:grpSpPr>
          <a:xfrm>
            <a:off x="11381468" y="4354664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B3C31A60-BC73-2188-21AA-B2017AECDEB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FB228530-912A-27F8-7EB0-555DCF1442A8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C2CB90E7-DDA4-5BF9-6DE3-76A9425CFC2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708903FB-4AFD-E375-38D4-E8712C17A1F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BF7E3827-DCC0-517E-2E6B-37F9B54CC13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CDBAF44B-EEEB-5787-15B3-4F0DF1F8E600}"/>
              </a:ext>
            </a:extLst>
          </p:cNvPr>
          <p:cNvGrpSpPr/>
          <p:nvPr/>
        </p:nvGrpSpPr>
        <p:grpSpPr>
          <a:xfrm>
            <a:off x="11381468" y="4854742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2363FF1D-B36A-E51C-D664-4022D787EA1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47C94700-DE47-7B59-E284-F7F6CBC6A1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C46867EC-B0BD-32BD-E370-25AFB808EFB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E1857EE9-5FB4-1ACB-7351-EAE7DFB1FA1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8367FA55-0610-CABF-EC28-C88A23261646}"/>
              </a:ext>
            </a:extLst>
          </p:cNvPr>
          <p:cNvSpPr txBox="1"/>
          <p:nvPr/>
        </p:nvSpPr>
        <p:spPr>
          <a:xfrm>
            <a:off x="10554497" y="5548068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1A9D5DB1-1425-C173-9BFC-1D7DCEE18BAA}"/>
              </a:ext>
            </a:extLst>
          </p:cNvPr>
          <p:cNvGrpSpPr/>
          <p:nvPr/>
        </p:nvGrpSpPr>
        <p:grpSpPr>
          <a:xfrm>
            <a:off x="4764501" y="3040120"/>
            <a:ext cx="441736" cy="295305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151F728-4650-5502-1D51-1BDBBFAFDA59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7DAEFD58-7F42-FF34-24AE-4D20A0D215C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6F552C9C-8D3C-5FB1-539C-1292554E879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951B9D16-FC9A-4856-77E3-D25952FBCC7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7A1C9907-487E-0CEC-24F7-8485C4BCBC4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5C8B27F-6AC0-66BF-744F-CA444600B1E6}"/>
              </a:ext>
            </a:extLst>
          </p:cNvPr>
          <p:cNvGrpSpPr/>
          <p:nvPr/>
        </p:nvGrpSpPr>
        <p:grpSpPr>
          <a:xfrm>
            <a:off x="4764501" y="3432969"/>
            <a:ext cx="441736" cy="177467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C882473E-DBC8-A9EA-1FFC-A730EB2C8ED0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43F4A2B9-1147-03C6-2186-B96DD9F1ED2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42162398-DD52-00F2-F71A-78D18396075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623719F0-CB02-7B37-1022-365EE61A5D3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378107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5D057-6E98-BD3B-F146-AE9D296C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D18B9B87-85C2-4FB1-4389-54AA0300AD9B}"/>
              </a:ext>
            </a:extLst>
          </p:cNvPr>
          <p:cNvSpPr/>
          <p:nvPr/>
        </p:nvSpPr>
        <p:spPr>
          <a:xfrm>
            <a:off x="758775" y="2885353"/>
            <a:ext cx="4805495" cy="225765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88F33089-39FC-32F7-60A7-E2A2DD655182}"/>
              </a:ext>
            </a:extLst>
          </p:cNvPr>
          <p:cNvGrpSpPr/>
          <p:nvPr/>
        </p:nvGrpSpPr>
        <p:grpSpPr>
          <a:xfrm>
            <a:off x="772321" y="2911488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A7214541-EB68-1EC4-9D53-797DDA93F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4520930-0DEF-1C66-4019-3882C697305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62038FD-5DE0-5105-0BC5-32262D3C2642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1896C76-B50E-5C90-69CC-757A3FF7C10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55D37FC0-C318-1099-CFC9-79A89E468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4CEBEFA-E320-AFA5-A506-F6D02D4202C4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550B767-F768-9628-07AA-76532201E75B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1C128F97-6497-AC22-AC18-22A9EB7B4044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55ECAD0B-5E66-0572-ABA8-BB8965FF58C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E7D3C689-19AE-7F89-3190-B1242F908F58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248C64B6-0136-8F19-82A1-83328280A804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DE8B35E9-E6DD-C64F-44CF-DA720B26638D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FBF6FE6F-6DE6-3778-C1C7-064F4DB8DFCD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0F05BAF8-4AE5-E037-AF9D-9D5455EBED3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53B2EDE1-76D9-25B0-5B36-3CE3E2F0CF05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9E24641C-2216-9AC5-AE07-6A0D833CC99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51043CB-02C4-64EE-1FD4-29860FC8A38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3BC2AA5E-13CA-1C6B-3D79-F9F01996ED81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95D59C4-DC3B-964A-A181-DA7771318CDE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4A2A84FA-6622-BA1C-117A-631DF16C14C8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7919FE4-F838-4A25-618F-2CBD8D39015C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00C2A7EE-62B0-02C1-B3DC-3FFA10F8D7F1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550A0043-54C5-EC0C-C9CA-ED954F7DE6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24901EF6-3004-68E9-0603-82ECAFC6B1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115EA161-595D-9621-9EFB-827CD44F09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D29F1423-685B-D6E8-46BA-E09D04A6A9CE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4AE9450B-6198-8CC3-5284-4BCB48F0CDE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B4F0C1E-8D78-46EF-37A8-5D1A199E3500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BBA24F1D-D545-009D-FD72-6744DE54F56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EEC6174-A582-EC25-AB4D-AAF123082DF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88CC3718-E58D-2859-F3CE-812646E53C0B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8906D97-CAAA-41E0-62A8-87CF78F2FCA6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8BC2CE4A-7A7C-912C-91F8-7A49ED58446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2FD3A7E-7E48-7D09-E1EE-4C3F70AEB836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00E27A2-D53E-2D87-1E98-7FC53F9986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05B8CD56-93F9-B55F-4FA6-F2DBA28BF7B3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422784E-F5B2-9349-BC72-D9A7FAFB1F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5E3A08DB-BB93-D920-4DFB-32F0A86FEC55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5B1F3230-18BD-7430-0473-550A656AAD41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A6C4CFCA-1814-4517-E140-3EDBA7C4494A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7D666D21-0227-BC25-FBC6-8D844E9864B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C0D04547-AD05-C2BB-AECA-001B0E250F5B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C52E787-7A77-1223-C9A6-F53EEF2E851B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B4621D2B-BE35-EEA2-5447-55F2DEE807F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D6634A9C-D2E7-D422-AAED-7761BF8B9F4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F7340E-173A-FF0F-F2DE-F0B7875A1FB5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2312D35A-1AEC-6F8F-C597-79F2323B5970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459C34A9-B9F8-8695-9005-F32DBA31310D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3728195-CE40-04AE-8743-72BCBB4008A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B7EDFFD-D3AE-4474-18FF-44498B4082C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CBF21A9-1371-8073-92AB-C4225C2EDB3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0783B79-1EDC-2BED-703D-2587E95C772E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DECA9560-AB39-4840-DB29-6A0F1DF48F37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C053213-9E2B-B82E-6484-08247C606C0B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79432C1-87B1-26B0-D648-4D63FE6F2020}"/>
              </a:ext>
            </a:extLst>
          </p:cNvPr>
          <p:cNvGraphicFramePr>
            <a:graphicFrameLocks noGrp="1"/>
          </p:cNvGraphicFramePr>
          <p:nvPr/>
        </p:nvGraphicFramePr>
        <p:xfrm>
          <a:off x="6212774" y="342618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2B749C9-E72E-4EF6-D5AB-A9DF0AC337EB}"/>
              </a:ext>
            </a:extLst>
          </p:cNvPr>
          <p:cNvGrpSpPr/>
          <p:nvPr/>
        </p:nvGrpSpPr>
        <p:grpSpPr>
          <a:xfrm>
            <a:off x="6768400" y="3754709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592D2A94-2E5E-33CE-0859-463E5115E72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27734275-551F-80D1-805D-C59842F003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696C21B6-1F6D-EC3D-7060-57B71D910C7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0F10D99-FA4D-365F-1F93-0928C9133504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D1E57C30-DA97-F76F-1A44-504256A20A6F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52162E88-EA58-96EA-30C3-E5885491828F}"/>
              </a:ext>
            </a:extLst>
          </p:cNvPr>
          <p:cNvGrpSpPr/>
          <p:nvPr/>
        </p:nvGrpSpPr>
        <p:grpSpPr>
          <a:xfrm>
            <a:off x="6768400" y="4254787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32F4A7B5-E87E-E63D-EB3B-F1FA5A91641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00D2085D-384D-D368-3434-A237BEA781D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15790A80-E03A-BEB4-A1D6-BE870DE4C33B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444AC586-6846-3941-5BB8-8FD03B07151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2EEAD974-5A69-2A5E-45A2-F551ECC417C0}"/>
              </a:ext>
            </a:extLst>
          </p:cNvPr>
          <p:cNvSpPr txBox="1"/>
          <p:nvPr/>
        </p:nvSpPr>
        <p:spPr>
          <a:xfrm>
            <a:off x="5941429" y="4948113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312499D-5182-5AF7-5A69-FBF407C5D0FC}"/>
              </a:ext>
            </a:extLst>
          </p:cNvPr>
          <p:cNvSpPr/>
          <p:nvPr/>
        </p:nvSpPr>
        <p:spPr>
          <a:xfrm>
            <a:off x="8190467" y="3627671"/>
            <a:ext cx="1119662" cy="1044210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77A673-CFE0-1DA8-BB59-0D5D8B6A5C22}"/>
              </a:ext>
            </a:extLst>
          </p:cNvPr>
          <p:cNvGrpSpPr/>
          <p:nvPr/>
        </p:nvGrpSpPr>
        <p:grpSpPr>
          <a:xfrm>
            <a:off x="9969398" y="3304299"/>
            <a:ext cx="1694578" cy="1828684"/>
            <a:chOff x="9546077" y="3179194"/>
            <a:chExt cx="2381250" cy="2469129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0F722756-8DE3-78F5-DBBF-0C9F188811A0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AB6F44B0-299A-D905-A137-C9434C7A4314}"/>
                </a:ext>
              </a:extLst>
            </p:cNvPr>
            <p:cNvSpPr/>
            <p:nvPr/>
          </p:nvSpPr>
          <p:spPr>
            <a:xfrm>
              <a:off x="9575807" y="3179194"/>
              <a:ext cx="1537277" cy="30797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63F75FA6-C284-ED87-6B8D-B6D1846F9804}"/>
                </a:ext>
              </a:extLst>
            </p:cNvPr>
            <p:cNvSpPr txBox="1"/>
            <p:nvPr/>
          </p:nvSpPr>
          <p:spPr>
            <a:xfrm>
              <a:off x="9546077" y="3560101"/>
              <a:ext cx="1962432" cy="20882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endParaRPr lang="en-US" altLang="ko-KR" sz="1050" dirty="0"/>
            </a:p>
            <a:p>
              <a:endParaRPr lang="ko-KR" altLang="en-US" sz="1050" dirty="0"/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58D2C430-9660-289D-E723-1A9BF6111FDC}"/>
              </a:ext>
            </a:extLst>
          </p:cNvPr>
          <p:cNvGrpSpPr/>
          <p:nvPr/>
        </p:nvGrpSpPr>
        <p:grpSpPr>
          <a:xfrm>
            <a:off x="561533" y="5389463"/>
            <a:ext cx="1529700" cy="1219719"/>
            <a:chOff x="7670009" y="1193508"/>
            <a:chExt cx="1558708" cy="1156227"/>
          </a:xfrm>
        </p:grpSpPr>
        <p:pic>
          <p:nvPicPr>
            <p:cNvPr id="138" name="그래픽 137" descr="데이터베이스 단색으로 채워진">
              <a:extLst>
                <a:ext uri="{FF2B5EF4-FFF2-40B4-BE49-F238E27FC236}">
                  <a16:creationId xmlns:a16="http://schemas.microsoft.com/office/drawing/2014/main" id="{9ED135F8-0942-17FD-400D-F049F4E86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9451B72A-69A9-EF76-BBA3-6C8D857EBE9A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379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6EF7C197-A2A0-3902-0FAF-5936FACBAA48}"/>
              </a:ext>
            </a:extLst>
          </p:cNvPr>
          <p:cNvSpPr/>
          <p:nvPr/>
        </p:nvSpPr>
        <p:spPr>
          <a:xfrm>
            <a:off x="830340" y="352464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3C24A3EA-4F47-38FA-8F1E-BA275DE93E5E}"/>
              </a:ext>
            </a:extLst>
          </p:cNvPr>
          <p:cNvSpPr/>
          <p:nvPr/>
        </p:nvSpPr>
        <p:spPr>
          <a:xfrm>
            <a:off x="2079447" y="352360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예측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799FA0D0-9435-5DC7-6E3B-5273BDA39EA9}"/>
              </a:ext>
            </a:extLst>
          </p:cNvPr>
          <p:cNvSpPr/>
          <p:nvPr/>
        </p:nvSpPr>
        <p:spPr>
          <a:xfrm>
            <a:off x="3756376" y="3518747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4" name="화살표: 위쪽 143">
            <a:extLst>
              <a:ext uri="{FF2B5EF4-FFF2-40B4-BE49-F238E27FC236}">
                <a16:creationId xmlns:a16="http://schemas.microsoft.com/office/drawing/2014/main" id="{9847BB6F-31CD-9880-FE02-14730B6BC9D8}"/>
              </a:ext>
            </a:extLst>
          </p:cNvPr>
          <p:cNvSpPr/>
          <p:nvPr/>
        </p:nvSpPr>
        <p:spPr>
          <a:xfrm>
            <a:off x="965493" y="4671881"/>
            <a:ext cx="752053" cy="615309"/>
          </a:xfrm>
          <a:prstGeom prst="upArrow">
            <a:avLst>
              <a:gd name="adj1" fmla="val 79357"/>
              <a:gd name="adj2" fmla="val 38804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326CDDEF-216C-6E74-9CF5-CEA1F72F2354}"/>
              </a:ext>
            </a:extLst>
          </p:cNvPr>
          <p:cNvSpPr/>
          <p:nvPr/>
        </p:nvSpPr>
        <p:spPr>
          <a:xfrm>
            <a:off x="5694172" y="3803404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화살표: 아래쪽 146">
            <a:extLst>
              <a:ext uri="{FF2B5EF4-FFF2-40B4-BE49-F238E27FC236}">
                <a16:creationId xmlns:a16="http://schemas.microsoft.com/office/drawing/2014/main" id="{FCD425F6-513C-9C22-3455-7627EBE2D48B}"/>
              </a:ext>
            </a:extLst>
          </p:cNvPr>
          <p:cNvSpPr/>
          <p:nvPr/>
        </p:nvSpPr>
        <p:spPr>
          <a:xfrm>
            <a:off x="1265807" y="2511974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화살표: 아래쪽 165">
            <a:extLst>
              <a:ext uri="{FF2B5EF4-FFF2-40B4-BE49-F238E27FC236}">
                <a16:creationId xmlns:a16="http://schemas.microsoft.com/office/drawing/2014/main" id="{78AD9533-E213-DAA3-2E08-792E1D99D6E4}"/>
              </a:ext>
            </a:extLst>
          </p:cNvPr>
          <p:cNvSpPr/>
          <p:nvPr/>
        </p:nvSpPr>
        <p:spPr>
          <a:xfrm>
            <a:off x="3161523" y="2515792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F53E512E-7BCA-1256-A310-A46FFCB454A0}"/>
              </a:ext>
            </a:extLst>
          </p:cNvPr>
          <p:cNvSpPr/>
          <p:nvPr/>
        </p:nvSpPr>
        <p:spPr>
          <a:xfrm>
            <a:off x="768458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66BF4715-FBAB-52B2-9A1E-E45C9D407F22}"/>
              </a:ext>
            </a:extLst>
          </p:cNvPr>
          <p:cNvSpPr/>
          <p:nvPr/>
        </p:nvSpPr>
        <p:spPr>
          <a:xfrm>
            <a:off x="946716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558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462358E-BCF0-77AD-5EEF-85F52D2DBEA4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566675B-8650-6714-F652-A8617059F3E0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E7DF306F-8A45-CA4E-BFFB-E2B8CFE3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53C734-6AC6-23EF-0A47-6C14A07A48B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7A6933-6550-2082-2DA8-BCBBFB699582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8FC1ACF-B7BC-806C-CB56-096C22253B3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BC5624B1-A5B0-E092-522E-EAA5EA811A6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C85BA2-E423-EC0F-8E1D-B7459F243CC3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DE13639A-6FB1-C64C-BB00-527DF0FF3BE3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41D2AA44-7C2A-411F-9C24-3E32592728A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61A8D46A-EA52-4B79-FC51-B9C256361F75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38C486E-CD1A-7D8E-276C-C9FCBF20043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28E8F6D-F09B-4620-CABA-7ADEA380C74C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EA8657B9-BA1C-77D1-5430-0FD826BFA90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3A39CA5C-86A2-A629-4B53-3F336E66CB7E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58909528-1522-68BB-5C68-5DEAA6F1358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0DBE0C06-1F62-D9F4-FEAC-48107702F33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F0E14992-E366-C79F-69BC-A0401FA99EE0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B10AA52-D30B-509D-7A98-67B77584EB1F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EAA2F810-039E-3331-0C74-E6799EB60B5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487D3E8B-4B19-1287-2755-F24CA9BB3D37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42D9EF54-B712-A2CE-ED8A-465BF9AD5CB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81A491D-D3D9-3700-DBE9-2E80F73A282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4CDD8E-5F68-3AF5-6D53-93EA9DE6B27D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8125CC-F3EF-57B1-93C7-027E0D1C477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9C9A51-967F-8346-A981-5871A81A36F8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832D5B2-40DF-C474-FB77-2FD0C9C47135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F859336-3C90-C2C2-B7B6-FE04DF7C2C9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618D676-CCC3-6E25-BFE5-255A34137CB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8849202-ED4A-D3BD-92FB-3BA85EF50A4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81D16A1-D70E-AD1C-C1E8-39CD2833C7B4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E281A8BB-0C75-9B8D-1239-A7546EA6D004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7500A26-06AF-1EC7-B228-26789D05A9E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8E087AA-C01E-2AB2-9942-AD76003B2E17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78645A55-23F7-E952-D788-0069EEE704BE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18C4D49C-5574-A70E-1E32-3AFE3E8265ED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26BB0CC-B566-A1B3-BC20-3C127C7CE86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1B99F08-F579-7528-F775-7F49AB0E1DF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4EBCD913-C5CF-606D-4E95-8E90E0731BBE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A78D0E5E-1791-BFBA-B388-E2E49BF6D84D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6101DA37-5F52-2304-DF67-168CDD176D9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9F58B3C-37EB-1290-A519-1D3D3F9476ED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58C58766-7977-9545-6097-ADE9AD2CD746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2AB61622-13A0-FB2A-507E-CD9E7A22CE82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416921A-3081-9316-CA43-6C083C623BFE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3AED381-9D7E-3859-19FD-D81E9FB8331D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B7C7D52C-AD61-D957-FB35-0C26BCDB039C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0AF155C8-0277-7E72-0DCE-CAE92D554044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2D19E5C4-2019-8A27-8A3B-6988C30358DC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56D941A-749A-9E87-5D68-32A5A9EB3BE8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770FBFF5-8EA6-595A-BD96-B8F9D6B2C2B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335CE95-5134-3C02-5A62-65E79135BB02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C397E4C-E932-8835-826D-7F6C0F1FED04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DD85EE1-E225-104B-89BF-ACDEB51351EF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95B44685-BBF1-571F-4184-E46287545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994DFC0-F580-EBE9-F6CD-B2FF3C788C6B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81D04CBC-E0E2-573E-9025-205FA123BA03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4CA1E51E-FC9C-4B44-571A-77FE52C97896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C4626E9-B23D-D3B0-33A5-9DF16E5E1117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E32BBF4-B369-B6A7-2B7B-D93D4FB3A04A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44163AB-9E53-A92A-7B97-78BAE5BD2F3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5663A010-994A-C296-E77B-B8B02D6A416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28D766B-9AA2-F113-ED8E-B42A5F2484A8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07409FF-9FC7-4E5F-962E-FBC8FBA9A57C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821662B-4697-CB59-82EA-3FEE001CF9E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138907B3-45E9-5ADB-1E5F-3AF4B8115357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A248F652-B2F8-AAA1-E048-252A1F96100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3B62B1D9-B0A4-5362-0BFB-F14F68EC00F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A1510D6A-B01F-3777-5CC0-C807EE36CFFB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6F0591A5-EC88-6F10-193A-DBC4445A61C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D699CBA-EB0E-C409-206E-92F06862918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90A17047-CE0A-81E4-2913-46E47703BF2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9149D8A2-3C38-31F7-A71B-7DC19B63C910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8CE8E3D0-0199-5FC6-372C-DC589053EDC4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229CD1D2-1EE6-B4B3-1E20-96BE9DEA80C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C34B8FD-4CD2-A226-FB79-E98ED0EA5ADB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5856BDB6-D172-FB0A-24C5-C0FACA9E70F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3C2DF8F0-5F15-4286-F01A-8D009FCC84DE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33ECF03B-D8FA-AE28-2406-C754687E57AA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B3E5623-7832-06C8-168C-1EE8825BE903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2B10F44-BAD7-9539-3D2A-553DB4329677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DA78283-A27C-EFD0-200C-9F8560ECD2B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1067AAB2-0C16-5B15-6B5D-D6F5FC6C6ADC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14ED5254-4E65-E6B5-16C9-26F46A42C67C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5DB3262A-0DA8-E6BF-64A3-BE2580C79B4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92688E32-CC24-0763-6E03-C1B6278FEB6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36DAFAA-664C-680C-4B0D-40B95DB69239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1E5B3A0-1300-23F4-EAAC-C9BBA56ABED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9454F68D-A338-4005-22C2-66A26250F13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7921CB42-0EC6-2A40-2BDF-44484A999145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6BB4E44D-0560-3C1A-ED30-5D77EE353E1E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185AACFA-6289-5F22-BBA8-42C8F17891FA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5CE25B3-80B3-45A0-9892-26455566F2EE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E2F3574F-5BB0-CB63-0CFC-9D0CCBD69ECD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4392107E-9C88-5805-E5C7-BC07769D236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78BC0693-9E1C-4E26-7C7C-95197A924E79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252F1F5A-71F8-BFE5-A05E-16293A32391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78DF958-BFDB-498D-3724-32856A642CD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A28268D4-A342-9801-7910-649D9F2AB915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BECC21D-89FC-123E-5C8B-DFF3832A5CAD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0692582-B2F6-AA53-E7A7-9A3CE0E6D43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362AAB3C-4C9D-E967-7C0B-07146155F76C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654E913D-813F-8DDC-41E0-7B7E75887788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FBF8DA40-B77F-9EF6-DF6E-A8DEC7A64B3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DE28EAAD-BC1E-8BDF-6FB8-F91C18ABBD4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A19A5816-A46F-FD1D-3E6D-7A89456FAA5C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4465D0CD-EE11-47D3-4997-4E9AC8AF7378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BE1B4199-DECC-7713-7551-4A80E30A0CC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72314A76-D59B-F4EA-907E-5C82875C349D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FBB44D6C-5E55-0536-C1F0-AD63B08C95A2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DCC0E-9550-CC93-8A1B-48339DBAC91B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15728898-2E79-8F0B-ABBA-DE5295F54155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CAC275B-E838-F5B7-2A39-0E43CCE7EB56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496FE9-3ECA-C0C6-A362-1736522DDEC9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0B2A0AE0-613F-5F09-07BD-34EE016A7AF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7235CD0-5C68-4F52-7FDE-7D43E626F6F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805D5186-BBB8-D1D8-231D-BBA6C391C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CED64668-E982-DEF8-BA97-80E5199BD76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1E168B21-8352-CF7C-DBCB-B8EF6EC0557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7758C4D-669D-DA72-DCEB-AFD0F5897E56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8CBA2E9-EACC-ED3A-0849-BAB427509FA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18D63D7-4AD7-F526-8DB7-8A182BC4C5A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A7E6604-5EAB-1C53-84BA-5869A90EF878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0B54486A-58DA-64E0-BD7F-A4DA11ED6E0B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F09F086E-1B10-CF42-7F90-F9E426B1B31E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C7CF019-9899-6C82-714D-7BBE51BF4421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5D540C68-14F3-DC3E-43E6-77B985650D4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0DF85BE7-5899-2498-29F5-605B1E8F877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4BB05D11-4654-FF65-31F1-1BF25DDF905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5F0698C4-32A1-FC34-9FFC-ED0507297B8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B8639157-BFD2-70A4-248A-EC814B649EE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30962481-D77D-48BB-8660-D88992ECD52E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2CA30760-7B23-8182-9077-BA59B4534D5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B33E1F6-A9BC-8402-625C-F38FB2D8790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12DDCFD-8B8F-2502-1F02-CFB990C367A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856E8D7-CF5F-FC80-AA4A-8E434C18359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A7B8668-E56F-4F7A-FBE4-3E1BF1C459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456999C-6917-6F2B-8D36-46DA04B421F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7938AEE-D07A-D156-FBE2-0E4718C71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104603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300A033E-105F-C5C0-B4DC-32F662FC6A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BCAD56B-C24E-94DF-AB63-2AB8D4329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9406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907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0F0B-AD36-11F9-1E35-4FCD139D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3CC806-B60C-6397-7758-0E6122E88C01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3CD5A40-4498-A621-7EE4-B49A50910E6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F70C93F-DCA3-DDF7-8EF1-750B5219A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4EAC81-3CA3-E2ED-AB02-8BE787E984E8}"/>
              </a:ext>
            </a:extLst>
          </p:cNvPr>
          <p:cNvSpPr txBox="1"/>
          <p:nvPr/>
        </p:nvSpPr>
        <p:spPr>
          <a:xfrm>
            <a:off x="350982" y="716826"/>
            <a:ext cx="11304954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AssemblyType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sz="1800" dirty="0">
              <a:latin typeface="+mj-ea"/>
              <a:ea typeface="+mj-ea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CC29875C-952F-6BC2-5148-9652EE9BD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099" y="2610751"/>
            <a:ext cx="4101687" cy="3184584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BF80FC9-A556-1E65-611A-9BA7892E4A98}"/>
              </a:ext>
            </a:extLst>
          </p:cNvPr>
          <p:cNvSpPr/>
          <p:nvPr/>
        </p:nvSpPr>
        <p:spPr>
          <a:xfrm>
            <a:off x="3950099" y="3759200"/>
            <a:ext cx="4101687" cy="36575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29E57334-2F0C-605B-260F-96F0A79355AE}"/>
              </a:ext>
            </a:extLst>
          </p:cNvPr>
          <p:cNvSpPr/>
          <p:nvPr/>
        </p:nvSpPr>
        <p:spPr>
          <a:xfrm>
            <a:off x="786161" y="4505121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B2F22A-4DCE-31B0-8487-4F45C0FE86A8}"/>
              </a:ext>
            </a:extLst>
          </p:cNvPr>
          <p:cNvCxnSpPr>
            <a:cxnSpLocks/>
            <a:stCxn id="72" idx="2"/>
            <a:endCxn id="60" idx="5"/>
          </p:cNvCxnSpPr>
          <p:nvPr/>
        </p:nvCxnSpPr>
        <p:spPr>
          <a:xfrm flipH="1" flipV="1">
            <a:off x="1383390" y="5057005"/>
            <a:ext cx="421554" cy="168445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타원 61">
            <a:extLst>
              <a:ext uri="{FF2B5EF4-FFF2-40B4-BE49-F238E27FC236}">
                <a16:creationId xmlns:a16="http://schemas.microsoft.com/office/drawing/2014/main" id="{94E5FEE2-34D6-7509-E6D0-9AE9B436AC1B}"/>
              </a:ext>
            </a:extLst>
          </p:cNvPr>
          <p:cNvSpPr/>
          <p:nvPr/>
        </p:nvSpPr>
        <p:spPr>
          <a:xfrm>
            <a:off x="674947" y="2837321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프론트 도어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7802535-6F28-72E6-48EF-9D9BC99E2913}"/>
              </a:ext>
            </a:extLst>
          </p:cNvPr>
          <p:cNvCxnSpPr>
            <a:cxnSpLocks/>
            <a:stCxn id="66" idx="1"/>
            <a:endCxn id="62" idx="6"/>
          </p:cNvCxnSpPr>
          <p:nvPr/>
        </p:nvCxnSpPr>
        <p:spPr>
          <a:xfrm flipH="1" flipV="1">
            <a:off x="1597072" y="3156507"/>
            <a:ext cx="305735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9FCE3D6-6E92-89DC-B57A-BA548AF45219}"/>
              </a:ext>
            </a:extLst>
          </p:cNvPr>
          <p:cNvSpPr/>
          <p:nvPr/>
        </p:nvSpPr>
        <p:spPr>
          <a:xfrm>
            <a:off x="1902807" y="3009971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F 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5B4D5E7-D2CF-F5E7-E222-16D88FB1F551}"/>
              </a:ext>
            </a:extLst>
          </p:cNvPr>
          <p:cNvSpPr/>
          <p:nvPr/>
        </p:nvSpPr>
        <p:spPr>
          <a:xfrm>
            <a:off x="1902807" y="4234552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M </a:t>
            </a:r>
            <a:endParaRPr lang="ko-KR" altLang="en-US" sz="1200" dirty="0"/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BACD0732-FBBD-F2F6-2A31-41309A1F0F6B}"/>
              </a:ext>
            </a:extLst>
          </p:cNvPr>
          <p:cNvCxnSpPr>
            <a:cxnSpLocks/>
            <a:stCxn id="69" idx="1"/>
            <a:endCxn id="60" idx="7"/>
          </p:cNvCxnSpPr>
          <p:nvPr/>
        </p:nvCxnSpPr>
        <p:spPr>
          <a:xfrm flipH="1">
            <a:off x="1383390" y="4381089"/>
            <a:ext cx="519417" cy="21872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타원 71">
            <a:extLst>
              <a:ext uri="{FF2B5EF4-FFF2-40B4-BE49-F238E27FC236}">
                <a16:creationId xmlns:a16="http://schemas.microsoft.com/office/drawing/2014/main" id="{147410F7-BD92-EECB-A188-3BCD3FD95A51}"/>
              </a:ext>
            </a:extLst>
          </p:cNvPr>
          <p:cNvSpPr/>
          <p:nvPr/>
        </p:nvSpPr>
        <p:spPr>
          <a:xfrm>
            <a:off x="1804944" y="5015491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73FEAB6-F60D-35C1-C936-C6C860CB1DB0}"/>
              </a:ext>
            </a:extLst>
          </p:cNvPr>
          <p:cNvGrpSpPr/>
          <p:nvPr/>
        </p:nvGrpSpPr>
        <p:grpSpPr>
          <a:xfrm>
            <a:off x="9281833" y="4961807"/>
            <a:ext cx="2316434" cy="564681"/>
            <a:chOff x="9372421" y="4276007"/>
            <a:chExt cx="2316434" cy="564681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7DAD3165-7A3F-9695-7A89-6E79C125E0BA}"/>
                </a:ext>
              </a:extLst>
            </p:cNvPr>
            <p:cNvSpPr/>
            <p:nvPr/>
          </p:nvSpPr>
          <p:spPr>
            <a:xfrm>
              <a:off x="10989158" y="4276007"/>
              <a:ext cx="699697" cy="56468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바디</a:t>
              </a:r>
            </a:p>
          </p:txBody>
        </p: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EA81E7A-12C4-184B-B063-95CBAAE90A4B}"/>
                </a:ext>
              </a:extLst>
            </p:cNvPr>
            <p:cNvCxnSpPr>
              <a:cxnSpLocks/>
              <a:stCxn id="73" idx="6"/>
              <a:endCxn id="64" idx="2"/>
            </p:cNvCxnSpPr>
            <p:nvPr/>
          </p:nvCxnSpPr>
          <p:spPr>
            <a:xfrm>
              <a:off x="10785751" y="4558347"/>
              <a:ext cx="20340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947A6066-8FC1-32A6-350B-8ACDE77B83B4}"/>
                </a:ext>
              </a:extLst>
            </p:cNvPr>
            <p:cNvSpPr/>
            <p:nvPr/>
          </p:nvSpPr>
          <p:spPr>
            <a:xfrm>
              <a:off x="9372421" y="4348388"/>
              <a:ext cx="1413330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F</a:t>
              </a:r>
              <a:endParaRPr lang="ko-KR" altLang="en-US" sz="12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DDD5C30-A62B-93AC-A563-71EBD9D61C83}"/>
              </a:ext>
            </a:extLst>
          </p:cNvPr>
          <p:cNvGrpSpPr/>
          <p:nvPr/>
        </p:nvGrpSpPr>
        <p:grpSpPr>
          <a:xfrm>
            <a:off x="9295583" y="2925758"/>
            <a:ext cx="2360353" cy="564681"/>
            <a:chOff x="9386171" y="2239958"/>
            <a:chExt cx="2360353" cy="564681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3D388BF-4F49-C0BB-8BA9-16B57138C3DF}"/>
                </a:ext>
              </a:extLst>
            </p:cNvPr>
            <p:cNvSpPr/>
            <p:nvPr/>
          </p:nvSpPr>
          <p:spPr>
            <a:xfrm>
              <a:off x="10931489" y="223995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1</a:t>
              </a:r>
              <a:endParaRPr lang="ko-KR" altLang="en-US" sz="1200" dirty="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85C1A4E0-BE31-FC35-7251-37168122034B}"/>
                </a:ext>
              </a:extLst>
            </p:cNvPr>
            <p:cNvSpPr/>
            <p:nvPr/>
          </p:nvSpPr>
          <p:spPr>
            <a:xfrm>
              <a:off x="9386171" y="231234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B : M</a:t>
              </a:r>
              <a:endParaRPr lang="ko-KR" altLang="en-US" sz="1200" dirty="0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B934A762-AFB2-B4F1-3AF1-C3F60B0445C4}"/>
                </a:ext>
              </a:extLst>
            </p:cNvPr>
            <p:cNvCxnSpPr>
              <a:cxnSpLocks/>
              <a:stCxn id="75" idx="6"/>
              <a:endCxn id="74" idx="2"/>
            </p:cNvCxnSpPr>
            <p:nvPr/>
          </p:nvCxnSpPr>
          <p:spPr>
            <a:xfrm flipV="1">
              <a:off x="10772002" y="252229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94D18D6-7A61-0AEE-5B2E-4EA57AFEFD9F}"/>
              </a:ext>
            </a:extLst>
          </p:cNvPr>
          <p:cNvSpPr/>
          <p:nvPr/>
        </p:nvSpPr>
        <p:spPr>
          <a:xfrm>
            <a:off x="3950098" y="4260850"/>
            <a:ext cx="4101687" cy="51040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FC40398-470E-4835-C676-3D6E073F0B81}"/>
              </a:ext>
            </a:extLst>
          </p:cNvPr>
          <p:cNvSpPr/>
          <p:nvPr/>
        </p:nvSpPr>
        <p:spPr>
          <a:xfrm>
            <a:off x="3950098" y="3106707"/>
            <a:ext cx="4101687" cy="171450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76DB08C-B759-0E6B-0550-6E61DDF35CCC}"/>
              </a:ext>
            </a:extLst>
          </p:cNvPr>
          <p:cNvGrpSpPr/>
          <p:nvPr/>
        </p:nvGrpSpPr>
        <p:grpSpPr>
          <a:xfrm>
            <a:off x="9295583" y="3943783"/>
            <a:ext cx="2360353" cy="564681"/>
            <a:chOff x="9386171" y="3156818"/>
            <a:chExt cx="2360353" cy="564681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E536AFBD-DAD3-A5A3-33B9-196929F66FE0}"/>
                </a:ext>
              </a:extLst>
            </p:cNvPr>
            <p:cNvSpPr/>
            <p:nvPr/>
          </p:nvSpPr>
          <p:spPr>
            <a:xfrm>
              <a:off x="10931489" y="315681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2</a:t>
              </a:r>
              <a:endParaRPr lang="ko-KR" altLang="en-US" sz="1200" dirty="0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C85D6-B182-4B44-FA96-8E22E61FFC7C}"/>
                </a:ext>
              </a:extLst>
            </p:cNvPr>
            <p:cNvSpPr/>
            <p:nvPr/>
          </p:nvSpPr>
          <p:spPr>
            <a:xfrm>
              <a:off x="9386171" y="322920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M</a:t>
              </a:r>
              <a:endParaRPr lang="ko-KR" altLang="en-US" sz="12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458419D8-D593-458A-8AA7-E18A6C286344}"/>
                </a:ext>
              </a:extLst>
            </p:cNvPr>
            <p:cNvCxnSpPr>
              <a:cxnSpLocks/>
              <a:stCxn id="98" idx="6"/>
              <a:endCxn id="97" idx="2"/>
            </p:cNvCxnSpPr>
            <p:nvPr/>
          </p:nvCxnSpPr>
          <p:spPr>
            <a:xfrm flipV="1">
              <a:off x="10772002" y="343915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DA4D4606-D0EB-E710-E9B3-75DD8F66906C}"/>
              </a:ext>
            </a:extLst>
          </p:cNvPr>
          <p:cNvCxnSpPr>
            <a:stCxn id="66" idx="3"/>
            <a:endCxn id="58" idx="1"/>
          </p:cNvCxnSpPr>
          <p:nvPr/>
        </p:nvCxnSpPr>
        <p:spPr>
          <a:xfrm>
            <a:off x="2993624" y="3156508"/>
            <a:ext cx="956475" cy="7855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326FC150-013C-00C8-A129-CCE40FACAD9A}"/>
              </a:ext>
            </a:extLst>
          </p:cNvPr>
          <p:cNvCxnSpPr>
            <a:cxnSpLocks/>
            <a:stCxn id="69" idx="3"/>
            <a:endCxn id="58" idx="1"/>
          </p:cNvCxnSpPr>
          <p:nvPr/>
        </p:nvCxnSpPr>
        <p:spPr>
          <a:xfrm flipV="1">
            <a:off x="2993624" y="3942080"/>
            <a:ext cx="956475" cy="4390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DD060E09-F440-58F0-BD32-F5AC6FB40A17}"/>
              </a:ext>
            </a:extLst>
          </p:cNvPr>
          <p:cNvCxnSpPr>
            <a:cxnSpLocks/>
            <a:stCxn id="72" idx="6"/>
            <a:endCxn id="95" idx="1"/>
          </p:cNvCxnSpPr>
          <p:nvPr/>
        </p:nvCxnSpPr>
        <p:spPr>
          <a:xfrm flipV="1">
            <a:off x="3091487" y="4516055"/>
            <a:ext cx="858611" cy="709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C67A3ED-BDD6-4200-BB78-49CD564B1805}"/>
              </a:ext>
            </a:extLst>
          </p:cNvPr>
          <p:cNvCxnSpPr>
            <a:cxnSpLocks/>
            <a:stCxn id="73" idx="2"/>
            <a:endCxn id="95" idx="3"/>
          </p:cNvCxnSpPr>
          <p:nvPr/>
        </p:nvCxnSpPr>
        <p:spPr>
          <a:xfrm flipH="1" flipV="1">
            <a:off x="8051785" y="4516055"/>
            <a:ext cx="1230048" cy="72809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89214523-B748-6604-BC84-B6F2B4B58B32}"/>
              </a:ext>
            </a:extLst>
          </p:cNvPr>
          <p:cNvCxnSpPr>
            <a:cxnSpLocks/>
            <a:stCxn id="98" idx="2"/>
            <a:endCxn id="95" idx="3"/>
          </p:cNvCxnSpPr>
          <p:nvPr/>
        </p:nvCxnSpPr>
        <p:spPr>
          <a:xfrm flipH="1">
            <a:off x="8051785" y="4226125"/>
            <a:ext cx="1243798" cy="28993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1F4EAA09-28F6-ACF8-5BB0-8875864992E3}"/>
              </a:ext>
            </a:extLst>
          </p:cNvPr>
          <p:cNvCxnSpPr>
            <a:cxnSpLocks/>
            <a:stCxn id="75" idx="2"/>
            <a:endCxn id="96" idx="3"/>
          </p:cNvCxnSpPr>
          <p:nvPr/>
        </p:nvCxnSpPr>
        <p:spPr>
          <a:xfrm flipH="1" flipV="1">
            <a:off x="8051785" y="3192432"/>
            <a:ext cx="1243798" cy="156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047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00E0-2D9E-B78B-5BF8-9B53DC1C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4C823-C5B4-3E62-1F35-1F97B3783FF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F9BC0BC-773E-7F3C-F34B-A3E6826F111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466D95D-D80A-2F70-2520-07F41B4CA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61847E-4F45-A45E-E521-A06D1E849923}"/>
              </a:ext>
            </a:extLst>
          </p:cNvPr>
          <p:cNvSpPr txBox="1"/>
          <p:nvPr/>
        </p:nvSpPr>
        <p:spPr>
          <a:xfrm>
            <a:off x="350982" y="716826"/>
            <a:ext cx="11395542" cy="882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Item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	Item </a:t>
            </a:r>
            <a:r>
              <a:rPr lang="ko-KR" altLang="en-US" sz="1400" dirty="0">
                <a:latin typeface="+mj-ea"/>
                <a:ea typeface="+mj-ea"/>
              </a:rPr>
              <a:t>객체로 부품을 표현함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  <a:r>
              <a:rPr lang="ko-KR" altLang="en-US" sz="1400" dirty="0">
                <a:latin typeface="+mj-ea"/>
                <a:ea typeface="+mj-ea"/>
              </a:rPr>
              <a:t> 부품의 이름을 넣어주고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add_type</a:t>
            </a:r>
            <a:r>
              <a:rPr lang="en-US" altLang="ko-KR" sz="1400" dirty="0">
                <a:latin typeface="+mj-ea"/>
                <a:ea typeface="+mj-ea"/>
              </a:rPr>
              <a:t>() </a:t>
            </a:r>
            <a:r>
              <a:rPr lang="ko-KR" altLang="en-US" sz="1400" dirty="0">
                <a:latin typeface="+mj-ea"/>
                <a:ea typeface="+mj-ea"/>
              </a:rPr>
              <a:t>함수로 </a:t>
            </a:r>
            <a:r>
              <a:rPr lang="en-US" altLang="ko-KR" sz="1400" dirty="0"/>
              <a:t>Type(</a:t>
            </a:r>
            <a:r>
              <a:rPr lang="ko-KR" altLang="en-US" sz="1400" dirty="0" err="1"/>
              <a:t>조립부</a:t>
            </a:r>
            <a:r>
              <a:rPr lang="en-US" altLang="ko-KR" sz="1400" dirty="0"/>
              <a:t>)</a:t>
            </a:r>
            <a:r>
              <a:rPr lang="ko-KR" altLang="en-US" sz="1400" dirty="0"/>
              <a:t>에 대한 설명을</a:t>
            </a:r>
            <a:r>
              <a:rPr lang="en-US" altLang="ko-KR" sz="1400" dirty="0"/>
              <a:t> </a:t>
            </a:r>
            <a:r>
              <a:rPr lang="ko-KR" altLang="en-US" sz="1400" dirty="0"/>
              <a:t>추가함</a:t>
            </a:r>
            <a:r>
              <a:rPr lang="ko-KR" altLang="en-US" sz="1400" dirty="0">
                <a:latin typeface="+mj-ea"/>
                <a:ea typeface="+mj-ea"/>
              </a:rPr>
              <a:t> </a:t>
            </a:r>
            <a:endParaRPr lang="en-US" altLang="ko-KR" sz="1400" dirty="0">
              <a:latin typeface="+mj-ea"/>
              <a:ea typeface="+mj-ea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A8CCEB2-F192-E760-4896-F9D7AEE59A05}"/>
              </a:ext>
            </a:extLst>
          </p:cNvPr>
          <p:cNvGrpSpPr/>
          <p:nvPr/>
        </p:nvGrpSpPr>
        <p:grpSpPr>
          <a:xfrm>
            <a:off x="205270" y="1700868"/>
            <a:ext cx="7797000" cy="2133918"/>
            <a:chOff x="211620" y="1321181"/>
            <a:chExt cx="7797000" cy="2133918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A1C82915-80E5-7914-2AA5-6B83DEF29C68}"/>
                </a:ext>
              </a:extLst>
            </p:cNvPr>
            <p:cNvSpPr/>
            <p:nvPr/>
          </p:nvSpPr>
          <p:spPr>
            <a:xfrm>
              <a:off x="211620" y="1321181"/>
              <a:ext cx="7797000" cy="2133918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5954D11-1222-D531-4A34-489E9797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57604" y="2112307"/>
              <a:ext cx="2574565" cy="602382"/>
            </a:xfrm>
            <a:prstGeom prst="rect">
              <a:avLst/>
            </a:prstGeom>
          </p:spPr>
        </p:pic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9B26683-510C-1226-6A3D-B04B38921704}"/>
                </a:ext>
              </a:extLst>
            </p:cNvPr>
            <p:cNvGrpSpPr/>
            <p:nvPr/>
          </p:nvGrpSpPr>
          <p:grpSpPr>
            <a:xfrm>
              <a:off x="396094" y="2013887"/>
              <a:ext cx="4751316" cy="816518"/>
              <a:chOff x="6736302" y="1760258"/>
              <a:chExt cx="5226969" cy="969351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BB0869AE-1714-0F38-D297-43801976285D}"/>
                  </a:ext>
                </a:extLst>
              </p:cNvPr>
              <p:cNvSpPr/>
              <p:nvPr/>
            </p:nvSpPr>
            <p:spPr>
              <a:xfrm>
                <a:off x="8860446" y="2062192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</a:t>
                </a:r>
                <a:r>
                  <a:rPr lang="ko-KR" altLang="en-US" sz="1200" dirty="0" err="1">
                    <a:latin typeface="+mj-ea"/>
                    <a:ea typeface="+mj-ea"/>
                  </a:rPr>
                  <a:t>체커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28607CE7-376B-705D-2AD5-FF9B689FFC1E}"/>
                  </a:ext>
                </a:extLst>
              </p:cNvPr>
              <p:cNvSpPr/>
              <p:nvPr/>
            </p:nvSpPr>
            <p:spPr>
              <a:xfrm>
                <a:off x="10573205" y="2100664"/>
                <a:ext cx="1390066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D : I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8937558F-1BFB-5565-2E88-E6B37C1A8832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8642340" y="2327213"/>
                <a:ext cx="218106" cy="8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E1694ADF-FF8E-32F8-135E-19FEBC8F21B2}"/>
                  </a:ext>
                </a:extLst>
              </p:cNvPr>
              <p:cNvCxnSpPr>
                <a:cxnSpLocks/>
                <a:stCxn id="25" idx="2"/>
                <a:endCxn id="24" idx="6"/>
              </p:cNvCxnSpPr>
              <p:nvPr/>
            </p:nvCxnSpPr>
            <p:spPr>
              <a:xfrm flipH="1">
                <a:off x="10366230" y="2324121"/>
                <a:ext cx="206975" cy="309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C3D7B46D-FFA3-7E43-4D8E-12C07DC41D67}"/>
                  </a:ext>
                </a:extLst>
              </p:cNvPr>
              <p:cNvGrpSpPr/>
              <p:nvPr/>
            </p:nvGrpSpPr>
            <p:grpSpPr>
              <a:xfrm>
                <a:off x="6736302" y="1760258"/>
                <a:ext cx="1906038" cy="969351"/>
                <a:chOff x="6399204" y="1325911"/>
                <a:chExt cx="2157076" cy="1451500"/>
              </a:xfrm>
            </p:grpSpPr>
            <p:sp>
              <p:nvSpPr>
                <p:cNvPr id="29" name="사각형: 둥근 모서리 28">
                  <a:extLst>
                    <a:ext uri="{FF2B5EF4-FFF2-40B4-BE49-F238E27FC236}">
                      <a16:creationId xmlns:a16="http://schemas.microsoft.com/office/drawing/2014/main" id="{8F9AAD70-DDA6-391F-1784-40CD3B67C2FB}"/>
                    </a:ext>
                  </a:extLst>
                </p:cNvPr>
                <p:cNvSpPr/>
                <p:nvPr/>
              </p:nvSpPr>
              <p:spPr>
                <a:xfrm>
                  <a:off x="6399204" y="1572343"/>
                  <a:ext cx="2157076" cy="120506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A5707BB1-0E5A-582C-875B-FDF18738033A}"/>
                    </a:ext>
                  </a:extLst>
                </p:cNvPr>
                <p:cNvSpPr/>
                <p:nvPr/>
              </p:nvSpPr>
              <p:spPr>
                <a:xfrm>
                  <a:off x="6637025" y="1325911"/>
                  <a:ext cx="1704107" cy="52416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C : M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6FB7DAC8-4F6F-2A1E-5921-553FF67FCB01}"/>
                    </a:ext>
                  </a:extLst>
                </p:cNvPr>
                <p:cNvSpPr/>
                <p:nvPr/>
              </p:nvSpPr>
              <p:spPr>
                <a:xfrm>
                  <a:off x="6529506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BCF4E1FC-1288-C243-310A-0E2D12CA3A02}"/>
                    </a:ext>
                  </a:extLst>
                </p:cNvPr>
                <p:cNvSpPr/>
                <p:nvPr/>
              </p:nvSpPr>
              <p:spPr>
                <a:xfrm>
                  <a:off x="7514250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</p:grpSp>
        </p:grp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7CE8E3A-74DB-A0F2-60F0-6B2791EAAA83}"/>
              </a:ext>
            </a:extLst>
          </p:cNvPr>
          <p:cNvSpPr txBox="1"/>
          <p:nvPr/>
        </p:nvSpPr>
        <p:spPr>
          <a:xfrm>
            <a:off x="8377765" y="2352328"/>
            <a:ext cx="37434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도어체커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Type_C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Type_D</a:t>
            </a:r>
            <a:r>
              <a:rPr lang="en-US" altLang="ko-KR" sz="1600" dirty="0"/>
              <a:t>-Inter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4C3F541-9CDB-C2C6-793B-940C48723B68}"/>
              </a:ext>
            </a:extLst>
          </p:cNvPr>
          <p:cNvGrpSpPr/>
          <p:nvPr/>
        </p:nvGrpSpPr>
        <p:grpSpPr>
          <a:xfrm>
            <a:off x="211620" y="4086845"/>
            <a:ext cx="7797000" cy="2492896"/>
            <a:chOff x="211620" y="4147805"/>
            <a:chExt cx="7797000" cy="2492896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3EC453A-79D8-3F26-468E-0D9A4AC3D908}"/>
                </a:ext>
              </a:extLst>
            </p:cNvPr>
            <p:cNvGrpSpPr/>
            <p:nvPr/>
          </p:nvGrpSpPr>
          <p:grpSpPr>
            <a:xfrm>
              <a:off x="387593" y="4364476"/>
              <a:ext cx="4622531" cy="2133918"/>
              <a:chOff x="7075904" y="3613607"/>
              <a:chExt cx="4835651" cy="2832789"/>
            </a:xfrm>
          </p:grpSpPr>
          <p:sp>
            <p:nvSpPr>
              <p:cNvPr id="3" name="타원 2">
                <a:extLst>
                  <a:ext uri="{FF2B5EF4-FFF2-40B4-BE49-F238E27FC236}">
                    <a16:creationId xmlns:a16="http://schemas.microsoft.com/office/drawing/2014/main" id="{FB3C07E7-B6DD-1DD1-0FDB-41416D16EB4C}"/>
                  </a:ext>
                </a:extLst>
              </p:cNvPr>
              <p:cNvSpPr/>
              <p:nvPr/>
            </p:nvSpPr>
            <p:spPr>
              <a:xfrm>
                <a:off x="8860446" y="5411163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</a:t>
                </a:r>
              </a:p>
            </p:txBody>
          </p:sp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E09161C9-4E2A-927E-526A-341BA6105F21}"/>
                  </a:ext>
                </a:extLst>
              </p:cNvPr>
              <p:cNvGrpSpPr/>
              <p:nvPr/>
            </p:nvGrpSpPr>
            <p:grpSpPr>
              <a:xfrm>
                <a:off x="7075904" y="3613607"/>
                <a:ext cx="2459138" cy="1497799"/>
                <a:chOff x="6879404" y="4238877"/>
                <a:chExt cx="2459138" cy="1497799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EF178070-911D-90E1-9D43-A0BCC5F2A27C}"/>
                    </a:ext>
                  </a:extLst>
                </p:cNvPr>
                <p:cNvSpPr/>
                <p:nvPr/>
              </p:nvSpPr>
              <p:spPr>
                <a:xfrm>
                  <a:off x="6879404" y="4399477"/>
                  <a:ext cx="2459138" cy="133719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4" name="그룹 13">
                  <a:extLst>
                    <a:ext uri="{FF2B5EF4-FFF2-40B4-BE49-F238E27FC236}">
                      <a16:creationId xmlns:a16="http://schemas.microsoft.com/office/drawing/2014/main" id="{E52145AA-F4C2-413D-AB8A-91F778162314}"/>
                    </a:ext>
                  </a:extLst>
                </p:cNvPr>
                <p:cNvGrpSpPr/>
                <p:nvPr/>
              </p:nvGrpSpPr>
              <p:grpSpPr>
                <a:xfrm>
                  <a:off x="7040432" y="4685541"/>
                  <a:ext cx="2137083" cy="945573"/>
                  <a:chOff x="7027954" y="4685541"/>
                  <a:chExt cx="2137083" cy="945573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ED2E98CF-A23E-201F-ABE3-5B82B2CE1EDC}"/>
                      </a:ext>
                    </a:extLst>
                  </p:cNvPr>
                  <p:cNvSpPr/>
                  <p:nvPr/>
                </p:nvSpPr>
                <p:spPr>
                  <a:xfrm>
                    <a:off x="702795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>
                        <a:latin typeface="+mj-ea"/>
                        <a:ea typeface="+mj-ea"/>
                      </a:rPr>
                      <a:t>나사탭</a:t>
                    </a:r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E019AE18-7209-4FA1-CDF6-BF79D7F26198}"/>
                      </a:ext>
                    </a:extLst>
                  </p:cNvPr>
                  <p:cNvSpPr/>
                  <p:nvPr/>
                </p:nvSpPr>
                <p:spPr>
                  <a:xfrm>
                    <a:off x="815059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8" name="타원 17">
                    <a:extLst>
                      <a:ext uri="{FF2B5EF4-FFF2-40B4-BE49-F238E27FC236}">
                        <a16:creationId xmlns:a16="http://schemas.microsoft.com/office/drawing/2014/main" id="{50032794-5AA9-26E2-777E-682FAFA531B9}"/>
                      </a:ext>
                    </a:extLst>
                  </p:cNvPr>
                  <p:cNvSpPr/>
                  <p:nvPr/>
                </p:nvSpPr>
                <p:spPr>
                  <a:xfrm>
                    <a:off x="7589274" y="5206634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FF1F94C0-AC9F-A291-6983-1D27058CE906}"/>
                    </a:ext>
                  </a:extLst>
                </p:cNvPr>
                <p:cNvSpPr/>
                <p:nvPr/>
              </p:nvSpPr>
              <p:spPr>
                <a:xfrm>
                  <a:off x="7356081" y="4238877"/>
                  <a:ext cx="1505785" cy="350051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B : F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46406C2C-AA84-76EF-B985-7D3021D03C9C}"/>
                  </a:ext>
                </a:extLst>
              </p:cNvPr>
              <p:cNvSpPr/>
              <p:nvPr/>
            </p:nvSpPr>
            <p:spPr>
              <a:xfrm>
                <a:off x="10342428" y="4651123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Type A : F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47451B07-B5BF-FEAD-C6C7-C5FF93DA1ACA}"/>
                  </a:ext>
                </a:extLst>
              </p:cNvPr>
              <p:cNvSpPr/>
              <p:nvPr/>
            </p:nvSpPr>
            <p:spPr>
              <a:xfrm>
                <a:off x="10435994" y="5990700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E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A211C320-5670-BEF8-FC99-CFF097346105}"/>
                  </a:ext>
                </a:extLst>
              </p:cNvPr>
              <p:cNvSpPr/>
              <p:nvPr/>
            </p:nvSpPr>
            <p:spPr>
              <a:xfrm>
                <a:off x="7425192" y="5999483"/>
                <a:ext cx="1536214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F : M 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070668AD-8445-3FD4-DF76-6F69930CD993}"/>
                  </a:ext>
                </a:extLst>
              </p:cNvPr>
              <p:cNvCxnSpPr>
                <a:cxnSpLocks/>
                <a:endCxn id="3" idx="1"/>
              </p:cNvCxnSpPr>
              <p:nvPr/>
            </p:nvCxnSpPr>
            <p:spPr>
              <a:xfrm>
                <a:off x="8305473" y="5111406"/>
                <a:ext cx="775490" cy="3773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965A47BD-C95A-4885-A08F-8CE381103151}"/>
                  </a:ext>
                </a:extLst>
              </p:cNvPr>
              <p:cNvCxnSpPr>
                <a:cxnSpLocks/>
                <a:stCxn id="3" idx="7"/>
                <a:endCxn id="6" idx="3"/>
              </p:cNvCxnSpPr>
              <p:nvPr/>
            </p:nvCxnSpPr>
            <p:spPr>
              <a:xfrm flipV="1">
                <a:off x="10145714" y="5032587"/>
                <a:ext cx="412805" cy="45619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3058BF38-478B-2D37-FC8B-21B9CF00E7F6}"/>
                  </a:ext>
                </a:extLst>
              </p:cNvPr>
              <p:cNvCxnSpPr>
                <a:cxnSpLocks/>
                <a:stCxn id="7" idx="1"/>
                <a:endCxn id="3" idx="5"/>
              </p:cNvCxnSpPr>
              <p:nvPr/>
            </p:nvCxnSpPr>
            <p:spPr>
              <a:xfrm flipH="1" flipV="1">
                <a:off x="10145714" y="5863583"/>
                <a:ext cx="506370" cy="19256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5DFD75F1-8659-7821-96D2-9A87A004278A}"/>
                  </a:ext>
                </a:extLst>
              </p:cNvPr>
              <p:cNvCxnSpPr>
                <a:cxnSpLocks/>
                <a:stCxn id="8" idx="7"/>
                <a:endCxn id="3" idx="3"/>
              </p:cNvCxnSpPr>
              <p:nvPr/>
            </p:nvCxnSpPr>
            <p:spPr>
              <a:xfrm flipV="1">
                <a:off x="8736432" y="5863583"/>
                <a:ext cx="344530" cy="20135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1012585-D204-FC46-C996-8747CF494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57604" y="5230348"/>
              <a:ext cx="2574564" cy="901551"/>
            </a:xfrm>
            <a:prstGeom prst="rect">
              <a:avLst/>
            </a:prstGeom>
          </p:spPr>
        </p:pic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CFEA49BD-005D-FD1F-09F7-90B386420358}"/>
                </a:ext>
              </a:extLst>
            </p:cNvPr>
            <p:cNvSpPr/>
            <p:nvPr/>
          </p:nvSpPr>
          <p:spPr>
            <a:xfrm>
              <a:off x="211620" y="4147805"/>
              <a:ext cx="7797000" cy="2492896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2DCE9ED0-B6EB-8E5E-52D7-7AB393D1ECC2}"/>
              </a:ext>
            </a:extLst>
          </p:cNvPr>
          <p:cNvSpPr txBox="1"/>
          <p:nvPr/>
        </p:nvSpPr>
        <p:spPr>
          <a:xfrm>
            <a:off x="8384115" y="4671573"/>
            <a:ext cx="3743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도어래치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Type_A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Type_B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_3: </a:t>
            </a:r>
            <a:r>
              <a:rPr lang="en-US" altLang="ko-KR" sz="1600" dirty="0" err="1"/>
              <a:t>Type_E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_4: </a:t>
            </a:r>
            <a:r>
              <a:rPr lang="en-US" altLang="ko-KR" sz="1600" dirty="0" err="1"/>
              <a:t>Type_F</a:t>
            </a:r>
            <a:r>
              <a:rPr lang="en-US" altLang="ko-KR" sz="1600" dirty="0"/>
              <a:t>-Male</a:t>
            </a:r>
          </a:p>
        </p:txBody>
      </p:sp>
    </p:spTree>
    <p:extLst>
      <p:ext uri="{BB962C8B-B14F-4D97-AF65-F5344CB8AC3E}">
        <p14:creationId xmlns:p14="http://schemas.microsoft.com/office/powerpoint/2010/main" val="8031578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B0700-0E51-AD28-D8C4-63A3CB8C3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34CB19-7C9E-FC53-8753-23330A27D5E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</a:t>
            </a:r>
            <a:r>
              <a:rPr kumimoji="1" lang="ko-KR" altLang="en-US" sz="2400" b="1" dirty="0">
                <a:latin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BA9C952-B4BE-A46D-A24D-7DCAE09D23E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6F5B9F1-2B66-5B0D-FAF4-63D44F2B4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2D71D7-C46D-741A-7463-E7BDA493B4C2}"/>
              </a:ext>
            </a:extLst>
          </p:cNvPr>
          <p:cNvSpPr txBox="1"/>
          <p:nvPr/>
        </p:nvSpPr>
        <p:spPr>
          <a:xfrm>
            <a:off x="350982" y="716826"/>
            <a:ext cx="11304954" cy="1749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AssemblyGroupDataBase</a:t>
            </a:r>
            <a:r>
              <a:rPr lang="ko-KR" altLang="en-US" sz="1800" dirty="0">
                <a:latin typeface="+mj-ea"/>
                <a:ea typeface="+mj-ea"/>
              </a:rPr>
              <a:t> 객체</a:t>
            </a:r>
            <a:endParaRPr lang="en-US" altLang="ko-KR" sz="18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 err="1">
                <a:latin typeface="+mj-ea"/>
              </a:rPr>
              <a:t>AssemblyType</a:t>
            </a:r>
            <a:r>
              <a:rPr lang="ko-KR" altLang="en-US" sz="1400" dirty="0">
                <a:latin typeface="+mj-ea"/>
              </a:rPr>
              <a:t>연결 정보를 부여하고 기억하는 역할을 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주어진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 </a:t>
            </a:r>
            <a:r>
              <a:rPr lang="ko-KR" altLang="en-US" sz="1400" dirty="0">
                <a:latin typeface="+mj-ea"/>
              </a:rPr>
              <a:t>객체들이 서로 조립 실제로 가능한지 여부를 </a:t>
            </a:r>
            <a:r>
              <a:rPr lang="en-US" altLang="ko-KR" sz="1400" dirty="0" err="1">
                <a:latin typeface="+mj-ea"/>
              </a:rPr>
              <a:t>AssemblyGroupDataBase</a:t>
            </a:r>
            <a:r>
              <a:rPr lang="ko-KR" altLang="en-US" sz="1400" dirty="0">
                <a:latin typeface="+mj-ea"/>
              </a:rPr>
              <a:t>의 데이터를 조회하여 판단한다</a:t>
            </a:r>
            <a:r>
              <a:rPr lang="en-US" altLang="ko-KR" sz="1400" dirty="0">
                <a:latin typeface="+mj-ea"/>
              </a:rPr>
              <a:t>.</a:t>
            </a:r>
            <a:r>
              <a:rPr lang="ko-KR" altLang="en-US" sz="1400" dirty="0">
                <a:latin typeface="+mj-ea"/>
              </a:rPr>
              <a:t> </a:t>
            </a:r>
            <a:endParaRPr lang="en-US" altLang="ko-KR" sz="1400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9A38743-144C-500D-DC2C-FA8AC3E0706C}"/>
              </a:ext>
            </a:extLst>
          </p:cNvPr>
          <p:cNvGrpSpPr/>
          <p:nvPr/>
        </p:nvGrpSpPr>
        <p:grpSpPr>
          <a:xfrm>
            <a:off x="306629" y="2813417"/>
            <a:ext cx="11393659" cy="3181771"/>
            <a:chOff x="350982" y="1780605"/>
            <a:chExt cx="11393659" cy="318177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16C9A7D-8960-F632-6386-17AAD09C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0294" y="2660583"/>
              <a:ext cx="5694347" cy="1319720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8A22A585-1D9C-34C4-CA3B-F237FCFBD38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4135696" y="2801905"/>
              <a:ext cx="0" cy="11776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65B73F7-2491-75D1-2DED-B24D19CFBA82}"/>
                </a:ext>
              </a:extLst>
            </p:cNvPr>
            <p:cNvSpPr/>
            <p:nvPr/>
          </p:nvSpPr>
          <p:spPr>
            <a:xfrm>
              <a:off x="2667451" y="3054466"/>
              <a:ext cx="686134" cy="53195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도어</a:t>
              </a:r>
              <a:endParaRPr lang="en-US" altLang="ko-KR" sz="900" dirty="0"/>
            </a:p>
            <a:p>
              <a:pPr algn="ctr"/>
              <a:r>
                <a:rPr lang="ko-KR" altLang="en-US" sz="900" dirty="0" err="1"/>
                <a:t>체커</a:t>
              </a:r>
              <a:endParaRPr lang="ko-KR" altLang="en-US" sz="900" dirty="0"/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BC8299A6-CC94-8CF5-1DDE-B04974EE5A42}"/>
                </a:ext>
              </a:extLst>
            </p:cNvPr>
            <p:cNvCxnSpPr>
              <a:cxnSpLocks/>
              <a:stCxn id="50" idx="2"/>
              <a:endCxn id="39" idx="6"/>
            </p:cNvCxnSpPr>
            <p:nvPr/>
          </p:nvCxnSpPr>
          <p:spPr>
            <a:xfrm flipH="1">
              <a:off x="3353586" y="3320443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361480CE-27A5-2FFB-E4CC-4800E16D6AEC}"/>
                </a:ext>
              </a:extLst>
            </p:cNvPr>
            <p:cNvSpPr/>
            <p:nvPr/>
          </p:nvSpPr>
          <p:spPr>
            <a:xfrm>
              <a:off x="350982" y="2040786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9B1921D3-04ED-4D1E-CAF8-789FA488CCE2}"/>
                </a:ext>
              </a:extLst>
            </p:cNvPr>
            <p:cNvCxnSpPr>
              <a:cxnSpLocks/>
              <a:stCxn id="47" idx="1"/>
              <a:endCxn id="43" idx="6"/>
            </p:cNvCxnSpPr>
            <p:nvPr/>
          </p:nvCxnSpPr>
          <p:spPr>
            <a:xfrm flipH="1" flipV="1">
              <a:off x="1109032" y="2303390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D9CBA88-2623-6E27-4768-DD35C194717E}"/>
                </a:ext>
              </a:extLst>
            </p:cNvPr>
            <p:cNvSpPr/>
            <p:nvPr/>
          </p:nvSpPr>
          <p:spPr>
            <a:xfrm>
              <a:off x="4815179" y="2396877"/>
              <a:ext cx="686134" cy="46457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바디</a:t>
              </a:r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FE5A65B3-6D79-ED7E-5418-F499CAFFA7E1}"/>
                </a:ext>
              </a:extLst>
            </p:cNvPr>
            <p:cNvCxnSpPr>
              <a:cxnSpLocks/>
              <a:stCxn id="51" idx="6"/>
              <a:endCxn id="45" idx="2"/>
            </p:cNvCxnSpPr>
            <p:nvPr/>
          </p:nvCxnSpPr>
          <p:spPr>
            <a:xfrm>
              <a:off x="4739518" y="2629166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8B9EC4F-4A88-8810-4597-B377B5977D1D}"/>
                </a:ext>
              </a:extLst>
            </p:cNvPr>
            <p:cNvSpPr/>
            <p:nvPr/>
          </p:nvSpPr>
          <p:spPr>
            <a:xfrm>
              <a:off x="1274475" y="2183019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DD708F37-078E-E594-2E8A-1293DC669E7F}"/>
                </a:ext>
              </a:extLst>
            </p:cNvPr>
            <p:cNvSpPr/>
            <p:nvPr/>
          </p:nvSpPr>
          <p:spPr>
            <a:xfrm>
              <a:off x="1274475" y="3199883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0E79C5AA-F75D-E651-9CFC-37E82A5CB6D8}"/>
                </a:ext>
              </a:extLst>
            </p:cNvPr>
            <p:cNvCxnSpPr>
              <a:cxnSpLocks/>
              <a:stCxn id="48" idx="3"/>
              <a:endCxn id="39" idx="2"/>
            </p:cNvCxnSpPr>
            <p:nvPr/>
          </p:nvCxnSpPr>
          <p:spPr>
            <a:xfrm>
              <a:off x="2344147" y="3320443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C2E65446-56CF-96D8-421E-5564C90FAE38}"/>
                </a:ext>
              </a:extLst>
            </p:cNvPr>
            <p:cNvSpPr/>
            <p:nvPr/>
          </p:nvSpPr>
          <p:spPr>
            <a:xfrm>
              <a:off x="3585475" y="3147704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dirty="0"/>
                <a:t>Type D : I</a:t>
              </a:r>
              <a:endParaRPr lang="ko-KR" altLang="en-US" sz="900" dirty="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FF9342-44D2-5942-025C-53C202F89802}"/>
                </a:ext>
              </a:extLst>
            </p:cNvPr>
            <p:cNvSpPr/>
            <p:nvPr/>
          </p:nvSpPr>
          <p:spPr>
            <a:xfrm>
              <a:off x="3531874" y="2456427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9B7E307B-58C7-D25C-041F-1EBD65AB6416}"/>
                </a:ext>
              </a:extLst>
            </p:cNvPr>
            <p:cNvSpPr/>
            <p:nvPr/>
          </p:nvSpPr>
          <p:spPr>
            <a:xfrm>
              <a:off x="3736077" y="4497797"/>
              <a:ext cx="799236" cy="46457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A7E5943B-44E0-CC3F-DD4C-6AD04EB60C10}"/>
                </a:ext>
              </a:extLst>
            </p:cNvPr>
            <p:cNvSpPr/>
            <p:nvPr/>
          </p:nvSpPr>
          <p:spPr>
            <a:xfrm>
              <a:off x="3531873" y="3979580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A1A8F6F7-4D0A-EAC7-4057-CE22CC608231}"/>
                </a:ext>
              </a:extLst>
            </p:cNvPr>
            <p:cNvCxnSpPr>
              <a:cxnSpLocks/>
              <a:stCxn id="53" idx="4"/>
              <a:endCxn id="52" idx="0"/>
            </p:cNvCxnSpPr>
            <p:nvPr/>
          </p:nvCxnSpPr>
          <p:spPr>
            <a:xfrm>
              <a:off x="4135696" y="4325058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586D33A2-0495-4FF8-7055-0F9E1CFEB956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1809311" y="2424139"/>
              <a:ext cx="0" cy="7757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1B14475-D20F-199E-F1C8-EA8DF9FD4719}"/>
                </a:ext>
              </a:extLst>
            </p:cNvPr>
            <p:cNvSpPr/>
            <p:nvPr/>
          </p:nvSpPr>
          <p:spPr>
            <a:xfrm>
              <a:off x="9242676" y="3210259"/>
              <a:ext cx="1674850" cy="192547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548C3D4-ABBC-27B4-DB8A-E08F3429E557}"/>
                </a:ext>
              </a:extLst>
            </p:cNvPr>
            <p:cNvSpPr/>
            <p:nvPr/>
          </p:nvSpPr>
          <p:spPr>
            <a:xfrm>
              <a:off x="9242675" y="3402807"/>
              <a:ext cx="2413261" cy="183614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1C58672-CB54-7B27-0508-BEBA549EA3B5}"/>
                </a:ext>
              </a:extLst>
            </p:cNvPr>
            <p:cNvGrpSpPr/>
            <p:nvPr/>
          </p:nvGrpSpPr>
          <p:grpSpPr>
            <a:xfrm>
              <a:off x="1809310" y="1780605"/>
              <a:ext cx="8281981" cy="1417505"/>
              <a:chOff x="1809310" y="1780605"/>
              <a:chExt cx="7383252" cy="1438609"/>
            </a:xfrm>
          </p:grpSpPr>
          <p:cxnSp>
            <p:nvCxnSpPr>
              <p:cNvPr id="7" name="연결선: 구부러짐 6">
                <a:extLst>
                  <a:ext uri="{FF2B5EF4-FFF2-40B4-BE49-F238E27FC236}">
                    <a16:creationId xmlns:a16="http://schemas.microsoft.com/office/drawing/2014/main" id="{D7051C3C-F3F7-E165-900C-8BE368995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149" y="1789560"/>
                <a:ext cx="3293413" cy="1429654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자유형: 도형 10">
                <a:extLst>
                  <a:ext uri="{FF2B5EF4-FFF2-40B4-BE49-F238E27FC236}">
                    <a16:creationId xmlns:a16="http://schemas.microsoft.com/office/drawing/2014/main" id="{E4E45981-E431-B94E-393F-06FBD06F2FAF}"/>
                  </a:ext>
                </a:extLst>
              </p:cNvPr>
              <p:cNvSpPr/>
              <p:nvPr/>
            </p:nvSpPr>
            <p:spPr>
              <a:xfrm>
                <a:off x="1809310" y="1780605"/>
                <a:ext cx="4089831" cy="1197546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C8F6166-00F8-E4DF-79B5-95BD5D8EE1A4}"/>
                </a:ext>
              </a:extLst>
            </p:cNvPr>
            <p:cNvGrpSpPr/>
            <p:nvPr/>
          </p:nvGrpSpPr>
          <p:grpSpPr>
            <a:xfrm>
              <a:off x="4135695" y="3586421"/>
              <a:ext cx="6313611" cy="691731"/>
              <a:chOff x="4135696" y="3569123"/>
              <a:chExt cx="6313611" cy="1336186"/>
            </a:xfrm>
          </p:grpSpPr>
          <p:cxnSp>
            <p:nvCxnSpPr>
              <p:cNvPr id="16" name="연결선: 구부러짐 15">
                <a:extLst>
                  <a:ext uri="{FF2B5EF4-FFF2-40B4-BE49-F238E27FC236}">
                    <a16:creationId xmlns:a16="http://schemas.microsoft.com/office/drawing/2014/main" id="{354728B5-CD57-EB3F-DC43-F949A0319B0E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 flipV="1">
                <a:off x="6216650" y="3569123"/>
                <a:ext cx="4232657" cy="1336186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자유형: 도형 18">
                <a:extLst>
                  <a:ext uri="{FF2B5EF4-FFF2-40B4-BE49-F238E27FC236}">
                    <a16:creationId xmlns:a16="http://schemas.microsoft.com/office/drawing/2014/main" id="{06E4BCA4-FEAA-53B7-ACD5-A2F69D12E254}"/>
                  </a:ext>
                </a:extLst>
              </p:cNvPr>
              <p:cNvSpPr/>
              <p:nvPr/>
            </p:nvSpPr>
            <p:spPr>
              <a:xfrm flipV="1">
                <a:off x="4135696" y="3594423"/>
                <a:ext cx="2080954" cy="1307467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96057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A8129-8F6E-4B20-0011-12CC3D45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8C97D8-CAC7-9274-26FD-6C1708B262A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043B9363-8F9E-BFD3-871D-E694EC73029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2B401F0-C2D3-D496-9CBB-EEA767A419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AA270E-1CC4-1870-01EE-C62054604287}"/>
              </a:ext>
            </a:extLst>
          </p:cNvPr>
          <p:cNvSpPr txBox="1"/>
          <p:nvPr/>
        </p:nvSpPr>
        <p:spPr>
          <a:xfrm>
            <a:off x="350982" y="716826"/>
            <a:ext cx="11625118" cy="1159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State </a:t>
            </a:r>
            <a:r>
              <a:rPr lang="ko-KR" altLang="en-US" sz="1800" dirty="0">
                <a:latin typeface="+mj-ea"/>
                <a:ea typeface="+mj-ea"/>
              </a:rPr>
              <a:t>객체</a:t>
            </a:r>
            <a:endParaRPr lang="en-US" altLang="ko-KR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모든 부품의 정보를 묶어 하나의 상태</a:t>
            </a:r>
            <a:r>
              <a:rPr lang="en-US" altLang="ko-KR" sz="1200" dirty="0">
                <a:latin typeface="+mj-ea"/>
                <a:ea typeface="+mj-ea"/>
              </a:rPr>
              <a:t>(State)</a:t>
            </a:r>
            <a:r>
              <a:rPr lang="ko-KR" altLang="en-US" sz="1200" dirty="0">
                <a:latin typeface="+mj-ea"/>
                <a:ea typeface="+mj-ea"/>
              </a:rPr>
              <a:t>로 다루게 만드는 객체</a:t>
            </a:r>
            <a:endParaRPr lang="en-US" altLang="ko-KR" sz="12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dirty="0">
                <a:latin typeface="+mj-ea"/>
                <a:ea typeface="+mj-ea"/>
              </a:rPr>
              <a:t>Planner</a:t>
            </a:r>
            <a:r>
              <a:rPr lang="ko-KR" altLang="en-US" sz="1200" dirty="0">
                <a:latin typeface="+mj-ea"/>
                <a:ea typeface="+mj-ea"/>
              </a:rPr>
              <a:t>가 전체적인 상태를 한번에 보고 판단할 수 있도록 하므로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일부만 보고 잘못된 결정을 내는 것을 방지한다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AACAFC-8678-DD29-7F2B-687F58717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647" y="6000731"/>
            <a:ext cx="6982799" cy="25721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762758D-E2CD-7ED7-20FE-0A7238F19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016" y="2085170"/>
            <a:ext cx="5268060" cy="2772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AFFD02-92D3-799C-501A-715C5879236C}"/>
              </a:ext>
            </a:extLst>
          </p:cNvPr>
          <p:cNvSpPr txBox="1"/>
          <p:nvPr/>
        </p:nvSpPr>
        <p:spPr>
          <a:xfrm>
            <a:off x="350982" y="5299668"/>
            <a:ext cx="7056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State </a:t>
            </a:r>
            <a:r>
              <a:rPr lang="ko-KR" altLang="en-US" dirty="0"/>
              <a:t>객체 사용 예시</a:t>
            </a:r>
            <a:endParaRPr lang="en-US" altLang="ko-KR" dirty="0"/>
          </a:p>
          <a:p>
            <a:r>
              <a:rPr lang="ko-KR" altLang="en-US" sz="1400" dirty="0"/>
              <a:t>객체에 </a:t>
            </a:r>
            <a:r>
              <a:rPr lang="en-US" altLang="ko-KR" sz="1400" dirty="0"/>
              <a:t>6</a:t>
            </a:r>
            <a:r>
              <a:rPr lang="ko-KR" altLang="en-US" sz="1400" dirty="0"/>
              <a:t>가지 부품</a:t>
            </a:r>
            <a:r>
              <a:rPr lang="en-US" altLang="ko-KR" sz="1400" dirty="0"/>
              <a:t>(item_0~5)</a:t>
            </a:r>
            <a:r>
              <a:rPr lang="ko-KR" altLang="en-US" sz="1400" dirty="0"/>
              <a:t>을 담아 하나의 </a:t>
            </a:r>
            <a:r>
              <a:rPr lang="en-US" altLang="ko-KR" sz="1400" dirty="0"/>
              <a:t>State</a:t>
            </a:r>
            <a:r>
              <a:rPr lang="ko-KR" altLang="en-US" sz="1400" dirty="0"/>
              <a:t>로 묶음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3658382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7D9BC-5E52-2072-23AF-31A23E18E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6C19A9-4A2E-85D3-4AF8-9431D80A8C1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조립부</a:t>
            </a:r>
            <a:r>
              <a:rPr kumimoji="1" lang="ko-KR" altLang="en-US" sz="2400" b="1" dirty="0">
                <a:latin typeface="+mj-ea"/>
                <a:ea typeface="+mj-ea"/>
              </a:rPr>
              <a:t> 매칭 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24E4D03-D76B-A635-4A42-66591D17565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554C03F-11B4-13E6-C9EA-FB79E44EA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4CBF1CE-C8A4-7A00-A2BE-D01E7B1B7AB6}"/>
              </a:ext>
            </a:extLst>
          </p:cNvPr>
          <p:cNvSpPr txBox="1"/>
          <p:nvPr/>
        </p:nvSpPr>
        <p:spPr>
          <a:xfrm>
            <a:off x="350982" y="716826"/>
            <a:ext cx="11625118" cy="1492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매칭 알고리즘의 역할 </a:t>
            </a:r>
            <a:endParaRPr lang="en-US" altLang="ko-KR" sz="1800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매칭 알고리즘은 부품이 가진 </a:t>
            </a:r>
            <a:r>
              <a:rPr lang="en-US" altLang="ko-KR" sz="1200" dirty="0" err="1">
                <a:latin typeface="+mj-ea"/>
              </a:rPr>
              <a:t>AssemblyType</a:t>
            </a:r>
            <a:r>
              <a:rPr lang="ko-KR" altLang="en-US" sz="1200" dirty="0">
                <a:latin typeface="+mj-ea"/>
              </a:rPr>
              <a:t>을 보고</a:t>
            </a:r>
            <a:r>
              <a:rPr lang="en-US" altLang="ko-KR" sz="1200" dirty="0">
                <a:latin typeface="+mj-ea"/>
              </a:rPr>
              <a:t>, </a:t>
            </a:r>
            <a:r>
              <a:rPr lang="ko-KR" altLang="en-US" sz="1200" b="1" dirty="0">
                <a:latin typeface="+mj-ea"/>
              </a:rPr>
              <a:t>부품 간 </a:t>
            </a:r>
            <a:r>
              <a:rPr lang="ko-KR" altLang="en-US" sz="1200" b="1" dirty="0">
                <a:latin typeface="+mj-ea"/>
                <a:ea typeface="+mj-ea"/>
              </a:rPr>
              <a:t>조립가능 여부를 확인</a:t>
            </a:r>
            <a:r>
              <a:rPr lang="ko-KR" altLang="en-US" sz="1200" dirty="0">
                <a:latin typeface="+mj-ea"/>
                <a:ea typeface="+mj-ea"/>
              </a:rPr>
              <a:t>하는 중요한 시스템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알고리즘을 활용하면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조립하여 만들 수 있는 모든 공법의 경우의 수를 소프트웨어로 재현할 수 있다</a:t>
            </a:r>
            <a:r>
              <a:rPr lang="en-US" altLang="ko-KR" sz="1200" dirty="0">
                <a:latin typeface="+mj-ea"/>
                <a:ea typeface="+mj-ea"/>
              </a:rPr>
              <a:t>. 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이는 </a:t>
            </a:r>
            <a:r>
              <a:rPr lang="ko-KR" altLang="en-US" sz="1200" dirty="0">
                <a:latin typeface="+mj-ea"/>
              </a:rPr>
              <a:t>현실의 </a:t>
            </a:r>
            <a:r>
              <a:rPr lang="ko-KR" altLang="en-US" sz="1200" b="1" dirty="0">
                <a:latin typeface="+mj-ea"/>
                <a:ea typeface="+mj-ea"/>
              </a:rPr>
              <a:t>조립 시스템에 대한 일종의 소프트웨어 모델링</a:t>
            </a:r>
            <a:r>
              <a:rPr lang="ko-KR" altLang="en-US" sz="1200" dirty="0">
                <a:latin typeface="+mj-ea"/>
                <a:ea typeface="+mj-ea"/>
              </a:rPr>
              <a:t>과 같아서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en-US" altLang="ko-KR" sz="1200" dirty="0">
                <a:latin typeface="+mj-ea"/>
              </a:rPr>
              <a:t>Planning</a:t>
            </a:r>
            <a:r>
              <a:rPr lang="ko-KR" altLang="en-US" sz="1200" dirty="0">
                <a:latin typeface="+mj-ea"/>
              </a:rPr>
              <a:t>이론의 필수요소인 </a:t>
            </a:r>
            <a:r>
              <a:rPr lang="en-US" altLang="ko-KR" sz="1200" b="1" dirty="0">
                <a:latin typeface="+mj-ea"/>
                <a:ea typeface="+mj-ea"/>
              </a:rPr>
              <a:t>State Transition model(</a:t>
            </a:r>
            <a:r>
              <a:rPr lang="ko-KR" altLang="en-US" sz="1200" b="1" dirty="0">
                <a:latin typeface="+mj-ea"/>
                <a:ea typeface="+mj-ea"/>
              </a:rPr>
              <a:t>상태전이모델</a:t>
            </a:r>
            <a:r>
              <a:rPr lang="en-US" altLang="ko-KR" sz="1200" b="1" dirty="0">
                <a:latin typeface="+mj-ea"/>
                <a:ea typeface="+mj-ea"/>
              </a:rPr>
              <a:t>)</a:t>
            </a:r>
            <a:r>
              <a:rPr lang="ko-KR" altLang="en-US" sz="1200" dirty="0">
                <a:latin typeface="+mj-ea"/>
                <a:ea typeface="+mj-ea"/>
              </a:rPr>
              <a:t>으로 사용 될 수 있다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6E14FF6-F4A8-CCCD-D187-73D333B51CCA}"/>
              </a:ext>
            </a:extLst>
          </p:cNvPr>
          <p:cNvGrpSpPr/>
          <p:nvPr/>
        </p:nvGrpSpPr>
        <p:grpSpPr>
          <a:xfrm>
            <a:off x="766302" y="3285367"/>
            <a:ext cx="1697018" cy="3051416"/>
            <a:chOff x="837034" y="2619140"/>
            <a:chExt cx="1697018" cy="3051416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E75651B-D4AD-AFD3-82E7-200615DB52E5}"/>
                </a:ext>
              </a:extLst>
            </p:cNvPr>
            <p:cNvSpPr/>
            <p:nvPr/>
          </p:nvSpPr>
          <p:spPr>
            <a:xfrm>
              <a:off x="837034" y="5344664"/>
              <a:ext cx="1697018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bg2">
                      <a:lumMod val="25000"/>
                    </a:schemeClr>
                  </a:solidFill>
                </a:rPr>
                <a:t>매칭 타입 리스트</a:t>
              </a:r>
              <a:endParaRPr lang="ko-KR" altLang="en-US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1E678CA-CE3A-CF85-4A9E-33DEFF5B2A4B}"/>
                </a:ext>
              </a:extLst>
            </p:cNvPr>
            <p:cNvSpPr/>
            <p:nvPr/>
          </p:nvSpPr>
          <p:spPr>
            <a:xfrm>
              <a:off x="1063424" y="2619140"/>
              <a:ext cx="1244239" cy="2389787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D2CBEEB-5BD2-79E2-58D6-87310C0E0FB7}"/>
                </a:ext>
              </a:extLst>
            </p:cNvPr>
            <p:cNvSpPr/>
            <p:nvPr/>
          </p:nvSpPr>
          <p:spPr>
            <a:xfrm>
              <a:off x="1225499" y="3238921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F </a:t>
              </a:r>
              <a:endParaRPr lang="ko-KR" altLang="en-US" sz="100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5B542FDC-2ACA-DB3D-F749-E8044D5EDE6D}"/>
                </a:ext>
              </a:extLst>
            </p:cNvPr>
            <p:cNvSpPr/>
            <p:nvPr/>
          </p:nvSpPr>
          <p:spPr>
            <a:xfrm>
              <a:off x="1225499" y="3634034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M </a:t>
              </a:r>
              <a:endParaRPr lang="ko-KR" altLang="en-US" sz="100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44ECF3D-75CE-4954-D8E6-98CBD2CB2A39}"/>
                </a:ext>
              </a:extLst>
            </p:cNvPr>
            <p:cNvSpPr/>
            <p:nvPr/>
          </p:nvSpPr>
          <p:spPr>
            <a:xfrm>
              <a:off x="1225499" y="4029147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I</a:t>
              </a:r>
              <a:endParaRPr lang="ko-KR" altLang="en-US" sz="1000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8673C6AC-71E4-A9A6-8FDF-6620F7D3AB5A}"/>
                </a:ext>
              </a:extLst>
            </p:cNvPr>
            <p:cNvSpPr/>
            <p:nvPr/>
          </p:nvSpPr>
          <p:spPr>
            <a:xfrm>
              <a:off x="1225499" y="2735808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F</a:t>
              </a:r>
              <a:endParaRPr lang="ko-KR" altLang="en-US" sz="100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E983AEE7-B403-24AE-B620-2A4E8F149761}"/>
                </a:ext>
              </a:extLst>
            </p:cNvPr>
            <p:cNvSpPr/>
            <p:nvPr/>
          </p:nvSpPr>
          <p:spPr>
            <a:xfrm>
              <a:off x="1225499" y="4532259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 dirty="0"/>
                <a:t>Type D : M</a:t>
              </a:r>
              <a:endParaRPr lang="ko-KR" altLang="en-US" sz="1000" dirty="0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00DE83A-6127-604C-0D0B-D32076B74166}"/>
              </a:ext>
            </a:extLst>
          </p:cNvPr>
          <p:cNvGrpSpPr/>
          <p:nvPr/>
        </p:nvGrpSpPr>
        <p:grpSpPr>
          <a:xfrm>
            <a:off x="9456602" y="2922676"/>
            <a:ext cx="2219190" cy="3414107"/>
            <a:chOff x="9364249" y="2404173"/>
            <a:chExt cx="2219190" cy="341410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BC4ED45-3661-0C52-75DC-92D0DF48175A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D8F1FE1D-FD8B-EFE6-0AFA-7BA6F693D24F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7DF8B435-7BFE-8A03-E0F1-A1F55A233D40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57AF445A-16C8-AF69-C598-1E6566E6C428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27" name="사각형: 둥근 모서리 26">
                  <a:extLst>
                    <a:ext uri="{FF2B5EF4-FFF2-40B4-BE49-F238E27FC236}">
                      <a16:creationId xmlns:a16="http://schemas.microsoft.com/office/drawing/2014/main" id="{C907AA9B-13B1-FD25-E428-87209D438EE0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28" name="사각형: 둥근 모서리 27">
                  <a:extLst>
                    <a:ext uri="{FF2B5EF4-FFF2-40B4-BE49-F238E27FC236}">
                      <a16:creationId xmlns:a16="http://schemas.microsoft.com/office/drawing/2014/main" id="{156E26AC-0108-DCA8-F543-A829F772E24A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01A494A-654F-57CD-51EC-622EC0D50E7C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14C44BC6-57AB-67EE-7F80-FF3892EE839E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5DBD7739-69E5-2291-C908-B84BDA153531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A6FFF1F1-6B2F-B76A-E162-FBF179BEFA6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3" name="타원 32">
                  <a:extLst>
                    <a:ext uri="{FF2B5EF4-FFF2-40B4-BE49-F238E27FC236}">
                      <a16:creationId xmlns:a16="http://schemas.microsoft.com/office/drawing/2014/main" id="{4AB48DD3-A20E-30DF-9327-05F18F11309D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E405A1C9-8409-D4C5-9E8B-B04B1E56D6A2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97856C54-D699-0F1E-215A-A178482CDA30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7B82F1EB-773A-EAF7-F992-0643190EA724}"/>
              </a:ext>
            </a:extLst>
          </p:cNvPr>
          <p:cNvSpPr/>
          <p:nvPr/>
        </p:nvSpPr>
        <p:spPr>
          <a:xfrm>
            <a:off x="3197654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F6C6686-A3F9-6910-9369-3D6FC47D6210}"/>
              </a:ext>
            </a:extLst>
          </p:cNvPr>
          <p:cNvSpPr/>
          <p:nvPr/>
        </p:nvSpPr>
        <p:spPr>
          <a:xfrm>
            <a:off x="5111453" y="6348966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매칭 알고리즘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C53F89AF-A99B-7B05-1094-1807B5AB11B5}"/>
              </a:ext>
            </a:extLst>
          </p:cNvPr>
          <p:cNvSpPr/>
          <p:nvPr/>
        </p:nvSpPr>
        <p:spPr>
          <a:xfrm>
            <a:off x="8258719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FB17BB8-FB15-F44B-FC07-173343EAD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3796" y="2505528"/>
            <a:ext cx="2612332" cy="359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284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45C43-DCEC-1070-05AE-AD77E98CC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EF689F-81DC-3C1B-CF49-4B277236D59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08D950D-0277-B48D-BCE7-4A7D778CC1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81657C5-1560-532C-81B6-2CF1C29ACC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13FC16-5608-A3CC-CF3F-23A49B0B0BDA}"/>
              </a:ext>
            </a:extLst>
          </p:cNvPr>
          <p:cNvSpPr txBox="1"/>
          <p:nvPr/>
        </p:nvSpPr>
        <p:spPr>
          <a:xfrm>
            <a:off x="350982" y="728663"/>
            <a:ext cx="11625118" cy="1990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</a:t>
            </a:r>
            <a:r>
              <a:rPr lang="ko-KR" altLang="en-US" dirty="0">
                <a:latin typeface="+mj-ea"/>
              </a:rPr>
              <a:t>역할</a:t>
            </a:r>
            <a:endParaRPr lang="en-US" altLang="ko-KR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생성하는 경우의 수 중에서 목적</a:t>
            </a:r>
            <a:r>
              <a:rPr lang="en-US" altLang="ko-KR" sz="1400" dirty="0">
                <a:latin typeface="+mj-ea"/>
              </a:rPr>
              <a:t>(</a:t>
            </a:r>
            <a:r>
              <a:rPr lang="ko-KR" altLang="en-US" sz="1400" dirty="0">
                <a:latin typeface="+mj-ea"/>
              </a:rPr>
              <a:t>목표상태</a:t>
            </a:r>
            <a:r>
              <a:rPr lang="en-US" altLang="ko-KR" sz="1400" dirty="0">
                <a:latin typeface="+mj-ea"/>
              </a:rPr>
              <a:t>, </a:t>
            </a:r>
            <a:r>
              <a:rPr lang="ko-KR" altLang="en-US" sz="1400" dirty="0" err="1">
                <a:latin typeface="+mj-ea"/>
              </a:rPr>
              <a:t>비용최소화</a:t>
            </a:r>
            <a:r>
              <a:rPr lang="en-US" altLang="ko-KR" sz="1400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맞는 조립 순서</a:t>
            </a:r>
            <a:r>
              <a:rPr lang="en-US" altLang="ko-KR" sz="1400" dirty="0">
                <a:latin typeface="+mj-ea"/>
              </a:rPr>
              <a:t>(Action Sequence)</a:t>
            </a:r>
            <a:r>
              <a:rPr lang="ko-KR" altLang="en-US" sz="1400" dirty="0">
                <a:latin typeface="+mj-ea"/>
              </a:rPr>
              <a:t>를 생성하는 것이 목표이다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가능한 경우의 수를 제안만 하는 반면</a:t>
            </a:r>
            <a:r>
              <a:rPr lang="en-US" altLang="ko-KR" sz="1400" dirty="0">
                <a:latin typeface="+mj-ea"/>
              </a:rPr>
              <a:t>, Planning</a:t>
            </a:r>
            <a:r>
              <a:rPr lang="ko-KR" altLang="en-US" sz="1400" dirty="0">
                <a:latin typeface="+mj-ea"/>
              </a:rPr>
              <a:t> 알고리즘은 가능한 경우의 중 어떤 조립 순서가 적절한지에 대해 </a:t>
            </a:r>
            <a:r>
              <a:rPr lang="ko-KR" altLang="en-US" sz="1400" b="1" dirty="0">
                <a:latin typeface="+mj-ea"/>
              </a:rPr>
              <a:t>목적</a:t>
            </a:r>
            <a:r>
              <a:rPr lang="en-US" altLang="ko-KR" sz="1400" b="1" dirty="0">
                <a:latin typeface="+mj-ea"/>
              </a:rPr>
              <a:t>(</a:t>
            </a:r>
            <a:r>
              <a:rPr lang="ko-KR" altLang="en-US" sz="1400" b="1" dirty="0">
                <a:latin typeface="+mj-ea"/>
              </a:rPr>
              <a:t>목표상태</a:t>
            </a:r>
            <a:r>
              <a:rPr lang="en-US" altLang="ko-KR" sz="1400" b="1" dirty="0">
                <a:latin typeface="+mj-ea"/>
              </a:rPr>
              <a:t>, </a:t>
            </a:r>
            <a:r>
              <a:rPr lang="ko-KR" altLang="en-US" sz="1400" b="1" dirty="0" err="1">
                <a:latin typeface="+mj-ea"/>
              </a:rPr>
              <a:t>비용최소화</a:t>
            </a:r>
            <a:r>
              <a:rPr lang="en-US" altLang="ko-KR" sz="1400" b="1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알맞은 결과를 도출하려는 </a:t>
            </a:r>
            <a:r>
              <a:rPr lang="ko-KR" altLang="en-US" sz="1400" b="1" dirty="0">
                <a:latin typeface="+mj-ea"/>
              </a:rPr>
              <a:t>판단</a:t>
            </a:r>
            <a:r>
              <a:rPr lang="ko-KR" altLang="en-US" sz="1400" dirty="0">
                <a:latin typeface="+mj-ea"/>
              </a:rPr>
              <a:t>과 </a:t>
            </a:r>
            <a:r>
              <a:rPr lang="ko-KR" altLang="en-US" sz="1400" b="1" dirty="0">
                <a:latin typeface="+mj-ea"/>
              </a:rPr>
              <a:t>선택</a:t>
            </a:r>
            <a:r>
              <a:rPr lang="ko-KR" altLang="en-US" sz="1400" dirty="0">
                <a:latin typeface="+mj-ea"/>
              </a:rPr>
              <a:t>이 함께 포함된다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u="sng" dirty="0">
                <a:latin typeface="+mj-ea"/>
                <a:ea typeface="+mj-ea"/>
              </a:rPr>
              <a:t>(※</a:t>
            </a:r>
            <a:r>
              <a:rPr lang="ko-KR" altLang="en-US" sz="1200" u="sng" dirty="0">
                <a:latin typeface="+mj-ea"/>
                <a:ea typeface="+mj-ea"/>
              </a:rPr>
              <a:t>현재 예제 코드는 단순화된 임시버전으로</a:t>
            </a:r>
            <a:r>
              <a:rPr lang="en-US" altLang="ko-KR" sz="1200" u="sng" dirty="0">
                <a:latin typeface="+mj-ea"/>
                <a:ea typeface="+mj-ea"/>
              </a:rPr>
              <a:t>, </a:t>
            </a:r>
            <a:r>
              <a:rPr lang="en-US" altLang="ko-KR" sz="1200" u="sng" dirty="0">
                <a:latin typeface="+mj-ea"/>
              </a:rPr>
              <a:t>Action Sequence(</a:t>
            </a:r>
            <a:r>
              <a:rPr lang="ko-KR" altLang="en-US" sz="1200" u="sng" dirty="0">
                <a:latin typeface="+mj-ea"/>
              </a:rPr>
              <a:t>조립 순서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결정 과정에서</a:t>
            </a:r>
            <a:r>
              <a:rPr lang="en-US" altLang="ko-KR" sz="1200" u="sng" dirty="0">
                <a:latin typeface="+mj-ea"/>
              </a:rPr>
              <a:t> </a:t>
            </a:r>
            <a:r>
              <a:rPr lang="ko-KR" altLang="en-US" sz="1200" u="sng" dirty="0">
                <a:latin typeface="+mj-ea"/>
              </a:rPr>
              <a:t>목적</a:t>
            </a:r>
            <a:r>
              <a:rPr lang="en-US" altLang="ko-KR" sz="1200" u="sng" dirty="0">
                <a:latin typeface="+mj-ea"/>
              </a:rPr>
              <a:t>(</a:t>
            </a:r>
            <a:r>
              <a:rPr lang="ko-KR" altLang="en-US" sz="1200" u="sng" dirty="0">
                <a:latin typeface="+mj-ea"/>
              </a:rPr>
              <a:t>목표상태</a:t>
            </a:r>
            <a:r>
              <a:rPr lang="en-US" altLang="ko-KR" sz="1200" u="sng" dirty="0">
                <a:latin typeface="+mj-ea"/>
              </a:rPr>
              <a:t>, </a:t>
            </a:r>
            <a:r>
              <a:rPr lang="ko-KR" altLang="en-US" sz="1200" u="sng" dirty="0" err="1">
                <a:latin typeface="+mj-ea"/>
              </a:rPr>
              <a:t>비용최소화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을 고려하지 않는다</a:t>
            </a:r>
            <a:r>
              <a:rPr lang="en-US" altLang="ko-KR" sz="1200" u="sng" dirty="0">
                <a:latin typeface="+mj-ea"/>
              </a:rPr>
              <a:t>.)</a:t>
            </a:r>
            <a:endParaRPr lang="en-US" altLang="ko-KR" sz="1200" u="sng" dirty="0">
              <a:latin typeface="+mj-ea"/>
              <a:ea typeface="+mj-ea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3B99566D-A309-BC15-5BFD-17EE977BABCC}"/>
              </a:ext>
            </a:extLst>
          </p:cNvPr>
          <p:cNvGrpSpPr/>
          <p:nvPr/>
        </p:nvGrpSpPr>
        <p:grpSpPr>
          <a:xfrm>
            <a:off x="992052" y="3049096"/>
            <a:ext cx="2219190" cy="3414107"/>
            <a:chOff x="9364249" y="2404173"/>
            <a:chExt cx="2219190" cy="3414107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CF4A1C4-3C20-672C-28A7-F02D7D3D21F7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CF8F6F5-10BF-C8F6-22EA-B17C6B28A7E2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3ADAB943-89FD-A867-DF4C-EDCB79015318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4598C128-4B94-A1D6-3AD5-B670408EE247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5F4DF4EE-4FAF-D4B0-1831-D6E57FD81F4D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3578C2DA-78E5-409B-ED1E-0897C7A4B0DD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3B919CA4-2F09-9E90-27E2-F58EBA79953A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CB362DDD-9A7E-E220-F911-1D232F9871CC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F7FD5DE7-0DDF-23C4-8469-83921F76CE96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AC9B71E-A444-3829-CC0F-BB240ED6FBE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14" name="타원 13">
                  <a:extLst>
                    <a:ext uri="{FF2B5EF4-FFF2-40B4-BE49-F238E27FC236}">
                      <a16:creationId xmlns:a16="http://schemas.microsoft.com/office/drawing/2014/main" id="{A772E544-2D22-3966-CCF3-DFC3017880AE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D16B8476-7C15-7C27-A756-F78133BC82BB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9682304-DEFF-667D-3B36-485DB2AE0833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F9A5358C-2A0E-AAE8-A5A4-E9867C6A3CEF}"/>
              </a:ext>
            </a:extLst>
          </p:cNvPr>
          <p:cNvGraphicFramePr>
            <a:graphicFrameLocks noGrp="1"/>
          </p:cNvGraphicFramePr>
          <p:nvPr/>
        </p:nvGraphicFramePr>
        <p:xfrm>
          <a:off x="9390685" y="3355449"/>
          <a:ext cx="1916695" cy="2472039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56187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5482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9879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21" name="그룹 20">
            <a:extLst>
              <a:ext uri="{FF2B5EF4-FFF2-40B4-BE49-F238E27FC236}">
                <a16:creationId xmlns:a16="http://schemas.microsoft.com/office/drawing/2014/main" id="{7618654F-9F79-0086-420C-502611A5E00B}"/>
              </a:ext>
            </a:extLst>
          </p:cNvPr>
          <p:cNvGrpSpPr/>
          <p:nvPr/>
        </p:nvGrpSpPr>
        <p:grpSpPr>
          <a:xfrm>
            <a:off x="10104425" y="3739743"/>
            <a:ext cx="1009919" cy="822672"/>
            <a:chOff x="8523851" y="2626812"/>
            <a:chExt cx="1080000" cy="162000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38B9E20D-9D87-140A-4E47-26B4BAC580D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64436A4F-DFCC-E7B3-28F9-CBE8B491A58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5EC2A3D8-0555-690C-6FA0-F6CCB5966DD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I</a:t>
                </a:r>
                <a:endParaRPr lang="ko-KR" altLang="en-US" sz="800"/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EBC7586D-5A19-AC08-40D5-A820005B65E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F</a:t>
                </a:r>
                <a:endParaRPr lang="ko-KR" altLang="en-US" sz="800"/>
              </a:p>
            </p:txBody>
          </p:sp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921B80DF-A157-1677-789A-4B7EDE6FFE2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M</a:t>
                </a:r>
                <a:endParaRPr lang="ko-KR" altLang="en-US" sz="800"/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88A9C8E-441C-8170-D060-398F2DFE2C16}"/>
              </a:ext>
            </a:extLst>
          </p:cNvPr>
          <p:cNvGrpSpPr/>
          <p:nvPr/>
        </p:nvGrpSpPr>
        <p:grpSpPr>
          <a:xfrm>
            <a:off x="10104425" y="4728496"/>
            <a:ext cx="1009919" cy="630910"/>
            <a:chOff x="8523851" y="1625702"/>
            <a:chExt cx="1080000" cy="90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09836134-E157-2AE6-0032-2B9984BC7C8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F6FD4749-C439-209B-6336-09A054EA42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09F03909-D1F1-E154-BAF9-0795463727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C : F </a:t>
                </a:r>
                <a:endParaRPr lang="ko-KR" altLang="en-US" sz="800"/>
              </a:p>
            </p:txBody>
          </p:sp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F7FAEA9C-472D-1B5E-7F7F-092C7E2B031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dirty="0"/>
                  <a:t>Type C : M </a:t>
                </a:r>
                <a:endParaRPr lang="ko-KR" altLang="en-US" sz="800" dirty="0"/>
              </a:p>
            </p:txBody>
          </p:sp>
        </p:grpSp>
      </p:grp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A771620-417D-670C-194D-3AF11AB4698F}"/>
              </a:ext>
            </a:extLst>
          </p:cNvPr>
          <p:cNvSpPr/>
          <p:nvPr/>
        </p:nvSpPr>
        <p:spPr>
          <a:xfrm>
            <a:off x="8829914" y="6137311"/>
            <a:ext cx="3038236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조립순서가 고려된 </a:t>
            </a:r>
            <a:r>
              <a:rPr lang="en-US" altLang="ko-KR" sz="1400" dirty="0">
                <a:solidFill>
                  <a:schemeClr val="bg2">
                    <a:lumMod val="25000"/>
                  </a:schemeClr>
                </a:solidFill>
              </a:rPr>
              <a:t>Planning </a:t>
            </a:r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결과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F7E3A964-3F9F-D15C-A986-910FF21EE814}"/>
              </a:ext>
            </a:extLst>
          </p:cNvPr>
          <p:cNvSpPr/>
          <p:nvPr/>
        </p:nvSpPr>
        <p:spPr>
          <a:xfrm>
            <a:off x="3483099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오른쪽 33">
            <a:extLst>
              <a:ext uri="{FF2B5EF4-FFF2-40B4-BE49-F238E27FC236}">
                <a16:creationId xmlns:a16="http://schemas.microsoft.com/office/drawing/2014/main" id="{223B22CE-CAEF-0099-022F-D4143DFC262F}"/>
              </a:ext>
            </a:extLst>
          </p:cNvPr>
          <p:cNvSpPr/>
          <p:nvPr/>
        </p:nvSpPr>
        <p:spPr>
          <a:xfrm>
            <a:off x="8366364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34FE3C-D7E7-2C4A-D3A5-F85D2B5BD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533" y="2956743"/>
            <a:ext cx="3412016" cy="372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7460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4967D-706E-3A0A-FDEC-549CD42A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13A151-0464-0D52-F611-E956820F3506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C6DBFF0A-DB8E-AFE4-40F5-82F025DEE911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CC13D9A5-3772-62E6-FE5B-BADDF2BC50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878CC75-B6FA-5396-7ECB-D1C3DD6E0C2E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1CC345-9176-E815-D371-169FA4921D01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64C56A63-BB38-ED86-9E67-2BDF6C98A1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9C71BA-7F15-2C56-0EEB-1070A06BE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132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CF3F-8C6F-D10D-C068-646D67E6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0D2B7D8-099C-8444-9D18-EBD804D0C248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CAC6B26F-E948-FBCA-FEB3-ED9FE801D07B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A9E90ABF-57BF-E578-3C7E-BE1AE4E93341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E00F6F42-45BB-6B92-5E34-B7C92B704BBC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FF556D1-6089-FDA8-FB4D-3D1B5959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FE356E-03EB-29B2-FACE-4F069BF2C7B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584E0F-EA13-F57D-9F2B-4B73D11AC3F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318F199E-BC3B-355F-65A6-EACC22923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B5540F-CCF0-0BDE-4534-ADDB892D3B65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54262C-8A86-F290-25FA-E55811052DF0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5BC501-F4F4-76A1-EDEA-2B29FD11D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2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3BEE-FE7F-53A5-5EBC-FBA3346A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C9871713-ABD5-11A3-4F2A-CB26149B9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76E9E01-FC2A-4021-DDE3-2A2E79F6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99058471-55E6-3E01-7190-088ED1370A55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C2C46ACC-EF7F-13E8-2462-94011A4CB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1E5818E7-61F1-0340-C01B-3228733BEA5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6EAF46E1-5695-0D3D-1F97-8D76274C4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65957BED-E717-3341-D342-46F52A0B1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22A47B01-07AE-7716-5605-A88D4B025BC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630DB2CB-C491-7B77-8E93-8325483A9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3057E9D6-28C4-9B2C-B32F-1843D3AB5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2A3E8CC4-0484-9649-5570-3A6099CEFF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C9B7D4BE-CDB1-61A7-6CF9-3BD6F4DF5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1FC4DE7F-5CF8-E36C-B5AB-7ACFC7B3F4D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039786F-4F4B-F224-9826-F3CE0F4CA39D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9ED89119-B738-9455-ED75-13AF4D0410C8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5DFE3A98-430D-A972-A36B-0A18299992EA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5B03C7-CE7F-C1C3-7B45-F27D4E10F5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548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37FC3-8BB4-FBB0-CB9C-E72201B4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2520D544-A269-28FB-E65F-9E42056CB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F685DBB-3D6D-63E1-C2D0-7AC10D9D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0EF3486C-5A4D-3882-1C16-A1EE5A85855E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947B1925-1D77-832C-F7FA-621EBFDDD4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D78B9B17-13DF-2918-F417-88A412ECF28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41B4BAE1-C001-2DE6-03B3-4365A79494A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8F089532-6B4A-A6D7-D1E8-9F3CF0D695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4C9728A8-C7D5-0330-1369-3C64B287E2B4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5C97EFAE-9461-E4C8-F9AC-8C9FCFD75C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CF680F65-D253-F808-F1CE-0744E3FAA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</a:t>
            </a:r>
            <a:r>
              <a:rPr kumimoji="0"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알고리즘 작동 설명 자료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6F8029B0-1330-B3A7-7090-EEA004F9E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ADE8B613-93B0-4D12-326C-3361100A15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291033E5-D5DC-EAD2-B120-B3FAE99FBAB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F5F1358-2EA6-810F-7A06-CB573C7DC04E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786167D4-8B91-3DEA-8CB5-344F252D72A7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7507E5ED-E567-800C-B274-B10F5933465C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C8AD72E-12E7-7D26-BE43-76B2F4390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8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0945-ECD3-9028-6417-23212F97E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A21CB4-8DF7-B18B-E994-72C67D9552D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5381E8DE-9068-C8C9-C55C-8F27E86B4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1C33CD28-D5E6-C92C-9720-867F4A6A6E0D}"/>
              </a:ext>
            </a:extLst>
          </p:cNvPr>
          <p:cNvGrpSpPr/>
          <p:nvPr/>
        </p:nvGrpSpPr>
        <p:grpSpPr>
          <a:xfrm>
            <a:off x="6095306" y="4254387"/>
            <a:ext cx="5509260" cy="2408434"/>
            <a:chOff x="6095306" y="4254387"/>
            <a:chExt cx="5509260" cy="2408434"/>
          </a:xfrm>
        </p:grpSpPr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77BC8D8-9CAB-1C86-1F8A-120876912BC1}"/>
                </a:ext>
              </a:extLst>
            </p:cNvPr>
            <p:cNvGrpSpPr/>
            <p:nvPr/>
          </p:nvGrpSpPr>
          <p:grpSpPr>
            <a:xfrm>
              <a:off x="6095306" y="4254387"/>
              <a:ext cx="5509260" cy="2062593"/>
              <a:chOff x="6095306" y="4254387"/>
              <a:chExt cx="5509260" cy="2062593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48F296D0-BED2-A396-0900-1A18E47C4AB8}"/>
                  </a:ext>
                </a:extLst>
              </p:cNvPr>
              <p:cNvSpPr/>
              <p:nvPr/>
            </p:nvSpPr>
            <p:spPr>
              <a:xfrm>
                <a:off x="6095306" y="4254387"/>
                <a:ext cx="5509260" cy="2062593"/>
              </a:xfrm>
              <a:prstGeom prst="roundRect">
                <a:avLst>
                  <a:gd name="adj" fmla="val 8440"/>
                </a:avLst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14E3765-4F09-6852-DC68-1D3E9E051988}"/>
                  </a:ext>
                </a:extLst>
              </p:cNvPr>
              <p:cNvGrpSpPr/>
              <p:nvPr/>
            </p:nvGrpSpPr>
            <p:grpSpPr>
              <a:xfrm>
                <a:off x="6274771" y="4348880"/>
                <a:ext cx="5150331" cy="1869489"/>
                <a:chOff x="6505905" y="416518"/>
                <a:chExt cx="5150331" cy="2362790"/>
              </a:xfrm>
            </p:grpSpPr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A5F64E0C-755A-C64A-C523-6073BC85E3A8}"/>
                    </a:ext>
                  </a:extLst>
                </p:cNvPr>
                <p:cNvCxnSpPr>
                  <a:cxnSpLocks/>
                  <a:stCxn id="49" idx="4"/>
                  <a:endCxn id="51" idx="0"/>
                </p:cNvCxnSpPr>
                <p:nvPr/>
              </p:nvCxnSpPr>
              <p:spPr>
                <a:xfrm>
                  <a:off x="10290619" y="847437"/>
                  <a:ext cx="0" cy="949075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CE9094D3-161C-DE93-8B9C-BF5B26E9265E}"/>
                    </a:ext>
                  </a:extLst>
                </p:cNvPr>
                <p:cNvSpPr/>
                <p:nvPr/>
              </p:nvSpPr>
              <p:spPr>
                <a:xfrm>
                  <a:off x="8822374" y="1099998"/>
                  <a:ext cx="686134" cy="53195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</a:t>
                  </a:r>
                  <a:endParaRPr lang="en-US" altLang="ko-KR" sz="900"/>
                </a:p>
                <a:p>
                  <a:pPr algn="ctr"/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4F93E524-3CE7-3F2F-515D-F9B1033582BF}"/>
                    </a:ext>
                  </a:extLst>
                </p:cNvPr>
                <p:cNvCxnSpPr>
                  <a:cxnSpLocks/>
                  <a:stCxn id="48" idx="2"/>
                  <a:endCxn id="39" idx="6"/>
                </p:cNvCxnSpPr>
                <p:nvPr/>
              </p:nvCxnSpPr>
              <p:spPr>
                <a:xfrm flipH="1">
                  <a:off x="9508509" y="1365975"/>
                  <a:ext cx="23188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E24767C-69A6-AB7D-AD97-78D6943C6199}"/>
                    </a:ext>
                  </a:extLst>
                </p:cNvPr>
                <p:cNvSpPr/>
                <p:nvPr/>
              </p:nvSpPr>
              <p:spPr>
                <a:xfrm>
                  <a:off x="6505905" y="416518"/>
                  <a:ext cx="758050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프론트 도어</a:t>
                  </a:r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6D68E98E-9391-86E0-9776-6241D6018044}"/>
                    </a:ext>
                  </a:extLst>
                </p:cNvPr>
                <p:cNvCxnSpPr>
                  <a:cxnSpLocks/>
                  <a:stCxn id="45" idx="1"/>
                  <a:endCxn id="41" idx="6"/>
                </p:cNvCxnSpPr>
                <p:nvPr/>
              </p:nvCxnSpPr>
              <p:spPr>
                <a:xfrm flipH="1" flipV="1">
                  <a:off x="7263955" y="679122"/>
                  <a:ext cx="165443" cy="18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EE5700D-F712-7CB8-84D7-12084F21E45F}"/>
                    </a:ext>
                  </a:extLst>
                </p:cNvPr>
                <p:cNvSpPr/>
                <p:nvPr/>
              </p:nvSpPr>
              <p:spPr>
                <a:xfrm>
                  <a:off x="10970102" y="442409"/>
                  <a:ext cx="68613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바디</a:t>
                  </a:r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B40DFBEC-636D-516D-B768-58EAD8FAAFF4}"/>
                    </a:ext>
                  </a:extLst>
                </p:cNvPr>
                <p:cNvCxnSpPr>
                  <a:cxnSpLocks/>
                  <a:stCxn id="49" idx="6"/>
                  <a:endCxn id="43" idx="2"/>
                </p:cNvCxnSpPr>
                <p:nvPr/>
              </p:nvCxnSpPr>
              <p:spPr>
                <a:xfrm>
                  <a:off x="10894441" y="674698"/>
                  <a:ext cx="75660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사각형: 둥근 모서리 44">
                  <a:extLst>
                    <a:ext uri="{FF2B5EF4-FFF2-40B4-BE49-F238E27FC236}">
                      <a16:creationId xmlns:a16="http://schemas.microsoft.com/office/drawing/2014/main" id="{01B3340D-AF7F-4FC1-B521-C8C43893DB67}"/>
                    </a:ext>
                  </a:extLst>
                </p:cNvPr>
                <p:cNvSpPr/>
                <p:nvPr/>
              </p:nvSpPr>
              <p:spPr>
                <a:xfrm>
                  <a:off x="7429398" y="558751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F </a:t>
                  </a:r>
                  <a:endParaRPr lang="ko-KR" altLang="en-US" sz="900"/>
                </a:p>
              </p:txBody>
            </p:sp>
            <p:sp>
              <p:nvSpPr>
                <p:cNvPr id="46" name="사각형: 둥근 모서리 45">
                  <a:extLst>
                    <a:ext uri="{FF2B5EF4-FFF2-40B4-BE49-F238E27FC236}">
                      <a16:creationId xmlns:a16="http://schemas.microsoft.com/office/drawing/2014/main" id="{941AA82D-A316-652A-2F58-6AEEB24F71B3}"/>
                    </a:ext>
                  </a:extLst>
                </p:cNvPr>
                <p:cNvSpPr/>
                <p:nvPr/>
              </p:nvSpPr>
              <p:spPr>
                <a:xfrm>
                  <a:off x="7429398" y="1245415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 </a:t>
                  </a:r>
                  <a:endParaRPr lang="ko-KR" altLang="en-US" sz="90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FCFA6847-ADEB-8D38-886A-312E66CBA6B4}"/>
                    </a:ext>
                  </a:extLst>
                </p:cNvPr>
                <p:cNvCxnSpPr>
                  <a:cxnSpLocks/>
                  <a:stCxn id="46" idx="3"/>
                  <a:endCxn id="39" idx="2"/>
                </p:cNvCxnSpPr>
                <p:nvPr/>
              </p:nvCxnSpPr>
              <p:spPr>
                <a:xfrm>
                  <a:off x="8499070" y="1365975"/>
                  <a:ext cx="323304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42941DF8-52A0-EA13-EC23-6CDC0017204A}"/>
                    </a:ext>
                  </a:extLst>
                </p:cNvPr>
                <p:cNvSpPr/>
                <p:nvPr/>
              </p:nvSpPr>
              <p:spPr>
                <a:xfrm>
                  <a:off x="9740398" y="1193236"/>
                  <a:ext cx="1100442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7A7DBECC-E124-8753-AF1E-59CAA8151220}"/>
                    </a:ext>
                  </a:extLst>
                </p:cNvPr>
                <p:cNvSpPr/>
                <p:nvPr/>
              </p:nvSpPr>
              <p:spPr>
                <a:xfrm>
                  <a:off x="9686797" y="501959"/>
                  <a:ext cx="1207644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F</a:t>
                  </a:r>
                  <a:endParaRPr lang="ko-KR" altLang="en-US" sz="900"/>
                </a:p>
              </p:txBody>
            </p: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F863B3D3-06C7-8B88-04C2-0739C8463583}"/>
                    </a:ext>
                  </a:extLst>
                </p:cNvPr>
                <p:cNvSpPr/>
                <p:nvPr/>
              </p:nvSpPr>
              <p:spPr>
                <a:xfrm>
                  <a:off x="9891000" y="2314729"/>
                  <a:ext cx="799236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5EB4B68D-25C5-7E32-A901-FE04A8333AFB}"/>
                    </a:ext>
                  </a:extLst>
                </p:cNvPr>
                <p:cNvSpPr/>
                <p:nvPr/>
              </p:nvSpPr>
              <p:spPr>
                <a:xfrm>
                  <a:off x="9686796" y="1796512"/>
                  <a:ext cx="1207646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BC7D5A9-0A75-D22F-9408-743134CD11B0}"/>
                    </a:ext>
                  </a:extLst>
                </p:cNvPr>
                <p:cNvCxnSpPr>
                  <a:cxnSpLocks/>
                  <a:stCxn id="51" idx="4"/>
                  <a:endCxn id="50" idx="0"/>
                </p:cNvCxnSpPr>
                <p:nvPr/>
              </p:nvCxnSpPr>
              <p:spPr>
                <a:xfrm>
                  <a:off x="10290619" y="2141990"/>
                  <a:ext cx="0" cy="17273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E7E6FC12-48A4-D390-6181-1B6FBD757CEA}"/>
                    </a:ext>
                  </a:extLst>
                </p:cNvPr>
                <p:cNvCxnSpPr>
                  <a:cxnSpLocks/>
                  <a:stCxn id="45" idx="2"/>
                  <a:endCxn id="46" idx="0"/>
                </p:cNvCxnSpPr>
                <p:nvPr/>
              </p:nvCxnSpPr>
              <p:spPr>
                <a:xfrm>
                  <a:off x="7964234" y="799871"/>
                  <a:ext cx="0" cy="445544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4D792D-024B-3B20-6419-6BF697372C07}"/>
                </a:ext>
              </a:extLst>
            </p:cNvPr>
            <p:cNvSpPr txBox="1"/>
            <p:nvPr/>
          </p:nvSpPr>
          <p:spPr>
            <a:xfrm>
              <a:off x="7166359" y="6355044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</a:t>
              </a:r>
              <a:r>
                <a:rPr lang="en-US" altLang="ko-KR" sz="1400"/>
                <a:t>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730453E4-ABEF-FD63-1F45-CD2DEA2F50F7}"/>
              </a:ext>
            </a:extLst>
          </p:cNvPr>
          <p:cNvGrpSpPr/>
          <p:nvPr/>
        </p:nvGrpSpPr>
        <p:grpSpPr>
          <a:xfrm>
            <a:off x="6096000" y="1652591"/>
            <a:ext cx="5507873" cy="2570566"/>
            <a:chOff x="6096000" y="1652591"/>
            <a:chExt cx="5507873" cy="2570566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9818EDA-1F1E-2B25-025D-5D2967350C9D}"/>
                </a:ext>
              </a:extLst>
            </p:cNvPr>
            <p:cNvSpPr/>
            <p:nvPr/>
          </p:nvSpPr>
          <p:spPr>
            <a:xfrm>
              <a:off x="6096000" y="1652591"/>
              <a:ext cx="5507873" cy="2222909"/>
            </a:xfrm>
            <a:prstGeom prst="roundRect">
              <a:avLst>
                <a:gd name="adj" fmla="val 8440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83AA499F-12B3-6D44-3C47-ACF6E978B7A5}"/>
                </a:ext>
              </a:extLst>
            </p:cNvPr>
            <p:cNvGrpSpPr/>
            <p:nvPr/>
          </p:nvGrpSpPr>
          <p:grpSpPr>
            <a:xfrm>
              <a:off x="6342444" y="1824627"/>
              <a:ext cx="5014985" cy="1770769"/>
              <a:chOff x="274375" y="1700065"/>
              <a:chExt cx="5621891" cy="2430474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CFECE55E-C833-F947-D7AF-E5F7286F1AA5}"/>
                  </a:ext>
                </a:extLst>
              </p:cNvPr>
              <p:cNvGrpSpPr/>
              <p:nvPr/>
            </p:nvGrpSpPr>
            <p:grpSpPr>
              <a:xfrm>
                <a:off x="1329971" y="3720799"/>
                <a:ext cx="4049180" cy="409740"/>
                <a:chOff x="7233371" y="5826748"/>
                <a:chExt cx="4049180" cy="409740"/>
              </a:xfrm>
            </p:grpSpPr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CE7F68F7-0628-74DE-0901-659C4A355780}"/>
                    </a:ext>
                  </a:extLst>
                </p:cNvPr>
                <p:cNvSpPr/>
                <p:nvPr/>
              </p:nvSpPr>
              <p:spPr>
                <a:xfrm>
                  <a:off x="8611741" y="5826748"/>
                  <a:ext cx="1357272" cy="40974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</a:t>
                  </a:r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sp>
              <p:nvSpPr>
                <p:cNvPr id="4" name="타원 3">
                  <a:extLst>
                    <a:ext uri="{FF2B5EF4-FFF2-40B4-BE49-F238E27FC236}">
                      <a16:creationId xmlns:a16="http://schemas.microsoft.com/office/drawing/2014/main" id="{7569DDAB-D691-8CFF-7AF9-FA1A9A0F414C}"/>
                    </a:ext>
                  </a:extLst>
                </p:cNvPr>
                <p:cNvSpPr/>
                <p:nvPr/>
              </p:nvSpPr>
              <p:spPr>
                <a:xfrm>
                  <a:off x="10155574" y="5858879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cxnSp>
              <p:nvCxnSpPr>
                <p:cNvPr id="5" name="직선 연결선 4">
                  <a:extLst>
                    <a:ext uri="{FF2B5EF4-FFF2-40B4-BE49-F238E27FC236}">
                      <a16:creationId xmlns:a16="http://schemas.microsoft.com/office/drawing/2014/main" id="{BE8F81CA-8D3D-03A7-54DB-5C4A655B33DC}"/>
                    </a:ext>
                  </a:extLst>
                </p:cNvPr>
                <p:cNvCxnSpPr>
                  <a:cxnSpLocks/>
                  <a:stCxn id="9" idx="3"/>
                  <a:endCxn id="3" idx="2"/>
                </p:cNvCxnSpPr>
                <p:nvPr/>
              </p:nvCxnSpPr>
              <p:spPr>
                <a:xfrm flipV="1">
                  <a:off x="8408896" y="6031618"/>
                  <a:ext cx="202845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직선 연결선 5">
                  <a:extLst>
                    <a:ext uri="{FF2B5EF4-FFF2-40B4-BE49-F238E27FC236}">
                      <a16:creationId xmlns:a16="http://schemas.microsoft.com/office/drawing/2014/main" id="{806B6033-5DDF-D991-D0A7-B9B393B9D3CF}"/>
                    </a:ext>
                  </a:extLst>
                </p:cNvPr>
                <p:cNvCxnSpPr>
                  <a:cxnSpLocks/>
                  <a:stCxn id="4" idx="2"/>
                  <a:endCxn id="3" idx="6"/>
                </p:cNvCxnSpPr>
                <p:nvPr/>
              </p:nvCxnSpPr>
              <p:spPr>
                <a:xfrm flipH="1">
                  <a:off x="9969013" y="6031618"/>
                  <a:ext cx="186561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98E1D4DE-17D8-6336-B113-E02090395C36}"/>
                    </a:ext>
                  </a:extLst>
                </p:cNvPr>
                <p:cNvSpPr/>
                <p:nvPr/>
              </p:nvSpPr>
              <p:spPr>
                <a:xfrm>
                  <a:off x="7233371" y="587009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22ECB65-69FE-57ED-5FE3-98F976463767}"/>
                  </a:ext>
                </a:extLst>
              </p:cNvPr>
              <p:cNvGrpSpPr/>
              <p:nvPr/>
            </p:nvGrpSpPr>
            <p:grpSpPr>
              <a:xfrm>
                <a:off x="274375" y="1700065"/>
                <a:ext cx="2331630" cy="1616270"/>
                <a:chOff x="6506222" y="3476576"/>
                <a:chExt cx="2331630" cy="161627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4BEEDF4-1C0F-632C-4F45-F4BBDC1B9D46}"/>
                    </a:ext>
                  </a:extLst>
                </p:cNvPr>
                <p:cNvSpPr/>
                <p:nvPr/>
              </p:nvSpPr>
              <p:spPr>
                <a:xfrm>
                  <a:off x="6506222" y="4006203"/>
                  <a:ext cx="842684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프론트 도어</a:t>
                  </a: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4CF0183-C8FA-583B-A54B-8CA80C174EC9}"/>
                    </a:ext>
                  </a:extLst>
                </p:cNvPr>
                <p:cNvCxnSpPr>
                  <a:cxnSpLocks/>
                  <a:stCxn id="24" idx="2"/>
                  <a:endCxn id="21" idx="7"/>
                </p:cNvCxnSpPr>
                <p:nvPr/>
              </p:nvCxnSpPr>
              <p:spPr>
                <a:xfrm flipH="1">
                  <a:off x="7225498" y="3616714"/>
                  <a:ext cx="468023" cy="46640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5B645555-CE43-C895-4706-744A7DFC3A9A}"/>
                    </a:ext>
                  </a:extLst>
                </p:cNvPr>
                <p:cNvCxnSpPr>
                  <a:cxnSpLocks/>
                  <a:stCxn id="25" idx="1"/>
                  <a:endCxn id="21" idx="5"/>
                </p:cNvCxnSpPr>
                <p:nvPr/>
              </p:nvCxnSpPr>
              <p:spPr>
                <a:xfrm flipH="1" flipV="1">
                  <a:off x="7225498" y="4454495"/>
                  <a:ext cx="436829" cy="4768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타원 23">
                  <a:extLst>
                    <a:ext uri="{FF2B5EF4-FFF2-40B4-BE49-F238E27FC236}">
                      <a16:creationId xmlns:a16="http://schemas.microsoft.com/office/drawing/2014/main" id="{7CCB503F-67A4-C93D-E494-118C83254FA4}"/>
                    </a:ext>
                  </a:extLst>
                </p:cNvPr>
                <p:cNvSpPr/>
                <p:nvPr/>
              </p:nvSpPr>
              <p:spPr>
                <a:xfrm>
                  <a:off x="7693521" y="3476576"/>
                  <a:ext cx="1113137" cy="2802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800"/>
                    <a:t>Type A : F</a:t>
                  </a:r>
                  <a:endParaRPr lang="ko-KR" altLang="en-US" sz="800"/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12CCFD71-38CF-9A8D-582C-3152B796CE40}"/>
                    </a:ext>
                  </a:extLst>
                </p:cNvPr>
                <p:cNvSpPr/>
                <p:nvPr/>
              </p:nvSpPr>
              <p:spPr>
                <a:xfrm>
                  <a:off x="7662327" y="4769807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  <p:sp>
              <p:nvSpPr>
                <p:cNvPr id="26" name="사각형: 둥근 모서리 25">
                  <a:extLst>
                    <a:ext uri="{FF2B5EF4-FFF2-40B4-BE49-F238E27FC236}">
                      <a16:creationId xmlns:a16="http://schemas.microsoft.com/office/drawing/2014/main" id="{7A736546-0AE2-818C-5E61-F75EFFF02ACD}"/>
                    </a:ext>
                  </a:extLst>
                </p:cNvPr>
                <p:cNvSpPr/>
                <p:nvPr/>
              </p:nvSpPr>
              <p:spPr>
                <a:xfrm>
                  <a:off x="7662327" y="411041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B : I</a:t>
                  </a:r>
                  <a:endParaRPr lang="ko-KR" altLang="en-US" sz="1050"/>
                </a:p>
              </p:txBody>
            </p:sp>
            <p:cxnSp>
              <p:nvCxnSpPr>
                <p:cNvPr id="27" name="직선 연결선 26">
                  <a:extLst>
                    <a:ext uri="{FF2B5EF4-FFF2-40B4-BE49-F238E27FC236}">
                      <a16:creationId xmlns:a16="http://schemas.microsoft.com/office/drawing/2014/main" id="{88DE2825-D847-94FA-E9AF-6BCC79824C2A}"/>
                    </a:ext>
                  </a:extLst>
                </p:cNvPr>
                <p:cNvCxnSpPr>
                  <a:cxnSpLocks/>
                  <a:stCxn id="26" idx="1"/>
                  <a:endCxn id="21" idx="6"/>
                </p:cNvCxnSpPr>
                <p:nvPr/>
              </p:nvCxnSpPr>
              <p:spPr>
                <a:xfrm flipH="1" flipV="1">
                  <a:off x="7348906" y="4268807"/>
                  <a:ext cx="313421" cy="31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19DB7D1D-FB6B-9E1C-1FA0-55FA9E440505}"/>
                  </a:ext>
                </a:extLst>
              </p:cNvPr>
              <p:cNvGrpSpPr/>
              <p:nvPr/>
            </p:nvGrpSpPr>
            <p:grpSpPr>
              <a:xfrm>
                <a:off x="3180852" y="1724340"/>
                <a:ext cx="1126977" cy="1068995"/>
                <a:chOff x="10719062" y="3833491"/>
                <a:chExt cx="1126977" cy="1068995"/>
              </a:xfrm>
            </p:grpSpPr>
            <p:sp>
              <p:nvSpPr>
                <p:cNvPr id="29" name="타원 28">
                  <a:extLst>
                    <a:ext uri="{FF2B5EF4-FFF2-40B4-BE49-F238E27FC236}">
                      <a16:creationId xmlns:a16="http://schemas.microsoft.com/office/drawing/2014/main" id="{CE933B0D-1B37-99DB-E135-AE7DB23FC939}"/>
                    </a:ext>
                  </a:extLst>
                </p:cNvPr>
                <p:cNvSpPr/>
                <p:nvPr/>
              </p:nvSpPr>
              <p:spPr>
                <a:xfrm>
                  <a:off x="10861209" y="3833491"/>
                  <a:ext cx="84268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1C891BEE-88F4-1738-12FF-FE2DE3EB0BC4}"/>
                    </a:ext>
                  </a:extLst>
                </p:cNvPr>
                <p:cNvCxnSpPr>
                  <a:cxnSpLocks/>
                  <a:stCxn id="31" idx="0"/>
                  <a:endCxn id="29" idx="4"/>
                </p:cNvCxnSpPr>
                <p:nvPr/>
              </p:nvCxnSpPr>
              <p:spPr>
                <a:xfrm flipV="1">
                  <a:off x="11282551" y="4298070"/>
                  <a:ext cx="0" cy="25893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FBC4AB84-650C-E47F-C69A-6042E42E5A22}"/>
                    </a:ext>
                  </a:extLst>
                </p:cNvPr>
                <p:cNvSpPr/>
                <p:nvPr/>
              </p:nvSpPr>
              <p:spPr>
                <a:xfrm>
                  <a:off x="10719062" y="4557008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</p:grp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D090950-63F0-5FFC-AE99-373A9C2E1839}"/>
                  </a:ext>
                </a:extLst>
              </p:cNvPr>
              <p:cNvSpPr/>
              <p:nvPr/>
            </p:nvSpPr>
            <p:spPr>
              <a:xfrm>
                <a:off x="4761313" y="1720751"/>
                <a:ext cx="981592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BAB7C884-C1F6-E481-2B70-06BCCED6E892}"/>
                  </a:ext>
                </a:extLst>
              </p:cNvPr>
              <p:cNvSpPr/>
              <p:nvPr/>
            </p:nvSpPr>
            <p:spPr>
              <a:xfrm>
                <a:off x="4607952" y="2443811"/>
                <a:ext cx="128831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5B0B23C0-4746-37FB-0269-8345655A04EC}"/>
                  </a:ext>
                </a:extLst>
              </p:cNvPr>
              <p:cNvCxnSpPr>
                <a:cxnSpLocks/>
                <a:stCxn id="33" idx="0"/>
                <a:endCxn id="32" idx="4"/>
              </p:cNvCxnSpPr>
              <p:nvPr/>
            </p:nvCxnSpPr>
            <p:spPr>
              <a:xfrm flipV="1">
                <a:off x="5252109" y="2185330"/>
                <a:ext cx="0" cy="2584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9DE5870-089B-8995-DD52-2A56EEFB5816}"/>
                </a:ext>
              </a:extLst>
            </p:cNvPr>
            <p:cNvSpPr txBox="1"/>
            <p:nvPr/>
          </p:nvSpPr>
          <p:spPr>
            <a:xfrm>
              <a:off x="7166359" y="3915380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부품 목록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8A54783-5E8F-8094-491D-5DD5119F2E5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65AF86-AD40-69DB-A7D8-C8DE5EC108DB}"/>
              </a:ext>
            </a:extLst>
          </p:cNvPr>
          <p:cNvSpPr txBox="1"/>
          <p:nvPr/>
        </p:nvSpPr>
        <p:spPr>
          <a:xfrm>
            <a:off x="350982" y="716826"/>
            <a:ext cx="12542982" cy="87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latin typeface="맑은 고딕"/>
                <a:ea typeface="맑은 고딕"/>
              </a:rPr>
              <a:t>부품 목록 및 </a:t>
            </a:r>
            <a:r>
              <a:rPr lang="ko-KR" altLang="en-US" sz="1800">
                <a:latin typeface="맑은 고딕"/>
                <a:ea typeface="맑은 고딕"/>
              </a:rPr>
              <a:t>조립 목표 설정</a:t>
            </a:r>
            <a:endParaRPr lang="en-US" altLang="ko-KR" sz="140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+mj-ea"/>
                <a:ea typeface="+mj-ea"/>
              </a:rPr>
              <a:t>	</a:t>
            </a:r>
            <a:r>
              <a:rPr lang="ko-KR" altLang="en-US" sz="1400">
                <a:latin typeface="+mj-ea"/>
                <a:ea typeface="+mj-ea"/>
              </a:rPr>
              <a:t>사용자 </a:t>
            </a:r>
            <a:r>
              <a:rPr lang="en-US" altLang="ko-KR" sz="1400">
                <a:latin typeface="+mj-ea"/>
                <a:ea typeface="+mj-ea"/>
              </a:rPr>
              <a:t>UI</a:t>
            </a:r>
            <a:r>
              <a:rPr lang="ko-KR" altLang="en-US" sz="1400">
                <a:latin typeface="+mj-ea"/>
                <a:ea typeface="+mj-ea"/>
              </a:rPr>
              <a:t>를</a:t>
            </a:r>
            <a:r>
              <a:rPr lang="en-US" altLang="ko-KR" sz="1400">
                <a:latin typeface="+mj-ea"/>
                <a:ea typeface="+mj-ea"/>
              </a:rPr>
              <a:t> </a:t>
            </a:r>
            <a:r>
              <a:rPr lang="ko-KR" altLang="en-US" sz="1400">
                <a:latin typeface="+mj-ea"/>
                <a:ea typeface="+mj-ea"/>
              </a:rPr>
              <a:t>통해 </a:t>
            </a:r>
            <a:r>
              <a:rPr lang="ko-KR" altLang="en-US" sz="1400" b="1">
                <a:latin typeface="+mj-ea"/>
                <a:ea typeface="+mj-ea"/>
              </a:rPr>
              <a:t>조립 부품 목록</a:t>
            </a:r>
            <a:r>
              <a:rPr lang="ko-KR" altLang="en-US" sz="1400">
                <a:latin typeface="+mj-ea"/>
                <a:ea typeface="+mj-ea"/>
              </a:rPr>
              <a:t>과 </a:t>
            </a:r>
            <a:r>
              <a:rPr lang="ko-KR" altLang="en-US" sz="1400" b="1">
                <a:latin typeface="+mj-ea"/>
                <a:ea typeface="+mj-ea"/>
              </a:rPr>
              <a:t>조립 목표</a:t>
            </a:r>
            <a:r>
              <a:rPr lang="ko-KR" altLang="en-US" sz="1400">
                <a:latin typeface="+mj-ea"/>
                <a:ea typeface="+mj-ea"/>
              </a:rPr>
              <a:t>를 입력</a:t>
            </a:r>
            <a:endParaRPr lang="en-US" altLang="ko-KR" sz="1800">
              <a:latin typeface="맑은 고딕"/>
              <a:ea typeface="맑은 고딕"/>
            </a:endParaRPr>
          </a:p>
        </p:txBody>
      </p:sp>
      <p:pic>
        <p:nvPicPr>
          <p:cNvPr id="62" name="그림 6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13DB2F-C8AF-384B-22FA-135BFD00C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583" y="2919007"/>
            <a:ext cx="3782630" cy="2521753"/>
          </a:xfrm>
          <a:prstGeom prst="rect">
            <a:avLst/>
          </a:prstGeom>
        </p:spPr>
      </p:pic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76CD7DD1-4451-6422-DC01-7AF680D6C92C}"/>
              </a:ext>
            </a:extLst>
          </p:cNvPr>
          <p:cNvSpPr/>
          <p:nvPr/>
        </p:nvSpPr>
        <p:spPr>
          <a:xfrm>
            <a:off x="5139421" y="3849529"/>
            <a:ext cx="643988" cy="519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래픽 70" descr="사용자 단색으로 채워진">
            <a:extLst>
              <a:ext uri="{FF2B5EF4-FFF2-40B4-BE49-F238E27FC236}">
                <a16:creationId xmlns:a16="http://schemas.microsoft.com/office/drawing/2014/main" id="{38A25868-2ED6-9D42-8057-5223856F0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0336" y="240182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422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B7848-4CF0-DBF8-D891-9B15CA27B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791792EC-7FF3-502E-6058-4E2DDEE7C395}"/>
              </a:ext>
            </a:extLst>
          </p:cNvPr>
          <p:cNvSpPr/>
          <p:nvPr/>
        </p:nvSpPr>
        <p:spPr>
          <a:xfrm>
            <a:off x="2010171" y="4613438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3B7E2AB-FFB8-D969-34EB-8B411977096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09868" y="4936724"/>
            <a:ext cx="23647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9A14B8AD-71CB-9A86-808D-B53014C28E28}"/>
              </a:ext>
            </a:extLst>
          </p:cNvPr>
          <p:cNvSpPr/>
          <p:nvPr/>
        </p:nvSpPr>
        <p:spPr>
          <a:xfrm>
            <a:off x="867954" y="3174524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BC0147-867D-AE71-5236-CB3A76D568B6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1790079" y="3493711"/>
            <a:ext cx="70349" cy="436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6EE56D78-33A6-BDC2-FAE0-15BC5715E5AA}"/>
              </a:ext>
            </a:extLst>
          </p:cNvPr>
          <p:cNvSpPr/>
          <p:nvPr/>
        </p:nvSpPr>
        <p:spPr>
          <a:xfrm>
            <a:off x="4872703" y="3149380"/>
            <a:ext cx="699697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EE4FDD-A1B2-3235-65D2-36EC9DECD0B1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4795546" y="3431720"/>
            <a:ext cx="77157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6A390E53-9675-B69D-BA0A-1B52B5F31E90}"/>
              </a:ext>
            </a:extLst>
          </p:cNvPr>
          <p:cNvSpPr/>
          <p:nvPr/>
        </p:nvSpPr>
        <p:spPr>
          <a:xfrm>
            <a:off x="1860429" y="3351540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F </a:t>
            </a:r>
            <a:endParaRPr lang="ko-KR" altLang="en-US" sz="12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38F70A5-02C9-16C2-D537-9B7137D98597}"/>
              </a:ext>
            </a:extLst>
          </p:cNvPr>
          <p:cNvSpPr/>
          <p:nvPr/>
        </p:nvSpPr>
        <p:spPr>
          <a:xfrm>
            <a:off x="589660" y="4790188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M </a:t>
            </a:r>
            <a:endParaRPr lang="ko-KR" altLang="en-US" sz="12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1ACCC7A-3D03-1744-32C9-0E221AD826D3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680477" y="4936724"/>
            <a:ext cx="32969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9CD7FDE2-8C15-9545-6C52-A8D46394AC88}"/>
              </a:ext>
            </a:extLst>
          </p:cNvPr>
          <p:cNvSpPr/>
          <p:nvPr/>
        </p:nvSpPr>
        <p:spPr>
          <a:xfrm>
            <a:off x="2946342" y="4726766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DE76A7C-727F-3957-A162-A0E265851E60}"/>
              </a:ext>
            </a:extLst>
          </p:cNvPr>
          <p:cNvSpPr/>
          <p:nvPr/>
        </p:nvSpPr>
        <p:spPr>
          <a:xfrm>
            <a:off x="3382216" y="3221761"/>
            <a:ext cx="1413330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F</a:t>
            </a:r>
            <a:endParaRPr lang="ko-KR" altLang="en-US" sz="12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8ABB39D-66F0-4017-AF7E-B9CB638556E2}"/>
              </a:ext>
            </a:extLst>
          </p:cNvPr>
          <p:cNvSpPr/>
          <p:nvPr/>
        </p:nvSpPr>
        <p:spPr>
          <a:xfrm>
            <a:off x="4498432" y="4908706"/>
            <a:ext cx="815035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93092C0B-C8B3-3E1B-4AC9-7FD8E0996D00}"/>
              </a:ext>
            </a:extLst>
          </p:cNvPr>
          <p:cNvSpPr/>
          <p:nvPr/>
        </p:nvSpPr>
        <p:spPr>
          <a:xfrm>
            <a:off x="4213036" y="4278831"/>
            <a:ext cx="1385831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M</a:t>
            </a:r>
            <a:endParaRPr lang="ko-KR" altLang="en-US" sz="12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F4E5FCB-143B-6208-2CA4-5359A1505F4A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 flipH="1">
            <a:off x="4905950" y="4698748"/>
            <a:ext cx="1" cy="20995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BD3309F-704F-DBEB-C8BC-89799D2FF3E7}"/>
              </a:ext>
            </a:extLst>
          </p:cNvPr>
          <p:cNvSpPr txBox="1"/>
          <p:nvPr/>
        </p:nvSpPr>
        <p:spPr>
          <a:xfrm>
            <a:off x="2232923" y="2301873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부품 정보 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4C1EDC-EC58-61F4-F04E-C7F7BFBDAF30}"/>
              </a:ext>
            </a:extLst>
          </p:cNvPr>
          <p:cNvSpPr/>
          <p:nvPr/>
        </p:nvSpPr>
        <p:spPr>
          <a:xfrm>
            <a:off x="7840220" y="3392555"/>
            <a:ext cx="3790096" cy="166088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0E95EC-5FBF-756C-B181-8D513B1E4FF3}"/>
              </a:ext>
            </a:extLst>
          </p:cNvPr>
          <p:cNvGrpSpPr/>
          <p:nvPr/>
        </p:nvGrpSpPr>
        <p:grpSpPr>
          <a:xfrm>
            <a:off x="8050746" y="3591361"/>
            <a:ext cx="3369046" cy="1192486"/>
            <a:chOff x="8053331" y="3438442"/>
            <a:chExt cx="2799941" cy="910183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F2C04E-C7E5-D0C1-E0C2-3D247DF3936C}"/>
                </a:ext>
              </a:extLst>
            </p:cNvPr>
            <p:cNvSpPr/>
            <p:nvPr/>
          </p:nvSpPr>
          <p:spPr>
            <a:xfrm>
              <a:off x="8053331" y="3492442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F </a:t>
              </a:r>
              <a:endParaRPr lang="ko-KR" altLang="en-US" sz="120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DDC749-E896-4254-95AE-E0D88FACF0F8}"/>
                </a:ext>
              </a:extLst>
            </p:cNvPr>
            <p:cNvSpPr/>
            <p:nvPr/>
          </p:nvSpPr>
          <p:spPr>
            <a:xfrm>
              <a:off x="9529652" y="4042625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M </a:t>
              </a:r>
              <a:endParaRPr lang="ko-KR" altLang="en-US" sz="12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A729DFB-6997-16C9-D30B-62F3994A8A84}"/>
                </a:ext>
              </a:extLst>
            </p:cNvPr>
            <p:cNvSpPr/>
            <p:nvPr/>
          </p:nvSpPr>
          <p:spPr>
            <a:xfrm>
              <a:off x="8466414" y="3988625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I</a:t>
              </a:r>
              <a:endParaRPr lang="ko-KR" altLang="en-US" sz="12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7DF9F3F-2473-0948-4356-A48CC9140D62}"/>
                </a:ext>
              </a:extLst>
            </p:cNvPr>
            <p:cNvSpPr/>
            <p:nvPr/>
          </p:nvSpPr>
          <p:spPr>
            <a:xfrm>
              <a:off x="8998033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F</a:t>
              </a:r>
              <a:endParaRPr lang="ko-KR" altLang="en-US" sz="12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D31967B7-96B6-01DB-E292-1595839AA205}"/>
                </a:ext>
              </a:extLst>
            </p:cNvPr>
            <p:cNvSpPr/>
            <p:nvPr/>
          </p:nvSpPr>
          <p:spPr>
            <a:xfrm>
              <a:off x="9942736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M</a:t>
              </a:r>
              <a:endParaRPr lang="ko-KR" altLang="en-US" sz="1200"/>
            </a:p>
          </p:txBody>
        </p:sp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F7E93D-EB32-B917-6A61-B8E9C64CE7C3}"/>
              </a:ext>
            </a:extLst>
          </p:cNvPr>
          <p:cNvSpPr/>
          <p:nvPr/>
        </p:nvSpPr>
        <p:spPr>
          <a:xfrm>
            <a:off x="8978629" y="5421083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7B7975E-657A-C156-0977-32A2F8E8F66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BC846164-98C4-CB60-5598-2380F8B4B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4C5AD5-8433-815B-1AE6-FC0275C7EAE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BE2C5-D634-1FEB-C07C-32D77D286BDC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6029E3-9555-F280-B28B-B5B35F691B7F}"/>
              </a:ext>
            </a:extLst>
          </p:cNvPr>
          <p:cNvSpPr txBox="1"/>
          <p:nvPr/>
        </p:nvSpPr>
        <p:spPr>
          <a:xfrm>
            <a:off x="8049046" y="235015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탐색 알고리즘 용 심볼 데이터</a:t>
            </a:r>
            <a:endParaRPr lang="en-US" altLang="ko-KR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8AE3C05F-5EFD-FEE3-42FC-F2E029467941}"/>
              </a:ext>
            </a:extLst>
          </p:cNvPr>
          <p:cNvSpPr/>
          <p:nvPr/>
        </p:nvSpPr>
        <p:spPr>
          <a:xfrm>
            <a:off x="6068205" y="3641678"/>
            <a:ext cx="1452119" cy="1202094"/>
          </a:xfrm>
          <a:prstGeom prst="rightArrow">
            <a:avLst>
              <a:gd name="adj1" fmla="val 60142"/>
              <a:gd name="adj2" fmla="val 2147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타입 정보 추출</a:t>
            </a:r>
          </a:p>
        </p:txBody>
      </p:sp>
    </p:spTree>
    <p:extLst>
      <p:ext uri="{BB962C8B-B14F-4D97-AF65-F5344CB8AC3E}">
        <p14:creationId xmlns:p14="http://schemas.microsoft.com/office/powerpoint/2010/main" val="18929624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225D-3E0B-08B0-55B2-8FFEBB99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7BCB8D3-8D5D-6CC6-DD8E-7BCB54940395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20FC0EB-032C-4A39-9E2A-3250E41867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CE97E50-85D1-7CA9-8B38-241922B70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993BC-E9D0-E3EF-227B-3189E1991C1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7BABD-05FE-02FD-7FF2-20E383E45D9D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398A5E8-1B78-99F2-F739-66D6A3ECF723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10DE480-1BE9-CA7C-C0A5-5807E7878267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D958B48-3243-245F-4239-F027F3D6246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F68E-431C-208C-B99B-F4A3225837A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02F27E-A672-126B-3585-65052D59F90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7BDF161-DDB4-62C7-62F8-E68C7E064BF2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0354305-A947-83E8-1817-A2ABB4C3FEA0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B4E9468-340A-4D60-CB9D-8AC00D531272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C283F27-A8D4-095B-D57D-FB007BEF179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C33AFAF-0059-A624-0275-771F1909029A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7A62F-9192-E841-8A9C-350DB92DDC9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37369382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1B15C-9C54-40E6-355E-B09720B7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D1566E6-737F-0258-6673-B0A12581DC0C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45E6DF20-C9D0-BB36-6FDC-36D495D8CC1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44A5822-C83D-960D-E800-0652BE93832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1639D3D-2A7E-A782-1886-1D927DEA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EC2F2-FC07-8B16-6C90-273321AD11F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AEE713-47A4-0B55-5900-FF5BBF0DA798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025BA7B-2D1B-9D2D-C329-E0181284FA12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5AB3B6-C8DF-AFE2-C2CE-1E7F0060B84D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0E3AF6D-33A6-87C7-1855-00DECC59674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358F49-D162-F48D-9E5D-31A0A18C441E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F49D974-2052-8AA4-8DE6-A53BF7CC9D6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3973A46-FCEC-AC7D-58A6-E6208AFDD8EC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534E371-106E-A9D8-06FF-BA71828D61A1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06B05BB-7201-813D-4753-9A7ADD5DCC4D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4A59FA9C-CBCE-B27D-1008-381DC198F34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C6460A1-448D-0F86-35C6-31DF31A7B297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33409019-7310-8D78-95BC-D04F18FC56C9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DE0EDFD-5E07-1506-4B69-F9A55F61B63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1495174" y="3882971"/>
            <a:ext cx="402206" cy="366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1E5FA6-611C-D556-DCF6-5854D7CF36FD}"/>
              </a:ext>
            </a:extLst>
          </p:cNvPr>
          <p:cNvSpPr/>
          <p:nvPr/>
        </p:nvSpPr>
        <p:spPr>
          <a:xfrm>
            <a:off x="1897380" y="3865022"/>
            <a:ext cx="1077719" cy="767938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3DB1CA-E6B0-ED27-CC7E-11828CA505D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B9A604-08E7-E6B3-C13E-207671461A2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2F22ED2-A443-EFA8-09B8-E52412BFD97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0424C944-7B6D-2C08-1384-11FBBC58AD1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137273BA-8B93-91B7-95C9-E93521010EC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55" name="내용 개체 틀 2">
            <a:extLst>
              <a:ext uri="{FF2B5EF4-FFF2-40B4-BE49-F238E27FC236}">
                <a16:creationId xmlns:a16="http://schemas.microsoft.com/office/drawing/2014/main" id="{CA4D9FD4-E909-D8D9-F9B1-1C75AABDFDA0}"/>
              </a:ext>
            </a:extLst>
          </p:cNvPr>
          <p:cNvSpPr txBox="1">
            <a:spLocks/>
          </p:cNvSpPr>
          <p:nvPr/>
        </p:nvSpPr>
        <p:spPr>
          <a:xfrm>
            <a:off x="5806570" y="2700595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0FA69BE-1CC7-E028-82C0-9FBD29C1C4AD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5491818" y="2975605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내용 개체 틀 2">
            <a:extLst>
              <a:ext uri="{FF2B5EF4-FFF2-40B4-BE49-F238E27FC236}">
                <a16:creationId xmlns:a16="http://schemas.microsoft.com/office/drawing/2014/main" id="{C9207A6E-C0E2-A2E3-7DB6-55BC4F7551AF}"/>
              </a:ext>
            </a:extLst>
          </p:cNvPr>
          <p:cNvSpPr txBox="1">
            <a:spLocks/>
          </p:cNvSpPr>
          <p:nvPr/>
        </p:nvSpPr>
        <p:spPr>
          <a:xfrm>
            <a:off x="10001436" y="2937735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CD54912-C72D-4AC0-6663-95100752B612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92F7FBF9-A361-38C0-6FAE-6B28D0102F5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ADEA060-0127-19C2-1C04-C9803B2ED9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4C94D843-191C-B840-6B9B-A5A9B76355B6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AAB309B-D824-9072-C2C4-29329B7159A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7CE1049E-99A3-E5DD-A0E9-82EC1F50B3F7}"/>
              </a:ext>
            </a:extLst>
          </p:cNvPr>
          <p:cNvCxnSpPr>
            <a:cxnSpLocks/>
            <a:stCxn id="70" idx="1"/>
          </p:cNvCxnSpPr>
          <p:nvPr/>
        </p:nvCxnSpPr>
        <p:spPr>
          <a:xfrm flipH="1">
            <a:off x="9677400" y="3212745"/>
            <a:ext cx="324036" cy="162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내용 개체 틀 2">
            <a:extLst>
              <a:ext uri="{FF2B5EF4-FFF2-40B4-BE49-F238E27FC236}">
                <a16:creationId xmlns:a16="http://schemas.microsoft.com/office/drawing/2014/main" id="{51068E3D-4466-3FC2-8132-7E37E84EB27E}"/>
              </a:ext>
            </a:extLst>
          </p:cNvPr>
          <p:cNvSpPr txBox="1">
            <a:spLocks/>
          </p:cNvSpPr>
          <p:nvPr/>
        </p:nvSpPr>
        <p:spPr>
          <a:xfrm>
            <a:off x="10064615" y="4110881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2AD3DCF-1325-8DBD-C86F-3D542CBB9C33}"/>
              </a:ext>
            </a:extLst>
          </p:cNvPr>
          <p:cNvSpPr/>
          <p:nvPr/>
        </p:nvSpPr>
        <p:spPr>
          <a:xfrm>
            <a:off x="10668000" y="3583554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6772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F8E8-C9FA-5D6B-F6FA-B5E36F78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7DEEF8E-1979-B0CB-E510-531571B5FE02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563CA888-45CD-07AC-3C2F-4194D83F11BD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6A3CE17-DDEB-9A6C-840C-5F5F7A1D10B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278623F-8152-019D-7C4C-C231D027B5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CF577F1E-27C4-2573-1F42-DFECCF6E601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CB678241-85D6-2445-E7FC-CCDDAC2A41A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4C05C83-E901-F0F4-B097-6B226D9C88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EDA8839-9632-05F1-B02C-A6C51EE7FB21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C06C1B6-EB52-6AF2-74C2-29548B089AF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54D82D7-B4E5-8211-C64C-72DADAA853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374E9BD4-81A7-2878-4561-60CCEE5FB2A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FF4287B-9B2C-9E0B-12F4-21759CBF957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744EA37B-AFF0-54DD-D172-00CB5EBC8AC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9AC470B-88A7-C3B1-7029-6F247DB9F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0CDF87-AFC3-0720-C11E-37C0BDA8625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5E9A5-1C5E-A044-0739-79A375D88FAB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4259382-5B78-AA94-5551-9E9A69B7A398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8A26BD2F-438C-EEA3-3A63-FF5099D322C3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BD54434-50B3-8FA9-8A35-3CC647CC338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AA77E9B0-4CF1-AB4A-DFC8-2748CDAB706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32B2C4-FE05-A508-2743-F47A8F970F74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DF5E34A-58C8-7ED0-CBA8-78DB0680C3A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6A45DC79-BCA3-771A-FFE0-005713C8A007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53EEA474-CEDF-71AE-491E-D176961C450E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05F6F85-E04F-BC33-3ADE-51725EBD5A2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5E1C3279-81A3-0625-0EA6-E2AC0B90C4F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B71686D4-92B3-86E9-F4BF-9A8FDB25DA5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0ADAEDCF-C74B-9B3D-921B-5BF3240D3F1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F6F0BFC-2457-2E7C-B361-5A0FF817358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C528AAC-E49A-2072-C8E6-387C9D3B0CF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632FC-7994-4D49-D9F5-09813946776B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0C28B53-C73B-A207-2CB4-FE75E44559CA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2AE4710-C8CB-A13A-AB0F-48CF0FCC3711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08472C5-3F04-77CF-A4C7-A4EB8E0F247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633C972-3DB1-81E9-DE4C-5B18288FC996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7B9E0C-F824-99D6-6420-56E1DBF5A9E4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11FEEAB4-A051-B6DC-25E6-44DDFB6753E3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CF133F7-A74E-FC7A-BB72-59EDDE449D4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1495174" y="3882971"/>
            <a:ext cx="402206" cy="605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A57B8C-71A4-D075-3037-4A2F5ABA1FC7}"/>
              </a:ext>
            </a:extLst>
          </p:cNvPr>
          <p:cNvSpPr/>
          <p:nvPr/>
        </p:nvSpPr>
        <p:spPr>
          <a:xfrm>
            <a:off x="1897380" y="3375660"/>
            <a:ext cx="1077719" cy="2225040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D9AC0AA-FC77-E890-A02E-B7A22E118FD0}"/>
              </a:ext>
            </a:extLst>
          </p:cNvPr>
          <p:cNvSpPr txBox="1">
            <a:spLocks/>
          </p:cNvSpPr>
          <p:nvPr/>
        </p:nvSpPr>
        <p:spPr>
          <a:xfrm>
            <a:off x="5750984" y="3752062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B16F94E-D357-B1C8-1E83-7DFF6524958C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5436232" y="4027072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55983AD-5FAA-BD3D-ABA9-7C32441E858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9660122" y="4312634"/>
            <a:ext cx="322052" cy="20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CC0E2165-31FA-95C7-59B3-636BA5A07D2A}"/>
              </a:ext>
            </a:extLst>
          </p:cNvPr>
          <p:cNvSpPr txBox="1">
            <a:spLocks/>
          </p:cNvSpPr>
          <p:nvPr/>
        </p:nvSpPr>
        <p:spPr>
          <a:xfrm>
            <a:off x="10057023" y="5156064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C809A05B-284A-0378-C61E-0D58D048EB15}"/>
              </a:ext>
            </a:extLst>
          </p:cNvPr>
          <p:cNvSpPr/>
          <p:nvPr/>
        </p:nvSpPr>
        <p:spPr>
          <a:xfrm>
            <a:off x="10660408" y="4628737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4A2976AF-E0B3-FF46-1317-326DB58D191B}"/>
              </a:ext>
            </a:extLst>
          </p:cNvPr>
          <p:cNvSpPr txBox="1">
            <a:spLocks/>
          </p:cNvSpPr>
          <p:nvPr/>
        </p:nvSpPr>
        <p:spPr>
          <a:xfrm>
            <a:off x="9982174" y="4037624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</p:spTree>
    <p:extLst>
      <p:ext uri="{BB962C8B-B14F-4D97-AF65-F5344CB8AC3E}">
        <p14:creationId xmlns:p14="http://schemas.microsoft.com/office/powerpoint/2010/main" val="18173573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DA3D7-3E52-DAF9-796C-87F66C3E2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ACC7E86C-51C0-8AE9-5E62-33E62C03086B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8522559F-721F-4CBA-1AF8-A4985FA73797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2F8C78F9-1646-68D8-DAFB-77EA52BDF3A7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B6D6087-EFCD-6865-9B36-2DF3E878DF7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23075B98-C271-AEDB-A1DF-15B13BE3664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94D05D5-734F-C69E-AE5D-898E62E0426A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E606BE3B-F2AC-CF91-599D-B43E7501AB5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17C8DEF-7539-80C4-36B6-85EF504B60F6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2F45460-CB08-21CF-6F23-270DC53D321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63467F5-60C5-8A30-FAF9-443DEA6E576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5B24A93-3FC0-CE0C-1577-0170E56D91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0C151C97-FFB1-74EC-0EB3-995E5A7B32B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642BF04-72E1-A133-099F-242F9CDE5A1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12182FEC-BADD-D706-EAD5-FEBA2D49B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ED32B-33B3-CDDD-9CD5-1136EB0E844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02D336-E647-4B9C-234E-6F2741ADF995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50E1126-F590-D828-7F4C-2DDF97767CCF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FA2CA12-8315-82AF-B751-3D9A97B2C10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DB040D7-B669-27C0-A76D-7544D757AF4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82272B6-0718-EC0C-83C6-869961D6D6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C0587F-8A89-9BB5-84E8-EE28D574230A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088187C6-292B-510F-2D65-A5C443BDA3E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9CAA188B-BC64-1967-1F2B-7FE7F8843732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15A9F33A-D9F9-D475-30A3-3249B1F09A3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77DE169-35F2-75BF-6C91-DE3C807300D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BBFBDAB1-3B11-5075-9D3E-006FDA4EBA6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10E6ACCB-8020-32D5-C3E7-EF85A9A28B6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3CB78707-1633-A795-2D33-10B2559807C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94F8151-CC6A-E290-9FC9-45BC39C1BB5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3256E8B-D10F-2B18-4E19-A5F70F3FDF7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A0AED7-C229-2CBF-DFC8-F7A3122B992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8F492E7-A6D1-76C1-1CB6-F4491ABE6CED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EB5F-2874-1F6C-18FC-E06D89919601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0ED0BD51-4E99-E1A1-ECDA-20F615DBEBDF}"/>
              </a:ext>
            </a:extLst>
          </p:cNvPr>
          <p:cNvSpPr txBox="1">
            <a:spLocks/>
          </p:cNvSpPr>
          <p:nvPr/>
        </p:nvSpPr>
        <p:spPr>
          <a:xfrm>
            <a:off x="1677766" y="4126231"/>
            <a:ext cx="1531159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⑤</a:t>
            </a:r>
            <a:r>
              <a:rPr lang="ko-KR" altLang="en-US" sz="1200" b="1">
                <a:latin typeface="+mn-ea"/>
              </a:rPr>
              <a:t>타입 심볼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소진됨</a:t>
            </a:r>
            <a:r>
              <a:rPr lang="en-US" altLang="ko-KR" sz="1200" b="1">
                <a:latin typeface="+mn-ea"/>
              </a:rPr>
              <a:t>!</a:t>
            </a:r>
            <a:endParaRPr lang="ko-KR" altLang="en-US" sz="1200" b="1">
              <a:latin typeface="+mn-ea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8D17A77-755B-8E09-9BAE-9F50113B6E30}"/>
              </a:ext>
            </a:extLst>
          </p:cNvPr>
          <p:cNvSpPr txBox="1">
            <a:spLocks/>
          </p:cNvSpPr>
          <p:nvPr/>
        </p:nvSpPr>
        <p:spPr>
          <a:xfrm>
            <a:off x="10130446" y="4229168"/>
            <a:ext cx="1729241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⑥</a:t>
            </a:r>
            <a:r>
              <a:rPr lang="ko-KR" altLang="en-US" sz="1200" b="1">
                <a:latin typeface="+mn-ea"/>
              </a:rPr>
              <a:t>매칭 알고리즘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및 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종료</a:t>
            </a:r>
          </a:p>
        </p:txBody>
      </p:sp>
    </p:spTree>
    <p:extLst>
      <p:ext uri="{BB962C8B-B14F-4D97-AF65-F5344CB8AC3E}">
        <p14:creationId xmlns:p14="http://schemas.microsoft.com/office/powerpoint/2010/main" val="28965689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03B27-A52C-6F62-884E-BDAEDEB7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F03813-B464-5255-D8C6-0CC166317660}"/>
              </a:ext>
            </a:extLst>
          </p:cNvPr>
          <p:cNvGrpSpPr/>
          <p:nvPr/>
        </p:nvGrpSpPr>
        <p:grpSpPr>
          <a:xfrm>
            <a:off x="7116705" y="2377945"/>
            <a:ext cx="1696047" cy="2963722"/>
            <a:chOff x="7302225" y="2858410"/>
            <a:chExt cx="1696047" cy="296372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163A998D-A0B1-C128-818B-575EA845BBBD}"/>
                </a:ext>
              </a:extLst>
            </p:cNvPr>
            <p:cNvSpPr/>
            <p:nvPr/>
          </p:nvSpPr>
          <p:spPr>
            <a:xfrm>
              <a:off x="7302225" y="2858410"/>
              <a:ext cx="1696047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77665C86-61B9-C5C8-2EBF-7E2314B7E375}"/>
                </a:ext>
              </a:extLst>
            </p:cNvPr>
            <p:cNvGrpSpPr/>
            <p:nvPr/>
          </p:nvGrpSpPr>
          <p:grpSpPr>
            <a:xfrm>
              <a:off x="7503654" y="3038319"/>
              <a:ext cx="1293189" cy="900000"/>
              <a:chOff x="8523851" y="1625702"/>
              <a:chExt cx="1080000" cy="90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95FCF87A-4173-50EE-4432-8D5B182C6F79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9C46FD95-2768-963E-A4FF-72996D2407F9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944337B-C569-0140-851A-6C674BD12534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41BD0C8D-39FE-3CD4-4F0F-F61803E57157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1610AFAC-FA4F-6150-6438-EAD14D728730}"/>
                </a:ext>
              </a:extLst>
            </p:cNvPr>
            <p:cNvGrpSpPr/>
            <p:nvPr/>
          </p:nvGrpSpPr>
          <p:grpSpPr>
            <a:xfrm>
              <a:off x="7503654" y="4085609"/>
              <a:ext cx="1293189" cy="1620000"/>
              <a:chOff x="8523851" y="2626812"/>
              <a:chExt cx="1080000" cy="1620000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2A51F3C3-456E-4B4B-21D9-346E9A972099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6" name="그룹 45">
                <a:extLst>
                  <a:ext uri="{FF2B5EF4-FFF2-40B4-BE49-F238E27FC236}">
                    <a16:creationId xmlns:a16="http://schemas.microsoft.com/office/drawing/2014/main" id="{E208841C-A47B-2EBA-D5CC-1220AC9C7AC2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1D65E103-7536-6203-A988-669F86A7415E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5" name="타원 34">
                  <a:extLst>
                    <a:ext uri="{FF2B5EF4-FFF2-40B4-BE49-F238E27FC236}">
                      <a16:creationId xmlns:a16="http://schemas.microsoft.com/office/drawing/2014/main" id="{061CA533-A973-756F-1C90-D241229143FF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0D9D3C5A-76F5-65F4-6D3E-887A2D9EBD01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F5F3DB6-1313-512D-5D86-42137697A523}"/>
              </a:ext>
            </a:extLst>
          </p:cNvPr>
          <p:cNvSpPr/>
          <p:nvPr/>
        </p:nvSpPr>
        <p:spPr>
          <a:xfrm>
            <a:off x="7009604" y="547418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47F0125-FA96-6911-545B-7FB52083FFDF}"/>
              </a:ext>
            </a:extLst>
          </p:cNvPr>
          <p:cNvCxnSpPr>
            <a:cxnSpLocks/>
          </p:cNvCxnSpPr>
          <p:nvPr/>
        </p:nvCxnSpPr>
        <p:spPr>
          <a:xfrm>
            <a:off x="473548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A14B9C9-4B01-7C51-9D26-70D8701D3D95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13876" y="296124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22D113B7-A132-7D16-A024-9B20A53BBED2}"/>
              </a:ext>
            </a:extLst>
          </p:cNvPr>
          <p:cNvSpPr/>
          <p:nvPr/>
        </p:nvSpPr>
        <p:spPr>
          <a:xfrm>
            <a:off x="2119435" y="378530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A9B909A-7919-025B-2575-12C0CBCFCFA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677616" y="4051283"/>
            <a:ext cx="18864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84699907-B567-C75E-53FB-A00E6A6391E1}"/>
              </a:ext>
            </a:extLst>
          </p:cNvPr>
          <p:cNvSpPr/>
          <p:nvPr/>
        </p:nvSpPr>
        <p:spPr>
          <a:xfrm>
            <a:off x="194484" y="273647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73DDDE9-509E-E5D6-7B47-7BEF024C4DF4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30106" y="299907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BC1C7606-6FE4-A4C5-49E4-C12931641ECA}"/>
              </a:ext>
            </a:extLst>
          </p:cNvPr>
          <p:cNvSpPr/>
          <p:nvPr/>
        </p:nvSpPr>
        <p:spPr>
          <a:xfrm>
            <a:off x="3866646" y="255621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EB26B0-3BD4-81EF-A52F-3D2943DB3E40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05095" y="278850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2AD43CB-1514-931C-6502-C74C70B499B8}"/>
              </a:ext>
            </a:extLst>
          </p:cNvPr>
          <p:cNvSpPr/>
          <p:nvPr/>
        </p:nvSpPr>
        <p:spPr>
          <a:xfrm>
            <a:off x="986227" y="288210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169C6EC-84B7-6BE9-3B17-296CB24F3524}"/>
              </a:ext>
            </a:extLst>
          </p:cNvPr>
          <p:cNvSpPr/>
          <p:nvPr/>
        </p:nvSpPr>
        <p:spPr>
          <a:xfrm>
            <a:off x="986227" y="393072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4F94E6AD-AA28-0EDF-8838-9CFD96E12ED0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856422" y="405128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A660BD06-F109-2593-8350-07AA2B60B862}"/>
              </a:ext>
            </a:extLst>
          </p:cNvPr>
          <p:cNvSpPr/>
          <p:nvPr/>
        </p:nvSpPr>
        <p:spPr>
          <a:xfrm>
            <a:off x="2866262" y="387854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96DFC897-D2EB-F5B4-CF90-94E6B8FA9C19}"/>
              </a:ext>
            </a:extLst>
          </p:cNvPr>
          <p:cNvSpPr/>
          <p:nvPr/>
        </p:nvSpPr>
        <p:spPr>
          <a:xfrm>
            <a:off x="2822657" y="261576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F8AC69FB-0C4A-1A76-A398-4ABCC22A9F31}"/>
              </a:ext>
            </a:extLst>
          </p:cNvPr>
          <p:cNvSpPr/>
          <p:nvPr/>
        </p:nvSpPr>
        <p:spPr>
          <a:xfrm>
            <a:off x="2988779" y="531118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E2CDAD5-D107-60B1-5CA9-F67218D9AB7C}"/>
              </a:ext>
            </a:extLst>
          </p:cNvPr>
          <p:cNvSpPr/>
          <p:nvPr/>
        </p:nvSpPr>
        <p:spPr>
          <a:xfrm>
            <a:off x="2822656" y="479297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7F14A71-4EFC-8359-3DE5-B5650C4843F4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13876" y="513844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F8FA365C-2282-B7FA-8E24-AA6B5B6B832E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21325" y="312322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74FF772-B936-1F24-90BF-B216F154E34E}"/>
              </a:ext>
            </a:extLst>
          </p:cNvPr>
          <p:cNvSpPr txBox="1"/>
          <p:nvPr/>
        </p:nvSpPr>
        <p:spPr>
          <a:xfrm>
            <a:off x="393206" y="1608840"/>
            <a:ext cx="4052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①</a:t>
            </a:r>
            <a:r>
              <a:rPr lang="ko-KR" altLang="en-US"/>
              <a:t>조립 부품</a:t>
            </a:r>
            <a:r>
              <a:rPr lang="en-US" altLang="ko-KR"/>
              <a:t> </a:t>
            </a:r>
            <a:r>
              <a:rPr lang="ko-KR" altLang="en-US"/>
              <a:t>정보 </a:t>
            </a:r>
            <a:r>
              <a:rPr lang="en-US" altLang="ko-KR"/>
              <a:t>+ </a:t>
            </a:r>
            <a:r>
              <a:rPr lang="ko-KR" altLang="en-US"/>
              <a:t>조립 목표 정보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96761C-BD39-858C-51B1-F67E9DDD6C58}"/>
              </a:ext>
            </a:extLst>
          </p:cNvPr>
          <p:cNvSpPr/>
          <p:nvPr/>
        </p:nvSpPr>
        <p:spPr>
          <a:xfrm>
            <a:off x="5032137" y="547418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6C694F8-9AEB-97AA-045B-3385F36EC887}"/>
              </a:ext>
            </a:extLst>
          </p:cNvPr>
          <p:cNvCxnSpPr>
            <a:cxnSpLocks/>
          </p:cNvCxnSpPr>
          <p:nvPr/>
        </p:nvCxnSpPr>
        <p:spPr>
          <a:xfrm>
            <a:off x="939130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2AF6733-2621-6245-35A1-1CCF397C483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52BE5E2D-8273-3206-E3EA-BBFA6FC1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09262-FC42-294F-7B72-17290BBFE54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0D1132-94E5-18FE-6C21-E59ACF11083B}"/>
              </a:ext>
            </a:extLst>
          </p:cNvPr>
          <p:cNvSpPr txBox="1"/>
          <p:nvPr/>
        </p:nvSpPr>
        <p:spPr>
          <a:xfrm>
            <a:off x="5093426" y="1608840"/>
            <a:ext cx="3599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②</a:t>
            </a:r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F2791B-A36A-51BD-BF5F-E9E3E3CD6657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ea typeface="맑은 고딕"/>
              </a:rPr>
              <a:t>Planning </a:t>
            </a:r>
            <a:r>
              <a:rPr lang="ko-KR" altLang="en-US">
                <a:ea typeface="맑은 고딕"/>
              </a:rPr>
              <a:t>과정 개략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040D08B-34A6-5EAD-8175-D2FCB7BF1FFF}"/>
              </a:ext>
            </a:extLst>
          </p:cNvPr>
          <p:cNvSpPr/>
          <p:nvPr/>
        </p:nvSpPr>
        <p:spPr>
          <a:xfrm>
            <a:off x="5258527" y="2748661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7C585CC-3541-9FCF-5FE4-B48B638FCFE7}"/>
              </a:ext>
            </a:extLst>
          </p:cNvPr>
          <p:cNvSpPr/>
          <p:nvPr/>
        </p:nvSpPr>
        <p:spPr>
          <a:xfrm>
            <a:off x="5420602" y="3368442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1C35EE3-9315-3C8D-DA7D-16C328BA7DF2}"/>
              </a:ext>
            </a:extLst>
          </p:cNvPr>
          <p:cNvSpPr/>
          <p:nvPr/>
        </p:nvSpPr>
        <p:spPr>
          <a:xfrm>
            <a:off x="5420602" y="3763555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C2D257-CD48-32FB-E22B-D34581922638}"/>
              </a:ext>
            </a:extLst>
          </p:cNvPr>
          <p:cNvSpPr/>
          <p:nvPr/>
        </p:nvSpPr>
        <p:spPr>
          <a:xfrm>
            <a:off x="5420602" y="415866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BA76F7E-3A37-9BD6-650C-9813CE6197A9}"/>
              </a:ext>
            </a:extLst>
          </p:cNvPr>
          <p:cNvSpPr/>
          <p:nvPr/>
        </p:nvSpPr>
        <p:spPr>
          <a:xfrm>
            <a:off x="5420602" y="286532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F2A4E62-317A-AD2D-52BE-5398D7BD02D3}"/>
              </a:ext>
            </a:extLst>
          </p:cNvPr>
          <p:cNvSpPr/>
          <p:nvPr/>
        </p:nvSpPr>
        <p:spPr>
          <a:xfrm>
            <a:off x="5420602" y="4661780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32E5051C-F716-A575-BEC7-D193F8365DF1}"/>
              </a:ext>
            </a:extLst>
          </p:cNvPr>
          <p:cNvGraphicFramePr>
            <a:graphicFrameLocks noGrp="1"/>
          </p:cNvGraphicFramePr>
          <p:nvPr/>
        </p:nvGraphicFramePr>
        <p:xfrm>
          <a:off x="9697455" y="222548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2E9359-1F3D-6506-054C-464A8B474F28}"/>
              </a:ext>
            </a:extLst>
          </p:cNvPr>
          <p:cNvGrpSpPr/>
          <p:nvPr/>
        </p:nvGrpSpPr>
        <p:grpSpPr>
          <a:xfrm>
            <a:off x="10411196" y="3850928"/>
            <a:ext cx="1404578" cy="1620000"/>
            <a:chOff x="8523851" y="2626812"/>
            <a:chExt cx="1080000" cy="16200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3774D7AD-8DEC-314A-6535-C5EED2E921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3D3A99CA-F965-819F-15ED-BC57AFDE50C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5DABFF47-86D9-23BA-C6E8-910D0E71B90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96D3595B-34B4-860B-611A-1B0B85713911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41B5B196-C8D7-EEBB-DB82-761ACA524A72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6F596A5-7F40-B209-ACF9-20D5E6472532}"/>
              </a:ext>
            </a:extLst>
          </p:cNvPr>
          <p:cNvGrpSpPr/>
          <p:nvPr/>
        </p:nvGrpSpPr>
        <p:grpSpPr>
          <a:xfrm>
            <a:off x="10411196" y="2759990"/>
            <a:ext cx="1404578" cy="900000"/>
            <a:chOff x="8523851" y="1625702"/>
            <a:chExt cx="1080000" cy="900000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BD74C2-EC06-DFB7-4C77-0DAB23BC9D6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4CE143F-55AD-6725-69BB-51A99B8EA39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305C144C-08F1-564D-3B46-C3938814183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32D2B9D7-0E88-7503-80FD-1F6682BF5614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1946330-8596-D930-1498-AEB5FFB55694}"/>
              </a:ext>
            </a:extLst>
          </p:cNvPr>
          <p:cNvSpPr txBox="1"/>
          <p:nvPr/>
        </p:nvSpPr>
        <p:spPr>
          <a:xfrm>
            <a:off x="9622996" y="1608840"/>
            <a:ext cx="235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③</a:t>
            </a:r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238548201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2BC3-A04B-1C81-D637-8D9B7BC4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5E4452C-9F55-203C-163F-13A43385A2F9}"/>
              </a:ext>
            </a:extLst>
          </p:cNvPr>
          <p:cNvSpPr txBox="1"/>
          <p:nvPr/>
        </p:nvSpPr>
        <p:spPr>
          <a:xfrm>
            <a:off x="8398940" y="3515079"/>
            <a:ext cx="33147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{</a:t>
            </a:r>
            <a:r>
              <a:rPr lang="ko-KR" altLang="en-US" sz="1400" dirty="0"/>
              <a:t>도어 </a:t>
            </a:r>
            <a:r>
              <a:rPr lang="ko-KR" altLang="en-US" sz="1400" dirty="0" err="1"/>
              <a:t>체커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{nut type C,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가조립</a:t>
            </a:r>
            <a:r>
              <a:rPr lang="ko-KR" altLang="en-US" sz="1400" dirty="0"/>
              <a:t> </a:t>
            </a:r>
            <a:r>
              <a:rPr lang="en-US" altLang="ko-KR" sz="1400" dirty="0"/>
              <a:t>1}, 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볼트</a:t>
            </a:r>
            <a:r>
              <a:rPr lang="en-US" altLang="ko-KR" sz="1400" dirty="0"/>
              <a:t> type D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endParaRPr lang="en-US" altLang="ko-KR" sz="1400" dirty="0"/>
          </a:p>
          <a:p>
            <a:endParaRPr lang="ko-KR" altLang="en-US" sz="14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D3D71419-05D4-9B8B-4374-E4D03B7FB47F}"/>
              </a:ext>
            </a:extLst>
          </p:cNvPr>
          <p:cNvSpPr/>
          <p:nvPr/>
        </p:nvSpPr>
        <p:spPr>
          <a:xfrm>
            <a:off x="5397566" y="3537647"/>
            <a:ext cx="1752600" cy="1634493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DB6F3A9-C644-6E7C-27C7-5C9C3B4FB5D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777247" y="4354894"/>
            <a:ext cx="1620319" cy="7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D732A310-B242-6485-7B0E-B9A8D492DA5C}"/>
              </a:ext>
            </a:extLst>
          </p:cNvPr>
          <p:cNvCxnSpPr>
            <a:cxnSpLocks/>
            <a:stCxn id="56" idx="3"/>
            <a:endCxn id="99" idx="1"/>
          </p:cNvCxnSpPr>
          <p:nvPr/>
        </p:nvCxnSpPr>
        <p:spPr>
          <a:xfrm flipV="1">
            <a:off x="7150166" y="4348682"/>
            <a:ext cx="1248774" cy="6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BF258BB4-B93A-6160-5BC7-04BEC4B93D65}"/>
              </a:ext>
            </a:extLst>
          </p:cNvPr>
          <p:cNvSpPr/>
          <p:nvPr/>
        </p:nvSpPr>
        <p:spPr>
          <a:xfrm>
            <a:off x="8398940" y="3404243"/>
            <a:ext cx="2381250" cy="188887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75C05AD-A14C-C021-7956-0560F9E98FF0}"/>
              </a:ext>
            </a:extLst>
          </p:cNvPr>
          <p:cNvSpPr/>
          <p:nvPr/>
        </p:nvSpPr>
        <p:spPr>
          <a:xfrm>
            <a:off x="8428670" y="3207101"/>
            <a:ext cx="1537277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공법서 형태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1733794-F980-34F7-5C0F-3DBB7F6484EA}"/>
              </a:ext>
            </a:extLst>
          </p:cNvPr>
          <p:cNvGraphicFramePr>
            <a:graphicFrameLocks noGrp="1"/>
          </p:cNvGraphicFramePr>
          <p:nvPr/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C7DC7B6A-0871-D798-1480-8983CFD5EB7D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EAAD755-C018-AE5C-6BC2-F0D27E369C2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0F992537-7DD6-9800-927F-86A026D45420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7650DBDE-5F17-BCB1-9DC4-9C1763D7479A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A7F27381-BE69-160F-62A8-03960354BD01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6D6758E-FB9F-A686-B970-739A30980E73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7E2E52A-3070-C155-DB00-90510FBA4320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5E9334-0111-460D-E14A-986DF31F903F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A2B238C-0487-D25D-6A78-5978EE75C418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C085242A-3653-9927-BA1B-422FE32D5713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82A8BE7C-EC5D-E1D3-F642-8ACD89CC2782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38DB4A4-2CD7-A603-D9ED-350E7D7E3AE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32D886E4-F1CB-1244-C366-E677FB7A9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D2FCD8-FF9D-FDA9-A604-4DBA4BD5E8DC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타입 매칭 결과를 </a:t>
            </a:r>
            <a:r>
              <a:rPr lang="en-US" altLang="ko-KR" sz="1400" dirty="0"/>
              <a:t>Planning</a:t>
            </a:r>
            <a:r>
              <a:rPr lang="ko-KR" altLang="en-US" sz="1400" dirty="0"/>
              <a:t>결과 순서대로 공법서 형태로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</a:t>
            </a:r>
            <a:r>
              <a:rPr lang="en-US" altLang="ko-KR" sz="1400" dirty="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</a:t>
            </a:r>
            <a:r>
              <a:rPr lang="ko-KR" altLang="en-US" sz="1400" dirty="0"/>
              <a:t>충분한 데이터가 쌓이면 신규 </a:t>
            </a:r>
            <a:r>
              <a:rPr lang="en-US" altLang="ko-KR" sz="1400" dirty="0"/>
              <a:t>type</a:t>
            </a:r>
            <a:r>
              <a:rPr lang="ko-KR" altLang="en-US" sz="1400" dirty="0"/>
              <a:t> 매칭에 대한 변환도 </a:t>
            </a:r>
            <a:r>
              <a:rPr lang="en-US" altLang="ko-KR" sz="1400" dirty="0"/>
              <a:t>LLM</a:t>
            </a:r>
            <a:r>
              <a:rPr lang="ko-KR" altLang="en-US" sz="1400" dirty="0"/>
              <a:t>을 이용해 추천 가능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B0C6A8-132A-743D-5D64-38BD3A39EFD1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공법서 변환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671537E-B6A4-11BA-3F4B-B886FDDB6108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5D8556E-D247-702B-5488-6345F9148AC4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96B69B0-ABEF-BD3D-60D0-2348D44945F0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1BE66FD-E5F7-76CA-4BD4-C10112F961D4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40F7860-AD62-6C38-EBC3-7BB9AC8E394D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2863550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1327</TotalTime>
  <Words>3460</Words>
  <Application>Microsoft Office PowerPoint</Application>
  <PresentationFormat>와이드스크린</PresentationFormat>
  <Paragraphs>998</Paragraphs>
  <Slides>44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44</vt:i4>
      </vt:variant>
    </vt:vector>
  </HeadingPairs>
  <TitlesOfParts>
    <vt:vector size="51" baseType="lpstr">
      <vt:lpstr>Noto Sans Symbols</vt:lpstr>
      <vt:lpstr>맑은 고딕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298</cp:revision>
  <dcterms:modified xsi:type="dcterms:W3CDTF">2025-11-23T17:43:26Z</dcterms:modified>
</cp:coreProperties>
</file>