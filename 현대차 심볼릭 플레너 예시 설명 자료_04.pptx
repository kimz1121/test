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25"/>
  </p:notesMasterIdLst>
  <p:sldIdLst>
    <p:sldId id="256" r:id="rId3"/>
    <p:sldId id="257" r:id="rId4"/>
    <p:sldId id="294" r:id="rId5"/>
    <p:sldId id="260" r:id="rId6"/>
    <p:sldId id="293" r:id="rId7"/>
    <p:sldId id="298" r:id="rId8"/>
    <p:sldId id="295" r:id="rId9"/>
    <p:sldId id="299" r:id="rId10"/>
    <p:sldId id="297" r:id="rId11"/>
    <p:sldId id="306" r:id="rId12"/>
    <p:sldId id="304" r:id="rId13"/>
    <p:sldId id="310" r:id="rId14"/>
    <p:sldId id="273" r:id="rId15"/>
    <p:sldId id="303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13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14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Type D : I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 </a:t>
                </a:r>
                <a:r>
                  <a:rPr lang="ko-KR" altLang="en-US" sz="120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1763</Words>
  <Application>Microsoft Office PowerPoint</Application>
  <PresentationFormat>와이드스크린</PresentationFormat>
  <Paragraphs>424</Paragraphs>
  <Slides>22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200</cp:revision>
  <dcterms:modified xsi:type="dcterms:W3CDTF">2025-11-20T05:19:12Z</dcterms:modified>
</cp:coreProperties>
</file>