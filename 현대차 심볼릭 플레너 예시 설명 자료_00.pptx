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47"/>
  </p:notesMasterIdLst>
  <p:sldIdLst>
    <p:sldId id="256" r:id="rId3"/>
    <p:sldId id="257" r:id="rId4"/>
    <p:sldId id="300" r:id="rId5"/>
    <p:sldId id="294" r:id="rId6"/>
    <p:sldId id="293" r:id="rId7"/>
    <p:sldId id="295" r:id="rId8"/>
    <p:sldId id="298" r:id="rId9"/>
    <p:sldId id="299" r:id="rId10"/>
    <p:sldId id="297" r:id="rId11"/>
    <p:sldId id="302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A8C42-96B7-27D4-06C6-8CFC3C6D8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AB8125-1686-B232-B023-116C59C4D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B229A3-E6A1-D767-8A35-48F74F51F6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98F2EF-0D9F-40A2-40E6-D2D6AF629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664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410F9-42E1-0D7C-B47D-7AC92994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2878E1-962E-39AB-3E07-09E721CE1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5646C2-9195-C486-7B74-16145B19AD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C8E25-CD00-5847-1B1A-CC03706F8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358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추가로 부품 카테고리를 입력 받을 수도 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64082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0DCA-7B87-8873-6BF8-C117CA689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F4ACEE-41FE-C532-B914-7DAD7D7F8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9F7E3-A92E-A95C-E51E-74CACAA4B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추가로 부품 카테고리를 입력 받을 수도 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6C296D-FBFF-E549-ABEF-7ED0F37528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6478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B6FC1-1AF0-F1F5-A76E-004CC846B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091A3A-B540-4C0D-937C-3203B228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844C25-1350-D55B-471F-C9A8119A5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추가로 부품 카테고리를 입력 받을 수도 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D0A314-A595-F98E-93C4-BCBA19CF2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83005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25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0BEC9-A232-3F93-CF95-DAF78B754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024899-C295-0C97-414C-0F365093C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CD6BBC-9B4F-84EB-D18A-29705AEB2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추가로 부품 카테고리를 입력 받을 수도 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B37540-F5BD-ED83-B986-3E554293E3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9770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2025-11-18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2025-11-18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2025-11-18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2025-11-18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624185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404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2025-11-18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9.xml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7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0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5.png"/><Relationship Id="rId5" Type="http://schemas.openxmlformats.org/officeDocument/2006/relationships/image" Target="../media/image5.jpe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차량조립공법서 자동생성 시스템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312528"/>
              </p:ext>
            </p:extLst>
          </p:nvPr>
        </p:nvGraphicFramePr>
        <p:xfrm>
          <a:off x="3774997" y="1493838"/>
          <a:ext cx="4642007" cy="4058850"/>
        </p:xfrm>
        <a:graphic>
          <a:graphicData uri="http://schemas.openxmlformats.org/drawingml/2006/table">
            <a:tbl>
              <a:tblPr/>
              <a:tblGrid>
                <a:gridCol w="4642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공법서 변환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신규 부품 대응</a:t>
                      </a:r>
                      <a:endParaRPr kumimoji="1" lang="en-US" altLang="ko-KR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2" indent="0" algn="l" defTabSz="957263" rtl="0" eaLnBrk="1" fontAlgn="base" latinLnBrk="0" hangingPunct="1">
                        <a:lnSpc>
                          <a:spcPct val="14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Pct val="8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마무리</a:t>
                      </a:r>
                      <a:endParaRPr kumimoji="1" lang="en-US" altLang="ko-KR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B24E-A1EA-E650-1E72-E41B2282C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9F5B9B-C5A1-119C-A583-905E2B295F9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98D0A0B4-11A1-AC57-B972-30643E56DD0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B0CC7C50-3780-9F28-298D-8E86E19E8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FF1A4F-E5A8-4A4F-2F6F-CEE048088907}"/>
              </a:ext>
            </a:extLst>
          </p:cNvPr>
          <p:cNvSpPr txBox="1"/>
          <p:nvPr/>
        </p:nvSpPr>
        <p:spPr>
          <a:xfrm>
            <a:off x="350982" y="71682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</a:t>
            </a:r>
            <a:endParaRPr lang="en-US" altLang="ko-KR" sz="1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963256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D : I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 </a:t>
                </a:r>
                <a:r>
                  <a:rPr lang="ko-KR" altLang="en-US" sz="120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4" y="6000730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4" y="2042919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11551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B2C70-DAFC-4C15-C3CE-8006172B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80A8B21-E154-46AE-5B55-CFA7759DEEB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D811107-B3BD-A49E-DD5D-C93D3FAFCBC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D9CDE72-C410-1D52-27C1-E10D5F971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4B3F1A-FFBF-90D9-BBD2-BBB086277D57}"/>
              </a:ext>
            </a:extLst>
          </p:cNvPr>
          <p:cNvSpPr txBox="1"/>
          <p:nvPr/>
        </p:nvSpPr>
        <p:spPr>
          <a:xfrm>
            <a:off x="350982" y="71682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</a:t>
            </a:r>
            <a:endParaRPr lang="en-US" altLang="ko-KR" sz="1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4571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BBDF-EC7F-C606-0951-7C7EC224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12E69D40-9217-FF6B-B2E2-C0364C6DBF66}"/>
              </a:ext>
            </a:extLst>
          </p:cNvPr>
          <p:cNvSpPr/>
          <p:nvPr/>
        </p:nvSpPr>
        <p:spPr>
          <a:xfrm>
            <a:off x="345265" y="3978296"/>
            <a:ext cx="1732590" cy="1412694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latin typeface="+mj-ea"/>
              <a:ea typeface="+mj-ea"/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19DC8E85-B3FD-1DAE-A766-E46569BED18E}"/>
              </a:ext>
            </a:extLst>
          </p:cNvPr>
          <p:cNvSpPr/>
          <p:nvPr/>
        </p:nvSpPr>
        <p:spPr>
          <a:xfrm>
            <a:off x="5934891" y="3463986"/>
            <a:ext cx="1334010" cy="2078359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9AFDF2-C738-D238-E292-68AAF3C49A8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8B73EE52-D5A2-B9BB-9C05-3BBE6C8AB07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3642FB2-A0A3-6A72-0F29-B2C3128C0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84CE5D-5C9F-D3B3-BCBF-2A71F4CC99A4}"/>
              </a:ext>
            </a:extLst>
          </p:cNvPr>
          <p:cNvSpPr txBox="1"/>
          <p:nvPr/>
        </p:nvSpPr>
        <p:spPr>
          <a:xfrm>
            <a:off x="350982" y="716826"/>
            <a:ext cx="11304954" cy="1412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맑은 고딕"/>
                <a:ea typeface="맑은 고딕"/>
              </a:rPr>
              <a:t> Type</a:t>
            </a:r>
            <a:r>
              <a:rPr lang="ko-KR" altLang="en-US" sz="1800">
                <a:latin typeface="맑은 고딕"/>
                <a:ea typeface="맑은 고딕"/>
              </a:rPr>
              <a:t>의 정의</a:t>
            </a:r>
            <a:endParaRPr lang="en-US" altLang="ko-KR" sz="1800">
              <a:latin typeface="맑은 고딕"/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한 </a:t>
            </a:r>
            <a:r>
              <a:rPr lang="en-US" altLang="ko-KR" sz="1400">
                <a:ea typeface="맑은 고딕"/>
              </a:rPr>
              <a:t>Type</a:t>
            </a:r>
            <a:r>
              <a:rPr lang="ko-KR" altLang="en-US" sz="1400">
                <a:ea typeface="맑은 고딕"/>
              </a:rPr>
              <a:t>은 연결 가능성으로 정의</a:t>
            </a:r>
            <a:r>
              <a:rPr lang="en-US" altLang="ko-KR" sz="1400">
                <a:ea typeface="맑은 고딕"/>
              </a:rPr>
              <a:t> </a:t>
            </a: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ea typeface="맑은 고딕"/>
              </a:rPr>
              <a:t>	e.g.,) {Type B : Female, 3}: M6 </a:t>
            </a:r>
            <a:r>
              <a:rPr lang="ko-KR" altLang="en-US" sz="1400" err="1">
                <a:ea typeface="맑은 고딕"/>
              </a:rPr>
              <a:t>나사탭</a:t>
            </a:r>
            <a:r>
              <a:rPr lang="en-US" altLang="ko-KR" sz="1400">
                <a:ea typeface="맑은 고딕"/>
              </a:rPr>
              <a:t> 3</a:t>
            </a:r>
            <a:r>
              <a:rPr lang="ko-KR" altLang="en-US" sz="1400">
                <a:ea typeface="맑은 고딕"/>
              </a:rPr>
              <a:t>개</a:t>
            </a:r>
            <a:r>
              <a:rPr lang="en-US" altLang="ko-KR" sz="1400">
                <a:ea typeface="맑은 고딕"/>
              </a:rPr>
              <a:t> – </a:t>
            </a:r>
            <a:r>
              <a:rPr lang="ko-KR" altLang="en-US" sz="1400">
                <a:ea typeface="맑은 고딕"/>
              </a:rPr>
              <a:t>이는 </a:t>
            </a:r>
            <a:r>
              <a:rPr lang="en-US" altLang="ko-KR" sz="1400">
                <a:ea typeface="맑은 고딕"/>
              </a:rPr>
              <a:t>Type B Male</a:t>
            </a:r>
            <a:r>
              <a:rPr lang="ko-KR" altLang="en-US" sz="1400">
                <a:ea typeface="맑은 고딕"/>
              </a:rPr>
              <a:t>이 </a:t>
            </a:r>
            <a:r>
              <a:rPr lang="en-US" altLang="ko-KR" sz="1400">
                <a:ea typeface="맑은 고딕"/>
              </a:rPr>
              <a:t>3</a:t>
            </a:r>
            <a:r>
              <a:rPr lang="ko-KR" altLang="en-US" sz="1400">
                <a:ea typeface="맑은 고딕"/>
              </a:rPr>
              <a:t>개로 이루어졌거나 </a:t>
            </a:r>
            <a:r>
              <a:rPr lang="en-US" altLang="ko-KR" sz="1400">
                <a:ea typeface="맑은 고딕"/>
              </a:rPr>
              <a:t>3</a:t>
            </a:r>
            <a:r>
              <a:rPr lang="ko-KR" altLang="en-US" sz="1400">
                <a:ea typeface="맑은 고딕"/>
              </a:rPr>
              <a:t>개의 볼트일 것을 암시</a:t>
            </a:r>
            <a:r>
              <a:rPr lang="en-US" altLang="ko-KR" sz="1400">
                <a:ea typeface="맑은 고딕"/>
              </a:rPr>
              <a:t>.</a:t>
            </a:r>
            <a:r>
              <a:rPr lang="ko-KR" altLang="en-US" sz="1400">
                <a:ea typeface="맑은 고딕"/>
              </a:rPr>
              <a:t>  </a:t>
            </a:r>
            <a:endParaRPr lang="en-US" altLang="ko-KR" sz="1400"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ea typeface="맑은 고딕"/>
              </a:rPr>
              <a:t>		</a:t>
            </a:r>
            <a:r>
              <a:rPr lang="en-US" altLang="ko-KR" sz="1400">
                <a:latin typeface="+mj-ea"/>
              </a:rPr>
              <a:t>{Type C : Male, 2}: M8 </a:t>
            </a:r>
            <a:r>
              <a:rPr lang="ko-KR" altLang="en-US" sz="1400">
                <a:latin typeface="+mj-ea"/>
              </a:rPr>
              <a:t>나사 </a:t>
            </a:r>
            <a:r>
              <a:rPr lang="en-US" altLang="ko-KR" sz="1400">
                <a:latin typeface="+mj-ea"/>
              </a:rPr>
              <a:t>2</a:t>
            </a:r>
            <a:r>
              <a:rPr lang="ko-KR" altLang="en-US" sz="1400">
                <a:latin typeface="+mj-ea"/>
              </a:rPr>
              <a:t>개</a:t>
            </a:r>
            <a:r>
              <a:rPr lang="en-US" altLang="ko-KR" sz="1400" b="1">
                <a:latin typeface="맑은 고딕"/>
                <a:ea typeface="맑은 고딕"/>
              </a:rPr>
              <a:t>	</a:t>
            </a:r>
            <a:r>
              <a:rPr lang="ko-KR" altLang="en-US" sz="1400">
                <a:ea typeface="맑은 고딕"/>
              </a:rPr>
              <a:t> 이는 </a:t>
            </a:r>
            <a:r>
              <a:rPr lang="en-US" altLang="ko-KR" sz="1400">
                <a:ea typeface="맑은 고딕"/>
              </a:rPr>
              <a:t>Type C Female</a:t>
            </a:r>
            <a:r>
              <a:rPr lang="ko-KR" altLang="en-US" sz="1400">
                <a:ea typeface="맑은 고딕"/>
              </a:rPr>
              <a:t>이 </a:t>
            </a:r>
            <a:r>
              <a:rPr lang="en-US" altLang="ko-KR" sz="1400">
                <a:ea typeface="맑은 고딕"/>
              </a:rPr>
              <a:t>2</a:t>
            </a:r>
            <a:r>
              <a:rPr lang="ko-KR" altLang="en-US" sz="1400">
                <a:ea typeface="맑은 고딕"/>
              </a:rPr>
              <a:t>개로 이루어졌거나 </a:t>
            </a:r>
            <a:r>
              <a:rPr lang="en-US" altLang="ko-KR" sz="1400">
                <a:ea typeface="맑은 고딕"/>
              </a:rPr>
              <a:t>2</a:t>
            </a:r>
            <a:r>
              <a:rPr lang="ko-KR" altLang="en-US" sz="1400">
                <a:ea typeface="맑은 고딕"/>
              </a:rPr>
              <a:t>개의 너트 혹은 홀일 것을 암시</a:t>
            </a:r>
            <a:r>
              <a:rPr lang="en-US" altLang="ko-KR" sz="1400">
                <a:ea typeface="맑은 고딕"/>
              </a:rPr>
              <a:t>.</a:t>
            </a:r>
            <a:endParaRPr lang="en-US" altLang="ko-KR" sz="1400" b="1">
              <a:latin typeface="맑은 고딕"/>
              <a:ea typeface="맑은 고딕"/>
            </a:endParaRPr>
          </a:p>
        </p:txBody>
      </p: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EC02BF0A-9B0D-B9BB-62D1-EB1844691DEB}"/>
              </a:ext>
            </a:extLst>
          </p:cNvPr>
          <p:cNvGrpSpPr/>
          <p:nvPr/>
        </p:nvGrpSpPr>
        <p:grpSpPr>
          <a:xfrm>
            <a:off x="362674" y="4054956"/>
            <a:ext cx="5261294" cy="2732248"/>
            <a:chOff x="333813" y="2146783"/>
            <a:chExt cx="5261294" cy="2732248"/>
          </a:xfrm>
        </p:grpSpPr>
        <p:pic>
          <p:nvPicPr>
            <p:cNvPr id="140" name="그림 139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6AB0F2E-9E24-5171-633B-1205BBE95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6619" y="2231117"/>
              <a:ext cx="3033410" cy="2647914"/>
            </a:xfrm>
            <a:prstGeom prst="rect">
              <a:avLst/>
            </a:prstGeom>
          </p:spPr>
        </p:pic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89C5C192-4D63-52B3-3727-0DE0781C0E6F}"/>
                </a:ext>
              </a:extLst>
            </p:cNvPr>
            <p:cNvSpPr/>
            <p:nvPr/>
          </p:nvSpPr>
          <p:spPr>
            <a:xfrm>
              <a:off x="350982" y="2146783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142" name="타원 141">
              <a:extLst>
                <a:ext uri="{FF2B5EF4-FFF2-40B4-BE49-F238E27FC236}">
                  <a16:creationId xmlns:a16="http://schemas.microsoft.com/office/drawing/2014/main" id="{39F5B21A-F3DA-7BB4-77A9-92E4596368E5}"/>
                </a:ext>
              </a:extLst>
            </p:cNvPr>
            <p:cNvSpPr/>
            <p:nvPr/>
          </p:nvSpPr>
          <p:spPr>
            <a:xfrm>
              <a:off x="4132128" y="2476633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43" name="타원 142">
              <a:extLst>
                <a:ext uri="{FF2B5EF4-FFF2-40B4-BE49-F238E27FC236}">
                  <a16:creationId xmlns:a16="http://schemas.microsoft.com/office/drawing/2014/main" id="{8AAE01CC-BA7F-9401-0588-179A5D54F549}"/>
                </a:ext>
              </a:extLst>
            </p:cNvPr>
            <p:cNvSpPr/>
            <p:nvPr/>
          </p:nvSpPr>
          <p:spPr>
            <a:xfrm>
              <a:off x="2747372" y="3226657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44" name="타원 143">
              <a:extLst>
                <a:ext uri="{FF2B5EF4-FFF2-40B4-BE49-F238E27FC236}">
                  <a16:creationId xmlns:a16="http://schemas.microsoft.com/office/drawing/2014/main" id="{58E44C45-755B-2B04-6E10-FEF8E881348D}"/>
                </a:ext>
              </a:extLst>
            </p:cNvPr>
            <p:cNvSpPr/>
            <p:nvPr/>
          </p:nvSpPr>
          <p:spPr>
            <a:xfrm>
              <a:off x="2583449" y="3824807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45" name="타원 144">
              <a:extLst>
                <a:ext uri="{FF2B5EF4-FFF2-40B4-BE49-F238E27FC236}">
                  <a16:creationId xmlns:a16="http://schemas.microsoft.com/office/drawing/2014/main" id="{36A2852A-56F4-9A42-C730-187A9858B6ED}"/>
                </a:ext>
              </a:extLst>
            </p:cNvPr>
            <p:cNvSpPr/>
            <p:nvPr/>
          </p:nvSpPr>
          <p:spPr>
            <a:xfrm>
              <a:off x="333813" y="2842728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</p:grp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12045D8B-8037-8E67-E79C-E2BA6F0274AF}"/>
              </a:ext>
            </a:extLst>
          </p:cNvPr>
          <p:cNvCxnSpPr>
            <a:cxnSpLocks/>
            <a:endCxn id="150" idx="0"/>
          </p:cNvCxnSpPr>
          <p:nvPr/>
        </p:nvCxnSpPr>
        <p:spPr>
          <a:xfrm flipH="1">
            <a:off x="4896928" y="4908325"/>
            <a:ext cx="97611" cy="45620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9F33650A-E267-F5E8-63EF-696C91A2ADD4}"/>
              </a:ext>
            </a:extLst>
          </p:cNvPr>
          <p:cNvCxnSpPr>
            <a:cxnSpLocks/>
          </p:cNvCxnSpPr>
          <p:nvPr/>
        </p:nvCxnSpPr>
        <p:spPr>
          <a:xfrm>
            <a:off x="1761992" y="4511948"/>
            <a:ext cx="1052580" cy="65840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0AB93C1-67CF-3371-394E-1A55C4E340EA}"/>
              </a:ext>
            </a:extLst>
          </p:cNvPr>
          <p:cNvCxnSpPr>
            <a:cxnSpLocks/>
          </p:cNvCxnSpPr>
          <p:nvPr/>
        </p:nvCxnSpPr>
        <p:spPr>
          <a:xfrm>
            <a:off x="1744823" y="5207893"/>
            <a:ext cx="905826" cy="560614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" name="타원 149">
            <a:extLst>
              <a:ext uri="{FF2B5EF4-FFF2-40B4-BE49-F238E27FC236}">
                <a16:creationId xmlns:a16="http://schemas.microsoft.com/office/drawing/2014/main" id="{56FA2205-F9EB-C512-191C-EADFEE934C28}"/>
              </a:ext>
            </a:extLst>
          </p:cNvPr>
          <p:cNvSpPr/>
          <p:nvPr/>
        </p:nvSpPr>
        <p:spPr>
          <a:xfrm>
            <a:off x="4766032" y="5364533"/>
            <a:ext cx="261792" cy="24259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>
              <a:latin typeface="+mj-ea"/>
              <a:ea typeface="+mj-ea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133CEC6-F104-82A0-47C9-2428862A6B40}"/>
              </a:ext>
            </a:extLst>
          </p:cNvPr>
          <p:cNvSpPr txBox="1"/>
          <p:nvPr/>
        </p:nvSpPr>
        <p:spPr>
          <a:xfrm>
            <a:off x="2823099" y="5837971"/>
            <a:ext cx="1462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latin typeface="+mj-ea"/>
                <a:ea typeface="+mj-ea"/>
              </a:rPr>
              <a:t>도어 </a:t>
            </a:r>
            <a:r>
              <a:rPr lang="ko-KR" altLang="en-US" sz="1200" err="1">
                <a:latin typeface="+mj-ea"/>
                <a:ea typeface="+mj-ea"/>
              </a:rPr>
              <a:t>체커</a:t>
            </a:r>
            <a:endParaRPr lang="ko-KR" altLang="en-US" sz="1200">
              <a:latin typeface="+mj-ea"/>
              <a:ea typeface="+mj-ea"/>
            </a:endParaRPr>
          </a:p>
        </p:txBody>
      </p: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4DCBDBFF-4ED8-82E9-53D0-6E6FF8DB1AA9}"/>
              </a:ext>
            </a:extLst>
          </p:cNvPr>
          <p:cNvGrpSpPr/>
          <p:nvPr/>
        </p:nvGrpSpPr>
        <p:grpSpPr>
          <a:xfrm>
            <a:off x="6003459" y="3708948"/>
            <a:ext cx="5526178" cy="2368796"/>
            <a:chOff x="397349" y="4398534"/>
            <a:chExt cx="5526178" cy="2368796"/>
          </a:xfrm>
        </p:grpSpPr>
        <p:grpSp>
          <p:nvGrpSpPr>
            <p:cNvPr id="152" name="그룹 151">
              <a:extLst>
                <a:ext uri="{FF2B5EF4-FFF2-40B4-BE49-F238E27FC236}">
                  <a16:creationId xmlns:a16="http://schemas.microsoft.com/office/drawing/2014/main" id="{49A33660-6261-F574-32EF-0AD91F3EF30D}"/>
                </a:ext>
              </a:extLst>
            </p:cNvPr>
            <p:cNvGrpSpPr/>
            <p:nvPr/>
          </p:nvGrpSpPr>
          <p:grpSpPr>
            <a:xfrm>
              <a:off x="397349" y="4398534"/>
              <a:ext cx="5526178" cy="2131102"/>
              <a:chOff x="217046" y="4520735"/>
              <a:chExt cx="6079400" cy="2529994"/>
            </a:xfrm>
          </p:grpSpPr>
          <p:pic>
            <p:nvPicPr>
              <p:cNvPr id="153" name="Picture 2">
                <a:extLst>
                  <a:ext uri="{FF2B5EF4-FFF2-40B4-BE49-F238E27FC236}">
                    <a16:creationId xmlns:a16="http://schemas.microsoft.com/office/drawing/2014/main" id="{0F90DDE1-585B-26B3-1489-B8CB3C7C10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10000" b="90000" l="10000" r="90000">
                            <a14:foregroundMark x1="17667" y1="33250" x2="13333" y2="45625"/>
                            <a14:foregroundMark x1="13333" y1="45625" x2="12417" y2="53375"/>
                            <a14:foregroundMark x1="12417" y1="53375" x2="13333" y2="61000"/>
                            <a14:foregroundMark x1="13333" y1="61000" x2="16417" y2="69375"/>
                            <a14:foregroundMark x1="16417" y1="69375" x2="25750" y2="75500"/>
                            <a14:foregroundMark x1="18833" y1="64625" x2="27000" y2="65250"/>
                            <a14:foregroundMark x1="27000" y1="65250" x2="24083" y2="61875"/>
                            <a14:foregroundMark x1="30917" y1="63750" x2="30917" y2="63750"/>
                            <a14:foregroundMark x1="30417" y1="61250" x2="23167" y2="60750"/>
                            <a14:foregroundMark x1="23167" y1="60750" x2="17750" y2="54250"/>
                            <a14:foregroundMark x1="17750" y1="54250" x2="17750" y2="51500"/>
                            <a14:foregroundMark x1="31583" y1="63250" x2="17917" y2="65625"/>
                            <a14:foregroundMark x1="26917" y1="74250" x2="27917" y2="75375"/>
                            <a14:foregroundMark x1="28750" y1="74500" x2="27667" y2="76750"/>
                            <a14:foregroundMark x1="28250" y1="76250" x2="27833" y2="76875"/>
                            <a14:foregroundMark x1="84500" y1="38625" x2="87833" y2="38125"/>
                            <a14:foregroundMark x1="77083" y1="34250" x2="79417" y2="33125"/>
                            <a14:foregroundMark x1="28083" y1="60250" x2="24000" y2="56000"/>
                            <a14:foregroundMark x1="24000" y1="56000" x2="20500" y2="44125"/>
                            <a14:foregroundMark x1="20500" y1="44125" x2="23917" y2="39250"/>
                            <a14:foregroundMark x1="23917" y1="39250" x2="29500" y2="37625"/>
                            <a14:foregroundMark x1="29500" y1="37625" x2="42667" y2="38125"/>
                            <a14:foregroundMark x1="26167" y1="66375" x2="32417" y2="64875"/>
                            <a14:foregroundMark x1="24000" y1="72250" x2="23250" y2="73375"/>
                            <a14:foregroundMark x1="23750" y1="72250" x2="23750" y2="72250"/>
                            <a14:foregroundMark x1="23167" y1="72250" x2="24250" y2="71500"/>
                            <a14:foregroundMark x1="28417" y1="74125" x2="27083" y2="77000"/>
                            <a14:foregroundMark x1="11000" y1="50375" x2="13000" y2="36500"/>
                            <a14:foregroundMark x1="13000" y1="36500" x2="13250" y2="35500"/>
                            <a14:backgroundMark x1="58167" y1="44875" x2="57667" y2="44875"/>
                            <a14:backgroundMark x1="18500" y1="68000" x2="29083" y2="690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17559" y="4520735"/>
                <a:ext cx="3794991" cy="2529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4" name="그룹 153">
                <a:extLst>
                  <a:ext uri="{FF2B5EF4-FFF2-40B4-BE49-F238E27FC236}">
                    <a16:creationId xmlns:a16="http://schemas.microsoft.com/office/drawing/2014/main" id="{20FC290C-3110-C873-1499-CB79A719F520}"/>
                  </a:ext>
                </a:extLst>
              </p:cNvPr>
              <p:cNvGrpSpPr/>
              <p:nvPr/>
            </p:nvGrpSpPr>
            <p:grpSpPr>
              <a:xfrm>
                <a:off x="217046" y="4564005"/>
                <a:ext cx="6079400" cy="2039392"/>
                <a:chOff x="217046" y="4564005"/>
                <a:chExt cx="6079400" cy="2039392"/>
              </a:xfrm>
            </p:grpSpPr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E88F8C63-AB94-F8CF-742E-4BA458F645D6}"/>
                    </a:ext>
                  </a:extLst>
                </p:cNvPr>
                <p:cNvSpPr/>
                <p:nvPr/>
              </p:nvSpPr>
              <p:spPr>
                <a:xfrm>
                  <a:off x="2591376" y="5771708"/>
                  <a:ext cx="288000" cy="287999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385883F7-DBA1-F725-F053-E52B91698F45}"/>
                    </a:ext>
                  </a:extLst>
                </p:cNvPr>
                <p:cNvSpPr/>
                <p:nvPr/>
              </p:nvSpPr>
              <p:spPr>
                <a:xfrm>
                  <a:off x="2151456" y="5248150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57" name="타원 156">
                  <a:extLst>
                    <a:ext uri="{FF2B5EF4-FFF2-40B4-BE49-F238E27FC236}">
                      <a16:creationId xmlns:a16="http://schemas.microsoft.com/office/drawing/2014/main" id="{37695038-92E1-F880-F86A-FC53BD6E0F95}"/>
                    </a:ext>
                  </a:extLst>
                </p:cNvPr>
                <p:cNvSpPr/>
                <p:nvPr/>
              </p:nvSpPr>
              <p:spPr>
                <a:xfrm>
                  <a:off x="1975923" y="5692556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58" name="타원 157">
                  <a:extLst>
                    <a:ext uri="{FF2B5EF4-FFF2-40B4-BE49-F238E27FC236}">
                      <a16:creationId xmlns:a16="http://schemas.microsoft.com/office/drawing/2014/main" id="{57455114-DF1C-8FC8-EF4D-6737DB0FA5E4}"/>
                    </a:ext>
                  </a:extLst>
                </p:cNvPr>
                <p:cNvSpPr/>
                <p:nvPr/>
              </p:nvSpPr>
              <p:spPr>
                <a:xfrm>
                  <a:off x="2022702" y="5877784"/>
                  <a:ext cx="180000" cy="180000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59" name="타원 158">
                  <a:extLst>
                    <a:ext uri="{FF2B5EF4-FFF2-40B4-BE49-F238E27FC236}">
                      <a16:creationId xmlns:a16="http://schemas.microsoft.com/office/drawing/2014/main" id="{F7D448D5-DFF7-19E3-D6A8-F6B1C0D6B6E2}"/>
                    </a:ext>
                  </a:extLst>
                </p:cNvPr>
                <p:cNvSpPr/>
                <p:nvPr/>
              </p:nvSpPr>
              <p:spPr>
                <a:xfrm>
                  <a:off x="4790387" y="5111225"/>
                  <a:ext cx="400737" cy="422799"/>
                </a:xfrm>
                <a:prstGeom prst="ellipse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60" name="타원 159">
                  <a:extLst>
                    <a:ext uri="{FF2B5EF4-FFF2-40B4-BE49-F238E27FC236}">
                      <a16:creationId xmlns:a16="http://schemas.microsoft.com/office/drawing/2014/main" id="{020310E1-830B-B52C-2F03-37A044D897D4}"/>
                    </a:ext>
                  </a:extLst>
                </p:cNvPr>
                <p:cNvSpPr/>
                <p:nvPr/>
              </p:nvSpPr>
              <p:spPr>
                <a:xfrm>
                  <a:off x="217046" y="4564005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</a:t>
                  </a:r>
                  <a:endParaRPr lang="ko-KR" altLang="en-US" sz="120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82831E4E-F5B6-38A8-FB9F-C40D7849D769}"/>
                    </a:ext>
                  </a:extLst>
                </p:cNvPr>
                <p:cNvSpPr/>
                <p:nvPr/>
              </p:nvSpPr>
              <p:spPr>
                <a:xfrm>
                  <a:off x="217046" y="5265895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</a:t>
                  </a:r>
                  <a:endParaRPr lang="ko-KR" altLang="en-US" sz="1200">
                    <a:latin typeface="+mj-ea"/>
                    <a:ea typeface="+mj-ea"/>
                  </a:endParaRPr>
                </a:p>
                <a:p>
                  <a:pPr algn="ctr"/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6D2784E0-65EC-9889-F8D6-2713A248793E}"/>
                    </a:ext>
                  </a:extLst>
                </p:cNvPr>
                <p:cNvSpPr/>
                <p:nvPr/>
              </p:nvSpPr>
              <p:spPr>
                <a:xfrm>
                  <a:off x="217046" y="5967784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규격 </a:t>
                  </a:r>
                </a:p>
                <a:p>
                  <a:pPr algn="ctr"/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D29ED660-645B-9F52-9EBE-F7F876D11557}"/>
                    </a:ext>
                  </a:extLst>
                </p:cNvPr>
                <p:cNvSpPr/>
                <p:nvPr/>
              </p:nvSpPr>
              <p:spPr>
                <a:xfrm>
                  <a:off x="3266368" y="5926678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200">
                      <a:latin typeface="+mj-ea"/>
                      <a:ea typeface="+mj-ea"/>
                    </a:rPr>
                    <a:t>도어 래치 커넥터</a:t>
                  </a:r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426EFE23-46F5-DF20-64B9-8794AA88C34B}"/>
                    </a:ext>
                  </a:extLst>
                </p:cNvPr>
                <p:cNvSpPr/>
                <p:nvPr/>
              </p:nvSpPr>
              <p:spPr>
                <a:xfrm>
                  <a:off x="4964108" y="5782556"/>
                  <a:ext cx="1332338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200">
                      <a:latin typeface="+mj-ea"/>
                      <a:ea typeface="+mj-ea"/>
                    </a:rPr>
                    <a:t>래치 케이블</a:t>
                  </a:r>
                </a:p>
              </p:txBody>
            </p:sp>
            <p:cxnSp>
              <p:nvCxnSpPr>
                <p:cNvPr id="165" name="직선 화살표 연결선 164">
                  <a:extLst>
                    <a:ext uri="{FF2B5EF4-FFF2-40B4-BE49-F238E27FC236}">
                      <a16:creationId xmlns:a16="http://schemas.microsoft.com/office/drawing/2014/main" id="{42A1110B-4093-2F1A-8824-17E0556D05E9}"/>
                    </a:ext>
                  </a:extLst>
                </p:cNvPr>
                <p:cNvCxnSpPr>
                  <a:cxnSpLocks/>
                  <a:stCxn id="160" idx="6"/>
                  <a:endCxn id="156" idx="1"/>
                </p:cNvCxnSpPr>
                <p:nvPr/>
              </p:nvCxnSpPr>
              <p:spPr>
                <a:xfrm>
                  <a:off x="1549384" y="4881812"/>
                  <a:ext cx="628432" cy="392698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직선 화살표 연결선 165">
                  <a:extLst>
                    <a:ext uri="{FF2B5EF4-FFF2-40B4-BE49-F238E27FC236}">
                      <a16:creationId xmlns:a16="http://schemas.microsoft.com/office/drawing/2014/main" id="{ACB59A1D-EFCF-99BA-2316-73BD3BDD4F7B}"/>
                    </a:ext>
                  </a:extLst>
                </p:cNvPr>
                <p:cNvCxnSpPr>
                  <a:cxnSpLocks/>
                  <a:stCxn id="161" idx="6"/>
                  <a:endCxn id="157" idx="1"/>
                </p:cNvCxnSpPr>
                <p:nvPr/>
              </p:nvCxnSpPr>
              <p:spPr>
                <a:xfrm>
                  <a:off x="1549384" y="5583702"/>
                  <a:ext cx="452899" cy="135214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직선 화살표 연결선 166">
                  <a:extLst>
                    <a:ext uri="{FF2B5EF4-FFF2-40B4-BE49-F238E27FC236}">
                      <a16:creationId xmlns:a16="http://schemas.microsoft.com/office/drawing/2014/main" id="{4D8C53BF-CEC0-16A0-F03D-4A8D1D457043}"/>
                    </a:ext>
                  </a:extLst>
                </p:cNvPr>
                <p:cNvCxnSpPr>
                  <a:cxnSpLocks/>
                  <a:stCxn id="162" idx="6"/>
                  <a:endCxn id="158" idx="3"/>
                </p:cNvCxnSpPr>
                <p:nvPr/>
              </p:nvCxnSpPr>
              <p:spPr>
                <a:xfrm flipV="1">
                  <a:off x="1549384" y="6031424"/>
                  <a:ext cx="499678" cy="254167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직선 화살표 연결선 167">
                  <a:extLst>
                    <a:ext uri="{FF2B5EF4-FFF2-40B4-BE49-F238E27FC236}">
                      <a16:creationId xmlns:a16="http://schemas.microsoft.com/office/drawing/2014/main" id="{B3558413-C735-076A-C533-9D26CA02C8CC}"/>
                    </a:ext>
                  </a:extLst>
                </p:cNvPr>
                <p:cNvCxnSpPr>
                  <a:cxnSpLocks/>
                  <a:stCxn id="163" idx="1"/>
                  <a:endCxn id="155" idx="6"/>
                </p:cNvCxnSpPr>
                <p:nvPr/>
              </p:nvCxnSpPr>
              <p:spPr>
                <a:xfrm flipH="1" flipV="1">
                  <a:off x="2879375" y="5915707"/>
                  <a:ext cx="582109" cy="104054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직선 화살표 연결선 168">
                  <a:extLst>
                    <a:ext uri="{FF2B5EF4-FFF2-40B4-BE49-F238E27FC236}">
                      <a16:creationId xmlns:a16="http://schemas.microsoft.com/office/drawing/2014/main" id="{4D53B6A3-8ADA-E87A-647C-247D36199742}"/>
                    </a:ext>
                  </a:extLst>
                </p:cNvPr>
                <p:cNvCxnSpPr>
                  <a:cxnSpLocks/>
                  <a:stCxn id="153" idx="3"/>
                  <a:endCxn id="159" idx="5"/>
                </p:cNvCxnSpPr>
                <p:nvPr/>
              </p:nvCxnSpPr>
              <p:spPr>
                <a:xfrm flipH="1" flipV="1">
                  <a:off x="5132437" y="5472107"/>
                  <a:ext cx="280113" cy="313625"/>
                </a:xfrm>
                <a:prstGeom prst="straightConnector1">
                  <a:avLst/>
                </a:prstGeom>
                <a:ln>
                  <a:tailEnd type="triangle" w="lg" len="lg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8B858CF5-B5F7-E202-0DE2-6FEA427320A3}"/>
                </a:ext>
              </a:extLst>
            </p:cNvPr>
            <p:cNvSpPr/>
            <p:nvPr/>
          </p:nvSpPr>
          <p:spPr>
            <a:xfrm>
              <a:off x="1139415" y="6231931"/>
              <a:ext cx="147141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아웃핸들</a:t>
              </a:r>
              <a:br>
                <a:rPr lang="en-US" altLang="ko-KR" sz="1200">
                  <a:latin typeface="+mj-ea"/>
                  <a:ea typeface="+mj-ea"/>
                </a:rPr>
              </a:br>
              <a:r>
                <a:rPr lang="en-US" altLang="ko-KR" sz="1200">
                  <a:latin typeface="+mj-ea"/>
                  <a:ea typeface="+mj-ea"/>
                </a:rPr>
                <a:t>PIC </a:t>
              </a:r>
              <a:r>
                <a:rPr lang="ko-KR" altLang="en-US" sz="1200">
                  <a:latin typeface="+mj-ea"/>
                  <a:ea typeface="+mj-ea"/>
                </a:rPr>
                <a:t>커넥터</a:t>
              </a:r>
            </a:p>
          </p:txBody>
        </p:sp>
        <p:sp>
          <p:nvSpPr>
            <p:cNvPr id="171" name="타원 170">
              <a:extLst>
                <a:ext uri="{FF2B5EF4-FFF2-40B4-BE49-F238E27FC236}">
                  <a16:creationId xmlns:a16="http://schemas.microsoft.com/office/drawing/2014/main" id="{504512F1-B175-60D1-0849-D703AC2651D5}"/>
                </a:ext>
              </a:extLst>
            </p:cNvPr>
            <p:cNvSpPr/>
            <p:nvPr/>
          </p:nvSpPr>
          <p:spPr>
            <a:xfrm>
              <a:off x="2448756" y="5875317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62EFFCA2-5944-7684-5403-C9D57994A196}"/>
              </a:ext>
            </a:extLst>
          </p:cNvPr>
          <p:cNvCxnSpPr>
            <a:cxnSpLocks/>
            <a:stCxn id="170" idx="7"/>
            <a:endCxn id="171" idx="3"/>
          </p:cNvCxnSpPr>
          <p:nvPr/>
        </p:nvCxnSpPr>
        <p:spPr>
          <a:xfrm flipV="1">
            <a:off x="8001459" y="5392796"/>
            <a:ext cx="91746" cy="227956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B544F0B8-BEAB-D5DA-294D-31957E22E753}"/>
              </a:ext>
            </a:extLst>
          </p:cNvPr>
          <p:cNvSpPr txBox="1"/>
          <p:nvPr/>
        </p:nvSpPr>
        <p:spPr>
          <a:xfrm>
            <a:off x="8637411" y="5732980"/>
            <a:ext cx="1462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latin typeface="+mj-ea"/>
                <a:ea typeface="+mj-ea"/>
              </a:rPr>
              <a:t>도어 래치</a:t>
            </a:r>
          </a:p>
        </p:txBody>
      </p:sp>
      <p:sp>
        <p:nvSpPr>
          <p:cNvPr id="176" name="타원 175">
            <a:extLst>
              <a:ext uri="{FF2B5EF4-FFF2-40B4-BE49-F238E27FC236}">
                <a16:creationId xmlns:a16="http://schemas.microsoft.com/office/drawing/2014/main" id="{0DEB365F-E18E-EBB9-9CFD-4AE863768A4D}"/>
              </a:ext>
            </a:extLst>
          </p:cNvPr>
          <p:cNvSpPr/>
          <p:nvPr/>
        </p:nvSpPr>
        <p:spPr>
          <a:xfrm>
            <a:off x="5934891" y="3164877"/>
            <a:ext cx="1279664" cy="54407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latin typeface="+mj-ea"/>
                <a:ea typeface="+mj-ea"/>
              </a:rPr>
              <a:t>Type B : F</a:t>
            </a:r>
            <a:endParaRPr lang="ko-KR" altLang="en-US" sz="120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586A5C08-05E4-3A03-2729-D26AAA92F7B2}"/>
              </a:ext>
            </a:extLst>
          </p:cNvPr>
          <p:cNvSpPr/>
          <p:nvPr/>
        </p:nvSpPr>
        <p:spPr>
          <a:xfrm>
            <a:off x="498186" y="3639339"/>
            <a:ext cx="1368760" cy="38618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latin typeface="+mj-ea"/>
                <a:ea typeface="+mj-ea"/>
              </a:rPr>
              <a:t>Type C : M</a:t>
            </a:r>
            <a:endParaRPr lang="ko-KR" altLang="en-US" sz="12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661731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8727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도어</a:t>
                </a:r>
                <a:endParaRPr lang="en-US" altLang="ko-KR" sz="900" dirty="0"/>
              </a:p>
              <a:p>
                <a:pPr algn="ctr"/>
                <a:r>
                  <a:rPr lang="ko-KR" altLang="en-US" sz="900" dirty="0" err="1"/>
                  <a:t>체커</a:t>
                </a:r>
                <a:endParaRPr lang="ko-KR" altLang="en-US" sz="900" dirty="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I</a:t>
                </a:r>
                <a:endParaRPr lang="ko-KR" altLang="en-US" sz="90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F</a:t>
                </a:r>
                <a:endParaRPr lang="ko-KR" altLang="en-US" sz="90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볼트</a:t>
                </a:r>
                <a:r>
                  <a:rPr lang="en-US" altLang="ko-KR" sz="900" dirty="0"/>
                  <a:t>2</a:t>
                </a:r>
                <a:endParaRPr lang="ko-KR" altLang="en-US" sz="9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 </a:t>
              </a:r>
              <a:r>
                <a:rPr lang="en-US" altLang="ko-KR" sz="1400"/>
                <a:t>A: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3E16DAFE-4768-257D-1996-4127695B5E67}"/>
              </a:ext>
            </a:extLst>
          </p:cNvPr>
          <p:cNvGrpSpPr/>
          <p:nvPr/>
        </p:nvGrpSpPr>
        <p:grpSpPr>
          <a:xfrm>
            <a:off x="6266402" y="2715534"/>
            <a:ext cx="5400000" cy="2519996"/>
            <a:chOff x="6403562" y="3591834"/>
            <a:chExt cx="5400000" cy="2519996"/>
          </a:xfrm>
        </p:grpSpPr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0526C5-5E47-A43C-DE20-FEC838E92CE9}"/>
                </a:ext>
              </a:extLst>
            </p:cNvPr>
            <p:cNvCxnSpPr>
              <a:cxnSpLocks/>
              <a:stCxn id="66" idx="2"/>
              <a:endCxn id="75" idx="0"/>
            </p:cNvCxnSpPr>
            <p:nvPr/>
          </p:nvCxnSpPr>
          <p:spPr>
            <a:xfrm>
              <a:off x="8368783" y="4412299"/>
              <a:ext cx="0" cy="83834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FD6174B8-345E-577A-4E7F-74E04B9EE405}"/>
                </a:ext>
              </a:extLst>
            </p:cNvPr>
            <p:cNvCxnSpPr>
              <a:cxnSpLocks/>
              <a:stCxn id="66" idx="3"/>
              <a:endCxn id="58" idx="2"/>
            </p:cNvCxnSpPr>
            <p:nvPr/>
          </p:nvCxnSpPr>
          <p:spPr>
            <a:xfrm flipV="1">
              <a:off x="8897514" y="4277985"/>
              <a:ext cx="695493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087A532C-86E1-11EE-AC8C-E5751012EC71}"/>
                </a:ext>
              </a:extLst>
            </p:cNvPr>
            <p:cNvGrpSpPr/>
            <p:nvPr/>
          </p:nvGrpSpPr>
          <p:grpSpPr>
            <a:xfrm>
              <a:off x="9376453" y="3591834"/>
              <a:ext cx="2427109" cy="1401493"/>
              <a:chOff x="9376453" y="3591834"/>
              <a:chExt cx="2427109" cy="1401493"/>
            </a:xfrm>
          </p:grpSpPr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88CEF88-B7F3-9447-E397-3134F3C3F840}"/>
                  </a:ext>
                </a:extLst>
              </p:cNvPr>
              <p:cNvSpPr/>
              <p:nvPr/>
            </p:nvSpPr>
            <p:spPr>
              <a:xfrm>
                <a:off x="9593007" y="4003504"/>
                <a:ext cx="624358" cy="54896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도어 래치</a:t>
                </a:r>
              </a:p>
            </p:txBody>
          </p:sp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30CAF25C-7947-8AD5-0A18-779F348FF8C3}"/>
                  </a:ext>
                </a:extLst>
              </p:cNvPr>
              <p:cNvSpPr/>
              <p:nvPr/>
            </p:nvSpPr>
            <p:spPr>
              <a:xfrm>
                <a:off x="9404513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07ED8CAC-F20B-51E0-B229-27C395C2567A}"/>
                  </a:ext>
                </a:extLst>
              </p:cNvPr>
              <p:cNvSpPr/>
              <p:nvPr/>
            </p:nvSpPr>
            <p:spPr>
              <a:xfrm>
                <a:off x="10746098" y="4161451"/>
                <a:ext cx="1057464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E : M</a:t>
                </a:r>
                <a:endParaRPr lang="ko-KR" altLang="en-US" sz="900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DA639322-CD1F-682C-3427-B09B75D8BFBD}"/>
                  </a:ext>
                </a:extLst>
              </p:cNvPr>
              <p:cNvSpPr/>
              <p:nvPr/>
            </p:nvSpPr>
            <p:spPr>
              <a:xfrm>
                <a:off x="9376453" y="4760260"/>
                <a:ext cx="1057463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F : M </a:t>
                </a:r>
                <a:endParaRPr lang="ko-KR" altLang="en-US" sz="900"/>
              </a:p>
            </p:txBody>
          </p: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88E4349E-A6B7-20F1-3FDD-F306D41659F1}"/>
                  </a:ext>
                </a:extLst>
              </p:cNvPr>
              <p:cNvCxnSpPr>
                <a:cxnSpLocks/>
                <a:stCxn id="58" idx="0"/>
                <a:endCxn id="59" idx="4"/>
              </p:cNvCxnSpPr>
              <p:nvPr/>
            </p:nvCxnSpPr>
            <p:spPr>
              <a:xfrm flipH="1" flipV="1">
                <a:off x="9905184" y="3824901"/>
                <a:ext cx="2" cy="17860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9095914C-490C-A1E6-026E-C7FA5304E251}"/>
                  </a:ext>
                </a:extLst>
              </p:cNvPr>
              <p:cNvCxnSpPr>
                <a:cxnSpLocks/>
                <a:stCxn id="60" idx="2"/>
                <a:endCxn id="58" idx="6"/>
              </p:cNvCxnSpPr>
              <p:nvPr/>
            </p:nvCxnSpPr>
            <p:spPr>
              <a:xfrm flipH="1">
                <a:off x="10217365" y="4277985"/>
                <a:ext cx="52873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0975073D-63D0-66B8-E4BA-593D35248A49}"/>
                  </a:ext>
                </a:extLst>
              </p:cNvPr>
              <p:cNvCxnSpPr>
                <a:cxnSpLocks/>
                <a:stCxn id="61" idx="0"/>
                <a:endCxn id="58" idx="4"/>
              </p:cNvCxnSpPr>
              <p:nvPr/>
            </p:nvCxnSpPr>
            <p:spPr>
              <a:xfrm flipV="1">
                <a:off x="9905185" y="4552466"/>
                <a:ext cx="1" cy="20779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ED199E9-8A2A-3F50-1B92-1E3DC683045E}"/>
                </a:ext>
              </a:extLst>
            </p:cNvPr>
            <p:cNvSpPr/>
            <p:nvPr/>
          </p:nvSpPr>
          <p:spPr>
            <a:xfrm>
              <a:off x="6553269" y="4112832"/>
              <a:ext cx="758050" cy="43674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D1752F7D-A04B-1A38-4F7B-E423F5A1AE2C}"/>
                </a:ext>
              </a:extLst>
            </p:cNvPr>
            <p:cNvGrpSpPr/>
            <p:nvPr/>
          </p:nvGrpSpPr>
          <p:grpSpPr>
            <a:xfrm>
              <a:off x="6403562" y="5125655"/>
              <a:ext cx="2515789" cy="986175"/>
              <a:chOff x="6403562" y="5125655"/>
              <a:chExt cx="2515789" cy="986175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CB272862-69A1-668D-CA36-B2950B50D4A0}"/>
                  </a:ext>
                </a:extLst>
              </p:cNvPr>
              <p:cNvSpPr/>
              <p:nvPr/>
            </p:nvSpPr>
            <p:spPr>
              <a:xfrm>
                <a:off x="6403562" y="5125655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</a:t>
                </a:r>
                <a:endParaRPr lang="ko-KR" altLang="en-US" sz="900"/>
              </a:p>
            </p:txBody>
          </p:sp>
          <p:sp>
            <p:nvSpPr>
              <p:cNvPr id="74" name="타원 73">
                <a:extLst>
                  <a:ext uri="{FF2B5EF4-FFF2-40B4-BE49-F238E27FC236}">
                    <a16:creationId xmlns:a16="http://schemas.microsoft.com/office/drawing/2014/main" id="{96977C79-2F49-D1F2-25A7-02372DEF03DC}"/>
                  </a:ext>
                </a:extLst>
              </p:cNvPr>
              <p:cNvSpPr/>
              <p:nvPr/>
            </p:nvSpPr>
            <p:spPr>
              <a:xfrm>
                <a:off x="7927278" y="5725503"/>
                <a:ext cx="883007" cy="386327"/>
              </a:xfrm>
              <a:prstGeom prst="ellipse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볼트</a:t>
                </a:r>
                <a:r>
                  <a:rPr lang="en-US" altLang="ko-KR" sz="900" dirty="0"/>
                  <a:t>1</a:t>
                </a:r>
                <a:endParaRPr lang="ko-KR" altLang="en-US" sz="900" dirty="0"/>
              </a:p>
            </p:txBody>
          </p: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913B4E1B-F4BB-01AD-6C17-2E6446AD4BE2}"/>
                  </a:ext>
                </a:extLst>
              </p:cNvPr>
              <p:cNvSpPr/>
              <p:nvPr/>
            </p:nvSpPr>
            <p:spPr>
              <a:xfrm>
                <a:off x="7818215" y="5250639"/>
                <a:ext cx="1101136" cy="28728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B : M</a:t>
                </a:r>
                <a:endParaRPr lang="ko-KR" altLang="en-US" sz="9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0CCA6011-61A3-C669-1779-9815406874C0}"/>
                  </a:ext>
                </a:extLst>
              </p:cNvPr>
              <p:cNvCxnSpPr>
                <a:cxnSpLocks/>
                <a:stCxn id="75" idx="4"/>
                <a:endCxn id="74" idx="0"/>
              </p:cNvCxnSpPr>
              <p:nvPr/>
            </p:nvCxnSpPr>
            <p:spPr>
              <a:xfrm flipH="1">
                <a:off x="8368782" y="5537926"/>
                <a:ext cx="1" cy="187577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4133022-35B4-8CE8-1AB2-454EC1C66B87}"/>
                </a:ext>
              </a:extLst>
            </p:cNvPr>
            <p:cNvGrpSpPr/>
            <p:nvPr/>
          </p:nvGrpSpPr>
          <p:grpSpPr>
            <a:xfrm>
              <a:off x="6932294" y="3591834"/>
              <a:ext cx="2472219" cy="1533821"/>
              <a:chOff x="6932294" y="3591834"/>
              <a:chExt cx="2472219" cy="1533821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81A7E90-BEE1-92E1-2939-DB11739BE786}"/>
                  </a:ext>
                </a:extLst>
              </p:cNvPr>
              <p:cNvSpPr/>
              <p:nvPr/>
            </p:nvSpPr>
            <p:spPr>
              <a:xfrm>
                <a:off x="7840051" y="4143672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F</a:t>
                </a:r>
                <a:endParaRPr lang="ko-KR" altLang="en-US" sz="900"/>
              </a:p>
            </p:txBody>
          </p: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8E344C77-2751-9126-A8EC-D54D772D51F5}"/>
                  </a:ext>
                </a:extLst>
              </p:cNvPr>
              <p:cNvCxnSpPr>
                <a:cxnSpLocks/>
                <a:stCxn id="70" idx="2"/>
                <a:endCxn id="67" idx="7"/>
              </p:cNvCxnSpPr>
              <p:nvPr/>
            </p:nvCxnSpPr>
            <p:spPr>
              <a:xfrm flipH="1">
                <a:off x="7200305" y="3708368"/>
                <a:ext cx="667807" cy="46842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F5394F3-5E72-AAE3-04CC-798369562E1C}"/>
                  </a:ext>
                </a:extLst>
              </p:cNvPr>
              <p:cNvCxnSpPr>
                <a:cxnSpLocks/>
                <a:stCxn id="71" idx="0"/>
                <a:endCxn id="67" idx="4"/>
              </p:cNvCxnSpPr>
              <p:nvPr/>
            </p:nvCxnSpPr>
            <p:spPr>
              <a:xfrm flipV="1">
                <a:off x="6932294" y="4549575"/>
                <a:ext cx="0" cy="5760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0" name="타원 69">
                <a:extLst>
                  <a:ext uri="{FF2B5EF4-FFF2-40B4-BE49-F238E27FC236}">
                    <a16:creationId xmlns:a16="http://schemas.microsoft.com/office/drawing/2014/main" id="{3A3CBFF0-AFB2-0BEB-8185-CDA0B312A439}"/>
                  </a:ext>
                </a:extLst>
              </p:cNvPr>
              <p:cNvSpPr/>
              <p:nvPr/>
            </p:nvSpPr>
            <p:spPr>
              <a:xfrm>
                <a:off x="7868112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9968A815-C33E-0BF4-99AD-59A8C1F6FDA6}"/>
                  </a:ext>
                </a:extLst>
              </p:cNvPr>
              <p:cNvSpPr/>
              <p:nvPr/>
            </p:nvSpPr>
            <p:spPr>
              <a:xfrm>
                <a:off x="7840051" y="4742481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I</a:t>
                </a:r>
                <a:endParaRPr lang="ko-KR" altLang="en-US" sz="900"/>
              </a:p>
            </p:txBody>
          </p: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00CF94D6-4E83-547C-9D91-8C1F833FC50E}"/>
                  </a:ext>
                </a:extLst>
              </p:cNvPr>
              <p:cNvCxnSpPr>
                <a:cxnSpLocks/>
                <a:stCxn id="72" idx="1"/>
                <a:endCxn id="67" idx="5"/>
              </p:cNvCxnSpPr>
              <p:nvPr/>
            </p:nvCxnSpPr>
            <p:spPr>
              <a:xfrm flipH="1" flipV="1">
                <a:off x="7200305" y="4485615"/>
                <a:ext cx="639746" cy="3911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F2C2B991-DB39-341A-9DCE-71C4E9410041}"/>
                  </a:ext>
                </a:extLst>
              </p:cNvPr>
              <p:cNvCxnSpPr>
                <a:cxnSpLocks/>
                <a:stCxn id="59" idx="2"/>
                <a:endCxn id="70" idx="6"/>
              </p:cNvCxnSpPr>
              <p:nvPr/>
            </p:nvCxnSpPr>
            <p:spPr>
              <a:xfrm flipH="1">
                <a:off x="8869453" y="3708368"/>
                <a:ext cx="535060" cy="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51F71EE-2362-0526-FD14-4CBAA74AA258}"/>
              </a:ext>
            </a:extLst>
          </p:cNvPr>
          <p:cNvSpPr txBox="1"/>
          <p:nvPr/>
        </p:nvSpPr>
        <p:spPr>
          <a:xfrm>
            <a:off x="7003410" y="5338964"/>
            <a:ext cx="3645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조립 목표 </a:t>
            </a:r>
            <a:r>
              <a:rPr lang="en-US" altLang="ko-KR" sz="1400"/>
              <a:t>B: </a:t>
            </a:r>
            <a:r>
              <a:rPr lang="ko-KR" altLang="en-US" sz="1400"/>
              <a:t>도어 래치 조립</a:t>
            </a:r>
            <a:r>
              <a:rPr lang="en-US" altLang="ko-KR" sz="1400"/>
              <a:t> </a:t>
            </a:r>
            <a:endParaRPr lang="ko-KR" altLang="en-US" sz="14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112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조립 목표의 정의</a:t>
            </a:r>
            <a:endParaRPr lang="en-US" altLang="ko-KR" sz="1800">
              <a:latin typeface="맑은 고딕"/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같은 부품이더라도 조립될 완료 형태에 따라 조립 과정이 달라질 수 있음</a:t>
            </a:r>
            <a:r>
              <a:rPr lang="en-US" altLang="ko-KR" sz="1400">
                <a:ea typeface="맑은 고딕"/>
              </a:rPr>
              <a:t>.</a:t>
            </a: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조립 목표는 부품의 활용 방법에 따른 다양한 경우 수의</a:t>
            </a:r>
            <a:r>
              <a:rPr lang="en-US" altLang="ko-KR" sz="1400">
                <a:ea typeface="맑은 고딕"/>
              </a:rPr>
              <a:t> Plan</a:t>
            </a:r>
            <a:r>
              <a:rPr lang="ko-KR" altLang="en-US" sz="1400">
                <a:ea typeface="맑은 고딕"/>
              </a:rPr>
              <a:t> 중 목표에 알맞은 </a:t>
            </a:r>
            <a:r>
              <a:rPr lang="en-US" altLang="ko-KR" sz="1400">
                <a:ea typeface="맑은 고딕"/>
              </a:rPr>
              <a:t>Plan</a:t>
            </a:r>
            <a:r>
              <a:rPr lang="ko-KR" altLang="en-US" sz="1400">
                <a:ea typeface="맑은 고딕"/>
              </a:rPr>
              <a:t>만을 생성함</a:t>
            </a:r>
            <a:r>
              <a:rPr lang="en-US" altLang="ko-KR" sz="1400">
                <a:ea typeface="맑은 고딕"/>
              </a:rPr>
              <a:t>. 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362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2223991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460283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9492407"/>
              </p:ext>
            </p:extLst>
          </p:nvPr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335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3399270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1604196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851355"/>
              </p:ext>
            </p:extLst>
          </p:nvPr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40495883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/>
              <a:t>{</a:t>
            </a:r>
            <a:r>
              <a:rPr lang="ko-KR" altLang="en-US" sz="1400"/>
              <a:t>도어 </a:t>
            </a:r>
            <a:r>
              <a:rPr lang="ko-KR" altLang="en-US" sz="1400" err="1"/>
              <a:t>체커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{nut type C,</a:t>
            </a:r>
            <a:r>
              <a:rPr lang="ko-KR" altLang="en-US" sz="1400"/>
              <a:t> </a:t>
            </a:r>
            <a:r>
              <a:rPr lang="ko-KR" altLang="en-US" sz="1400" err="1"/>
              <a:t>가조립</a:t>
            </a:r>
            <a:r>
              <a:rPr lang="ko-KR" altLang="en-US" sz="1400"/>
              <a:t> </a:t>
            </a:r>
            <a:r>
              <a:rPr lang="en-US" altLang="ko-KR" sz="1400"/>
              <a:t>1}, 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볼트</a:t>
            </a:r>
            <a:r>
              <a:rPr lang="en-US" altLang="ko-KR" sz="1400"/>
              <a:t> type D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endParaRPr lang="en-US" altLang="ko-KR" sz="1400"/>
          </a:p>
          <a:p>
            <a:endParaRPr lang="ko-KR" altLang="en-US" sz="140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618020"/>
              </p:ext>
            </p:extLst>
          </p:nvPr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어댑터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/>
              <a:t>타입 매칭 결과를 </a:t>
            </a:r>
            <a:r>
              <a:rPr lang="en-US" altLang="ko-KR" sz="1400"/>
              <a:t>Planning</a:t>
            </a:r>
            <a:r>
              <a:rPr lang="ko-KR" altLang="en-US" sz="1400"/>
              <a:t>결과 순서대로 공법서 형태로 바꿔 줌</a:t>
            </a:r>
            <a:endParaRPr lang="en-US" altLang="ko-KR" sz="140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/>
              <a:t>	Rule checker, Knowledge base</a:t>
            </a:r>
            <a:r>
              <a:rPr lang="ko-KR" altLang="en-US" sz="1400"/>
              <a:t>를 활용해 변환 모듈을 개발</a:t>
            </a:r>
            <a:r>
              <a:rPr lang="en-US" altLang="ko-KR" sz="140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/>
              <a:t>	</a:t>
            </a:r>
            <a:r>
              <a:rPr lang="ko-KR" altLang="en-US" sz="1400"/>
              <a:t>충분한 데이터가 쌓이면 신규 </a:t>
            </a:r>
            <a:r>
              <a:rPr lang="en-US" altLang="ko-KR" sz="1400"/>
              <a:t>type</a:t>
            </a:r>
            <a:r>
              <a:rPr lang="ko-KR" altLang="en-US" sz="1400"/>
              <a:t> 매칭에 대한 변환도 </a:t>
            </a:r>
            <a:r>
              <a:rPr lang="en-US" altLang="ko-KR" sz="1400"/>
              <a:t>LLM</a:t>
            </a:r>
            <a:r>
              <a:rPr lang="ko-KR" altLang="en-US" sz="1400"/>
              <a:t>을 이용해 추천 가능</a:t>
            </a:r>
            <a:endParaRPr lang="en-US" altLang="ko-KR" sz="140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49708-90FA-D9EE-328F-38B7D1A9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그룹 90">
            <a:extLst>
              <a:ext uri="{FF2B5EF4-FFF2-40B4-BE49-F238E27FC236}">
                <a16:creationId xmlns:a16="http://schemas.microsoft.com/office/drawing/2014/main" id="{DB9694A7-778C-9A54-2875-167366BA081B}"/>
              </a:ext>
            </a:extLst>
          </p:cNvPr>
          <p:cNvGrpSpPr/>
          <p:nvPr/>
        </p:nvGrpSpPr>
        <p:grpSpPr>
          <a:xfrm>
            <a:off x="8732522" y="1303356"/>
            <a:ext cx="2962866" cy="3874428"/>
            <a:chOff x="6583383" y="1311944"/>
            <a:chExt cx="2962866" cy="3874428"/>
          </a:xfrm>
        </p:grpSpPr>
        <p:pic>
          <p:nvPicPr>
            <p:cNvPr id="64" name="그림 63">
              <a:extLst>
                <a:ext uri="{FF2B5EF4-FFF2-40B4-BE49-F238E27FC236}">
                  <a16:creationId xmlns:a16="http://schemas.microsoft.com/office/drawing/2014/main" id="{AC878A0B-C073-B06A-5F2B-4A5CD3BCA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4406"/>
            <a:stretch>
              <a:fillRect/>
            </a:stretch>
          </p:blipFill>
          <p:spPr>
            <a:xfrm>
              <a:off x="6583383" y="1311944"/>
              <a:ext cx="2962866" cy="3874428"/>
            </a:xfrm>
            <a:prstGeom prst="rect">
              <a:avLst/>
            </a:prstGeom>
          </p:spPr>
        </p:pic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683D6CF-317C-8C9B-5073-E098A86BF6D5}"/>
                </a:ext>
              </a:extLst>
            </p:cNvPr>
            <p:cNvSpPr/>
            <p:nvPr/>
          </p:nvSpPr>
          <p:spPr>
            <a:xfrm>
              <a:off x="7066140" y="1845069"/>
              <a:ext cx="1956048" cy="1470581"/>
            </a:xfrm>
            <a:prstGeom prst="rect">
              <a:avLst/>
            </a:prstGeom>
            <a:solidFill>
              <a:srgbClr val="F3F4F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2" name="Picture 2">
              <a:extLst>
                <a:ext uri="{FF2B5EF4-FFF2-40B4-BE49-F238E27FC236}">
                  <a16:creationId xmlns:a16="http://schemas.microsoft.com/office/drawing/2014/main" id="{B0835E8A-9B0B-67F4-2C24-48CF6EBE6C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14127" y="1966597"/>
              <a:ext cx="1662632" cy="12309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04D00DCB-1825-D04F-F2D1-2B4BDA19EFB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26CFF020-6B89-524B-C41B-A7747F5138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28805C-A416-9B8E-8C5E-193F8E74F8DC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신규 부품 대응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4596BC-F778-E899-AA94-1E4F483A12DE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신규 부품 정보 입력 </a:t>
            </a:r>
            <a:r>
              <a:rPr lang="en-US" altLang="ko-KR">
                <a:latin typeface="맑은 고딕"/>
                <a:ea typeface="맑은 고딕"/>
              </a:rPr>
              <a:t>UI</a:t>
            </a: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AA5A65A9-E6F7-C553-77C1-CA875FAA04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002" y="1339905"/>
            <a:ext cx="2639868" cy="313684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E2406A36-F1BF-422B-2177-C8158BD474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8762" y="1339905"/>
            <a:ext cx="2639867" cy="313684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4516282-BF4A-0A6E-FCF9-CC4B618A000D}"/>
              </a:ext>
            </a:extLst>
          </p:cNvPr>
          <p:cNvSpPr txBox="1"/>
          <p:nvPr/>
        </p:nvSpPr>
        <p:spPr>
          <a:xfrm>
            <a:off x="643968" y="4470071"/>
            <a:ext cx="181927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+mj-lt"/>
              </a:rPr>
              <a:t>차종입력 </a:t>
            </a:r>
          </a:p>
          <a:p>
            <a:pPr algn="ctr"/>
            <a:r>
              <a:rPr lang="ko-KR" altLang="en-US" sz="1200">
                <a:latin typeface="+mj-lt"/>
              </a:rPr>
              <a:t>해당 차종의 </a:t>
            </a:r>
            <a:r>
              <a:rPr lang="en-US" altLang="ko-KR" sz="1200">
                <a:latin typeface="+mj-lt"/>
              </a:rPr>
              <a:t>BOM list</a:t>
            </a:r>
            <a:r>
              <a:rPr lang="ko-KR" altLang="en-US" sz="1200">
                <a:latin typeface="+mj-lt"/>
              </a:rPr>
              <a:t>로 부품 제한</a:t>
            </a:r>
            <a:endParaRPr lang="en-US" altLang="ko-KR" sz="1200">
              <a:latin typeface="+mj-lt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EB2254-8F2E-99B3-1651-B7051C1DB90E}"/>
              </a:ext>
            </a:extLst>
          </p:cNvPr>
          <p:cNvSpPr txBox="1"/>
          <p:nvPr/>
        </p:nvSpPr>
        <p:spPr>
          <a:xfrm>
            <a:off x="4285598" y="4449660"/>
            <a:ext cx="29884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부품 선택</a:t>
            </a:r>
            <a:endParaRPr lang="en-US" altLang="ko-KR" sz="140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D8C317-12CD-4555-1A42-C3945B91F361}"/>
              </a:ext>
            </a:extLst>
          </p:cNvPr>
          <p:cNvSpPr txBox="1"/>
          <p:nvPr/>
        </p:nvSpPr>
        <p:spPr>
          <a:xfrm>
            <a:off x="9535176" y="5203266"/>
            <a:ext cx="1446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부품 타입 지정</a:t>
            </a:r>
            <a:endParaRPr lang="en-US" altLang="ko-KR" sz="140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66486FA7-5C55-1DAD-518C-C3F08D405246}"/>
              </a:ext>
            </a:extLst>
          </p:cNvPr>
          <p:cNvSpPr/>
          <p:nvPr/>
        </p:nvSpPr>
        <p:spPr>
          <a:xfrm>
            <a:off x="544590" y="1829663"/>
            <a:ext cx="2507225" cy="151361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B1701D9C-CABE-FFF3-F0D3-B4BAD3E4B2B7}"/>
              </a:ext>
            </a:extLst>
          </p:cNvPr>
          <p:cNvSpPr/>
          <p:nvPr/>
        </p:nvSpPr>
        <p:spPr>
          <a:xfrm>
            <a:off x="4707198" y="2368257"/>
            <a:ext cx="2507225" cy="151361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4F915DEC-A341-5DC0-9F27-1A2D13C9DFE0}"/>
              </a:ext>
            </a:extLst>
          </p:cNvPr>
          <p:cNvSpPr/>
          <p:nvPr/>
        </p:nvSpPr>
        <p:spPr>
          <a:xfrm>
            <a:off x="8943975" y="1629471"/>
            <a:ext cx="2628900" cy="1747438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11F94B4-1A30-D003-7028-D1EA55E774AB}"/>
              </a:ext>
            </a:extLst>
          </p:cNvPr>
          <p:cNvSpPr txBox="1"/>
          <p:nvPr/>
        </p:nvSpPr>
        <p:spPr>
          <a:xfrm>
            <a:off x="7235972" y="1866948"/>
            <a:ext cx="16167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데이터가 있다면 </a:t>
            </a:r>
            <a:endParaRPr lang="en-US" altLang="ko-KR" sz="1400"/>
          </a:p>
          <a:p>
            <a:pPr algn="ctr"/>
            <a:r>
              <a:rPr lang="ko-KR" altLang="en-US" sz="1400"/>
              <a:t>이미지를 보여줌</a:t>
            </a:r>
            <a:endParaRPr lang="en-US" altLang="ko-KR" sz="1400"/>
          </a:p>
        </p:txBody>
      </p: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A697D0B8-F85E-C36E-8BDB-8A7CF6B5F48B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8699724" y="2149425"/>
            <a:ext cx="244251" cy="353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97A49BE5-18EE-1251-7B8A-433A13BE35BC}"/>
              </a:ext>
            </a:extLst>
          </p:cNvPr>
          <p:cNvSpPr/>
          <p:nvPr/>
        </p:nvSpPr>
        <p:spPr>
          <a:xfrm>
            <a:off x="8824857" y="3471557"/>
            <a:ext cx="2894526" cy="167562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D8F9A6-1D54-7EB4-CB25-E859460B9BD9}"/>
              </a:ext>
            </a:extLst>
          </p:cNvPr>
          <p:cNvSpPr txBox="1"/>
          <p:nvPr/>
        </p:nvSpPr>
        <p:spPr>
          <a:xfrm>
            <a:off x="1148238" y="5714970"/>
            <a:ext cx="989552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600"/>
              <a:t>최대한 </a:t>
            </a:r>
            <a:r>
              <a:rPr lang="en-US" altLang="ko-KR" sz="2600"/>
              <a:t>“</a:t>
            </a:r>
            <a:r>
              <a:rPr lang="ko-KR" altLang="en-US" sz="2600"/>
              <a:t>선택</a:t>
            </a:r>
            <a:r>
              <a:rPr lang="en-US" altLang="ko-KR" sz="2600"/>
              <a:t>”</a:t>
            </a:r>
            <a:r>
              <a:rPr lang="ko-KR" altLang="en-US" sz="2600"/>
              <a:t>을 강제해서 입력 </a:t>
            </a:r>
            <a:r>
              <a:rPr lang="en-US" altLang="ko-KR" sz="2600"/>
              <a:t>Error</a:t>
            </a:r>
            <a:r>
              <a:rPr lang="ko-KR" altLang="en-US" sz="2600"/>
              <a:t>를 최소화</a:t>
            </a:r>
            <a:r>
              <a:rPr lang="en-US" altLang="ko-KR" sz="260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3225308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73820-E02E-977A-C1F9-013DA38D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2EB87369-9542-D0E9-C531-FB96BB4AD4A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BB81FB39-E574-942A-BFE1-9675B6627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02BC83-9675-E5E8-EA7F-30F0BBDB75AA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신규 부품 대응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0A8A1A-45DC-93B4-3C99-2AEB6EE4DD55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신규 타입 추가 입력 </a:t>
            </a:r>
            <a:r>
              <a:rPr lang="en-US" altLang="ko-KR">
                <a:latin typeface="맑은 고딕"/>
                <a:ea typeface="맑은 고딕"/>
              </a:rPr>
              <a:t>UI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6CD60F-7B8D-3858-C0A6-01EDDB0F51AB}"/>
              </a:ext>
            </a:extLst>
          </p:cNvPr>
          <p:cNvSpPr txBox="1"/>
          <p:nvPr/>
        </p:nvSpPr>
        <p:spPr>
          <a:xfrm>
            <a:off x="284307" y="4365124"/>
            <a:ext cx="3291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작용 종류 선택</a:t>
            </a:r>
            <a:endParaRPr lang="en-US" altLang="ko-KR" sz="1400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C3300456-CEAB-38AE-3294-BBE7FEB92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82" y="1338930"/>
            <a:ext cx="3291578" cy="3033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B9E1B58-97C7-4228-40C4-700A96018F8B}"/>
              </a:ext>
            </a:extLst>
          </p:cNvPr>
          <p:cNvSpPr txBox="1"/>
          <p:nvPr/>
        </p:nvSpPr>
        <p:spPr>
          <a:xfrm>
            <a:off x="4328432" y="4365121"/>
            <a:ext cx="3291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젠더</a:t>
            </a:r>
            <a:r>
              <a:rPr lang="en-US" altLang="ko-KR" sz="1400"/>
              <a:t>,</a:t>
            </a:r>
            <a:r>
              <a:rPr lang="ko-KR" altLang="en-US" sz="1400"/>
              <a:t> 수 지정</a:t>
            </a:r>
            <a:endParaRPr lang="en-US" altLang="ko-KR" sz="140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85C849B-651B-7BA0-23B0-48DC15FB6F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433" y="1338929"/>
            <a:ext cx="3291576" cy="30330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5EBCEDD-2C70-CEE2-7608-07269822EA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5883" y="1340863"/>
            <a:ext cx="3291576" cy="30311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B6097F-DD6D-B999-ED21-6FD2F54489F7}"/>
              </a:ext>
            </a:extLst>
          </p:cNvPr>
          <p:cNvSpPr txBox="1"/>
          <p:nvPr/>
        </p:nvSpPr>
        <p:spPr>
          <a:xfrm>
            <a:off x="8305882" y="4365121"/>
            <a:ext cx="3291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이름 지정</a:t>
            </a:r>
            <a:r>
              <a:rPr lang="en-US" altLang="ko-KR" sz="1400"/>
              <a:t>. </a:t>
            </a:r>
            <a:r>
              <a:rPr lang="ko-KR" altLang="en-US" sz="1400"/>
              <a:t>젠더 반영 후 중복검사</a:t>
            </a:r>
            <a:endParaRPr lang="en-US" altLang="ko-KR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A89703-595B-364D-F30B-1FF9C34769F7}"/>
              </a:ext>
            </a:extLst>
          </p:cNvPr>
          <p:cNvSpPr txBox="1"/>
          <p:nvPr/>
        </p:nvSpPr>
        <p:spPr>
          <a:xfrm>
            <a:off x="1148238" y="5714970"/>
            <a:ext cx="98955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/>
              <a:t>나사의 규격</a:t>
            </a:r>
            <a:r>
              <a:rPr lang="en-US" altLang="ko-KR" sz="2800"/>
              <a:t>,</a:t>
            </a:r>
            <a:r>
              <a:rPr lang="ko-KR" altLang="en-US" sz="2800"/>
              <a:t> 튜브 길이 등 상세한 </a:t>
            </a:r>
            <a:r>
              <a:rPr lang="en-US" altLang="ko-KR" sz="2800"/>
              <a:t>feature</a:t>
            </a:r>
            <a:r>
              <a:rPr lang="ko-KR" altLang="en-US" sz="2800"/>
              <a:t>를 입력해주면 </a:t>
            </a:r>
            <a:endParaRPr lang="en-US" altLang="ko-KR" sz="2800"/>
          </a:p>
          <a:p>
            <a:pPr algn="ctr"/>
            <a:r>
              <a:rPr lang="ko-KR" altLang="en-US" sz="2800"/>
              <a:t>추후 </a:t>
            </a:r>
            <a:r>
              <a:rPr lang="en-US" altLang="ko-KR" sz="2800"/>
              <a:t>Data</a:t>
            </a:r>
            <a:r>
              <a:rPr lang="ko-KR" altLang="en-US" sz="2800"/>
              <a:t>를 활용한 </a:t>
            </a:r>
            <a:r>
              <a:rPr lang="ko-KR" altLang="en-US" sz="2800">
                <a:ea typeface="맑은 고딕"/>
              </a:rPr>
              <a:t>추천 시스템 활용 가능</a:t>
            </a:r>
            <a:endParaRPr lang="en-US" altLang="ko-KR" sz="2800"/>
          </a:p>
        </p:txBody>
      </p:sp>
    </p:spTree>
    <p:extLst>
      <p:ext uri="{BB962C8B-B14F-4D97-AF65-F5344CB8AC3E}">
        <p14:creationId xmlns:p14="http://schemas.microsoft.com/office/powerpoint/2010/main" val="2158410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E3091-F72A-5B0B-A0AE-2225C9846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1EDC22AF-EC59-FA41-1AFB-B85AF722A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9343" y="1203729"/>
            <a:ext cx="2305050" cy="5407030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7544CDC-3750-461E-3168-EA7CA2D73D50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FD2B6F6A-8BBB-F048-2E75-40861241B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1031E6-3B37-A4D7-14AC-90DDC60BDA37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신규 부품 대응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A70DD3-1B2A-EC9A-7FB1-EC049786A216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충분히 </a:t>
            </a:r>
            <a:r>
              <a:rPr lang="en-US" altLang="ko-KR" sz="1800">
                <a:latin typeface="맑은 고딕"/>
                <a:ea typeface="맑은 고딕"/>
              </a:rPr>
              <a:t>data</a:t>
            </a:r>
            <a:r>
              <a:rPr lang="ko-KR" altLang="en-US" sz="1800">
                <a:latin typeface="맑은 고딕"/>
                <a:ea typeface="맑은 고딕"/>
              </a:rPr>
              <a:t>가 </a:t>
            </a:r>
            <a:r>
              <a:rPr lang="ko-KR" altLang="en-US">
                <a:latin typeface="맑은 고딕"/>
                <a:ea typeface="맑은 고딕"/>
              </a:rPr>
              <a:t>쌓인 후 인공지능을 활용한 입력 추천 </a:t>
            </a:r>
            <a:r>
              <a:rPr lang="en-US" altLang="ko-KR">
                <a:latin typeface="맑은 고딕"/>
                <a:ea typeface="맑은 고딕"/>
              </a:rPr>
              <a:t>1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98B7091C-EDAC-FA26-4191-D6BD75285DAA}"/>
              </a:ext>
            </a:extLst>
          </p:cNvPr>
          <p:cNvSpPr/>
          <p:nvPr/>
        </p:nvSpPr>
        <p:spPr>
          <a:xfrm>
            <a:off x="3646524" y="2772332"/>
            <a:ext cx="1956048" cy="1393455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F3D19396-C8D2-2AAC-A467-F64B4447D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17667" y1="33250" x2="13333" y2="45625"/>
                        <a14:foregroundMark x1="13333" y1="45625" x2="12417" y2="53375"/>
                        <a14:foregroundMark x1="12417" y1="53375" x2="13333" y2="61000"/>
                        <a14:foregroundMark x1="13333" y1="61000" x2="16417" y2="69375"/>
                        <a14:foregroundMark x1="16417" y1="69375" x2="25750" y2="75500"/>
                        <a14:foregroundMark x1="18833" y1="64625" x2="27000" y2="65250"/>
                        <a14:foregroundMark x1="27000" y1="65250" x2="24083" y2="61875"/>
                        <a14:foregroundMark x1="30917" y1="63750" x2="30917" y2="63750"/>
                        <a14:foregroundMark x1="30417" y1="61250" x2="23167" y2="60750"/>
                        <a14:foregroundMark x1="23167" y1="60750" x2="17750" y2="54250"/>
                        <a14:foregroundMark x1="17750" y1="54250" x2="17750" y2="51500"/>
                        <a14:foregroundMark x1="31583" y1="63250" x2="17917" y2="65625"/>
                        <a14:foregroundMark x1="26917" y1="74250" x2="27917" y2="75375"/>
                        <a14:foregroundMark x1="28750" y1="74500" x2="27667" y2="76750"/>
                        <a14:foregroundMark x1="28250" y1="76250" x2="27833" y2="76875"/>
                        <a14:foregroundMark x1="84500" y1="38625" x2="87833" y2="38125"/>
                        <a14:foregroundMark x1="77083" y1="34250" x2="79417" y2="33125"/>
                        <a14:foregroundMark x1="28083" y1="60250" x2="24000" y2="56000"/>
                        <a14:foregroundMark x1="24000" y1="56000" x2="20500" y2="44125"/>
                        <a14:foregroundMark x1="20500" y1="44125" x2="23917" y2="39250"/>
                        <a14:foregroundMark x1="23917" y1="39250" x2="29500" y2="37625"/>
                        <a14:foregroundMark x1="29500" y1="37625" x2="42667" y2="38125"/>
                        <a14:foregroundMark x1="26167" y1="66375" x2="32417" y2="64875"/>
                        <a14:foregroundMark x1="24000" y1="72250" x2="23250" y2="73375"/>
                        <a14:foregroundMark x1="23750" y1="72250" x2="23750" y2="72250"/>
                        <a14:foregroundMark x1="23167" y1="72250" x2="24250" y2="71500"/>
                        <a14:foregroundMark x1="28417" y1="74125" x2="27083" y2="77000"/>
                        <a14:foregroundMark x1="11000" y1="50375" x2="13000" y2="36500"/>
                        <a14:foregroundMark x1="13000" y1="36500" x2="13250" y2="35500"/>
                        <a14:backgroundMark x1="58167" y1="44875" x2="57667" y2="44875"/>
                        <a14:backgroundMark x1="18500" y1="68000" x2="29083" y2="6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100" y="2811747"/>
            <a:ext cx="1828895" cy="1354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225C66A-C6B8-1A0A-A1F9-258EAA457F36}"/>
              </a:ext>
            </a:extLst>
          </p:cNvPr>
          <p:cNvSpPr/>
          <p:nvPr/>
        </p:nvSpPr>
        <p:spPr>
          <a:xfrm>
            <a:off x="3605249" y="1695450"/>
            <a:ext cx="2038595" cy="3457575"/>
          </a:xfrm>
          <a:prstGeom prst="roundRect">
            <a:avLst>
              <a:gd name="adj" fmla="val 779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535403-92A6-D9A5-1048-CE4BFF71908F}"/>
              </a:ext>
            </a:extLst>
          </p:cNvPr>
          <p:cNvSpPr txBox="1"/>
          <p:nvPr/>
        </p:nvSpPr>
        <p:spPr>
          <a:xfrm>
            <a:off x="6164552" y="3161282"/>
            <a:ext cx="3291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부품명과 약간의 </a:t>
            </a:r>
            <a:r>
              <a:rPr lang="en-US" altLang="ko-KR" sz="1400"/>
              <a:t>Type</a:t>
            </a:r>
            <a:r>
              <a:rPr lang="ko-KR" altLang="en-US" sz="1400"/>
              <a:t>을 입력해주면</a:t>
            </a:r>
            <a:endParaRPr lang="en-US" altLang="ko-KR" sz="14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B90660C-92EA-B497-B9D1-1C674D64FB9B}"/>
              </a:ext>
            </a:extLst>
          </p:cNvPr>
          <p:cNvSpPr/>
          <p:nvPr/>
        </p:nvSpPr>
        <p:spPr>
          <a:xfrm flipV="1">
            <a:off x="3605249" y="5162549"/>
            <a:ext cx="2038595" cy="482196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164C64-9557-E11E-F3C2-2E9BDF4031AB}"/>
              </a:ext>
            </a:extLst>
          </p:cNvPr>
          <p:cNvSpPr txBox="1"/>
          <p:nvPr/>
        </p:nvSpPr>
        <p:spPr>
          <a:xfrm>
            <a:off x="6062663" y="5153025"/>
            <a:ext cx="6448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다음 입력할 만한 </a:t>
            </a:r>
            <a:r>
              <a:rPr lang="en-US" altLang="ko-KR"/>
              <a:t>Type</a:t>
            </a:r>
            <a:r>
              <a:rPr lang="ko-KR" altLang="en-US"/>
              <a:t>을 추천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A075D46-7D41-68A6-29D6-6CAF0DEEEF63}"/>
              </a:ext>
            </a:extLst>
          </p:cNvPr>
          <p:cNvCxnSpPr>
            <a:stCxn id="14" idx="1"/>
            <a:endCxn id="8" idx="3"/>
          </p:cNvCxnSpPr>
          <p:nvPr/>
        </p:nvCxnSpPr>
        <p:spPr>
          <a:xfrm flipH="1">
            <a:off x="5643844" y="3315171"/>
            <a:ext cx="520708" cy="1090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AFA8C61-C9E1-D59B-9650-0D4CFE94CCCE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>
            <a:off x="5643844" y="5337691"/>
            <a:ext cx="418819" cy="65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8182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B6865-13A2-7AE8-2698-02E22B9EC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37A9FB3B-CA84-046D-9F57-08B927A5D3D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ABF211BF-2934-02D9-1560-6BECCAC9F2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C2C31C-AC4E-0D19-79CD-9C7D1F75D58C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마무리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DDC0DE-5EB7-D524-AD20-D0C7C7CDA3AD}"/>
              </a:ext>
            </a:extLst>
          </p:cNvPr>
          <p:cNvSpPr txBox="1"/>
          <p:nvPr/>
        </p:nvSpPr>
        <p:spPr>
          <a:xfrm>
            <a:off x="350982" y="1067092"/>
            <a:ext cx="1139554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/>
              <a:t>사전과제에서 공법서 </a:t>
            </a:r>
            <a:r>
              <a:rPr lang="en-US" altLang="ko-KR"/>
              <a:t>data</a:t>
            </a:r>
            <a:r>
              <a:rPr lang="ko-KR" altLang="en-US"/>
              <a:t>로 바로 </a:t>
            </a:r>
            <a:r>
              <a:rPr lang="en-US" altLang="ko-KR"/>
              <a:t>planning </a:t>
            </a:r>
            <a:r>
              <a:rPr lang="ko-KR" altLang="en-US"/>
              <a:t>까지 전부 하려면 굉장한 인간 노동력을 요구한다는 걸 알아냄</a:t>
            </a:r>
            <a:endParaRPr lang="en-US" altLang="ko-KR"/>
          </a:p>
          <a:p>
            <a:pPr>
              <a:buNone/>
            </a:pPr>
            <a:endParaRPr lang="en-US" altLang="ko-KR"/>
          </a:p>
          <a:p>
            <a:pPr>
              <a:buNone/>
            </a:pPr>
            <a:endParaRPr lang="en-US" altLang="ko-KR"/>
          </a:p>
          <a:p>
            <a:pPr>
              <a:buNone/>
            </a:pPr>
            <a:r>
              <a:rPr lang="ko-KR" altLang="en-US" b="1"/>
              <a:t>모든 공법서에 대한 </a:t>
            </a:r>
            <a:r>
              <a:rPr lang="en-US" altLang="ko-KR" b="1"/>
              <a:t>cleansing</a:t>
            </a:r>
            <a:r>
              <a:rPr lang="ko-KR" altLang="en-US"/>
              <a:t>이 아닌 </a:t>
            </a:r>
            <a:r>
              <a:rPr lang="ko-KR" altLang="en-US" b="1"/>
              <a:t>부품</a:t>
            </a:r>
            <a:r>
              <a:rPr lang="ko-KR" altLang="en-US"/>
              <a:t> 자체의 특성을 정의하는 것으로 자동화에 대한 투입 노동력 절감</a:t>
            </a:r>
            <a:r>
              <a:rPr lang="en-US" altLang="ko-KR"/>
              <a:t>!</a:t>
            </a:r>
          </a:p>
          <a:p>
            <a:pPr>
              <a:buNone/>
            </a:pPr>
            <a:endParaRPr lang="en-US" altLang="ko-KR"/>
          </a:p>
          <a:p>
            <a:pPr>
              <a:buNone/>
            </a:pPr>
            <a:r>
              <a:rPr lang="en-US" altLang="ko-KR"/>
              <a:t>symbolic planner</a:t>
            </a:r>
            <a:r>
              <a:rPr lang="ko-KR" altLang="en-US"/>
              <a:t>로</a:t>
            </a:r>
            <a:r>
              <a:rPr lang="en-US" altLang="ko-KR"/>
              <a:t> Planning</a:t>
            </a:r>
            <a:r>
              <a:rPr lang="ko-KR" altLang="en-US"/>
              <a:t>의 강건성 향상</a:t>
            </a:r>
            <a:r>
              <a:rPr lang="en-US" altLang="ko-KR"/>
              <a:t>	</a:t>
            </a:r>
          </a:p>
          <a:p>
            <a:pPr>
              <a:buNone/>
            </a:pPr>
            <a:endParaRPr lang="en-US" altLang="ko-KR"/>
          </a:p>
          <a:p>
            <a:pPr>
              <a:buNone/>
            </a:pPr>
            <a:r>
              <a:rPr lang="ko-KR" altLang="en-US"/>
              <a:t>사전과제에서 얻은 </a:t>
            </a:r>
            <a:r>
              <a:rPr lang="en-US" altLang="ko-KR"/>
              <a:t>rule checker</a:t>
            </a:r>
            <a:r>
              <a:rPr lang="ko-KR" altLang="en-US"/>
              <a:t>와 공법서 </a:t>
            </a:r>
            <a:r>
              <a:rPr lang="en-US" altLang="ko-KR"/>
              <a:t>knowledge</a:t>
            </a:r>
            <a:r>
              <a:rPr lang="ko-KR" altLang="en-US"/>
              <a:t> </a:t>
            </a:r>
            <a:r>
              <a:rPr lang="en-US" altLang="ko-KR"/>
              <a:t>data</a:t>
            </a:r>
            <a:r>
              <a:rPr lang="ko-KR" altLang="en-US"/>
              <a:t>는 어댑터로 빠져서 </a:t>
            </a:r>
            <a:r>
              <a:rPr lang="ko-KR" altLang="en-US" b="1"/>
              <a:t>유연성 확보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584051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662BB-5FE7-3A92-5431-A8E767711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F31C0BA-DEE7-CA79-1F20-27DAF62B748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6D2E30B3-5387-E9E8-2CE0-248DBACB2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6D844E-24A3-757D-B79C-DDF8A5EFCD39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신규 부품 대응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3784643-3107-BE16-D7AC-43E3FA0B9FBA}"/>
              </a:ext>
            </a:extLst>
          </p:cNvPr>
          <p:cNvSpPr txBox="1"/>
          <p:nvPr/>
        </p:nvSpPr>
        <p:spPr>
          <a:xfrm>
            <a:off x="228369" y="904766"/>
            <a:ext cx="12542982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부품 정보 추천 시스템</a:t>
            </a:r>
            <a:endParaRPr lang="en-US" altLang="ko-KR" sz="1800">
              <a:latin typeface="맑은 고딕"/>
              <a:ea typeface="맑은 고딕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맑은 고딕"/>
                <a:ea typeface="맑은 고딕"/>
              </a:rPr>
              <a:t>	DB </a:t>
            </a:r>
            <a:r>
              <a:rPr lang="ko-KR" altLang="en-US">
                <a:latin typeface="맑은 고딕"/>
                <a:ea typeface="맑은 고딕"/>
              </a:rPr>
              <a:t>중 유사 부품의 타입 정보를 불러옴</a:t>
            </a: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B1601041-8A3E-D3DB-68EA-5CD9DAFBF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17667" y1="33250" x2="13333" y2="45625"/>
                        <a14:foregroundMark x1="13333" y1="45625" x2="12417" y2="53375"/>
                        <a14:foregroundMark x1="12417" y1="53375" x2="13333" y2="61000"/>
                        <a14:foregroundMark x1="13333" y1="61000" x2="16417" y2="69375"/>
                        <a14:foregroundMark x1="16417" y1="69375" x2="25750" y2="75500"/>
                        <a14:foregroundMark x1="18833" y1="64625" x2="27000" y2="65250"/>
                        <a14:foregroundMark x1="27000" y1="65250" x2="24083" y2="61875"/>
                        <a14:foregroundMark x1="30917" y1="63750" x2="30917" y2="63750"/>
                        <a14:foregroundMark x1="30417" y1="61250" x2="23167" y2="60750"/>
                        <a14:foregroundMark x1="23167" y1="60750" x2="17750" y2="54250"/>
                        <a14:foregroundMark x1="17750" y1="54250" x2="17750" y2="51500"/>
                        <a14:foregroundMark x1="31583" y1="63250" x2="17917" y2="65625"/>
                        <a14:foregroundMark x1="26917" y1="74250" x2="27917" y2="75375"/>
                        <a14:foregroundMark x1="28750" y1="74500" x2="27667" y2="76750"/>
                        <a14:foregroundMark x1="28250" y1="76250" x2="27833" y2="76875"/>
                        <a14:foregroundMark x1="84500" y1="38625" x2="87833" y2="38125"/>
                        <a14:foregroundMark x1="77083" y1="34250" x2="79417" y2="33125"/>
                        <a14:foregroundMark x1="28083" y1="60250" x2="24000" y2="56000"/>
                        <a14:foregroundMark x1="24000" y1="56000" x2="20500" y2="44125"/>
                        <a14:foregroundMark x1="20500" y1="44125" x2="23917" y2="39250"/>
                        <a14:foregroundMark x1="23917" y1="39250" x2="29500" y2="37625"/>
                        <a14:foregroundMark x1="29500" y1="37625" x2="42667" y2="38125"/>
                        <a14:foregroundMark x1="26167" y1="66375" x2="32417" y2="64875"/>
                        <a14:foregroundMark x1="24000" y1="72250" x2="23250" y2="73375"/>
                        <a14:foregroundMark x1="23750" y1="72250" x2="23750" y2="72250"/>
                        <a14:foregroundMark x1="23167" y1="72250" x2="24250" y2="71500"/>
                        <a14:foregroundMark x1="28417" y1="74125" x2="27083" y2="77000"/>
                        <a14:foregroundMark x1="11000" y1="50375" x2="13000" y2="36500"/>
                        <a14:foregroundMark x1="13000" y1="36500" x2="13250" y2="35500"/>
                        <a14:backgroundMark x1="58167" y1="44875" x2="57667" y2="44875"/>
                        <a14:backgroundMark x1="18500" y1="68000" x2="29083" y2="6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1775" y="2507206"/>
            <a:ext cx="1828895" cy="1354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774540-1994-3112-A18E-246B98AB03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982" y="2270529"/>
            <a:ext cx="1527739" cy="1333589"/>
          </a:xfrm>
          <a:prstGeom prst="rect">
            <a:avLst/>
          </a:prstGeom>
        </p:spPr>
      </p:pic>
      <p:sp>
        <p:nvSpPr>
          <p:cNvPr id="5" name="AutoShape 2">
            <a:extLst>
              <a:ext uri="{FF2B5EF4-FFF2-40B4-BE49-F238E27FC236}">
                <a16:creationId xmlns:a16="http://schemas.microsoft.com/office/drawing/2014/main" id="{A5A12B6B-E02A-9352-5F0D-F8BA1892F5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47460" y="4343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287DC7-13F9-7304-F8E0-3CCC15953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333" y="2343892"/>
            <a:ext cx="1163915" cy="1186861"/>
          </a:xfrm>
          <a:prstGeom prst="rect">
            <a:avLst/>
          </a:prstGeom>
        </p:spPr>
      </p:pic>
      <p:pic>
        <p:nvPicPr>
          <p:cNvPr id="1028" name="Picture 4" descr="GV70JK1/전기차 하네스와이어링 현대모비스순정  91890AR010/91890AR020/91890AR030/91890AR040/91890AR100/91890AR110/91890AR120/91890AR130/91895AR010/91895AR020/91895AR030/91895AR040/91880AR080/91880AR150/91880AR170/91880AR230/91880AR240/91880AR290/91890DS  ...">
            <a:extLst>
              <a:ext uri="{FF2B5EF4-FFF2-40B4-BE49-F238E27FC236}">
                <a16:creationId xmlns:a16="http://schemas.microsoft.com/office/drawing/2014/main" id="{D141F580-85F7-BFDD-956B-F7D345B7A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3125" y="1831975"/>
            <a:ext cx="2265860" cy="226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0E1658-DD12-9587-9E50-69659D553077}"/>
              </a:ext>
            </a:extLst>
          </p:cNvPr>
          <p:cNvSpPr txBox="1"/>
          <p:nvPr/>
        </p:nvSpPr>
        <p:spPr>
          <a:xfrm>
            <a:off x="777212" y="4746242"/>
            <a:ext cx="3291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부품명과 약간의 </a:t>
            </a:r>
            <a:r>
              <a:rPr lang="en-US" altLang="ko-KR" sz="1400"/>
              <a:t>Type</a:t>
            </a:r>
            <a:r>
              <a:rPr lang="ko-KR" altLang="en-US" sz="1400"/>
              <a:t>을 입력해주면</a:t>
            </a:r>
            <a:endParaRPr lang="en-US" altLang="ko-KR" sz="1400"/>
          </a:p>
        </p:txBody>
      </p:sp>
    </p:spTree>
    <p:extLst>
      <p:ext uri="{BB962C8B-B14F-4D97-AF65-F5344CB8AC3E}">
        <p14:creationId xmlns:p14="http://schemas.microsoft.com/office/powerpoint/2010/main" val="1667499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694EC-F5D4-A636-895A-F0B7F0D9A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ACBD09-87D9-706A-D216-70DC6B53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부품의 조립</a:t>
            </a:r>
            <a:r>
              <a:rPr lang="en-US" altLang="ko-KR"/>
              <a:t>(</a:t>
            </a:r>
            <a:r>
              <a:rPr lang="ko-KR" altLang="en-US"/>
              <a:t>부위</a:t>
            </a:r>
            <a:r>
              <a:rPr lang="en-US" altLang="ko-KR"/>
              <a:t>)</a:t>
            </a:r>
            <a:r>
              <a:rPr lang="ko-KR" altLang="en-US"/>
              <a:t>속성 정의</a:t>
            </a:r>
            <a:r>
              <a:rPr lang="en-US" altLang="ko-KR"/>
              <a:t>-</a:t>
            </a:r>
            <a:r>
              <a:rPr lang="ko-KR" altLang="en-US"/>
              <a:t>기존 방식과 비교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ECF2667-7BFF-E665-19E1-0C106F74B4F8}"/>
              </a:ext>
            </a:extLst>
          </p:cNvPr>
          <p:cNvSpPr/>
          <p:nvPr/>
        </p:nvSpPr>
        <p:spPr>
          <a:xfrm>
            <a:off x="971455" y="3629992"/>
            <a:ext cx="981592" cy="464579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프론트 도어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A25BB1F1-1D88-AF40-EBB6-424C6C9D2643}"/>
              </a:ext>
            </a:extLst>
          </p:cNvPr>
          <p:cNvSpPr/>
          <p:nvPr/>
        </p:nvSpPr>
        <p:spPr>
          <a:xfrm>
            <a:off x="4039697" y="3629992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바디</a:t>
            </a:r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B89E82FD-F96B-34CA-9C1E-484282F848AB}"/>
              </a:ext>
            </a:extLst>
          </p:cNvPr>
          <p:cNvSpPr/>
          <p:nvPr/>
        </p:nvSpPr>
        <p:spPr>
          <a:xfrm>
            <a:off x="4039697" y="5414966"/>
            <a:ext cx="981592" cy="46457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도어체커</a:t>
            </a:r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EF2CF3E5-EF9C-C457-B981-9BBB9B32F1F2}"/>
              </a:ext>
            </a:extLst>
          </p:cNvPr>
          <p:cNvSpPr/>
          <p:nvPr/>
        </p:nvSpPr>
        <p:spPr>
          <a:xfrm>
            <a:off x="972074" y="5414966"/>
            <a:ext cx="981592" cy="464579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도어체커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05A63960-C173-250B-0C33-F9C6166D44EC}"/>
              </a:ext>
            </a:extLst>
          </p:cNvPr>
          <p:cNvCxnSpPr/>
          <p:nvPr/>
        </p:nvCxnSpPr>
        <p:spPr>
          <a:xfrm>
            <a:off x="6096000" y="1921164"/>
            <a:ext cx="0" cy="46089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7FAAA1A6-B188-A5A8-1624-EA967CB2B4F3}"/>
              </a:ext>
            </a:extLst>
          </p:cNvPr>
          <p:cNvSpPr/>
          <p:nvPr/>
        </p:nvSpPr>
        <p:spPr>
          <a:xfrm>
            <a:off x="108528" y="4611605"/>
            <a:ext cx="816922" cy="286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/>
              <a:t>위치결정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62CF366-8A0D-687D-B498-169394FAD433}"/>
              </a:ext>
            </a:extLst>
          </p:cNvPr>
          <p:cNvSpPr/>
          <p:nvPr/>
        </p:nvSpPr>
        <p:spPr>
          <a:xfrm>
            <a:off x="1097415" y="4611605"/>
            <a:ext cx="729672" cy="286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/>
              <a:t>잡음</a:t>
            </a:r>
            <a:r>
              <a:rPr lang="en-US" altLang="ko-KR" sz="1100"/>
              <a:t>/</a:t>
            </a:r>
            <a:r>
              <a:rPr lang="ko-KR" altLang="en-US" sz="1100"/>
              <a:t>쥠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DC0B587A-62D7-5CB7-4F48-E331DAA3772A}"/>
              </a:ext>
            </a:extLst>
          </p:cNvPr>
          <p:cNvSpPr/>
          <p:nvPr/>
        </p:nvSpPr>
        <p:spPr>
          <a:xfrm>
            <a:off x="1999052" y="4611605"/>
            <a:ext cx="729672" cy="286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/>
              <a:t>체결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3024630-BB75-2380-DDC5-344262CFAE51}"/>
              </a:ext>
            </a:extLst>
          </p:cNvPr>
          <p:cNvSpPr/>
          <p:nvPr/>
        </p:nvSpPr>
        <p:spPr>
          <a:xfrm>
            <a:off x="3164730" y="4611605"/>
            <a:ext cx="816922" cy="286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err="1"/>
              <a:t>가조립</a:t>
            </a:r>
            <a:endParaRPr lang="ko-KR" altLang="en-US" sz="110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85ACFF27-4A18-1196-AE3F-F10B8EA0E1CE}"/>
              </a:ext>
            </a:extLst>
          </p:cNvPr>
          <p:cNvSpPr/>
          <p:nvPr/>
        </p:nvSpPr>
        <p:spPr>
          <a:xfrm>
            <a:off x="4165657" y="4611605"/>
            <a:ext cx="729672" cy="286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/>
              <a:t>빼냄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C6C989ED-CFCB-AC78-ADD5-D77598816773}"/>
              </a:ext>
            </a:extLst>
          </p:cNvPr>
          <p:cNvSpPr/>
          <p:nvPr/>
        </p:nvSpPr>
        <p:spPr>
          <a:xfrm>
            <a:off x="5055254" y="4611605"/>
            <a:ext cx="729672" cy="286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/>
              <a:t>체결</a:t>
            </a:r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E54F6E53-E6AF-AF4E-1BEC-ED2E8B110A72}"/>
              </a:ext>
            </a:extLst>
          </p:cNvPr>
          <p:cNvCxnSpPr>
            <a:endCxn id="69" idx="0"/>
          </p:cNvCxnSpPr>
          <p:nvPr/>
        </p:nvCxnSpPr>
        <p:spPr>
          <a:xfrm flipH="1">
            <a:off x="516989" y="4065781"/>
            <a:ext cx="580426" cy="5458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B33C7C-0A47-A8A5-6265-0B615FCCAFA5}"/>
              </a:ext>
            </a:extLst>
          </p:cNvPr>
          <p:cNvCxnSpPr>
            <a:stCxn id="64" idx="4"/>
            <a:endCxn id="71" idx="0"/>
          </p:cNvCxnSpPr>
          <p:nvPr/>
        </p:nvCxnSpPr>
        <p:spPr>
          <a:xfrm>
            <a:off x="1462251" y="4094571"/>
            <a:ext cx="0" cy="517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649BC47-A0B5-46DC-9DB8-4F9F9A8DB101}"/>
              </a:ext>
            </a:extLst>
          </p:cNvPr>
          <p:cNvCxnSpPr>
            <a:endCxn id="73" idx="0"/>
          </p:cNvCxnSpPr>
          <p:nvPr/>
        </p:nvCxnSpPr>
        <p:spPr>
          <a:xfrm>
            <a:off x="1827087" y="4065781"/>
            <a:ext cx="536801" cy="5458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84CC8B4-7914-198A-5FEE-E32D9E4FCCD1}"/>
              </a:ext>
            </a:extLst>
          </p:cNvPr>
          <p:cNvCxnSpPr>
            <a:stCxn id="67" idx="1"/>
            <a:endCxn id="69" idx="2"/>
          </p:cNvCxnSpPr>
          <p:nvPr/>
        </p:nvCxnSpPr>
        <p:spPr>
          <a:xfrm flipH="1" flipV="1">
            <a:off x="516989" y="4897933"/>
            <a:ext cx="598836" cy="58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E6E1035-78CA-5CFE-B0B1-C8782C9D699A}"/>
              </a:ext>
            </a:extLst>
          </p:cNvPr>
          <p:cNvCxnSpPr>
            <a:stCxn id="67" idx="0"/>
            <a:endCxn id="71" idx="2"/>
          </p:cNvCxnSpPr>
          <p:nvPr/>
        </p:nvCxnSpPr>
        <p:spPr>
          <a:xfrm flipH="1" flipV="1">
            <a:off x="1462251" y="4897933"/>
            <a:ext cx="619" cy="517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EF3B9B9F-BE03-87CB-599E-CB837DAB6EB4}"/>
              </a:ext>
            </a:extLst>
          </p:cNvPr>
          <p:cNvCxnSpPr>
            <a:stCxn id="67" idx="7"/>
            <a:endCxn id="73" idx="2"/>
          </p:cNvCxnSpPr>
          <p:nvPr/>
        </p:nvCxnSpPr>
        <p:spPr>
          <a:xfrm flipV="1">
            <a:off x="1809915" y="4897933"/>
            <a:ext cx="553973" cy="58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ABD213C-990F-E48C-D240-347A79F3498E}"/>
              </a:ext>
            </a:extLst>
          </p:cNvPr>
          <p:cNvCxnSpPr>
            <a:stCxn id="65" idx="3"/>
            <a:endCxn id="74" idx="0"/>
          </p:cNvCxnSpPr>
          <p:nvPr/>
        </p:nvCxnSpPr>
        <p:spPr>
          <a:xfrm flipH="1">
            <a:off x="3573191" y="4026535"/>
            <a:ext cx="610257" cy="5850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1FB449-1FBA-EFCB-D960-3DB3FBCAA0DF}"/>
              </a:ext>
            </a:extLst>
          </p:cNvPr>
          <p:cNvCxnSpPr>
            <a:cxnSpLocks/>
          </p:cNvCxnSpPr>
          <p:nvPr/>
        </p:nvCxnSpPr>
        <p:spPr>
          <a:xfrm>
            <a:off x="4527745" y="4065781"/>
            <a:ext cx="0" cy="502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588F3E82-F5F0-89AE-0402-0A1305DA1CFF}"/>
              </a:ext>
            </a:extLst>
          </p:cNvPr>
          <p:cNvCxnSpPr>
            <a:cxnSpLocks/>
            <a:stCxn id="65" idx="5"/>
            <a:endCxn id="76" idx="0"/>
          </p:cNvCxnSpPr>
          <p:nvPr/>
        </p:nvCxnSpPr>
        <p:spPr>
          <a:xfrm>
            <a:off x="4877538" y="4026535"/>
            <a:ext cx="542552" cy="5850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7EA36487-E2D7-7257-6D3F-CC9A658EAC1A}"/>
              </a:ext>
            </a:extLst>
          </p:cNvPr>
          <p:cNvCxnSpPr>
            <a:stCxn id="66" idx="1"/>
            <a:endCxn id="74" idx="2"/>
          </p:cNvCxnSpPr>
          <p:nvPr/>
        </p:nvCxnSpPr>
        <p:spPr>
          <a:xfrm flipH="1" flipV="1">
            <a:off x="3573191" y="4897933"/>
            <a:ext cx="610257" cy="58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FFCF3E13-F499-D0CF-1EBC-46FDD6481D3D}"/>
              </a:ext>
            </a:extLst>
          </p:cNvPr>
          <p:cNvCxnSpPr>
            <a:cxnSpLocks/>
          </p:cNvCxnSpPr>
          <p:nvPr/>
        </p:nvCxnSpPr>
        <p:spPr>
          <a:xfrm flipV="1">
            <a:off x="4515705" y="4855001"/>
            <a:ext cx="0" cy="5053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429A1D4D-0DFC-7AF3-7A6D-BC57CFF9B199}"/>
              </a:ext>
            </a:extLst>
          </p:cNvPr>
          <p:cNvCxnSpPr>
            <a:cxnSpLocks/>
            <a:stCxn id="66" idx="7"/>
            <a:endCxn id="76" idx="2"/>
          </p:cNvCxnSpPr>
          <p:nvPr/>
        </p:nvCxnSpPr>
        <p:spPr>
          <a:xfrm flipV="1">
            <a:off x="4877538" y="4897933"/>
            <a:ext cx="542552" cy="585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844F5B36-DE7D-1EC4-C45A-5F5D201D274C}"/>
              </a:ext>
            </a:extLst>
          </p:cNvPr>
          <p:cNvGrpSpPr/>
          <p:nvPr/>
        </p:nvGrpSpPr>
        <p:grpSpPr>
          <a:xfrm>
            <a:off x="7143186" y="5573753"/>
            <a:ext cx="4049180" cy="409740"/>
            <a:chOff x="7233371" y="5826748"/>
            <a:chExt cx="4049180" cy="409740"/>
          </a:xfrm>
        </p:grpSpPr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94EA0A6A-AB11-BAD6-E9C7-2267E0380B7E}"/>
                </a:ext>
              </a:extLst>
            </p:cNvPr>
            <p:cNvSpPr/>
            <p:nvPr/>
          </p:nvSpPr>
          <p:spPr>
            <a:xfrm>
              <a:off x="8611741" y="5826748"/>
              <a:ext cx="1357272" cy="4097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/>
                <a:t>도어 </a:t>
              </a:r>
              <a:r>
                <a:rPr lang="ko-KR" altLang="en-US" sz="1050" err="1"/>
                <a:t>체커</a:t>
              </a:r>
              <a:endParaRPr lang="ko-KR" altLang="en-US" sz="1050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12286B8B-8310-26FA-F8C0-E8F9129CDD43}"/>
                </a:ext>
              </a:extLst>
            </p:cNvPr>
            <p:cNvSpPr/>
            <p:nvPr/>
          </p:nvSpPr>
          <p:spPr>
            <a:xfrm>
              <a:off x="10155574" y="5858879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Type D : I</a:t>
              </a:r>
              <a:endParaRPr lang="ko-KR" altLang="en-US" sz="1050"/>
            </a:p>
          </p:txBody>
        </p: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771C05C-A6E3-E9C5-221B-6E08D2BD2904}"/>
                </a:ext>
              </a:extLst>
            </p:cNvPr>
            <p:cNvCxnSpPr>
              <a:cxnSpLocks/>
              <a:stCxn id="25" idx="3"/>
              <a:endCxn id="140" idx="2"/>
            </p:cNvCxnSpPr>
            <p:nvPr/>
          </p:nvCxnSpPr>
          <p:spPr>
            <a:xfrm flipV="1">
              <a:off x="8408896" y="6031618"/>
              <a:ext cx="202845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7AE630DF-3F56-1B24-08CB-8D43FD33CF59}"/>
                </a:ext>
              </a:extLst>
            </p:cNvPr>
            <p:cNvCxnSpPr>
              <a:cxnSpLocks/>
              <a:stCxn id="141" idx="2"/>
              <a:endCxn id="140" idx="6"/>
            </p:cNvCxnSpPr>
            <p:nvPr/>
          </p:nvCxnSpPr>
          <p:spPr>
            <a:xfrm flipH="1">
              <a:off x="9969013" y="6031618"/>
              <a:ext cx="186561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6634F8AB-0E7D-2B2D-FD74-0A34A3791B3A}"/>
                </a:ext>
              </a:extLst>
            </p:cNvPr>
            <p:cNvSpPr/>
            <p:nvPr/>
          </p:nvSpPr>
          <p:spPr>
            <a:xfrm>
              <a:off x="7233371" y="587009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C : M</a:t>
              </a:r>
              <a:endParaRPr lang="ko-KR" altLang="en-US" sz="120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DFD59F4-1F23-F0B9-2547-C5B26C1605D3}"/>
              </a:ext>
            </a:extLst>
          </p:cNvPr>
          <p:cNvGrpSpPr/>
          <p:nvPr/>
        </p:nvGrpSpPr>
        <p:grpSpPr>
          <a:xfrm>
            <a:off x="7300447" y="3783019"/>
            <a:ext cx="3726351" cy="1305950"/>
            <a:chOff x="8076725" y="1370485"/>
            <a:chExt cx="3726351" cy="1305950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4EE43B4D-4F03-A06E-A5A5-F8E52CA19311}"/>
                </a:ext>
              </a:extLst>
            </p:cNvPr>
            <p:cNvSpPr/>
            <p:nvPr/>
          </p:nvSpPr>
          <p:spPr>
            <a:xfrm>
              <a:off x="9292707" y="2027201"/>
              <a:ext cx="1275738" cy="33241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도어 래치</a:t>
              </a: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4C7763FB-EA56-2260-A129-47F5D0275D86}"/>
                </a:ext>
              </a:extLst>
            </p:cNvPr>
            <p:cNvSpPr/>
            <p:nvPr/>
          </p:nvSpPr>
          <p:spPr>
            <a:xfrm>
              <a:off x="10548279" y="1550550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44F392F6-A29A-4D55-EA89-0EF885028529}"/>
                </a:ext>
              </a:extLst>
            </p:cNvPr>
            <p:cNvSpPr/>
            <p:nvPr/>
          </p:nvSpPr>
          <p:spPr>
            <a:xfrm>
              <a:off x="10627550" y="2390651"/>
              <a:ext cx="1175526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E : M</a:t>
              </a:r>
              <a:endParaRPr lang="ko-KR" altLang="en-US" sz="100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65DB54E8-5C58-EB86-6346-1D585E3FAE8A}"/>
                </a:ext>
              </a:extLst>
            </p:cNvPr>
            <p:cNvSpPr/>
            <p:nvPr/>
          </p:nvSpPr>
          <p:spPr>
            <a:xfrm>
              <a:off x="8076726" y="2396159"/>
              <a:ext cx="1175525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F : M </a:t>
              </a:r>
              <a:endParaRPr lang="ko-KR" altLang="en-US" sz="1000"/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4D5A58FE-DB2A-255C-2864-406409F5DEF6}"/>
                </a:ext>
              </a:extLst>
            </p:cNvPr>
            <p:cNvCxnSpPr>
              <a:cxnSpLocks/>
              <a:stCxn id="26" idx="2"/>
              <a:endCxn id="4" idx="1"/>
            </p:cNvCxnSpPr>
            <p:nvPr/>
          </p:nvCxnSpPr>
          <p:spPr>
            <a:xfrm>
              <a:off x="8664488" y="1693524"/>
              <a:ext cx="815047" cy="38235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E45E96E-A3FD-DAC3-671E-2A48DEFC602F}"/>
                </a:ext>
              </a:extLst>
            </p:cNvPr>
            <p:cNvCxnSpPr>
              <a:cxnSpLocks/>
              <a:stCxn id="4" idx="7"/>
              <a:endCxn id="6" idx="3"/>
            </p:cNvCxnSpPr>
            <p:nvPr/>
          </p:nvCxnSpPr>
          <p:spPr>
            <a:xfrm flipV="1">
              <a:off x="10381618" y="1789781"/>
              <a:ext cx="329677" cy="28610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97CC9BF9-2EE0-BDA1-96C4-605AE3F16B95}"/>
                </a:ext>
              </a:extLst>
            </p:cNvPr>
            <p:cNvCxnSpPr>
              <a:cxnSpLocks/>
              <a:stCxn id="7" idx="1"/>
              <a:endCxn id="4" idx="5"/>
            </p:cNvCxnSpPr>
            <p:nvPr/>
          </p:nvCxnSpPr>
          <p:spPr>
            <a:xfrm flipH="1" flipV="1">
              <a:off x="10381618" y="2310930"/>
              <a:ext cx="418084" cy="1207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24577D78-F52B-13A9-A76A-410CF889497C}"/>
                </a:ext>
              </a:extLst>
            </p:cNvPr>
            <p:cNvCxnSpPr>
              <a:cxnSpLocks/>
              <a:stCxn id="8" idx="7"/>
              <a:endCxn id="4" idx="3"/>
            </p:cNvCxnSpPr>
            <p:nvPr/>
          </p:nvCxnSpPr>
          <p:spPr>
            <a:xfrm flipV="1">
              <a:off x="9080100" y="2310930"/>
              <a:ext cx="399435" cy="12627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3D506DD3-9CE8-7425-DB88-D6967D76B8F5}"/>
                </a:ext>
              </a:extLst>
            </p:cNvPr>
            <p:cNvSpPr/>
            <p:nvPr/>
          </p:nvSpPr>
          <p:spPr>
            <a:xfrm>
              <a:off x="8076725" y="1370485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B : F</a:t>
              </a:r>
              <a:endParaRPr lang="ko-KR" altLang="en-US" sz="1200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83D1561-9B47-C144-5B21-90F227BDC5C4}"/>
              </a:ext>
            </a:extLst>
          </p:cNvPr>
          <p:cNvGrpSpPr/>
          <p:nvPr/>
        </p:nvGrpSpPr>
        <p:grpSpPr>
          <a:xfrm>
            <a:off x="6408862" y="1562288"/>
            <a:ext cx="2331630" cy="1616270"/>
            <a:chOff x="6506222" y="3476576"/>
            <a:chExt cx="2331630" cy="1616270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2590077-174A-C705-972D-240596951DE9}"/>
                </a:ext>
              </a:extLst>
            </p:cNvPr>
            <p:cNvSpPr/>
            <p:nvPr/>
          </p:nvSpPr>
          <p:spPr>
            <a:xfrm>
              <a:off x="6506222" y="4006203"/>
              <a:ext cx="842684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프론트 도어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5BB80EB7-F286-1317-8FD8-A74D6209F286}"/>
                </a:ext>
              </a:extLst>
            </p:cNvPr>
            <p:cNvCxnSpPr>
              <a:cxnSpLocks/>
              <a:stCxn id="31" idx="2"/>
              <a:endCxn id="17" idx="7"/>
            </p:cNvCxnSpPr>
            <p:nvPr/>
          </p:nvCxnSpPr>
          <p:spPr>
            <a:xfrm flipH="1">
              <a:off x="7225498" y="3616714"/>
              <a:ext cx="468023" cy="46640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41832676-FB29-1DC2-78A5-0520A0518F18}"/>
                </a:ext>
              </a:extLst>
            </p:cNvPr>
            <p:cNvCxnSpPr>
              <a:cxnSpLocks/>
              <a:stCxn id="32" idx="1"/>
              <a:endCxn id="17" idx="5"/>
            </p:cNvCxnSpPr>
            <p:nvPr/>
          </p:nvCxnSpPr>
          <p:spPr>
            <a:xfrm flipH="1" flipV="1">
              <a:off x="7225498" y="4454495"/>
              <a:ext cx="436829" cy="4768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8237C13-2F26-3405-CE36-E20E0DAA7004}"/>
                </a:ext>
              </a:extLst>
            </p:cNvPr>
            <p:cNvSpPr/>
            <p:nvPr/>
          </p:nvSpPr>
          <p:spPr>
            <a:xfrm>
              <a:off x="7693521" y="3476576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AFC788F6-FF11-E7E5-7149-A9295FE7B24E}"/>
                </a:ext>
              </a:extLst>
            </p:cNvPr>
            <p:cNvSpPr/>
            <p:nvPr/>
          </p:nvSpPr>
          <p:spPr>
            <a:xfrm>
              <a:off x="7662327" y="4769807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C : M</a:t>
              </a:r>
              <a:endParaRPr lang="ko-KR" altLang="en-US" sz="120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435D5070-8582-1294-F7FF-4288989AC4B0}"/>
                </a:ext>
              </a:extLst>
            </p:cNvPr>
            <p:cNvSpPr/>
            <p:nvPr/>
          </p:nvSpPr>
          <p:spPr>
            <a:xfrm>
              <a:off x="7662327" y="411041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B : F</a:t>
              </a:r>
              <a:endParaRPr lang="ko-KR" altLang="en-US" sz="1200"/>
            </a:p>
          </p:txBody>
        </p: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B2980D15-47FE-E4DF-A968-D5C94A611A1C}"/>
                </a:ext>
              </a:extLst>
            </p:cNvPr>
            <p:cNvCxnSpPr>
              <a:cxnSpLocks/>
              <a:stCxn id="34" idx="1"/>
              <a:endCxn id="17" idx="6"/>
            </p:cNvCxnSpPr>
            <p:nvPr/>
          </p:nvCxnSpPr>
          <p:spPr>
            <a:xfrm flipH="1" flipV="1">
              <a:off x="7348906" y="4268807"/>
              <a:ext cx="313421" cy="31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E9A18EFB-8DAA-6E7E-DC40-A344CCA38185}"/>
              </a:ext>
            </a:extLst>
          </p:cNvPr>
          <p:cNvGrpSpPr/>
          <p:nvPr/>
        </p:nvGrpSpPr>
        <p:grpSpPr>
          <a:xfrm>
            <a:off x="9315339" y="1586563"/>
            <a:ext cx="1126977" cy="1068995"/>
            <a:chOff x="10719062" y="3833491"/>
            <a:chExt cx="1126977" cy="1068995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300C0B8E-7E88-A6AE-A43D-7DC44DF4A7A0}"/>
                </a:ext>
              </a:extLst>
            </p:cNvPr>
            <p:cNvSpPr/>
            <p:nvPr/>
          </p:nvSpPr>
          <p:spPr>
            <a:xfrm>
              <a:off x="10861209" y="3833491"/>
              <a:ext cx="84268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바디</a:t>
              </a: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F82564F2-190A-8DA6-3460-28419F2EA566}"/>
                </a:ext>
              </a:extLst>
            </p:cNvPr>
            <p:cNvCxnSpPr>
              <a:cxnSpLocks/>
              <a:stCxn id="45" idx="0"/>
              <a:endCxn id="37" idx="4"/>
            </p:cNvCxnSpPr>
            <p:nvPr/>
          </p:nvCxnSpPr>
          <p:spPr>
            <a:xfrm flipV="1">
              <a:off x="11282551" y="4298070"/>
              <a:ext cx="0" cy="25893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34084122-1835-DAF2-5E15-64B08F665F68}"/>
                </a:ext>
              </a:extLst>
            </p:cNvPr>
            <p:cNvSpPr/>
            <p:nvPr/>
          </p:nvSpPr>
          <p:spPr>
            <a:xfrm>
              <a:off x="10719062" y="4557008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Type D : I</a:t>
              </a:r>
              <a:endParaRPr lang="ko-KR" altLang="en-US" sz="1050"/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08313E37-A98B-2419-6338-8071A18F0104}"/>
              </a:ext>
            </a:extLst>
          </p:cNvPr>
          <p:cNvSpPr/>
          <p:nvPr/>
        </p:nvSpPr>
        <p:spPr>
          <a:xfrm>
            <a:off x="10895800" y="1582974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DEE1EA0-4869-9361-8175-5CEC73A14668}"/>
              </a:ext>
            </a:extLst>
          </p:cNvPr>
          <p:cNvSpPr/>
          <p:nvPr/>
        </p:nvSpPr>
        <p:spPr>
          <a:xfrm>
            <a:off x="10823107" y="2277222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M</a:t>
            </a:r>
            <a:endParaRPr lang="ko-KR" altLang="en-US" sz="105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37BFED2-4E11-4519-0849-E35FEA34C1E9}"/>
              </a:ext>
            </a:extLst>
          </p:cNvPr>
          <p:cNvCxnSpPr>
            <a:cxnSpLocks/>
            <a:stCxn id="5" idx="0"/>
            <a:endCxn id="3" idx="4"/>
          </p:cNvCxnSpPr>
          <p:nvPr/>
        </p:nvCxnSpPr>
        <p:spPr>
          <a:xfrm flipV="1">
            <a:off x="11386596" y="2047553"/>
            <a:ext cx="0" cy="22966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0114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5EF4D-DA79-AF42-E4BA-C17DAD9D2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59EBF8-EA15-9215-C0FE-85486BEA0107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정의 </a:t>
            </a:r>
            <a:r>
              <a:rPr lang="en-US" altLang="ko-KR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절단 정렬 </a:t>
            </a:r>
            <a:r>
              <a:rPr lang="ko-KR" altLang="en-US" sz="2200" b="1" err="1">
                <a:latin typeface="맑은 고딕" panose="020B0503020000020004" pitchFamily="50" charset="-127"/>
                <a:ea typeface="맑은 고딕" panose="020B0503020000020004" pitchFamily="50" charset="-127"/>
              </a:rPr>
              <a:t>삽입등</a:t>
            </a:r>
            <a:r>
              <a:rPr lang="en-US" altLang="ko-KR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22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BBA07CD-383B-001F-813F-9BACFA1478F2}"/>
              </a:ext>
            </a:extLst>
          </p:cNvPr>
          <p:cNvGrpSpPr/>
          <p:nvPr/>
        </p:nvGrpSpPr>
        <p:grpSpPr>
          <a:xfrm>
            <a:off x="6714657" y="3725830"/>
            <a:ext cx="2459138" cy="2601881"/>
            <a:chOff x="7075904" y="3613607"/>
            <a:chExt cx="2459138" cy="2601881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48AC21CB-8698-421B-E453-3B7CCD61386F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133DA13D-6E81-28E6-A4CB-301F6F025DB3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28F6979F-88CF-E1EC-27C8-413875B3F6E8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64" name="타원 63">
                  <a:extLst>
                    <a:ext uri="{FF2B5EF4-FFF2-40B4-BE49-F238E27FC236}">
                      <a16:creationId xmlns:a16="http://schemas.microsoft.com/office/drawing/2014/main" id="{19716B64-CFAD-9ADD-CD48-E1C69B80B8F9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400"/>
                    <a:t>M6 </a:t>
                  </a:r>
                  <a:r>
                    <a:rPr lang="ko-KR" altLang="en-US" sz="1400"/>
                    <a:t>나사탭</a:t>
                  </a:r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5FD885C9-3F0E-117E-5ACC-99A3E9F14A4E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400"/>
                    <a:t>M6 </a:t>
                  </a:r>
                  <a:r>
                    <a:rPr lang="ko-KR" altLang="en-US" sz="1400" err="1"/>
                    <a:t>나사탭</a:t>
                  </a:r>
                  <a:endParaRPr lang="ko-KR" altLang="en-US" sz="1400"/>
                </a:p>
              </p:txBody>
            </p:sp>
            <p:sp>
              <p:nvSpPr>
                <p:cNvPr id="66" name="타원 65">
                  <a:extLst>
                    <a:ext uri="{FF2B5EF4-FFF2-40B4-BE49-F238E27FC236}">
                      <a16:creationId xmlns:a16="http://schemas.microsoft.com/office/drawing/2014/main" id="{8AB7F6B7-9205-43A2-59F5-C2D1AD4D8433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400"/>
                    <a:t>M6 </a:t>
                  </a:r>
                  <a:r>
                    <a:rPr lang="ko-KR" altLang="en-US" sz="1400" err="1"/>
                    <a:t>나사탭</a:t>
                  </a:r>
                  <a:endParaRPr lang="ko-KR" altLang="en-US" sz="1400"/>
                </a:p>
              </p:txBody>
            </p:sp>
          </p:grp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5EC3248-A1F4-C911-02BC-A9254CFCCB8A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/>
                  <a:t>Type B : F</a:t>
                </a:r>
                <a:endParaRPr lang="ko-KR" altLang="en-US" sz="1400"/>
              </a:p>
            </p:txBody>
          </p:sp>
        </p:grp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96D0232B-E43A-4FFC-C98A-61FBA8BEE36E}"/>
                </a:ext>
              </a:extLst>
            </p:cNvPr>
            <p:cNvSpPr/>
            <p:nvPr/>
          </p:nvSpPr>
          <p:spPr>
            <a:xfrm>
              <a:off x="7425193" y="5768575"/>
              <a:ext cx="1387502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Type F : M </a:t>
              </a:r>
              <a:endParaRPr lang="ko-KR" altLang="en-US" sz="1400"/>
            </a:p>
          </p:txBody>
        </p:sp>
      </p:grp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FA89A39-2AF3-3C63-2F2B-92C14B7C0F3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B3F6986-A4C4-134A-FE36-D1EF7CE7A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DD8366-A8E1-A707-EC34-17E12D0C97DB}"/>
              </a:ext>
            </a:extLst>
          </p:cNvPr>
          <p:cNvSpPr txBox="1"/>
          <p:nvPr/>
        </p:nvSpPr>
        <p:spPr>
          <a:xfrm>
            <a:off x="350982" y="716826"/>
            <a:ext cx="11304954" cy="1753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맑은 고딕"/>
                <a:ea typeface="맑은 고딕"/>
              </a:rPr>
              <a:t>Type</a:t>
            </a:r>
            <a:r>
              <a:rPr lang="ko-KR" altLang="en-US" sz="1800">
                <a:latin typeface="맑은 고딕"/>
                <a:ea typeface="맑은 고딕"/>
              </a:rPr>
              <a:t>의 정의</a:t>
            </a:r>
            <a:endParaRPr lang="en-US" altLang="ko-KR" sz="1800">
              <a:latin typeface="맑은 고딕"/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한 </a:t>
            </a:r>
            <a:r>
              <a:rPr lang="en-US" altLang="ko-KR" sz="1400">
                <a:ea typeface="맑은 고딕"/>
              </a:rPr>
              <a:t>Type</a:t>
            </a:r>
            <a:r>
              <a:rPr lang="ko-KR" altLang="en-US" sz="1400">
                <a:ea typeface="맑은 고딕"/>
              </a:rPr>
              <a:t>은 연결 가능성으로 정의된다</a:t>
            </a:r>
            <a:r>
              <a:rPr lang="en-US" altLang="ko-KR" sz="1400">
                <a:ea typeface="맑은 고딕"/>
              </a:rPr>
              <a:t>. </a:t>
            </a: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ea typeface="맑은 고딕"/>
              </a:rPr>
              <a:t>	e.g.,) {Type B : Female}: M6 </a:t>
            </a:r>
            <a:r>
              <a:rPr lang="ko-KR" altLang="en-US" sz="1400" err="1">
                <a:ea typeface="맑은 고딕"/>
              </a:rPr>
              <a:t>나사탭</a:t>
            </a:r>
            <a:r>
              <a:rPr lang="en-US" altLang="ko-KR" sz="1400">
                <a:ea typeface="맑은 고딕"/>
              </a:rPr>
              <a:t> 3</a:t>
            </a:r>
            <a:r>
              <a:rPr lang="ko-KR" altLang="en-US" sz="1400">
                <a:ea typeface="맑은 고딕"/>
              </a:rPr>
              <a:t>개</a:t>
            </a:r>
            <a:r>
              <a:rPr lang="en-US" altLang="ko-KR" sz="1400">
                <a:ea typeface="맑은 고딕"/>
              </a:rPr>
              <a:t> – </a:t>
            </a:r>
            <a:r>
              <a:rPr lang="ko-KR" altLang="en-US" sz="1400">
                <a:ea typeface="맑은 고딕"/>
              </a:rPr>
              <a:t>이는 </a:t>
            </a:r>
            <a:r>
              <a:rPr lang="en-US" altLang="ko-KR" sz="1400">
                <a:ea typeface="맑은 고딕"/>
              </a:rPr>
              <a:t>Type B Male</a:t>
            </a:r>
            <a:r>
              <a:rPr lang="ko-KR" altLang="en-US" sz="1400">
                <a:ea typeface="맑은 고딕"/>
              </a:rPr>
              <a:t>이 </a:t>
            </a:r>
            <a:r>
              <a:rPr lang="en-US" altLang="ko-KR" sz="1400">
                <a:ea typeface="맑은 고딕"/>
              </a:rPr>
              <a:t>M6 </a:t>
            </a:r>
            <a:r>
              <a:rPr lang="ko-KR" altLang="en-US" sz="1400">
                <a:ea typeface="맑은 고딕"/>
              </a:rPr>
              <a:t>볼트 </a:t>
            </a:r>
            <a:r>
              <a:rPr lang="en-US" altLang="ko-KR" sz="1400">
                <a:ea typeface="맑은 고딕"/>
              </a:rPr>
              <a:t>3</a:t>
            </a:r>
            <a:r>
              <a:rPr lang="ko-KR" altLang="en-US" sz="1400">
                <a:ea typeface="맑은 고딕"/>
              </a:rPr>
              <a:t>개로 이루어졌거나 </a:t>
            </a:r>
            <a:r>
              <a:rPr lang="en-US" altLang="ko-KR" sz="1400">
                <a:ea typeface="맑은 고딕"/>
              </a:rPr>
              <a:t>3</a:t>
            </a:r>
            <a:r>
              <a:rPr lang="ko-KR" altLang="en-US" sz="1400">
                <a:ea typeface="맑은 고딕"/>
              </a:rPr>
              <a:t>개의 볼트일 것을 암시</a:t>
            </a:r>
            <a:r>
              <a:rPr lang="en-US" altLang="ko-KR" sz="1400">
                <a:ea typeface="맑은 고딕"/>
              </a:rPr>
              <a:t>.</a:t>
            </a:r>
            <a:r>
              <a:rPr lang="ko-KR" altLang="en-US" sz="1400">
                <a:ea typeface="맑은 고딕"/>
              </a:rPr>
              <a:t>  </a:t>
            </a:r>
            <a:endParaRPr lang="en-US" altLang="ko-KR" sz="1400"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ea typeface="맑은 고딕"/>
              </a:rPr>
              <a:t>		</a:t>
            </a:r>
            <a:r>
              <a:rPr lang="en-US" altLang="ko-KR" sz="1400">
                <a:latin typeface="+mj-ea"/>
              </a:rPr>
              <a:t>{Type F : Male}: </a:t>
            </a:r>
            <a:r>
              <a:rPr lang="en-US" altLang="ko-KR" sz="1400"/>
              <a:t>PIC </a:t>
            </a:r>
            <a:r>
              <a:rPr lang="ko-KR" altLang="en-US" sz="1400"/>
              <a:t>커넥터 </a:t>
            </a:r>
            <a:r>
              <a:rPr lang="en-US" altLang="ko-KR" sz="1400"/>
              <a:t>Male</a:t>
            </a:r>
            <a:endParaRPr lang="en-US" altLang="ko-KR" sz="1400">
              <a:latin typeface="맑은 고딕"/>
              <a:ea typeface="맑은 고딕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b="1">
                <a:latin typeface="맑은 고딕"/>
                <a:ea typeface="맑은 고딕"/>
              </a:rPr>
              <a:t>	</a:t>
            </a:r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6CDC4813-612B-16DE-2293-CC7ACFE48EF2}"/>
              </a:ext>
            </a:extLst>
          </p:cNvPr>
          <p:cNvGrpSpPr/>
          <p:nvPr/>
        </p:nvGrpSpPr>
        <p:grpSpPr>
          <a:xfrm>
            <a:off x="1523999" y="3902052"/>
            <a:ext cx="4722716" cy="2131102"/>
            <a:chOff x="217046" y="4520735"/>
            <a:chExt cx="5195504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C46E9DF2-689D-5ACB-6E13-76837BFFB7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411A5925-6933-46E0-A51A-63FC5CA2FF66}"/>
                </a:ext>
              </a:extLst>
            </p:cNvPr>
            <p:cNvGrpSpPr/>
            <p:nvPr/>
          </p:nvGrpSpPr>
          <p:grpSpPr>
            <a:xfrm>
              <a:off x="217046" y="4564005"/>
              <a:ext cx="2114410" cy="2039392"/>
              <a:chOff x="217046" y="4564005"/>
              <a:chExt cx="2114410" cy="2039392"/>
            </a:xfrm>
          </p:grpSpPr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E8ADB630-2AD2-56C0-1B52-01752DD0E7AA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/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CD2DFF8-B777-E72F-FB6A-C0149A52223F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/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627FEBF2-6C06-D200-26F2-C56A664536ED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/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8FA68ECF-F65D-35C6-7B5E-2521FF77F196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/>
                  <a:t>M6</a:t>
                </a:r>
                <a:endParaRPr lang="ko-KR" altLang="en-US" sz="1200"/>
              </a:p>
              <a:p>
                <a:pPr algn="ctr"/>
                <a:r>
                  <a:rPr lang="ko-KR" altLang="en-US" sz="1200" err="1"/>
                  <a:t>나사탭</a:t>
                </a:r>
                <a:endParaRPr lang="ko-KR" altLang="en-US" sz="1200"/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8FA6195-F407-5938-7E0C-CF7B159C1B1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/>
                  <a:t>M6</a:t>
                </a:r>
                <a:endParaRPr lang="ko-KR" altLang="en-US" sz="1200"/>
              </a:p>
              <a:p>
                <a:pPr algn="ctr"/>
                <a:r>
                  <a:rPr lang="ko-KR" altLang="en-US" sz="1200" err="1"/>
                  <a:t>나사탭</a:t>
                </a:r>
                <a:endParaRPr lang="ko-KR" altLang="en-US" sz="120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26FD8819-4372-5E77-9B9A-A2A7B8F34BA5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/>
                  <a:t>M6 </a:t>
                </a:r>
                <a:r>
                  <a:rPr lang="ko-KR" altLang="en-US" sz="1200"/>
                  <a:t>규격 </a:t>
                </a:r>
              </a:p>
              <a:p>
                <a:pPr algn="ctr"/>
                <a:r>
                  <a:rPr lang="ko-KR" altLang="en-US" sz="1200" err="1"/>
                  <a:t>나사탭</a:t>
                </a:r>
                <a:endParaRPr lang="ko-KR" altLang="en-US" sz="1200"/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C3F6C372-19B6-0E12-FB7D-382F73CC26AA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B3F84373-E80D-1937-F848-0FCDBD4A518B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F9BC95C8-A2F8-E880-AC02-58BE4920AF73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4" name="타원 103">
            <a:extLst>
              <a:ext uri="{FF2B5EF4-FFF2-40B4-BE49-F238E27FC236}">
                <a16:creationId xmlns:a16="http://schemas.microsoft.com/office/drawing/2014/main" id="{7D8DA9C2-CF04-0E37-9298-ABD62692BC8B}"/>
              </a:ext>
            </a:extLst>
          </p:cNvPr>
          <p:cNvSpPr/>
          <p:nvPr/>
        </p:nvSpPr>
        <p:spPr>
          <a:xfrm>
            <a:off x="2275488" y="5880955"/>
            <a:ext cx="1471418" cy="53539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아웃핸들</a:t>
            </a:r>
            <a:br>
              <a:rPr lang="en-US" altLang="ko-KR" sz="1200"/>
            </a:br>
            <a:r>
              <a:rPr lang="en-US" altLang="ko-KR" sz="1200"/>
              <a:t>PIC </a:t>
            </a:r>
            <a:r>
              <a:rPr lang="ko-KR" altLang="en-US" sz="1200"/>
              <a:t>커넥터</a:t>
            </a: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02E58D99-207C-EFBD-5ED5-F9F5E113825B}"/>
              </a:ext>
            </a:extLst>
          </p:cNvPr>
          <p:cNvSpPr/>
          <p:nvPr/>
        </p:nvSpPr>
        <p:spPr>
          <a:xfrm>
            <a:off x="3584829" y="5385797"/>
            <a:ext cx="261792" cy="24259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2B5E107A-F56D-D2F7-2DEB-0E421F9DB5F0}"/>
              </a:ext>
            </a:extLst>
          </p:cNvPr>
          <p:cNvCxnSpPr>
            <a:cxnSpLocks/>
            <a:stCxn id="104" idx="7"/>
            <a:endCxn id="105" idx="3"/>
          </p:cNvCxnSpPr>
          <p:nvPr/>
        </p:nvCxnSpPr>
        <p:spPr>
          <a:xfrm flipV="1">
            <a:off x="3531422" y="5592862"/>
            <a:ext cx="91746" cy="36650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487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6036B-7433-F35E-05E0-CD2E6182F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AC7EA2E2-B08D-EF73-EB79-B0CF13B1C881}"/>
              </a:ext>
            </a:extLst>
          </p:cNvPr>
          <p:cNvSpPr txBox="1"/>
          <p:nvPr/>
        </p:nvSpPr>
        <p:spPr>
          <a:xfrm>
            <a:off x="7946448" y="2717800"/>
            <a:ext cx="3314700" cy="224676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/>
              <a:t>{</a:t>
            </a:r>
            <a:r>
              <a:rPr lang="ko-KR" altLang="en-US" sz="1400" err="1"/>
              <a:t>도어체커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(</a:t>
            </a:r>
            <a:r>
              <a:rPr lang="ko-KR" altLang="en-US" sz="1400" err="1"/>
              <a:t>전동임팩트</a:t>
            </a:r>
            <a:r>
              <a:rPr lang="en-US" altLang="ko-KR" sz="1400"/>
              <a:t>),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 {nut type C,</a:t>
            </a:r>
            <a:r>
              <a:rPr lang="ko-KR" altLang="en-US" sz="1400"/>
              <a:t> </a:t>
            </a:r>
            <a:r>
              <a:rPr lang="ko-KR" altLang="en-US" sz="1400" err="1"/>
              <a:t>가조립</a:t>
            </a:r>
            <a:r>
              <a:rPr lang="ko-KR" altLang="en-US" sz="1400"/>
              <a:t> </a:t>
            </a:r>
            <a:r>
              <a:rPr lang="en-US" altLang="ko-KR" sz="1400"/>
              <a:t>1}, 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endParaRPr lang="en-US" altLang="ko-KR" sz="1400"/>
          </a:p>
          <a:p>
            <a:r>
              <a:rPr lang="ko-KR" altLang="en-US" sz="1400"/>
              <a:t>볼트 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endParaRPr lang="en-US" altLang="ko-KR" sz="1400"/>
          </a:p>
          <a:p>
            <a:r>
              <a:rPr lang="ko-KR" altLang="en-US" sz="1400"/>
              <a:t>체결</a:t>
            </a:r>
            <a:endParaRPr lang="en-US" altLang="ko-KR" sz="1400"/>
          </a:p>
          <a:p>
            <a:endParaRPr lang="en-US" altLang="ko-KR" sz="1400"/>
          </a:p>
          <a:p>
            <a:endParaRPr lang="ko-KR" altLang="en-US" sz="140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C72E9E65-B584-0AB1-850C-78344955E334}"/>
              </a:ext>
            </a:extLst>
          </p:cNvPr>
          <p:cNvSpPr/>
          <p:nvPr/>
        </p:nvSpPr>
        <p:spPr>
          <a:xfrm>
            <a:off x="4765964" y="2967755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21D213B-3877-ED56-A819-3F2DF0A7DBDD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145645" y="3785002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4623789-D1B1-90D7-C4AD-859E2934D485}"/>
              </a:ext>
            </a:extLst>
          </p:cNvPr>
          <p:cNvCxnSpPr>
            <a:cxnSpLocks/>
            <a:stCxn id="56" idx="3"/>
            <a:endCxn id="72" idx="1"/>
          </p:cNvCxnSpPr>
          <p:nvPr/>
        </p:nvCxnSpPr>
        <p:spPr>
          <a:xfrm>
            <a:off x="6518564" y="3785002"/>
            <a:ext cx="1427884" cy="56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C425A079-5C89-661A-8839-8369C5FCFAD2}"/>
              </a:ext>
            </a:extLst>
          </p:cNvPr>
          <p:cNvSpPr/>
          <p:nvPr/>
        </p:nvSpPr>
        <p:spPr>
          <a:xfrm>
            <a:off x="7946448" y="2551547"/>
            <a:ext cx="2381250" cy="3073401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0A1C1E-6903-331E-E15E-C40C7DB125A0}"/>
              </a:ext>
            </a:extLst>
          </p:cNvPr>
          <p:cNvSpPr/>
          <p:nvPr/>
        </p:nvSpPr>
        <p:spPr>
          <a:xfrm>
            <a:off x="7976178" y="2354406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C02AD089-0530-2704-189E-55B085A826BE}"/>
              </a:ext>
            </a:extLst>
          </p:cNvPr>
          <p:cNvGraphicFramePr>
            <a:graphicFrameLocks noGrp="1"/>
          </p:cNvGraphicFramePr>
          <p:nvPr/>
        </p:nvGraphicFramePr>
        <p:xfrm>
          <a:off x="1115507" y="1606760"/>
          <a:ext cx="2026879" cy="460990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23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84486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12563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5" name="그룹 24">
            <a:extLst>
              <a:ext uri="{FF2B5EF4-FFF2-40B4-BE49-F238E27FC236}">
                <a16:creationId xmlns:a16="http://schemas.microsoft.com/office/drawing/2014/main" id="{331270D4-6164-FD16-6C83-933926D91785}"/>
              </a:ext>
            </a:extLst>
          </p:cNvPr>
          <p:cNvGrpSpPr/>
          <p:nvPr/>
        </p:nvGrpSpPr>
        <p:grpSpPr>
          <a:xfrm>
            <a:off x="1900097" y="3232202"/>
            <a:ext cx="1080000" cy="1620000"/>
            <a:chOff x="8523851" y="2626812"/>
            <a:chExt cx="1080000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1D643429-08E2-049A-A9C5-28E95812E20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AFC05D75-1DE4-06A4-97FD-B92CB3BC695C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17DA5697-6406-70AC-E697-E2A24D32A75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200FAC8E-4458-CECA-8587-78CA3F6B956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870206C9-B118-C95C-8D6B-CBCC526B31FD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5C44499-C45B-6651-D378-F855680A5470}"/>
              </a:ext>
            </a:extLst>
          </p:cNvPr>
          <p:cNvGrpSpPr/>
          <p:nvPr/>
        </p:nvGrpSpPr>
        <p:grpSpPr>
          <a:xfrm>
            <a:off x="1900097" y="2141264"/>
            <a:ext cx="1080000" cy="900000"/>
            <a:chOff x="8523851" y="1625702"/>
            <a:chExt cx="1080000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C0821AB-5DEE-3ECC-14EA-30569238AD8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49F9CBF5-BB77-EBBD-AA67-B59956208A95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B4FC6070-7365-BE99-916C-A44BBC98AEE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B4F509A6-FC2D-31CF-560E-3F64F2D3D1F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DE0B8E25-872C-CE6F-FD0C-7CA17AC5530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EC5B130A-1F57-1789-07F7-14C4FA290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90FDAF-037B-CEA0-7580-5AD45211EABB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공수의 산정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8755CC-32E8-901A-EB3F-1D3B15B676C3}"/>
              </a:ext>
            </a:extLst>
          </p:cNvPr>
          <p:cNvSpPr txBox="1"/>
          <p:nvPr/>
        </p:nvSpPr>
        <p:spPr>
          <a:xfrm>
            <a:off x="441569" y="845697"/>
            <a:ext cx="9182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공수를 산정하기 위해서는 각 부품의 상세 </a:t>
            </a:r>
            <a:r>
              <a:rPr lang="en-US" altLang="ko-KR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data</a:t>
            </a:r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가 필요</a:t>
            </a:r>
            <a:r>
              <a:rPr lang="en-US" altLang="ko-KR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e.g., </a:t>
            </a:r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무게</a:t>
            </a:r>
            <a:r>
              <a:rPr lang="en-US" altLang="ko-KR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154842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4E13F-C918-028D-6E9C-C78F67274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C90D500-69C3-603F-CE60-6D0E6D22CA3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DFCAD4C5-DD10-8924-1426-4354C8CEE0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E38302A-8F3A-5064-D901-960404EE7731}"/>
              </a:ext>
            </a:extLst>
          </p:cNvPr>
          <p:cNvGrpSpPr/>
          <p:nvPr/>
        </p:nvGrpSpPr>
        <p:grpSpPr>
          <a:xfrm>
            <a:off x="1045934" y="5498540"/>
            <a:ext cx="4049180" cy="409740"/>
            <a:chOff x="7233371" y="5826748"/>
            <a:chExt cx="4049180" cy="40974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D4A3A5B-9CF6-74B2-AF6F-4EED2F0BCF90}"/>
                </a:ext>
              </a:extLst>
            </p:cNvPr>
            <p:cNvSpPr/>
            <p:nvPr/>
          </p:nvSpPr>
          <p:spPr>
            <a:xfrm>
              <a:off x="8611741" y="5826748"/>
              <a:ext cx="1357272" cy="4097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/>
                <a:t>도어 </a:t>
              </a:r>
              <a:r>
                <a:rPr lang="ko-KR" altLang="en-US" sz="1050" err="1"/>
                <a:t>체커</a:t>
              </a:r>
              <a:endParaRPr lang="ko-KR" altLang="en-US" sz="105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BB8C20B2-886F-22E9-EFD4-CA90C6869BE0}"/>
                </a:ext>
              </a:extLst>
            </p:cNvPr>
            <p:cNvSpPr/>
            <p:nvPr/>
          </p:nvSpPr>
          <p:spPr>
            <a:xfrm>
              <a:off x="10155574" y="5858879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Type D : I</a:t>
              </a:r>
              <a:endParaRPr lang="ko-KR" altLang="en-US" sz="1050"/>
            </a:p>
          </p:txBody>
        </p: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32CB3CA5-1E1F-372B-A2EC-A933089065C8}"/>
                </a:ext>
              </a:extLst>
            </p:cNvPr>
            <p:cNvCxnSpPr>
              <a:cxnSpLocks/>
              <a:stCxn id="9" idx="3"/>
              <a:endCxn id="3" idx="2"/>
            </p:cNvCxnSpPr>
            <p:nvPr/>
          </p:nvCxnSpPr>
          <p:spPr>
            <a:xfrm flipV="1">
              <a:off x="8408896" y="6031618"/>
              <a:ext cx="202845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99CD74DE-D1C6-BC3A-8F82-9426103AAF27}"/>
                </a:ext>
              </a:extLst>
            </p:cNvPr>
            <p:cNvCxnSpPr>
              <a:cxnSpLocks/>
              <a:stCxn id="4" idx="2"/>
              <a:endCxn id="3" idx="6"/>
            </p:cNvCxnSpPr>
            <p:nvPr/>
          </p:nvCxnSpPr>
          <p:spPr>
            <a:xfrm flipH="1">
              <a:off x="9969013" y="6031618"/>
              <a:ext cx="186561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F7C4C8D8-841C-D2BE-1051-C9F46ABEF6DC}"/>
                </a:ext>
              </a:extLst>
            </p:cNvPr>
            <p:cNvSpPr/>
            <p:nvPr/>
          </p:nvSpPr>
          <p:spPr>
            <a:xfrm>
              <a:off x="7233371" y="587009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C : M</a:t>
              </a:r>
              <a:endParaRPr lang="ko-KR" altLang="en-US" sz="120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7DDEBD3-9238-0B98-8097-06B8C7FCC527}"/>
              </a:ext>
            </a:extLst>
          </p:cNvPr>
          <p:cNvGrpSpPr/>
          <p:nvPr/>
        </p:nvGrpSpPr>
        <p:grpSpPr>
          <a:xfrm>
            <a:off x="1203195" y="3707806"/>
            <a:ext cx="3726351" cy="1305950"/>
            <a:chOff x="8076725" y="1370485"/>
            <a:chExt cx="3726351" cy="130595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B6CB4A65-827E-B0C2-7A3B-7A9224D9A4E3}"/>
                </a:ext>
              </a:extLst>
            </p:cNvPr>
            <p:cNvSpPr/>
            <p:nvPr/>
          </p:nvSpPr>
          <p:spPr>
            <a:xfrm>
              <a:off x="9292707" y="2027201"/>
              <a:ext cx="1275738" cy="33241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도어 래치</a:t>
              </a: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8C0D887-3053-057B-AA9D-D2F807158661}"/>
                </a:ext>
              </a:extLst>
            </p:cNvPr>
            <p:cNvSpPr/>
            <p:nvPr/>
          </p:nvSpPr>
          <p:spPr>
            <a:xfrm>
              <a:off x="10548279" y="1550550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3C0F462E-94ED-15ED-C1A0-438F8545E7C9}"/>
                </a:ext>
              </a:extLst>
            </p:cNvPr>
            <p:cNvSpPr/>
            <p:nvPr/>
          </p:nvSpPr>
          <p:spPr>
            <a:xfrm>
              <a:off x="10627550" y="2390651"/>
              <a:ext cx="1175526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E : M</a:t>
              </a:r>
              <a:endParaRPr lang="ko-KR" altLang="en-US" sz="1000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F36368B-B288-E3AE-1049-6C895958EA01}"/>
                </a:ext>
              </a:extLst>
            </p:cNvPr>
            <p:cNvSpPr/>
            <p:nvPr/>
          </p:nvSpPr>
          <p:spPr>
            <a:xfrm>
              <a:off x="8076726" y="2396159"/>
              <a:ext cx="1175525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F : M </a:t>
              </a:r>
              <a:endParaRPr lang="ko-KR" altLang="en-US" sz="1000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31525EC9-ADB9-0315-E03A-921409BD29C4}"/>
                </a:ext>
              </a:extLst>
            </p:cNvPr>
            <p:cNvCxnSpPr>
              <a:cxnSpLocks/>
              <a:stCxn id="19" idx="2"/>
              <a:endCxn id="11" idx="1"/>
            </p:cNvCxnSpPr>
            <p:nvPr/>
          </p:nvCxnSpPr>
          <p:spPr>
            <a:xfrm>
              <a:off x="8664488" y="1693524"/>
              <a:ext cx="815047" cy="38235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CA6E4BAF-12FB-D8E4-3EBC-56D1BB4C3635}"/>
                </a:ext>
              </a:extLst>
            </p:cNvPr>
            <p:cNvCxnSpPr>
              <a:cxnSpLocks/>
              <a:stCxn id="11" idx="7"/>
              <a:endCxn id="12" idx="3"/>
            </p:cNvCxnSpPr>
            <p:nvPr/>
          </p:nvCxnSpPr>
          <p:spPr>
            <a:xfrm flipV="1">
              <a:off x="10381618" y="1789781"/>
              <a:ext cx="329677" cy="28610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DF7A32B2-FD36-BAF6-58EA-FEE87F5464DB}"/>
                </a:ext>
              </a:extLst>
            </p:cNvPr>
            <p:cNvCxnSpPr>
              <a:cxnSpLocks/>
              <a:stCxn id="13" idx="1"/>
              <a:endCxn id="11" idx="5"/>
            </p:cNvCxnSpPr>
            <p:nvPr/>
          </p:nvCxnSpPr>
          <p:spPr>
            <a:xfrm flipH="1" flipV="1">
              <a:off x="10381618" y="2310930"/>
              <a:ext cx="418084" cy="1207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49E3ADA4-60D8-1AC1-8024-CB1C203710A6}"/>
                </a:ext>
              </a:extLst>
            </p:cNvPr>
            <p:cNvCxnSpPr>
              <a:cxnSpLocks/>
              <a:stCxn id="14" idx="7"/>
              <a:endCxn id="11" idx="3"/>
            </p:cNvCxnSpPr>
            <p:nvPr/>
          </p:nvCxnSpPr>
          <p:spPr>
            <a:xfrm flipV="1">
              <a:off x="9080100" y="2310930"/>
              <a:ext cx="399435" cy="12627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64F0737D-483D-BABC-A275-E75A23F8E59F}"/>
                </a:ext>
              </a:extLst>
            </p:cNvPr>
            <p:cNvSpPr/>
            <p:nvPr/>
          </p:nvSpPr>
          <p:spPr>
            <a:xfrm>
              <a:off x="8076725" y="1370485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B : F</a:t>
              </a:r>
              <a:endParaRPr lang="ko-KR" altLang="en-US" sz="120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D1DE8B0D-412B-2EFE-C342-C28B29B60F1C}"/>
              </a:ext>
            </a:extLst>
          </p:cNvPr>
          <p:cNvGrpSpPr/>
          <p:nvPr/>
        </p:nvGrpSpPr>
        <p:grpSpPr>
          <a:xfrm>
            <a:off x="274375" y="1700065"/>
            <a:ext cx="2331630" cy="1616270"/>
            <a:chOff x="6506222" y="3476576"/>
            <a:chExt cx="2331630" cy="1616270"/>
          </a:xfrm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DF55D8AA-BAFE-FFFE-4707-712922FA7132}"/>
                </a:ext>
              </a:extLst>
            </p:cNvPr>
            <p:cNvSpPr/>
            <p:nvPr/>
          </p:nvSpPr>
          <p:spPr>
            <a:xfrm>
              <a:off x="6506222" y="4006203"/>
              <a:ext cx="842684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프론트 도어</a:t>
              </a:r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A4B6287D-812C-FB83-9D3E-6987C45AB671}"/>
                </a:ext>
              </a:extLst>
            </p:cNvPr>
            <p:cNvCxnSpPr>
              <a:cxnSpLocks/>
              <a:stCxn id="24" idx="2"/>
              <a:endCxn id="21" idx="7"/>
            </p:cNvCxnSpPr>
            <p:nvPr/>
          </p:nvCxnSpPr>
          <p:spPr>
            <a:xfrm flipH="1">
              <a:off x="7225498" y="3616714"/>
              <a:ext cx="468023" cy="46640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0811D186-8E61-8437-62DF-053364DBC1D1}"/>
                </a:ext>
              </a:extLst>
            </p:cNvPr>
            <p:cNvCxnSpPr>
              <a:cxnSpLocks/>
              <a:stCxn id="25" idx="1"/>
              <a:endCxn id="21" idx="5"/>
            </p:cNvCxnSpPr>
            <p:nvPr/>
          </p:nvCxnSpPr>
          <p:spPr>
            <a:xfrm flipH="1" flipV="1">
              <a:off x="7225498" y="4454495"/>
              <a:ext cx="436829" cy="4768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150A65CA-17C7-AC4A-BE8D-2F8285419646}"/>
                </a:ext>
              </a:extLst>
            </p:cNvPr>
            <p:cNvSpPr/>
            <p:nvPr/>
          </p:nvSpPr>
          <p:spPr>
            <a:xfrm>
              <a:off x="7693521" y="3476576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E43DF0B1-F738-CA1A-011B-313AEADC7AC5}"/>
                </a:ext>
              </a:extLst>
            </p:cNvPr>
            <p:cNvSpPr/>
            <p:nvPr/>
          </p:nvSpPr>
          <p:spPr>
            <a:xfrm>
              <a:off x="7662327" y="4769807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C : M</a:t>
              </a:r>
              <a:endParaRPr lang="ko-KR" altLang="en-US" sz="12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5227F284-BBFA-551B-F3B7-2A1D8A2B4481}"/>
                </a:ext>
              </a:extLst>
            </p:cNvPr>
            <p:cNvSpPr/>
            <p:nvPr/>
          </p:nvSpPr>
          <p:spPr>
            <a:xfrm>
              <a:off x="7662327" y="411041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B : I</a:t>
              </a:r>
              <a:endParaRPr lang="ko-KR" altLang="en-US" sz="1200"/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3AF05067-BA25-C1D7-60E2-68848195CBD0}"/>
                </a:ext>
              </a:extLst>
            </p:cNvPr>
            <p:cNvCxnSpPr>
              <a:cxnSpLocks/>
              <a:stCxn id="26" idx="1"/>
              <a:endCxn id="21" idx="6"/>
            </p:cNvCxnSpPr>
            <p:nvPr/>
          </p:nvCxnSpPr>
          <p:spPr>
            <a:xfrm flipH="1" flipV="1">
              <a:off x="7348906" y="4268807"/>
              <a:ext cx="313421" cy="31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32476E3-38FF-DDBA-C20A-5E5A92A0AED9}"/>
              </a:ext>
            </a:extLst>
          </p:cNvPr>
          <p:cNvGrpSpPr/>
          <p:nvPr/>
        </p:nvGrpSpPr>
        <p:grpSpPr>
          <a:xfrm>
            <a:off x="3180852" y="1724340"/>
            <a:ext cx="1126977" cy="1068995"/>
            <a:chOff x="10719062" y="3833491"/>
            <a:chExt cx="1126977" cy="1068995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00F8F18C-F1D0-FBAF-623E-8FEA0C30BD66}"/>
                </a:ext>
              </a:extLst>
            </p:cNvPr>
            <p:cNvSpPr/>
            <p:nvPr/>
          </p:nvSpPr>
          <p:spPr>
            <a:xfrm>
              <a:off x="10861209" y="3833491"/>
              <a:ext cx="84268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바디</a:t>
              </a:r>
            </a:p>
          </p:txBody>
        </p: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25A1EFE8-C7D9-0C8D-48E3-42CBC4876847}"/>
                </a:ext>
              </a:extLst>
            </p:cNvPr>
            <p:cNvCxnSpPr>
              <a:cxnSpLocks/>
              <a:stCxn id="31" idx="0"/>
              <a:endCxn id="29" idx="4"/>
            </p:cNvCxnSpPr>
            <p:nvPr/>
          </p:nvCxnSpPr>
          <p:spPr>
            <a:xfrm flipV="1">
              <a:off x="11282551" y="4298070"/>
              <a:ext cx="0" cy="25893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C0CF1E51-E64D-2D50-6B65-F5523A1686DA}"/>
                </a:ext>
              </a:extLst>
            </p:cNvPr>
            <p:cNvSpPr/>
            <p:nvPr/>
          </p:nvSpPr>
          <p:spPr>
            <a:xfrm>
              <a:off x="10719062" y="4557008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Type D : I</a:t>
              </a:r>
              <a:endParaRPr lang="ko-KR" altLang="en-US" sz="1050"/>
            </a:p>
          </p:txBody>
        </p:sp>
      </p:grpSp>
      <p:sp>
        <p:nvSpPr>
          <p:cNvPr id="32" name="타원 31">
            <a:extLst>
              <a:ext uri="{FF2B5EF4-FFF2-40B4-BE49-F238E27FC236}">
                <a16:creationId xmlns:a16="http://schemas.microsoft.com/office/drawing/2014/main" id="{43D8190B-683E-D6D9-2B80-5EE9F7E30215}"/>
              </a:ext>
            </a:extLst>
          </p:cNvPr>
          <p:cNvSpPr/>
          <p:nvPr/>
        </p:nvSpPr>
        <p:spPr>
          <a:xfrm>
            <a:off x="4761313" y="1720751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6138352-3415-D479-0929-8AD175FC9EE5}"/>
              </a:ext>
            </a:extLst>
          </p:cNvPr>
          <p:cNvSpPr/>
          <p:nvPr/>
        </p:nvSpPr>
        <p:spPr>
          <a:xfrm>
            <a:off x="4607952" y="2443811"/>
            <a:ext cx="1288314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M</a:t>
            </a:r>
            <a:endParaRPr lang="ko-KR" altLang="en-US" sz="1050"/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2867A27-B70D-1DA9-12EA-859E28A92E25}"/>
              </a:ext>
            </a:extLst>
          </p:cNvPr>
          <p:cNvCxnSpPr>
            <a:cxnSpLocks/>
            <a:stCxn id="33" idx="0"/>
            <a:endCxn id="32" idx="4"/>
          </p:cNvCxnSpPr>
          <p:nvPr/>
        </p:nvCxnSpPr>
        <p:spPr>
          <a:xfrm flipV="1">
            <a:off x="5252109" y="2185330"/>
            <a:ext cx="0" cy="25848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7E77BBC-0F86-2C8B-B410-99F83116EA10}"/>
              </a:ext>
            </a:extLst>
          </p:cNvPr>
          <p:cNvGrpSpPr/>
          <p:nvPr/>
        </p:nvGrpSpPr>
        <p:grpSpPr>
          <a:xfrm>
            <a:off x="6571322" y="871168"/>
            <a:ext cx="5150331" cy="2362790"/>
            <a:chOff x="6505905" y="416518"/>
            <a:chExt cx="5150331" cy="2362790"/>
          </a:xfrm>
        </p:grpSpPr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784B65D0-1ED5-A121-44FB-7C8EC4A01A8C}"/>
                </a:ext>
              </a:extLst>
            </p:cNvPr>
            <p:cNvCxnSpPr>
              <a:cxnSpLocks/>
              <a:stCxn id="49" idx="4"/>
              <a:endCxn id="51" idx="0"/>
            </p:cNvCxnSpPr>
            <p:nvPr/>
          </p:nvCxnSpPr>
          <p:spPr>
            <a:xfrm>
              <a:off x="10290619" y="847437"/>
              <a:ext cx="0" cy="9490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C112F5D2-B56B-7628-659D-377E95F4A4C3}"/>
                </a:ext>
              </a:extLst>
            </p:cNvPr>
            <p:cNvSpPr/>
            <p:nvPr/>
          </p:nvSpPr>
          <p:spPr>
            <a:xfrm>
              <a:off x="8822374" y="1099998"/>
              <a:ext cx="686134" cy="53195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도어</a:t>
              </a:r>
              <a:endParaRPr lang="en-US" altLang="ko-KR" sz="900"/>
            </a:p>
            <a:p>
              <a:pPr algn="ctr"/>
              <a:r>
                <a:rPr lang="ko-KR" altLang="en-US" sz="900" err="1"/>
                <a:t>체커</a:t>
              </a:r>
              <a:endParaRPr lang="ko-KR" altLang="en-US" sz="900"/>
            </a:p>
          </p:txBody>
        </p: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55EDE828-6A32-ED5B-52DC-022FE5C0C7F1}"/>
                </a:ext>
              </a:extLst>
            </p:cNvPr>
            <p:cNvCxnSpPr>
              <a:cxnSpLocks/>
              <a:stCxn id="48" idx="2"/>
              <a:endCxn id="39" idx="6"/>
            </p:cNvCxnSpPr>
            <p:nvPr/>
          </p:nvCxnSpPr>
          <p:spPr>
            <a:xfrm flipH="1">
              <a:off x="9508509" y="1365975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FF6263F7-4022-5685-8001-DFEF23122402}"/>
                </a:ext>
              </a:extLst>
            </p:cNvPr>
            <p:cNvSpPr/>
            <p:nvPr/>
          </p:nvSpPr>
          <p:spPr>
            <a:xfrm>
              <a:off x="6505905" y="416518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4C4860BF-4562-A9F1-95DD-4BF116F8AA22}"/>
                </a:ext>
              </a:extLst>
            </p:cNvPr>
            <p:cNvCxnSpPr>
              <a:cxnSpLocks/>
              <a:stCxn id="45" idx="1"/>
              <a:endCxn id="41" idx="6"/>
            </p:cNvCxnSpPr>
            <p:nvPr/>
          </p:nvCxnSpPr>
          <p:spPr>
            <a:xfrm flipH="1" flipV="1">
              <a:off x="7263955" y="679122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6ECEABD2-775A-1A0D-791F-98293EB454D6}"/>
                </a:ext>
              </a:extLst>
            </p:cNvPr>
            <p:cNvSpPr/>
            <p:nvPr/>
          </p:nvSpPr>
          <p:spPr>
            <a:xfrm>
              <a:off x="10970102" y="442409"/>
              <a:ext cx="68613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바디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F0E2EE1A-DE2D-F3C7-9375-7F7A88674D62}"/>
                </a:ext>
              </a:extLst>
            </p:cNvPr>
            <p:cNvCxnSpPr>
              <a:cxnSpLocks/>
              <a:stCxn id="49" idx="6"/>
              <a:endCxn id="43" idx="2"/>
            </p:cNvCxnSpPr>
            <p:nvPr/>
          </p:nvCxnSpPr>
          <p:spPr>
            <a:xfrm>
              <a:off x="10894441" y="674698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CF09ED4E-425D-6E30-2B79-1BAB4B434BD5}"/>
                </a:ext>
              </a:extLst>
            </p:cNvPr>
            <p:cNvSpPr/>
            <p:nvPr/>
          </p:nvSpPr>
          <p:spPr>
            <a:xfrm>
              <a:off x="7429398" y="558751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8CFB3540-BF23-81DF-8CCB-A14157BFAF5C}"/>
                </a:ext>
              </a:extLst>
            </p:cNvPr>
            <p:cNvSpPr/>
            <p:nvPr/>
          </p:nvSpPr>
          <p:spPr>
            <a:xfrm>
              <a:off x="7429398" y="1245415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26D8F333-C9CD-954F-B1E6-7FE406EB7816}"/>
                </a:ext>
              </a:extLst>
            </p:cNvPr>
            <p:cNvCxnSpPr>
              <a:cxnSpLocks/>
              <a:stCxn id="46" idx="3"/>
              <a:endCxn id="39" idx="2"/>
            </p:cNvCxnSpPr>
            <p:nvPr/>
          </p:nvCxnSpPr>
          <p:spPr>
            <a:xfrm>
              <a:off x="8499070" y="1365975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1E881A59-010F-D3AC-7240-9664FE061386}"/>
                </a:ext>
              </a:extLst>
            </p:cNvPr>
            <p:cNvSpPr/>
            <p:nvPr/>
          </p:nvSpPr>
          <p:spPr>
            <a:xfrm>
              <a:off x="9740398" y="1193236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A180D1BE-5EBB-B670-89C6-735984A2FDAF}"/>
                </a:ext>
              </a:extLst>
            </p:cNvPr>
            <p:cNvSpPr/>
            <p:nvPr/>
          </p:nvSpPr>
          <p:spPr>
            <a:xfrm>
              <a:off x="9686797" y="501959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40814F9C-35E2-3075-653F-58C3A9C909C5}"/>
                </a:ext>
              </a:extLst>
            </p:cNvPr>
            <p:cNvSpPr/>
            <p:nvPr/>
          </p:nvSpPr>
          <p:spPr>
            <a:xfrm>
              <a:off x="9891000" y="2314729"/>
              <a:ext cx="799236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3105F190-AA52-D483-0D03-F351CABC7B1E}"/>
                </a:ext>
              </a:extLst>
            </p:cNvPr>
            <p:cNvSpPr/>
            <p:nvPr/>
          </p:nvSpPr>
          <p:spPr>
            <a:xfrm>
              <a:off x="9686796" y="1796512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2C9E2B9A-4425-3FB2-EE23-88C3950AF73D}"/>
                </a:ext>
              </a:extLst>
            </p:cNvPr>
            <p:cNvCxnSpPr>
              <a:cxnSpLocks/>
              <a:stCxn id="51" idx="4"/>
              <a:endCxn id="50" idx="0"/>
            </p:cNvCxnSpPr>
            <p:nvPr/>
          </p:nvCxnSpPr>
          <p:spPr>
            <a:xfrm>
              <a:off x="10290619" y="2141990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A1343674-DB08-7B9B-B037-10004BFDF060}"/>
                </a:ext>
              </a:extLst>
            </p:cNvPr>
            <p:cNvCxnSpPr>
              <a:cxnSpLocks/>
              <a:stCxn id="45" idx="2"/>
              <a:endCxn id="46" idx="0"/>
            </p:cNvCxnSpPr>
            <p:nvPr/>
          </p:nvCxnSpPr>
          <p:spPr>
            <a:xfrm>
              <a:off x="7964234" y="799871"/>
              <a:ext cx="0" cy="4455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203102F-1216-2592-3A29-04FEDB1A7A68}"/>
              </a:ext>
            </a:extLst>
          </p:cNvPr>
          <p:cNvSpPr txBox="1"/>
          <p:nvPr/>
        </p:nvSpPr>
        <p:spPr>
          <a:xfrm>
            <a:off x="7462910" y="3337392"/>
            <a:ext cx="33671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조립 목표 </a:t>
            </a:r>
            <a:r>
              <a:rPr lang="en-US" altLang="ko-KR" sz="1400"/>
              <a:t>A: </a:t>
            </a:r>
            <a:r>
              <a:rPr lang="ko-KR" altLang="en-US" sz="1400"/>
              <a:t>도어 </a:t>
            </a:r>
            <a:r>
              <a:rPr lang="ko-KR" altLang="en-US" sz="1400" err="1"/>
              <a:t>체커</a:t>
            </a:r>
            <a:r>
              <a:rPr lang="ko-KR" altLang="en-US" sz="1400"/>
              <a:t> 조립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F77B21-92AB-4D94-41C4-CF6EE83F7D0E}"/>
              </a:ext>
            </a:extLst>
          </p:cNvPr>
          <p:cNvSpPr txBox="1"/>
          <p:nvPr/>
        </p:nvSpPr>
        <p:spPr>
          <a:xfrm>
            <a:off x="7323966" y="6440449"/>
            <a:ext cx="3645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조립 목표 </a:t>
            </a:r>
            <a:r>
              <a:rPr lang="en-US" altLang="ko-KR" sz="1400"/>
              <a:t>B: </a:t>
            </a:r>
            <a:r>
              <a:rPr lang="ko-KR" altLang="en-US" sz="1400"/>
              <a:t>도어 래치 조립</a:t>
            </a:r>
            <a:r>
              <a:rPr lang="en-US" altLang="ko-KR" sz="1400"/>
              <a:t> </a:t>
            </a:r>
            <a:endParaRPr lang="ko-KR" altLang="en-US" sz="140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35FAA986-732C-56C5-EB7F-DA0764B4E6B5}"/>
              </a:ext>
            </a:extLst>
          </p:cNvPr>
          <p:cNvGrpSpPr/>
          <p:nvPr/>
        </p:nvGrpSpPr>
        <p:grpSpPr>
          <a:xfrm>
            <a:off x="6446487" y="3719940"/>
            <a:ext cx="5400000" cy="2519996"/>
            <a:chOff x="6403562" y="3591834"/>
            <a:chExt cx="5400000" cy="2519996"/>
          </a:xfrm>
        </p:grpSpPr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0F15FCCD-3199-016C-5693-D5C6540EDFA2}"/>
                </a:ext>
              </a:extLst>
            </p:cNvPr>
            <p:cNvCxnSpPr>
              <a:cxnSpLocks/>
              <a:stCxn id="90" idx="2"/>
              <a:endCxn id="99" idx="0"/>
            </p:cNvCxnSpPr>
            <p:nvPr/>
          </p:nvCxnSpPr>
          <p:spPr>
            <a:xfrm>
              <a:off x="8368783" y="4412299"/>
              <a:ext cx="0" cy="83834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EB90903-7AFA-2D25-E8FB-742F967FE038}"/>
                </a:ext>
              </a:extLst>
            </p:cNvPr>
            <p:cNvCxnSpPr>
              <a:cxnSpLocks/>
              <a:stCxn id="90" idx="3"/>
              <a:endCxn id="101" idx="2"/>
            </p:cNvCxnSpPr>
            <p:nvPr/>
          </p:nvCxnSpPr>
          <p:spPr>
            <a:xfrm flipV="1">
              <a:off x="8897514" y="4277985"/>
              <a:ext cx="695493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AA4508FC-B79C-614A-F53F-A6D90A924DE6}"/>
                </a:ext>
              </a:extLst>
            </p:cNvPr>
            <p:cNvGrpSpPr/>
            <p:nvPr/>
          </p:nvGrpSpPr>
          <p:grpSpPr>
            <a:xfrm>
              <a:off x="9376453" y="3591834"/>
              <a:ext cx="2427109" cy="1401493"/>
              <a:chOff x="9376453" y="3591834"/>
              <a:chExt cx="2427109" cy="1401493"/>
            </a:xfrm>
          </p:grpSpPr>
          <p:sp>
            <p:nvSpPr>
              <p:cNvPr id="101" name="타원 100">
                <a:extLst>
                  <a:ext uri="{FF2B5EF4-FFF2-40B4-BE49-F238E27FC236}">
                    <a16:creationId xmlns:a16="http://schemas.microsoft.com/office/drawing/2014/main" id="{1D3CF062-37F4-6800-CE6E-6DAF58AEC0FB}"/>
                  </a:ext>
                </a:extLst>
              </p:cNvPr>
              <p:cNvSpPr/>
              <p:nvPr/>
            </p:nvSpPr>
            <p:spPr>
              <a:xfrm>
                <a:off x="9593007" y="4003504"/>
                <a:ext cx="624358" cy="548962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 래치</a:t>
                </a:r>
              </a:p>
            </p:txBody>
          </p: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F19E9A8C-9698-5F91-D55E-D00D2AD6E314}"/>
                  </a:ext>
                </a:extLst>
              </p:cNvPr>
              <p:cNvSpPr/>
              <p:nvPr/>
            </p:nvSpPr>
            <p:spPr>
              <a:xfrm>
                <a:off x="9404513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103" name="타원 102">
                <a:extLst>
                  <a:ext uri="{FF2B5EF4-FFF2-40B4-BE49-F238E27FC236}">
                    <a16:creationId xmlns:a16="http://schemas.microsoft.com/office/drawing/2014/main" id="{6D50DA73-BDC7-CE3E-6E3E-A7FB0D87A817}"/>
                  </a:ext>
                </a:extLst>
              </p:cNvPr>
              <p:cNvSpPr/>
              <p:nvPr/>
            </p:nvSpPr>
            <p:spPr>
              <a:xfrm>
                <a:off x="10746098" y="4161451"/>
                <a:ext cx="1057464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E : M</a:t>
                </a:r>
                <a:endParaRPr lang="ko-KR" altLang="en-US" sz="900"/>
              </a:p>
            </p:txBody>
          </p: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33BE0AA-6509-4D38-92E7-70B03FA9F6B6}"/>
                  </a:ext>
                </a:extLst>
              </p:cNvPr>
              <p:cNvSpPr/>
              <p:nvPr/>
            </p:nvSpPr>
            <p:spPr>
              <a:xfrm>
                <a:off x="9376453" y="4760260"/>
                <a:ext cx="1057463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F : M </a:t>
                </a:r>
                <a:endParaRPr lang="ko-KR" altLang="en-US" sz="90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FAED7C-7078-323D-F868-9A1C585097EA}"/>
                  </a:ext>
                </a:extLst>
              </p:cNvPr>
              <p:cNvCxnSpPr>
                <a:cxnSpLocks/>
                <a:stCxn id="101" idx="0"/>
                <a:endCxn id="102" idx="4"/>
              </p:cNvCxnSpPr>
              <p:nvPr/>
            </p:nvCxnSpPr>
            <p:spPr>
              <a:xfrm flipH="1" flipV="1">
                <a:off x="9905184" y="3824901"/>
                <a:ext cx="2" cy="17860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6" name="직선 연결선 105">
                <a:extLst>
                  <a:ext uri="{FF2B5EF4-FFF2-40B4-BE49-F238E27FC236}">
                    <a16:creationId xmlns:a16="http://schemas.microsoft.com/office/drawing/2014/main" id="{07E683F7-9BBD-6319-C9CE-E21F55A87851}"/>
                  </a:ext>
                </a:extLst>
              </p:cNvPr>
              <p:cNvCxnSpPr>
                <a:cxnSpLocks/>
                <a:stCxn id="103" idx="2"/>
                <a:endCxn id="101" idx="6"/>
              </p:cNvCxnSpPr>
              <p:nvPr/>
            </p:nvCxnSpPr>
            <p:spPr>
              <a:xfrm flipH="1">
                <a:off x="10217365" y="4277985"/>
                <a:ext cx="52873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5ABD8BA3-2419-98D6-6E61-DD98C1E1B960}"/>
                  </a:ext>
                </a:extLst>
              </p:cNvPr>
              <p:cNvCxnSpPr>
                <a:cxnSpLocks/>
                <a:stCxn id="104" idx="0"/>
                <a:endCxn id="101" idx="4"/>
              </p:cNvCxnSpPr>
              <p:nvPr/>
            </p:nvCxnSpPr>
            <p:spPr>
              <a:xfrm flipV="1">
                <a:off x="9905185" y="4552466"/>
                <a:ext cx="1" cy="20779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72AB924F-9C4E-0E38-24D7-8A7126491342}"/>
                </a:ext>
              </a:extLst>
            </p:cNvPr>
            <p:cNvSpPr/>
            <p:nvPr/>
          </p:nvSpPr>
          <p:spPr>
            <a:xfrm>
              <a:off x="6553269" y="4112832"/>
              <a:ext cx="758050" cy="43674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92C00E5-EE23-0BF6-580D-24F1082EF23B}"/>
                </a:ext>
              </a:extLst>
            </p:cNvPr>
            <p:cNvGrpSpPr/>
            <p:nvPr/>
          </p:nvGrpSpPr>
          <p:grpSpPr>
            <a:xfrm>
              <a:off x="6403562" y="5125655"/>
              <a:ext cx="2515789" cy="986175"/>
              <a:chOff x="6403562" y="5125655"/>
              <a:chExt cx="2515789" cy="986175"/>
            </a:xfrm>
          </p:grpSpPr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6460EC47-D330-AF92-E1D6-E962DE7705C8}"/>
                  </a:ext>
                </a:extLst>
              </p:cNvPr>
              <p:cNvSpPr/>
              <p:nvPr/>
            </p:nvSpPr>
            <p:spPr>
              <a:xfrm>
                <a:off x="6403562" y="5125655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</a:t>
                </a:r>
                <a:endParaRPr lang="ko-KR" altLang="en-US" sz="900"/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7AA9D852-BFE1-7866-A199-58070C7B687A}"/>
                  </a:ext>
                </a:extLst>
              </p:cNvPr>
              <p:cNvSpPr/>
              <p:nvPr/>
            </p:nvSpPr>
            <p:spPr>
              <a:xfrm>
                <a:off x="7927278" y="5725503"/>
                <a:ext cx="883007" cy="386327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99" name="타원 98">
                <a:extLst>
                  <a:ext uri="{FF2B5EF4-FFF2-40B4-BE49-F238E27FC236}">
                    <a16:creationId xmlns:a16="http://schemas.microsoft.com/office/drawing/2014/main" id="{9106BF86-674F-05B1-A4E3-443FAFFD6903}"/>
                  </a:ext>
                </a:extLst>
              </p:cNvPr>
              <p:cNvSpPr/>
              <p:nvPr/>
            </p:nvSpPr>
            <p:spPr>
              <a:xfrm>
                <a:off x="7818215" y="5250639"/>
                <a:ext cx="1101136" cy="28728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100" name="직선 연결선 99">
                <a:extLst>
                  <a:ext uri="{FF2B5EF4-FFF2-40B4-BE49-F238E27FC236}">
                    <a16:creationId xmlns:a16="http://schemas.microsoft.com/office/drawing/2014/main" id="{9DAB1E4C-0D64-7679-FD42-C87A21E5BE17}"/>
                  </a:ext>
                </a:extLst>
              </p:cNvPr>
              <p:cNvCxnSpPr>
                <a:cxnSpLocks/>
                <a:stCxn id="99" idx="4"/>
                <a:endCxn id="98" idx="0"/>
              </p:cNvCxnSpPr>
              <p:nvPr/>
            </p:nvCxnSpPr>
            <p:spPr>
              <a:xfrm flipH="1">
                <a:off x="8368782" y="5537926"/>
                <a:ext cx="1" cy="187577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5A8AA43-DDC3-2A85-B4D7-4FD8EA127B34}"/>
                </a:ext>
              </a:extLst>
            </p:cNvPr>
            <p:cNvGrpSpPr/>
            <p:nvPr/>
          </p:nvGrpSpPr>
          <p:grpSpPr>
            <a:xfrm>
              <a:off x="6932294" y="3591834"/>
              <a:ext cx="2472219" cy="1533821"/>
              <a:chOff x="6932294" y="3591834"/>
              <a:chExt cx="2472219" cy="1533821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4AE3EF94-2B8C-757E-F3AB-791335BBBFEC}"/>
                  </a:ext>
                </a:extLst>
              </p:cNvPr>
              <p:cNvSpPr/>
              <p:nvPr/>
            </p:nvSpPr>
            <p:spPr>
              <a:xfrm>
                <a:off x="7840051" y="4143672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F</a:t>
                </a:r>
                <a:endParaRPr lang="ko-KR" altLang="en-US" sz="900"/>
              </a:p>
            </p:txBody>
          </p:sp>
          <p:cxnSp>
            <p:nvCxnSpPr>
              <p:cNvPr id="91" name="직선 연결선 90">
                <a:extLst>
                  <a:ext uri="{FF2B5EF4-FFF2-40B4-BE49-F238E27FC236}">
                    <a16:creationId xmlns:a16="http://schemas.microsoft.com/office/drawing/2014/main" id="{AF1EA937-83B5-AFB4-04C1-C849DA6C3170}"/>
                  </a:ext>
                </a:extLst>
              </p:cNvPr>
              <p:cNvCxnSpPr>
                <a:cxnSpLocks/>
                <a:stCxn id="93" idx="2"/>
                <a:endCxn id="87" idx="7"/>
              </p:cNvCxnSpPr>
              <p:nvPr/>
            </p:nvCxnSpPr>
            <p:spPr>
              <a:xfrm flipH="1">
                <a:off x="7200305" y="3708368"/>
                <a:ext cx="667807" cy="46842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직선 연결선 91">
                <a:extLst>
                  <a:ext uri="{FF2B5EF4-FFF2-40B4-BE49-F238E27FC236}">
                    <a16:creationId xmlns:a16="http://schemas.microsoft.com/office/drawing/2014/main" id="{ECD515B7-F5DE-D27A-65A9-83DC19572A81}"/>
                  </a:ext>
                </a:extLst>
              </p:cNvPr>
              <p:cNvCxnSpPr>
                <a:cxnSpLocks/>
                <a:stCxn id="97" idx="0"/>
                <a:endCxn id="87" idx="4"/>
              </p:cNvCxnSpPr>
              <p:nvPr/>
            </p:nvCxnSpPr>
            <p:spPr>
              <a:xfrm flipV="1">
                <a:off x="6932294" y="4549575"/>
                <a:ext cx="0" cy="5760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3DAD33D7-81B9-D2E2-CFDE-5A7737717562}"/>
                  </a:ext>
                </a:extLst>
              </p:cNvPr>
              <p:cNvSpPr/>
              <p:nvPr/>
            </p:nvSpPr>
            <p:spPr>
              <a:xfrm>
                <a:off x="7868112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3E04CC4E-C995-01EB-2A20-8EEADCE337E5}"/>
                  </a:ext>
                </a:extLst>
              </p:cNvPr>
              <p:cNvSpPr/>
              <p:nvPr/>
            </p:nvSpPr>
            <p:spPr>
              <a:xfrm>
                <a:off x="7840051" y="4742481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I</a:t>
                </a:r>
                <a:endParaRPr lang="ko-KR" altLang="en-US" sz="900"/>
              </a:p>
            </p:txBody>
          </p: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A2C217D0-8448-32EF-5D2F-42457C5304A4}"/>
                  </a:ext>
                </a:extLst>
              </p:cNvPr>
              <p:cNvCxnSpPr>
                <a:cxnSpLocks/>
                <a:stCxn id="94" idx="1"/>
                <a:endCxn id="87" idx="5"/>
              </p:cNvCxnSpPr>
              <p:nvPr/>
            </p:nvCxnSpPr>
            <p:spPr>
              <a:xfrm flipH="1" flipV="1">
                <a:off x="7200305" y="4485615"/>
                <a:ext cx="639746" cy="3911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직선 연결선 95">
                <a:extLst>
                  <a:ext uri="{FF2B5EF4-FFF2-40B4-BE49-F238E27FC236}">
                    <a16:creationId xmlns:a16="http://schemas.microsoft.com/office/drawing/2014/main" id="{895FB9B6-A57A-E453-1D50-0651668D47B8}"/>
                  </a:ext>
                </a:extLst>
              </p:cNvPr>
              <p:cNvCxnSpPr>
                <a:cxnSpLocks/>
                <a:stCxn id="102" idx="2"/>
                <a:endCxn id="93" idx="6"/>
              </p:cNvCxnSpPr>
              <p:nvPr/>
            </p:nvCxnSpPr>
            <p:spPr>
              <a:xfrm flipH="1">
                <a:off x="8869453" y="3708368"/>
                <a:ext cx="535060" cy="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299419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E926-F75C-82FD-2F41-33D16FD8C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>
            <a:extLst>
              <a:ext uri="{FF2B5EF4-FFF2-40B4-BE49-F238E27FC236}">
                <a16:creationId xmlns:a16="http://schemas.microsoft.com/office/drawing/2014/main" id="{27C61DC5-9976-79F3-C10B-91ACC00DC350}"/>
              </a:ext>
            </a:extLst>
          </p:cNvPr>
          <p:cNvSpPr/>
          <p:nvPr/>
        </p:nvSpPr>
        <p:spPr>
          <a:xfrm>
            <a:off x="5932266" y="4046469"/>
            <a:ext cx="842684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도어</a:t>
            </a:r>
            <a:endParaRPr lang="en-US" altLang="ko-KR" sz="1000"/>
          </a:p>
          <a:p>
            <a:pPr algn="ctr"/>
            <a:r>
              <a:rPr lang="ko-KR" altLang="en-US" sz="1000" err="1"/>
              <a:t>체커</a:t>
            </a:r>
            <a:endParaRPr lang="ko-KR" altLang="en-US" sz="100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47E036C-B792-8FBF-4914-E02904B59D27}"/>
              </a:ext>
            </a:extLst>
          </p:cNvPr>
          <p:cNvCxnSpPr>
            <a:cxnSpLocks/>
            <a:stCxn id="30" idx="2"/>
            <a:endCxn id="5" idx="6"/>
          </p:cNvCxnSpPr>
          <p:nvPr/>
        </p:nvCxnSpPr>
        <p:spPr>
          <a:xfrm flipH="1">
            <a:off x="6774950" y="4312446"/>
            <a:ext cx="39707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타원 12">
            <a:extLst>
              <a:ext uri="{FF2B5EF4-FFF2-40B4-BE49-F238E27FC236}">
                <a16:creationId xmlns:a16="http://schemas.microsoft.com/office/drawing/2014/main" id="{8F816BE0-ED51-F1D6-795F-D499ED788964}"/>
              </a:ext>
            </a:extLst>
          </p:cNvPr>
          <p:cNvSpPr/>
          <p:nvPr/>
        </p:nvSpPr>
        <p:spPr>
          <a:xfrm>
            <a:off x="3107753" y="2997636"/>
            <a:ext cx="842684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프론트 도어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9194F54-41F2-B1C4-5712-3E24309ADE48}"/>
              </a:ext>
            </a:extLst>
          </p:cNvPr>
          <p:cNvCxnSpPr>
            <a:cxnSpLocks/>
            <a:stCxn id="33" idx="1"/>
            <a:endCxn id="13" idx="6"/>
          </p:cNvCxnSpPr>
          <p:nvPr/>
        </p:nvCxnSpPr>
        <p:spPr>
          <a:xfrm flipH="1" flipV="1">
            <a:off x="3950437" y="3260240"/>
            <a:ext cx="271028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타원 18">
            <a:extLst>
              <a:ext uri="{FF2B5EF4-FFF2-40B4-BE49-F238E27FC236}">
                <a16:creationId xmlns:a16="http://schemas.microsoft.com/office/drawing/2014/main" id="{3E9E3943-DD26-8ABE-B113-1E61C70438D8}"/>
              </a:ext>
            </a:extLst>
          </p:cNvPr>
          <p:cNvSpPr/>
          <p:nvPr/>
        </p:nvSpPr>
        <p:spPr>
          <a:xfrm>
            <a:off x="8570025" y="2817380"/>
            <a:ext cx="842684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바디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E8F5C4-C1D6-CB87-B9DF-95279ECD92B9}"/>
              </a:ext>
            </a:extLst>
          </p:cNvPr>
          <p:cNvCxnSpPr>
            <a:cxnSpLocks/>
            <a:stCxn id="34" idx="6"/>
            <a:endCxn id="19" idx="2"/>
          </p:cNvCxnSpPr>
          <p:nvPr/>
        </p:nvCxnSpPr>
        <p:spPr>
          <a:xfrm>
            <a:off x="8298997" y="3049669"/>
            <a:ext cx="271028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7B2F6C2-6C44-C67A-92C4-8CE003CB8A4E}"/>
              </a:ext>
            </a:extLst>
          </p:cNvPr>
          <p:cNvSpPr/>
          <p:nvPr/>
        </p:nvSpPr>
        <p:spPr>
          <a:xfrm>
            <a:off x="4221465" y="3143272"/>
            <a:ext cx="1313731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Type C : F </a:t>
            </a:r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0C3D3A99-DA1D-7F01-3341-93D3999023DF}"/>
              </a:ext>
            </a:extLst>
          </p:cNvPr>
          <p:cNvSpPr/>
          <p:nvPr/>
        </p:nvSpPr>
        <p:spPr>
          <a:xfrm>
            <a:off x="4221465" y="4191886"/>
            <a:ext cx="1313731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Type C : M </a:t>
            </a:r>
            <a:endParaRPr lang="ko-KR" altLang="en-US"/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775194BD-2799-B60C-6B28-76F931B1F25E}"/>
              </a:ext>
            </a:extLst>
          </p:cNvPr>
          <p:cNvCxnSpPr>
            <a:cxnSpLocks/>
            <a:stCxn id="24" idx="3"/>
            <a:endCxn id="5" idx="2"/>
          </p:cNvCxnSpPr>
          <p:nvPr/>
        </p:nvCxnSpPr>
        <p:spPr>
          <a:xfrm>
            <a:off x="5535196" y="4312446"/>
            <a:ext cx="39707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7C0A494C-211D-1690-458D-C76CE195A007}"/>
              </a:ext>
            </a:extLst>
          </p:cNvPr>
          <p:cNvSpPr/>
          <p:nvPr/>
        </p:nvSpPr>
        <p:spPr>
          <a:xfrm>
            <a:off x="7172020" y="4139707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I</a:t>
            </a:r>
            <a:endParaRPr lang="ko-KR" altLang="en-US" sz="10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DF0568F-4A88-2E01-054F-D7DF8A0535BE}"/>
              </a:ext>
            </a:extLst>
          </p:cNvPr>
          <p:cNvSpPr/>
          <p:nvPr/>
        </p:nvSpPr>
        <p:spPr>
          <a:xfrm>
            <a:off x="7172020" y="2876930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F</a:t>
            </a:r>
            <a:endParaRPr lang="ko-KR" altLang="en-US" sz="105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245FE1C1-3A31-181A-B5C0-B4C0CF389DA9}"/>
              </a:ext>
            </a:extLst>
          </p:cNvPr>
          <p:cNvSpPr/>
          <p:nvPr/>
        </p:nvSpPr>
        <p:spPr>
          <a:xfrm>
            <a:off x="7244713" y="5572350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B5759F92-FC74-2FE7-FD0D-38334E06CA5E}"/>
              </a:ext>
            </a:extLst>
          </p:cNvPr>
          <p:cNvSpPr/>
          <p:nvPr/>
        </p:nvSpPr>
        <p:spPr>
          <a:xfrm>
            <a:off x="7172020" y="5054133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M</a:t>
            </a:r>
            <a:endParaRPr lang="ko-KR" altLang="en-US" sz="1050"/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0139C14D-E7BB-270C-DBD8-9E76019C6C0E}"/>
              </a:ext>
            </a:extLst>
          </p:cNvPr>
          <p:cNvCxnSpPr>
            <a:cxnSpLocks/>
            <a:stCxn id="41" idx="4"/>
            <a:endCxn id="40" idx="0"/>
          </p:cNvCxnSpPr>
          <p:nvPr/>
        </p:nvCxnSpPr>
        <p:spPr>
          <a:xfrm>
            <a:off x="7735509" y="5399611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A6132D8-D7B1-0542-D231-01E65CC2854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A66387C1-0AFE-A84F-8E91-09217E8B5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9350022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3BB50-D9A3-2DFE-73C8-F2FE9DFD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1951E80-9DD3-765B-B496-D7DD55CB7EB9}"/>
              </a:ext>
            </a:extLst>
          </p:cNvPr>
          <p:cNvCxnSpPr>
            <a:cxnSpLocks/>
            <a:stCxn id="34" idx="4"/>
            <a:endCxn id="41" idx="0"/>
          </p:cNvCxnSpPr>
          <p:nvPr/>
        </p:nvCxnSpPr>
        <p:spPr>
          <a:xfrm>
            <a:off x="7735509" y="3222408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674F46C2-1A7F-5D65-5B43-2238FA4AC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속성 일치 검색 단계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8D99D6C-0BC3-06BE-2EC8-7F026C004A19}"/>
              </a:ext>
            </a:extLst>
          </p:cNvPr>
          <p:cNvSpPr/>
          <p:nvPr/>
        </p:nvSpPr>
        <p:spPr>
          <a:xfrm>
            <a:off x="5932266" y="4046469"/>
            <a:ext cx="842684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도어</a:t>
            </a:r>
            <a:endParaRPr lang="en-US" altLang="ko-KR" sz="1000"/>
          </a:p>
          <a:p>
            <a:pPr algn="ctr"/>
            <a:r>
              <a:rPr lang="ko-KR" altLang="en-US" sz="1000" err="1"/>
              <a:t>체커</a:t>
            </a:r>
            <a:endParaRPr lang="ko-KR" altLang="en-US" sz="100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8F34DF4-C832-65CB-1048-26CED8F155BD}"/>
              </a:ext>
            </a:extLst>
          </p:cNvPr>
          <p:cNvCxnSpPr>
            <a:cxnSpLocks/>
            <a:stCxn id="30" idx="2"/>
            <a:endCxn id="5" idx="6"/>
          </p:cNvCxnSpPr>
          <p:nvPr/>
        </p:nvCxnSpPr>
        <p:spPr>
          <a:xfrm flipH="1">
            <a:off x="6774950" y="4312446"/>
            <a:ext cx="39707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타원 12">
            <a:extLst>
              <a:ext uri="{FF2B5EF4-FFF2-40B4-BE49-F238E27FC236}">
                <a16:creationId xmlns:a16="http://schemas.microsoft.com/office/drawing/2014/main" id="{FEF98134-F842-5D33-E3D3-8A46A5D36A88}"/>
              </a:ext>
            </a:extLst>
          </p:cNvPr>
          <p:cNvSpPr/>
          <p:nvPr/>
        </p:nvSpPr>
        <p:spPr>
          <a:xfrm>
            <a:off x="3107753" y="2997636"/>
            <a:ext cx="842684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프론트 도어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D69F4E7-3A99-BA53-E9DD-5F17A8F010A5}"/>
              </a:ext>
            </a:extLst>
          </p:cNvPr>
          <p:cNvCxnSpPr>
            <a:cxnSpLocks/>
            <a:stCxn id="33" idx="1"/>
            <a:endCxn id="13" idx="6"/>
          </p:cNvCxnSpPr>
          <p:nvPr/>
        </p:nvCxnSpPr>
        <p:spPr>
          <a:xfrm flipH="1" flipV="1">
            <a:off x="3950437" y="3260240"/>
            <a:ext cx="271028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타원 18">
            <a:extLst>
              <a:ext uri="{FF2B5EF4-FFF2-40B4-BE49-F238E27FC236}">
                <a16:creationId xmlns:a16="http://schemas.microsoft.com/office/drawing/2014/main" id="{5B2EF396-91EA-91BF-AE7B-CD08DB6F2028}"/>
              </a:ext>
            </a:extLst>
          </p:cNvPr>
          <p:cNvSpPr/>
          <p:nvPr/>
        </p:nvSpPr>
        <p:spPr>
          <a:xfrm>
            <a:off x="8570025" y="2817380"/>
            <a:ext cx="842684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바디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98FB6C06-15DD-4AD8-F641-5012602A14AF}"/>
              </a:ext>
            </a:extLst>
          </p:cNvPr>
          <p:cNvCxnSpPr>
            <a:cxnSpLocks/>
            <a:stCxn id="34" idx="6"/>
            <a:endCxn id="19" idx="2"/>
          </p:cNvCxnSpPr>
          <p:nvPr/>
        </p:nvCxnSpPr>
        <p:spPr>
          <a:xfrm>
            <a:off x="8298997" y="3049669"/>
            <a:ext cx="271028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53AD540-39B7-CFE9-0EB6-FF3DED843363}"/>
              </a:ext>
            </a:extLst>
          </p:cNvPr>
          <p:cNvSpPr/>
          <p:nvPr/>
        </p:nvSpPr>
        <p:spPr>
          <a:xfrm>
            <a:off x="4221465" y="3143272"/>
            <a:ext cx="1313731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Type C : F </a:t>
            </a:r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7926E9D6-57A2-EEE3-B19B-4A603ECF6CC6}"/>
              </a:ext>
            </a:extLst>
          </p:cNvPr>
          <p:cNvSpPr/>
          <p:nvPr/>
        </p:nvSpPr>
        <p:spPr>
          <a:xfrm>
            <a:off x="4221465" y="4191886"/>
            <a:ext cx="1313731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Type C : M </a:t>
            </a:r>
            <a:endParaRPr lang="ko-KR" altLang="en-US"/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F0D3BB9-DB81-DBC5-72A1-B4B0F116B9F7}"/>
              </a:ext>
            </a:extLst>
          </p:cNvPr>
          <p:cNvCxnSpPr>
            <a:cxnSpLocks/>
            <a:stCxn id="24" idx="3"/>
            <a:endCxn id="5" idx="2"/>
          </p:cNvCxnSpPr>
          <p:nvPr/>
        </p:nvCxnSpPr>
        <p:spPr>
          <a:xfrm>
            <a:off x="5535196" y="4312446"/>
            <a:ext cx="39707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9F7F004E-630B-82AD-AD2B-2E31C731682F}"/>
              </a:ext>
            </a:extLst>
          </p:cNvPr>
          <p:cNvSpPr/>
          <p:nvPr/>
        </p:nvSpPr>
        <p:spPr>
          <a:xfrm>
            <a:off x="7172020" y="4139707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I</a:t>
            </a:r>
            <a:endParaRPr lang="ko-KR" altLang="en-US" sz="10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2316BC0-E064-44BF-A897-E434BB152D53}"/>
              </a:ext>
            </a:extLst>
          </p:cNvPr>
          <p:cNvSpPr/>
          <p:nvPr/>
        </p:nvSpPr>
        <p:spPr>
          <a:xfrm>
            <a:off x="7172020" y="2876930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F</a:t>
            </a:r>
            <a:endParaRPr lang="ko-KR" altLang="en-US" sz="105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050F74F1-8843-6D0A-BE2C-B7A48E9F6EC7}"/>
              </a:ext>
            </a:extLst>
          </p:cNvPr>
          <p:cNvSpPr/>
          <p:nvPr/>
        </p:nvSpPr>
        <p:spPr>
          <a:xfrm>
            <a:off x="7244713" y="5572350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A60AC276-4E9D-DD0C-1F89-16BA99F943C0}"/>
              </a:ext>
            </a:extLst>
          </p:cNvPr>
          <p:cNvSpPr/>
          <p:nvPr/>
        </p:nvSpPr>
        <p:spPr>
          <a:xfrm>
            <a:off x="7172020" y="5054133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M</a:t>
            </a:r>
            <a:endParaRPr lang="ko-KR" altLang="en-US" sz="1050"/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6B5D1E79-3904-9407-4F50-DAD1C17056C4}"/>
              </a:ext>
            </a:extLst>
          </p:cNvPr>
          <p:cNvCxnSpPr>
            <a:cxnSpLocks/>
            <a:stCxn id="41" idx="4"/>
            <a:endCxn id="40" idx="0"/>
          </p:cNvCxnSpPr>
          <p:nvPr/>
        </p:nvCxnSpPr>
        <p:spPr>
          <a:xfrm>
            <a:off x="7735509" y="5399611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25DA746-5D9C-E952-1993-9F9A5B347A78}"/>
              </a:ext>
            </a:extLst>
          </p:cNvPr>
          <p:cNvCxnSpPr>
            <a:cxnSpLocks/>
            <a:stCxn id="33" idx="2"/>
            <a:endCxn id="24" idx="0"/>
          </p:cNvCxnSpPr>
          <p:nvPr/>
        </p:nvCxnSpPr>
        <p:spPr>
          <a:xfrm>
            <a:off x="4878331" y="3384392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737D187-4F68-731E-99F4-D03040CDA439}"/>
              </a:ext>
            </a:extLst>
          </p:cNvPr>
          <p:cNvSpPr txBox="1">
            <a:spLocks/>
          </p:cNvSpPr>
          <p:nvPr/>
        </p:nvSpPr>
        <p:spPr>
          <a:xfrm>
            <a:off x="5804415" y="3339472"/>
            <a:ext cx="1049254" cy="41692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latin typeface="+mn-ea"/>
              </a:rPr>
              <a:t>타입 매칭</a:t>
            </a:r>
            <a:r>
              <a:rPr lang="en-US" altLang="ko-KR" sz="1600">
                <a:latin typeface="+mn-ea"/>
              </a:rPr>
              <a:t>! </a:t>
            </a:r>
            <a:endParaRPr lang="ko-KR" altLang="en-US" sz="1600">
              <a:latin typeface="+mn-ea"/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547FED8-E08D-4E30-0E56-1F5E1553A67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853669" y="3547936"/>
            <a:ext cx="881840" cy="230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3CD2F53-D7DD-BD20-2529-BE985488ED5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4878331" y="3547936"/>
            <a:ext cx="926084" cy="208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1714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AEB6A-72F7-0943-B93F-B362E89FC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Planner</a:t>
            </a:r>
            <a:r>
              <a:rPr lang="ko-KR" altLang="en-US"/>
              <a:t>의 요소</a:t>
            </a:r>
            <a:r>
              <a:rPr lang="en-US" altLang="ko-KR"/>
              <a:t>, 4</a:t>
            </a:r>
            <a:r>
              <a:rPr lang="ko-KR" altLang="en-US"/>
              <a:t>가지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204A7B-075A-D51D-FB59-8FFC8BF18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Current state</a:t>
            </a:r>
          </a:p>
          <a:p>
            <a:r>
              <a:rPr lang="en-US" altLang="ko-KR"/>
              <a:t>Goal state</a:t>
            </a:r>
          </a:p>
          <a:p>
            <a:r>
              <a:rPr lang="en-US" altLang="ko-KR" err="1"/>
              <a:t>Trasition</a:t>
            </a:r>
            <a:r>
              <a:rPr lang="en-US" altLang="ko-KR"/>
              <a:t> model</a:t>
            </a:r>
          </a:p>
          <a:p>
            <a:r>
              <a:rPr lang="ko-KR" altLang="en-US"/>
              <a:t>동작 정의</a:t>
            </a:r>
            <a:endParaRPr lang="en-US" altLang="ko-KR"/>
          </a:p>
          <a:p>
            <a:r>
              <a:rPr lang="ko-KR" altLang="en-US"/>
              <a:t>우리 </a:t>
            </a:r>
            <a:r>
              <a:rPr lang="en-US" altLang="ko-KR"/>
              <a:t>Planner</a:t>
            </a:r>
            <a:r>
              <a:rPr lang="ko-KR" altLang="en-US"/>
              <a:t>의</a:t>
            </a:r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18916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3CB2C-1A10-CC07-FA09-B2796393C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621DB6-EC69-4026-91D9-CB014CA6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부품의 조립</a:t>
            </a:r>
            <a:r>
              <a:rPr lang="en-US" altLang="ko-KR"/>
              <a:t>(</a:t>
            </a:r>
            <a:r>
              <a:rPr lang="ko-KR" altLang="en-US"/>
              <a:t>부위</a:t>
            </a:r>
            <a:r>
              <a:rPr lang="en-US" altLang="ko-KR"/>
              <a:t>)</a:t>
            </a:r>
            <a:r>
              <a:rPr lang="ko-KR" altLang="en-US"/>
              <a:t>속성 정의</a:t>
            </a:r>
            <a:r>
              <a:rPr lang="en-US" altLang="ko-KR"/>
              <a:t>-</a:t>
            </a:r>
            <a:r>
              <a:rPr lang="ko-KR" altLang="en-US"/>
              <a:t>기존 방식과 비교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F4A4254C-940C-4C0C-97EA-9C198C118D6A}"/>
              </a:ext>
            </a:extLst>
          </p:cNvPr>
          <p:cNvCxnSpPr/>
          <p:nvPr/>
        </p:nvCxnSpPr>
        <p:spPr>
          <a:xfrm>
            <a:off x="6096000" y="1921164"/>
            <a:ext cx="0" cy="46089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89394B9-803B-7FF4-CBDA-5E0E5C337709}"/>
              </a:ext>
            </a:extLst>
          </p:cNvPr>
          <p:cNvGrpSpPr/>
          <p:nvPr/>
        </p:nvGrpSpPr>
        <p:grpSpPr>
          <a:xfrm>
            <a:off x="7143186" y="5573753"/>
            <a:ext cx="4049180" cy="409740"/>
            <a:chOff x="7233371" y="5826748"/>
            <a:chExt cx="4049180" cy="409740"/>
          </a:xfrm>
        </p:grpSpPr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B4E48489-B759-019B-C4C5-3C63D8E8C738}"/>
                </a:ext>
              </a:extLst>
            </p:cNvPr>
            <p:cNvSpPr/>
            <p:nvPr/>
          </p:nvSpPr>
          <p:spPr>
            <a:xfrm>
              <a:off x="8611741" y="5826748"/>
              <a:ext cx="1357272" cy="4097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/>
                <a:t>도어 </a:t>
              </a:r>
              <a:r>
                <a:rPr lang="ko-KR" altLang="en-US" sz="1050" err="1"/>
                <a:t>체커</a:t>
              </a:r>
              <a:endParaRPr lang="ko-KR" altLang="en-US" sz="1050"/>
            </a:p>
          </p:txBody>
        </p:sp>
        <p:sp>
          <p:nvSpPr>
            <p:cNvPr id="141" name="타원 140">
              <a:extLst>
                <a:ext uri="{FF2B5EF4-FFF2-40B4-BE49-F238E27FC236}">
                  <a16:creationId xmlns:a16="http://schemas.microsoft.com/office/drawing/2014/main" id="{B2C56317-3EFF-3179-F411-EFE2B628D132}"/>
                </a:ext>
              </a:extLst>
            </p:cNvPr>
            <p:cNvSpPr/>
            <p:nvPr/>
          </p:nvSpPr>
          <p:spPr>
            <a:xfrm>
              <a:off x="10155574" y="5858879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Type D : I</a:t>
              </a:r>
              <a:endParaRPr lang="ko-KR" altLang="en-US" sz="1050"/>
            </a:p>
          </p:txBody>
        </p: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4D77D6F0-7DFA-025B-CB29-34BE2C4533D2}"/>
                </a:ext>
              </a:extLst>
            </p:cNvPr>
            <p:cNvCxnSpPr>
              <a:cxnSpLocks/>
              <a:stCxn id="25" idx="3"/>
              <a:endCxn id="140" idx="2"/>
            </p:cNvCxnSpPr>
            <p:nvPr/>
          </p:nvCxnSpPr>
          <p:spPr>
            <a:xfrm flipV="1">
              <a:off x="8408896" y="6031618"/>
              <a:ext cx="202845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C6A86104-46D1-094F-D9D6-CEB4404A34D2}"/>
                </a:ext>
              </a:extLst>
            </p:cNvPr>
            <p:cNvCxnSpPr>
              <a:cxnSpLocks/>
              <a:stCxn id="141" idx="2"/>
              <a:endCxn id="140" idx="6"/>
            </p:cNvCxnSpPr>
            <p:nvPr/>
          </p:nvCxnSpPr>
          <p:spPr>
            <a:xfrm flipH="1">
              <a:off x="9969013" y="6031618"/>
              <a:ext cx="186561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BBE4D9FD-7D4E-B619-A8AB-AC74A1C1F6EA}"/>
                </a:ext>
              </a:extLst>
            </p:cNvPr>
            <p:cNvSpPr/>
            <p:nvPr/>
          </p:nvSpPr>
          <p:spPr>
            <a:xfrm>
              <a:off x="7233371" y="587009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C : M</a:t>
              </a:r>
              <a:endParaRPr lang="ko-KR" altLang="en-US" sz="120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9862ED26-A001-7559-BEA7-58AFD1DBBA0D}"/>
              </a:ext>
            </a:extLst>
          </p:cNvPr>
          <p:cNvGrpSpPr/>
          <p:nvPr/>
        </p:nvGrpSpPr>
        <p:grpSpPr>
          <a:xfrm>
            <a:off x="7300447" y="3783019"/>
            <a:ext cx="3726351" cy="1305950"/>
            <a:chOff x="8076725" y="1370485"/>
            <a:chExt cx="3726351" cy="1305950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9E4FBC3-7910-53E0-6777-3ADD752BC6B0}"/>
                </a:ext>
              </a:extLst>
            </p:cNvPr>
            <p:cNvSpPr/>
            <p:nvPr/>
          </p:nvSpPr>
          <p:spPr>
            <a:xfrm>
              <a:off x="9292707" y="2027201"/>
              <a:ext cx="1275738" cy="33241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도어 래치</a:t>
              </a: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855DC774-D9AF-EB4A-186F-D92BF6B61474}"/>
                </a:ext>
              </a:extLst>
            </p:cNvPr>
            <p:cNvSpPr/>
            <p:nvPr/>
          </p:nvSpPr>
          <p:spPr>
            <a:xfrm>
              <a:off x="10548279" y="1550550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22173769-1E92-6841-0E52-9134AAF95481}"/>
                </a:ext>
              </a:extLst>
            </p:cNvPr>
            <p:cNvSpPr/>
            <p:nvPr/>
          </p:nvSpPr>
          <p:spPr>
            <a:xfrm>
              <a:off x="10627550" y="2390651"/>
              <a:ext cx="1175526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E : M</a:t>
              </a:r>
              <a:endParaRPr lang="ko-KR" altLang="en-US" sz="100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94A42DA4-63F4-0A5B-545F-1845BA2FB9CF}"/>
                </a:ext>
              </a:extLst>
            </p:cNvPr>
            <p:cNvSpPr/>
            <p:nvPr/>
          </p:nvSpPr>
          <p:spPr>
            <a:xfrm>
              <a:off x="8076726" y="2396159"/>
              <a:ext cx="1175525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F : M </a:t>
              </a:r>
              <a:endParaRPr lang="ko-KR" altLang="en-US" sz="1000"/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64BB8703-1BD2-1429-DAEB-0B1086D175CB}"/>
                </a:ext>
              </a:extLst>
            </p:cNvPr>
            <p:cNvCxnSpPr>
              <a:cxnSpLocks/>
              <a:stCxn id="26" idx="2"/>
              <a:endCxn id="4" idx="1"/>
            </p:cNvCxnSpPr>
            <p:nvPr/>
          </p:nvCxnSpPr>
          <p:spPr>
            <a:xfrm>
              <a:off x="8664488" y="1693524"/>
              <a:ext cx="815047" cy="38235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338B28F5-3604-DEEB-DE82-65900A142EFD}"/>
                </a:ext>
              </a:extLst>
            </p:cNvPr>
            <p:cNvCxnSpPr>
              <a:cxnSpLocks/>
              <a:stCxn id="4" idx="7"/>
              <a:endCxn id="6" idx="3"/>
            </p:cNvCxnSpPr>
            <p:nvPr/>
          </p:nvCxnSpPr>
          <p:spPr>
            <a:xfrm flipV="1">
              <a:off x="10381618" y="1789781"/>
              <a:ext cx="329677" cy="28610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6927075C-5AAB-25E2-BF05-EE1CA8BCCC8F}"/>
                </a:ext>
              </a:extLst>
            </p:cNvPr>
            <p:cNvCxnSpPr>
              <a:cxnSpLocks/>
              <a:stCxn id="7" idx="1"/>
              <a:endCxn id="4" idx="5"/>
            </p:cNvCxnSpPr>
            <p:nvPr/>
          </p:nvCxnSpPr>
          <p:spPr>
            <a:xfrm flipH="1" flipV="1">
              <a:off x="10381618" y="2310930"/>
              <a:ext cx="418084" cy="1207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4E39B337-E6E9-A82F-D2A9-C60715D5648F}"/>
                </a:ext>
              </a:extLst>
            </p:cNvPr>
            <p:cNvCxnSpPr>
              <a:cxnSpLocks/>
              <a:stCxn id="8" idx="7"/>
              <a:endCxn id="4" idx="3"/>
            </p:cNvCxnSpPr>
            <p:nvPr/>
          </p:nvCxnSpPr>
          <p:spPr>
            <a:xfrm flipV="1">
              <a:off x="9080100" y="2310930"/>
              <a:ext cx="399435" cy="12627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341BC8F9-D7B8-BAB7-C11F-778846EA1BD5}"/>
                </a:ext>
              </a:extLst>
            </p:cNvPr>
            <p:cNvSpPr/>
            <p:nvPr/>
          </p:nvSpPr>
          <p:spPr>
            <a:xfrm>
              <a:off x="8076725" y="1370485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B : F</a:t>
              </a:r>
              <a:endParaRPr lang="ko-KR" altLang="en-US" sz="1200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E38DAD-3BF1-E80B-3A9E-CDB17290BE65}"/>
              </a:ext>
            </a:extLst>
          </p:cNvPr>
          <p:cNvGrpSpPr/>
          <p:nvPr/>
        </p:nvGrpSpPr>
        <p:grpSpPr>
          <a:xfrm>
            <a:off x="6408862" y="1562288"/>
            <a:ext cx="2331630" cy="1616270"/>
            <a:chOff x="6506222" y="3476576"/>
            <a:chExt cx="2331630" cy="1616270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94355EAA-57BE-37DF-473C-206348DB29B5}"/>
                </a:ext>
              </a:extLst>
            </p:cNvPr>
            <p:cNvSpPr/>
            <p:nvPr/>
          </p:nvSpPr>
          <p:spPr>
            <a:xfrm>
              <a:off x="6506222" y="4006203"/>
              <a:ext cx="842684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프론트 도어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2D0FA7EF-0F48-85A9-86A5-F69C7A71C029}"/>
                </a:ext>
              </a:extLst>
            </p:cNvPr>
            <p:cNvCxnSpPr>
              <a:cxnSpLocks/>
              <a:stCxn id="31" idx="2"/>
              <a:endCxn id="17" idx="7"/>
            </p:cNvCxnSpPr>
            <p:nvPr/>
          </p:nvCxnSpPr>
          <p:spPr>
            <a:xfrm flipH="1">
              <a:off x="7225498" y="3616714"/>
              <a:ext cx="468023" cy="46640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1877E03E-EB00-4917-0B05-3E36B6B079E1}"/>
                </a:ext>
              </a:extLst>
            </p:cNvPr>
            <p:cNvCxnSpPr>
              <a:cxnSpLocks/>
              <a:stCxn id="32" idx="1"/>
              <a:endCxn id="17" idx="5"/>
            </p:cNvCxnSpPr>
            <p:nvPr/>
          </p:nvCxnSpPr>
          <p:spPr>
            <a:xfrm flipH="1" flipV="1">
              <a:off x="7225498" y="4454495"/>
              <a:ext cx="436829" cy="4768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8D6AC3D-26D0-05DD-F921-7BFDD5BE3AA5}"/>
                </a:ext>
              </a:extLst>
            </p:cNvPr>
            <p:cNvSpPr/>
            <p:nvPr/>
          </p:nvSpPr>
          <p:spPr>
            <a:xfrm>
              <a:off x="7693521" y="3476576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08AECF0B-A155-CB20-3D50-6C684DB42BE1}"/>
                </a:ext>
              </a:extLst>
            </p:cNvPr>
            <p:cNvSpPr/>
            <p:nvPr/>
          </p:nvSpPr>
          <p:spPr>
            <a:xfrm>
              <a:off x="7662327" y="4769807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C : M</a:t>
              </a:r>
              <a:endParaRPr lang="ko-KR" altLang="en-US" sz="120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3A0BFBC-82BE-70D2-21B9-B5845CB13B2E}"/>
                </a:ext>
              </a:extLst>
            </p:cNvPr>
            <p:cNvSpPr/>
            <p:nvPr/>
          </p:nvSpPr>
          <p:spPr>
            <a:xfrm>
              <a:off x="7662327" y="411041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Type B : F</a:t>
              </a:r>
              <a:endParaRPr lang="ko-KR" altLang="en-US" sz="1200"/>
            </a:p>
          </p:txBody>
        </p: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058C2604-E1DD-1A9A-9931-3D033227702E}"/>
                </a:ext>
              </a:extLst>
            </p:cNvPr>
            <p:cNvCxnSpPr>
              <a:cxnSpLocks/>
              <a:stCxn id="34" idx="1"/>
              <a:endCxn id="17" idx="6"/>
            </p:cNvCxnSpPr>
            <p:nvPr/>
          </p:nvCxnSpPr>
          <p:spPr>
            <a:xfrm flipH="1" flipV="1">
              <a:off x="7348906" y="4268807"/>
              <a:ext cx="313421" cy="31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8D8BAF4-D85F-98FD-EEA7-A44CEDCAE477}"/>
              </a:ext>
            </a:extLst>
          </p:cNvPr>
          <p:cNvGrpSpPr/>
          <p:nvPr/>
        </p:nvGrpSpPr>
        <p:grpSpPr>
          <a:xfrm>
            <a:off x="9315339" y="1586563"/>
            <a:ext cx="1126977" cy="1068995"/>
            <a:chOff x="10719062" y="3833491"/>
            <a:chExt cx="1126977" cy="1068995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FD15C222-15EF-02E9-C963-7A3B936E79DD}"/>
                </a:ext>
              </a:extLst>
            </p:cNvPr>
            <p:cNvSpPr/>
            <p:nvPr/>
          </p:nvSpPr>
          <p:spPr>
            <a:xfrm>
              <a:off x="10861209" y="3833491"/>
              <a:ext cx="84268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바디</a:t>
              </a: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F6499A28-3BBA-6229-BA54-E93B33116535}"/>
                </a:ext>
              </a:extLst>
            </p:cNvPr>
            <p:cNvCxnSpPr>
              <a:cxnSpLocks/>
              <a:stCxn id="45" idx="0"/>
              <a:endCxn id="37" idx="4"/>
            </p:cNvCxnSpPr>
            <p:nvPr/>
          </p:nvCxnSpPr>
          <p:spPr>
            <a:xfrm flipV="1">
              <a:off x="11282551" y="4298070"/>
              <a:ext cx="0" cy="25893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B1CFD25-0B1F-2C23-0E2B-AC3D03C3F16B}"/>
                </a:ext>
              </a:extLst>
            </p:cNvPr>
            <p:cNvSpPr/>
            <p:nvPr/>
          </p:nvSpPr>
          <p:spPr>
            <a:xfrm>
              <a:off x="10719062" y="4557008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/>
                <a:t>Type D : I</a:t>
              </a:r>
              <a:endParaRPr lang="ko-KR" altLang="en-US" sz="1050"/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A9FAACE7-1B90-2A7A-B9DB-78B03B89E37E}"/>
              </a:ext>
            </a:extLst>
          </p:cNvPr>
          <p:cNvSpPr/>
          <p:nvPr/>
        </p:nvSpPr>
        <p:spPr>
          <a:xfrm>
            <a:off x="10895800" y="1582974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69AB502-D58F-CDDD-C3DF-8736A3BE56A9}"/>
              </a:ext>
            </a:extLst>
          </p:cNvPr>
          <p:cNvSpPr/>
          <p:nvPr/>
        </p:nvSpPr>
        <p:spPr>
          <a:xfrm>
            <a:off x="10823107" y="2277222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M</a:t>
            </a:r>
            <a:endParaRPr lang="ko-KR" altLang="en-US" sz="105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3A58D58F-81F4-2349-0C48-6300A048B8E8}"/>
              </a:ext>
            </a:extLst>
          </p:cNvPr>
          <p:cNvCxnSpPr>
            <a:cxnSpLocks/>
            <a:stCxn id="5" idx="0"/>
            <a:endCxn id="3" idx="4"/>
          </p:cNvCxnSpPr>
          <p:nvPr/>
        </p:nvCxnSpPr>
        <p:spPr>
          <a:xfrm flipV="1">
            <a:off x="11386596" y="2047553"/>
            <a:ext cx="0" cy="22966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0755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A0B29-B7FE-FEBC-893B-DAD355242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0012E4-3731-59C5-0CB2-4F4999D94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속성 일치 검색 단계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A03A08-CA8A-EB83-9173-15E408C54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75830"/>
          </a:xfrm>
        </p:spPr>
        <p:txBody>
          <a:bodyPr>
            <a:normAutofit lnSpcReduction="10000"/>
          </a:bodyPr>
          <a:lstStyle/>
          <a:p>
            <a:r>
              <a:rPr lang="ko-KR" altLang="en-US"/>
              <a:t>곰팡이형 노드들을 속성에 따라 연결하는 그림</a:t>
            </a:r>
            <a:r>
              <a:rPr lang="en-US" altLang="ko-KR"/>
              <a:t>.</a:t>
            </a:r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4DB606F-C3EA-258A-B142-C225C173F9AE}"/>
              </a:ext>
            </a:extLst>
          </p:cNvPr>
          <p:cNvGraphicFramePr>
            <a:graphicFrameLocks noGrp="1"/>
          </p:cNvGraphicFramePr>
          <p:nvPr/>
        </p:nvGraphicFramePr>
        <p:xfrm>
          <a:off x="8712200" y="3181626"/>
          <a:ext cx="2498977" cy="307068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201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70695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76767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순번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조립 정보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76767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76767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76767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F89DE0B-4856-8C63-3EB1-344F15B03069}"/>
              </a:ext>
            </a:extLst>
          </p:cNvPr>
          <p:cNvCxnSpPr>
            <a:cxnSpLocks/>
            <a:stCxn id="22" idx="4"/>
            <a:endCxn id="26" idx="0"/>
          </p:cNvCxnSpPr>
          <p:nvPr/>
        </p:nvCxnSpPr>
        <p:spPr>
          <a:xfrm>
            <a:off x="5608579" y="335436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891BB282-3C84-A578-DE8A-46E799644DCF}"/>
              </a:ext>
            </a:extLst>
          </p:cNvPr>
          <p:cNvSpPr/>
          <p:nvPr/>
        </p:nvSpPr>
        <p:spPr>
          <a:xfrm>
            <a:off x="3805336" y="4178426"/>
            <a:ext cx="842684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도어</a:t>
            </a:r>
            <a:endParaRPr lang="en-US" altLang="ko-KR" sz="1000"/>
          </a:p>
          <a:p>
            <a:pPr algn="ctr"/>
            <a:r>
              <a:rPr lang="ko-KR" altLang="en-US" sz="1000" err="1"/>
              <a:t>체커</a:t>
            </a:r>
            <a:endParaRPr lang="ko-KR" altLang="en-US" sz="100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604BF63-115C-48C7-97A5-9F21683052BA}"/>
              </a:ext>
            </a:extLst>
          </p:cNvPr>
          <p:cNvCxnSpPr>
            <a:cxnSpLocks/>
            <a:stCxn id="20" idx="2"/>
            <a:endCxn id="7" idx="6"/>
          </p:cNvCxnSpPr>
          <p:nvPr/>
        </p:nvCxnSpPr>
        <p:spPr>
          <a:xfrm flipH="1">
            <a:off x="4648020" y="4444403"/>
            <a:ext cx="39707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106E2C92-02BC-5004-90EB-21FCE523A0BE}"/>
              </a:ext>
            </a:extLst>
          </p:cNvPr>
          <p:cNvSpPr/>
          <p:nvPr/>
        </p:nvSpPr>
        <p:spPr>
          <a:xfrm>
            <a:off x="980823" y="3129593"/>
            <a:ext cx="842684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프론트 도어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6CAD9E-5BB8-47B0-BEBD-4B9BE6216680}"/>
              </a:ext>
            </a:extLst>
          </p:cNvPr>
          <p:cNvCxnSpPr>
            <a:cxnSpLocks/>
            <a:stCxn id="15" idx="1"/>
            <a:endCxn id="9" idx="6"/>
          </p:cNvCxnSpPr>
          <p:nvPr/>
        </p:nvCxnSpPr>
        <p:spPr>
          <a:xfrm flipH="1" flipV="1">
            <a:off x="1823507" y="3392197"/>
            <a:ext cx="271028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타원 11">
            <a:extLst>
              <a:ext uri="{FF2B5EF4-FFF2-40B4-BE49-F238E27FC236}">
                <a16:creationId xmlns:a16="http://schemas.microsoft.com/office/drawing/2014/main" id="{54A00992-69D5-27D7-D4AC-9F45E094DF2F}"/>
              </a:ext>
            </a:extLst>
          </p:cNvPr>
          <p:cNvSpPr/>
          <p:nvPr/>
        </p:nvSpPr>
        <p:spPr>
          <a:xfrm>
            <a:off x="6443095" y="2949337"/>
            <a:ext cx="842684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바디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1A4C478-70C7-0802-D518-7B0FB294453F}"/>
              </a:ext>
            </a:extLst>
          </p:cNvPr>
          <p:cNvCxnSpPr>
            <a:cxnSpLocks/>
            <a:stCxn id="22" idx="6"/>
            <a:endCxn id="12" idx="2"/>
          </p:cNvCxnSpPr>
          <p:nvPr/>
        </p:nvCxnSpPr>
        <p:spPr>
          <a:xfrm>
            <a:off x="6172067" y="3181626"/>
            <a:ext cx="271028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C4CFF5A-B16B-AB59-5507-4109B54C7B53}"/>
              </a:ext>
            </a:extLst>
          </p:cNvPr>
          <p:cNvSpPr/>
          <p:nvPr/>
        </p:nvSpPr>
        <p:spPr>
          <a:xfrm>
            <a:off x="2094535" y="3275229"/>
            <a:ext cx="1313731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Type C : F </a:t>
            </a:r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961A30-F67E-B7DC-792C-BEB6E20BDC55}"/>
              </a:ext>
            </a:extLst>
          </p:cNvPr>
          <p:cNvSpPr/>
          <p:nvPr/>
        </p:nvSpPr>
        <p:spPr>
          <a:xfrm>
            <a:off x="2094535" y="4323843"/>
            <a:ext cx="1313731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Type C : M </a:t>
            </a:r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C5D73BD-64D1-4341-F58E-C6D6ED7E2070}"/>
              </a:ext>
            </a:extLst>
          </p:cNvPr>
          <p:cNvCxnSpPr>
            <a:cxnSpLocks/>
            <a:stCxn id="17" idx="3"/>
            <a:endCxn id="7" idx="2"/>
          </p:cNvCxnSpPr>
          <p:nvPr/>
        </p:nvCxnSpPr>
        <p:spPr>
          <a:xfrm>
            <a:off x="3408266" y="4444403"/>
            <a:ext cx="39707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타원 19">
            <a:extLst>
              <a:ext uri="{FF2B5EF4-FFF2-40B4-BE49-F238E27FC236}">
                <a16:creationId xmlns:a16="http://schemas.microsoft.com/office/drawing/2014/main" id="{AAF58CB6-3FB0-4EBA-949D-F227E332D011}"/>
              </a:ext>
            </a:extLst>
          </p:cNvPr>
          <p:cNvSpPr/>
          <p:nvPr/>
        </p:nvSpPr>
        <p:spPr>
          <a:xfrm>
            <a:off x="5045090" y="4271664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I</a:t>
            </a:r>
            <a:endParaRPr lang="ko-KR" altLang="en-US" sz="105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E4FBF58-3499-0BE9-8BC8-FAEDF469D71A}"/>
              </a:ext>
            </a:extLst>
          </p:cNvPr>
          <p:cNvSpPr/>
          <p:nvPr/>
        </p:nvSpPr>
        <p:spPr>
          <a:xfrm>
            <a:off x="5045090" y="3008887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F</a:t>
            </a:r>
            <a:endParaRPr lang="ko-KR" altLang="en-US" sz="105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B001176F-CB68-6ADF-2189-49B444CA21AD}"/>
              </a:ext>
            </a:extLst>
          </p:cNvPr>
          <p:cNvSpPr/>
          <p:nvPr/>
        </p:nvSpPr>
        <p:spPr>
          <a:xfrm>
            <a:off x="5117783" y="5704307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2B67FD4-C53C-3F69-2504-A2990FBD74EB}"/>
              </a:ext>
            </a:extLst>
          </p:cNvPr>
          <p:cNvSpPr/>
          <p:nvPr/>
        </p:nvSpPr>
        <p:spPr>
          <a:xfrm>
            <a:off x="5045090" y="5186090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Type D : M</a:t>
            </a:r>
            <a:endParaRPr lang="ko-KR" altLang="en-US" sz="1050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CD1ABCA9-4B62-FFCF-77FF-27CD9C2C329A}"/>
              </a:ext>
            </a:extLst>
          </p:cNvPr>
          <p:cNvCxnSpPr>
            <a:cxnSpLocks/>
            <a:stCxn id="26" idx="4"/>
            <a:endCxn id="23" idx="0"/>
          </p:cNvCxnSpPr>
          <p:nvPr/>
        </p:nvCxnSpPr>
        <p:spPr>
          <a:xfrm>
            <a:off x="5608579" y="553156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37B2D7C6-7411-A25A-D959-217B24D48AEE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2751401" y="351634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81C75073-1256-0ECA-B267-01D601ED13E7}"/>
              </a:ext>
            </a:extLst>
          </p:cNvPr>
          <p:cNvSpPr txBox="1">
            <a:spLocks/>
          </p:cNvSpPr>
          <p:nvPr/>
        </p:nvSpPr>
        <p:spPr>
          <a:xfrm>
            <a:off x="3677485" y="3471429"/>
            <a:ext cx="1049254" cy="41692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>
                <a:latin typeface="+mn-ea"/>
              </a:rPr>
              <a:t>타입 매칭</a:t>
            </a:r>
            <a:r>
              <a:rPr lang="en-US" altLang="ko-KR" sz="1600">
                <a:latin typeface="+mn-ea"/>
              </a:rPr>
              <a:t>! </a:t>
            </a:r>
            <a:endParaRPr lang="ko-KR" altLang="en-US" sz="1600">
              <a:latin typeface="+mn-ea"/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1898254-F761-B327-8118-C2F779746941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4726739" y="3679893"/>
            <a:ext cx="881840" cy="230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4EA24C8-69D2-6209-DB15-321948FFC928}"/>
              </a:ext>
            </a:extLst>
          </p:cNvPr>
          <p:cNvCxnSpPr>
            <a:cxnSpLocks/>
            <a:stCxn id="29" idx="1"/>
          </p:cNvCxnSpPr>
          <p:nvPr/>
        </p:nvCxnSpPr>
        <p:spPr>
          <a:xfrm flipH="1">
            <a:off x="2751401" y="3679893"/>
            <a:ext cx="926084" cy="208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17903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3D125-948A-F3D6-0839-E99EEDB2D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C561E-AB60-204B-B425-60FF973E8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속성 일치 검색 단계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3AF861F-6EC1-E1FD-4CB7-C2561E5CDC65}"/>
              </a:ext>
            </a:extLst>
          </p:cNvPr>
          <p:cNvGrpSpPr/>
          <p:nvPr/>
        </p:nvGrpSpPr>
        <p:grpSpPr>
          <a:xfrm>
            <a:off x="397164" y="2570646"/>
            <a:ext cx="5200073" cy="3219549"/>
            <a:chOff x="2247754" y="2829264"/>
            <a:chExt cx="6386534" cy="3219549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32708597-FA33-1E76-0D1C-E7B5B99BD8CE}"/>
                </a:ext>
              </a:extLst>
            </p:cNvPr>
            <p:cNvCxnSpPr>
              <a:cxnSpLocks/>
              <a:stCxn id="22" idx="4"/>
              <a:endCxn id="26" idx="0"/>
            </p:cNvCxnSpPr>
            <p:nvPr/>
          </p:nvCxnSpPr>
          <p:spPr>
            <a:xfrm>
              <a:off x="6957088" y="3234292"/>
              <a:ext cx="0" cy="183172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AFFA0A7C-07C2-961E-67C4-A483F6C3C8EB}"/>
                </a:ext>
              </a:extLst>
            </p:cNvPr>
            <p:cNvSpPr/>
            <p:nvPr/>
          </p:nvSpPr>
          <p:spPr>
            <a:xfrm>
              <a:off x="5153845" y="4058353"/>
              <a:ext cx="842684" cy="53195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도어</a:t>
              </a:r>
              <a:endParaRPr lang="en-US" altLang="ko-KR" sz="800"/>
            </a:p>
            <a:p>
              <a:pPr algn="ctr"/>
              <a:r>
                <a:rPr lang="ko-KR" altLang="en-US" sz="800" err="1"/>
                <a:t>체커</a:t>
              </a:r>
              <a:endParaRPr lang="ko-KR" altLang="en-US" sz="800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E4293930-5EA3-1B2D-2DD5-45F2234E5E26}"/>
                </a:ext>
              </a:extLst>
            </p:cNvPr>
            <p:cNvCxnSpPr>
              <a:cxnSpLocks/>
              <a:stCxn id="20" idx="2"/>
              <a:endCxn id="7" idx="6"/>
            </p:cNvCxnSpPr>
            <p:nvPr/>
          </p:nvCxnSpPr>
          <p:spPr>
            <a:xfrm flipH="1">
              <a:off x="5996529" y="4324330"/>
              <a:ext cx="397070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A59D762-E52C-2427-FAAB-B0A19255FAA9}"/>
                </a:ext>
              </a:extLst>
            </p:cNvPr>
            <p:cNvSpPr/>
            <p:nvPr/>
          </p:nvSpPr>
          <p:spPr>
            <a:xfrm>
              <a:off x="2247754" y="3009520"/>
              <a:ext cx="924262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프론트 도어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5C5626A9-4EE0-12C4-7F90-3FEA07B17932}"/>
                </a:ext>
              </a:extLst>
            </p:cNvPr>
            <p:cNvCxnSpPr>
              <a:cxnSpLocks/>
              <a:stCxn id="15" idx="1"/>
              <a:endCxn id="9" idx="6"/>
            </p:cNvCxnSpPr>
            <p:nvPr/>
          </p:nvCxnSpPr>
          <p:spPr>
            <a:xfrm flipH="1" flipV="1">
              <a:off x="3172016" y="3272124"/>
              <a:ext cx="271028" cy="359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166D1066-C2DB-76C5-B518-51CB6D3E8D18}"/>
                </a:ext>
              </a:extLst>
            </p:cNvPr>
            <p:cNvSpPr/>
            <p:nvPr/>
          </p:nvSpPr>
          <p:spPr>
            <a:xfrm>
              <a:off x="7791604" y="2829264"/>
              <a:ext cx="84268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바디</a:t>
              </a:r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79B1D36F-990E-3E2C-833F-06CF9AF016A7}"/>
                </a:ext>
              </a:extLst>
            </p:cNvPr>
            <p:cNvCxnSpPr>
              <a:cxnSpLocks/>
              <a:stCxn id="22" idx="6"/>
              <a:endCxn id="12" idx="2"/>
            </p:cNvCxnSpPr>
            <p:nvPr/>
          </p:nvCxnSpPr>
          <p:spPr>
            <a:xfrm>
              <a:off x="7520576" y="3061553"/>
              <a:ext cx="271028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099B4E7B-B2CB-18EE-BA80-CA4D75F772A1}"/>
                </a:ext>
              </a:extLst>
            </p:cNvPr>
            <p:cNvSpPr/>
            <p:nvPr/>
          </p:nvSpPr>
          <p:spPr>
            <a:xfrm>
              <a:off x="3443044" y="3155156"/>
              <a:ext cx="1313731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Type C : F </a:t>
              </a:r>
              <a:endParaRPr lang="ko-KR" altLang="en-US" sz="140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457D09B-5D41-7483-5625-842E747E7291}"/>
                </a:ext>
              </a:extLst>
            </p:cNvPr>
            <p:cNvSpPr/>
            <p:nvPr/>
          </p:nvSpPr>
          <p:spPr>
            <a:xfrm>
              <a:off x="3443044" y="4203770"/>
              <a:ext cx="1313731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Type C : M </a:t>
              </a:r>
              <a:endParaRPr lang="ko-KR" altLang="en-US" sz="1400"/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2292285-8AF6-348E-DFC8-B99C543CA99C}"/>
                </a:ext>
              </a:extLst>
            </p:cNvPr>
            <p:cNvCxnSpPr>
              <a:cxnSpLocks/>
              <a:stCxn id="17" idx="3"/>
              <a:endCxn id="7" idx="2"/>
            </p:cNvCxnSpPr>
            <p:nvPr/>
          </p:nvCxnSpPr>
          <p:spPr>
            <a:xfrm>
              <a:off x="4756775" y="4324330"/>
              <a:ext cx="397070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ED7F99B-C8E5-8647-4E7E-5DD5B748FCF9}"/>
                </a:ext>
              </a:extLst>
            </p:cNvPr>
            <p:cNvSpPr/>
            <p:nvPr/>
          </p:nvSpPr>
          <p:spPr>
            <a:xfrm>
              <a:off x="6393599" y="4151591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CC77A18-F37F-7994-3C08-B7726E23F9D7}"/>
                </a:ext>
              </a:extLst>
            </p:cNvPr>
            <p:cNvSpPr/>
            <p:nvPr/>
          </p:nvSpPr>
          <p:spPr>
            <a:xfrm>
              <a:off x="6393599" y="2888814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14C6C761-C8B7-D908-F76C-4B86543AECFE}"/>
                </a:ext>
              </a:extLst>
            </p:cNvPr>
            <p:cNvSpPr/>
            <p:nvPr/>
          </p:nvSpPr>
          <p:spPr>
            <a:xfrm>
              <a:off x="6466292" y="5584234"/>
              <a:ext cx="981592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볼트</a:t>
              </a:r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6EA9A67D-8545-C7CA-5854-0626FCF47A3D}"/>
                </a:ext>
              </a:extLst>
            </p:cNvPr>
            <p:cNvSpPr/>
            <p:nvPr/>
          </p:nvSpPr>
          <p:spPr>
            <a:xfrm>
              <a:off x="6393599" y="5066017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1D1C4001-23ED-1A6E-5E62-EB56345B254E}"/>
                </a:ext>
              </a:extLst>
            </p:cNvPr>
            <p:cNvCxnSpPr>
              <a:cxnSpLocks/>
              <a:stCxn id="26" idx="4"/>
              <a:endCxn id="23" idx="0"/>
            </p:cNvCxnSpPr>
            <p:nvPr/>
          </p:nvCxnSpPr>
          <p:spPr>
            <a:xfrm>
              <a:off x="6957088" y="5411495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4A8AEB6-935C-A327-3560-B9ADECF8D4F7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>
              <a:off x="4099910" y="3396276"/>
              <a:ext cx="0" cy="80749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내용 개체 틀 2">
              <a:extLst>
                <a:ext uri="{FF2B5EF4-FFF2-40B4-BE49-F238E27FC236}">
                  <a16:creationId xmlns:a16="http://schemas.microsoft.com/office/drawing/2014/main" id="{AC5B551A-70A1-2AFE-54C1-1319A207AFCA}"/>
                </a:ext>
              </a:extLst>
            </p:cNvPr>
            <p:cNvSpPr txBox="1">
              <a:spLocks/>
            </p:cNvSpPr>
            <p:nvPr/>
          </p:nvSpPr>
          <p:spPr>
            <a:xfrm>
              <a:off x="5025994" y="3351356"/>
              <a:ext cx="1049254" cy="416928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ko-KR" altLang="en-US" sz="1200">
                  <a:latin typeface="+mn-ea"/>
                </a:rPr>
                <a:t>타입 매칭</a:t>
              </a:r>
              <a:r>
                <a:rPr lang="en-US" altLang="ko-KR" sz="1200">
                  <a:latin typeface="+mn-ea"/>
                </a:rPr>
                <a:t>! </a:t>
              </a:r>
              <a:endParaRPr lang="ko-KR" altLang="en-US" sz="1200">
                <a:latin typeface="+mn-ea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188D2C4B-D7C4-8173-5B74-5D259156D810}"/>
                </a:ext>
              </a:extLst>
            </p:cNvPr>
            <p:cNvCxnSpPr>
              <a:cxnSpLocks/>
              <a:stCxn id="29" idx="3"/>
            </p:cNvCxnSpPr>
            <p:nvPr/>
          </p:nvCxnSpPr>
          <p:spPr>
            <a:xfrm>
              <a:off x="6075248" y="3559820"/>
              <a:ext cx="881840" cy="23051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E699ADF3-9039-A778-1AC9-BE664E33BB31}"/>
                </a:ext>
              </a:extLst>
            </p:cNvPr>
            <p:cNvCxnSpPr>
              <a:cxnSpLocks/>
              <a:stCxn id="29" idx="1"/>
            </p:cNvCxnSpPr>
            <p:nvPr/>
          </p:nvCxnSpPr>
          <p:spPr>
            <a:xfrm flipH="1">
              <a:off x="4099910" y="3559820"/>
              <a:ext cx="926084" cy="2084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994447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E4E5A-B317-54F1-2C3F-825C8F216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A637A49-92D6-7DFC-A324-DBEFA4EED241}"/>
              </a:ext>
            </a:extLst>
          </p:cNvPr>
          <p:cNvSpPr/>
          <p:nvPr/>
        </p:nvSpPr>
        <p:spPr>
          <a:xfrm>
            <a:off x="6158592" y="2753045"/>
            <a:ext cx="1835216" cy="290547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DA776EA-2E2C-351B-A5C1-AC3BD0275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속성 일치 검색 단계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09A4C6C-09D8-0957-F46F-059AB21FE9B7}"/>
              </a:ext>
            </a:extLst>
          </p:cNvPr>
          <p:cNvGrpSpPr/>
          <p:nvPr/>
        </p:nvGrpSpPr>
        <p:grpSpPr>
          <a:xfrm>
            <a:off x="600275" y="2570646"/>
            <a:ext cx="5200074" cy="3219549"/>
            <a:chOff x="397163" y="2570646"/>
            <a:chExt cx="5200074" cy="3219549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2BF1EEBA-1E0D-C73C-9D42-4DA64ADF095D}"/>
                </a:ext>
              </a:extLst>
            </p:cNvPr>
            <p:cNvCxnSpPr>
              <a:cxnSpLocks/>
              <a:stCxn id="22" idx="4"/>
              <a:endCxn id="26" idx="0"/>
            </p:cNvCxnSpPr>
            <p:nvPr/>
          </p:nvCxnSpPr>
          <p:spPr>
            <a:xfrm>
              <a:off x="4231620" y="2975674"/>
              <a:ext cx="0" cy="183172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BFE1860A-CD8C-417F-B551-624F20458CE0}"/>
                </a:ext>
              </a:extLst>
            </p:cNvPr>
            <p:cNvSpPr/>
            <p:nvPr/>
          </p:nvSpPr>
          <p:spPr>
            <a:xfrm>
              <a:off x="2763375" y="3799735"/>
              <a:ext cx="686134" cy="53195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도어</a:t>
              </a:r>
              <a:endParaRPr lang="en-US" altLang="ko-KR" sz="800"/>
            </a:p>
            <a:p>
              <a:pPr algn="ctr"/>
              <a:r>
                <a:rPr lang="ko-KR" altLang="en-US" sz="800" err="1"/>
                <a:t>체커</a:t>
              </a:r>
              <a:endParaRPr lang="ko-KR" altLang="en-US" sz="800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65E22241-775D-4719-DA44-CA1A33AE6751}"/>
                </a:ext>
              </a:extLst>
            </p:cNvPr>
            <p:cNvCxnSpPr>
              <a:cxnSpLocks/>
              <a:stCxn id="20" idx="2"/>
              <a:endCxn id="7" idx="6"/>
            </p:cNvCxnSpPr>
            <p:nvPr/>
          </p:nvCxnSpPr>
          <p:spPr>
            <a:xfrm flipH="1">
              <a:off x="3449510" y="4065712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1693DC8A-7A88-4AC8-CF12-7B3C6DD1046C}"/>
                </a:ext>
              </a:extLst>
            </p:cNvPr>
            <p:cNvSpPr/>
            <p:nvPr/>
          </p:nvSpPr>
          <p:spPr>
            <a:xfrm>
              <a:off x="397163" y="2750902"/>
              <a:ext cx="9042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프론트 도어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556CC540-55BF-D529-B485-B53079589AC0}"/>
                </a:ext>
              </a:extLst>
            </p:cNvPr>
            <p:cNvCxnSpPr>
              <a:cxnSpLocks/>
              <a:stCxn id="15" idx="1"/>
              <a:endCxn id="9" idx="6"/>
            </p:cNvCxnSpPr>
            <p:nvPr/>
          </p:nvCxnSpPr>
          <p:spPr>
            <a:xfrm flipH="1" flipV="1">
              <a:off x="1301413" y="3013506"/>
              <a:ext cx="68986" cy="359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91C8D13-193D-151E-DB02-9A39B7A444EC}"/>
                </a:ext>
              </a:extLst>
            </p:cNvPr>
            <p:cNvSpPr/>
            <p:nvPr/>
          </p:nvSpPr>
          <p:spPr>
            <a:xfrm>
              <a:off x="4911103" y="2570646"/>
              <a:ext cx="68613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바디</a:t>
              </a:r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4C0CE1EF-9CED-A82E-DD68-19C45804B081}"/>
                </a:ext>
              </a:extLst>
            </p:cNvPr>
            <p:cNvCxnSpPr>
              <a:cxnSpLocks/>
              <a:stCxn id="22" idx="6"/>
              <a:endCxn id="12" idx="2"/>
            </p:cNvCxnSpPr>
            <p:nvPr/>
          </p:nvCxnSpPr>
          <p:spPr>
            <a:xfrm>
              <a:off x="4781840" y="2802935"/>
              <a:ext cx="129263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99629C4A-583B-7338-4427-7CA6FF495814}"/>
                </a:ext>
              </a:extLst>
            </p:cNvPr>
            <p:cNvSpPr/>
            <p:nvPr/>
          </p:nvSpPr>
          <p:spPr>
            <a:xfrm>
              <a:off x="1370399" y="2896538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F3BB4BB9-D35D-377C-ED95-FC86AE92D335}"/>
                </a:ext>
              </a:extLst>
            </p:cNvPr>
            <p:cNvSpPr/>
            <p:nvPr/>
          </p:nvSpPr>
          <p:spPr>
            <a:xfrm>
              <a:off x="1370399" y="3945152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7563C0B-00F1-057D-90B8-7FBBC4EB675D}"/>
                </a:ext>
              </a:extLst>
            </p:cNvPr>
            <p:cNvCxnSpPr>
              <a:cxnSpLocks/>
              <a:stCxn id="17" idx="3"/>
              <a:endCxn id="7" idx="2"/>
            </p:cNvCxnSpPr>
            <p:nvPr/>
          </p:nvCxnSpPr>
          <p:spPr>
            <a:xfrm>
              <a:off x="2440071" y="4065712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6A68346-CB5E-131E-BDB0-279C374C3B1D}"/>
                </a:ext>
              </a:extLst>
            </p:cNvPr>
            <p:cNvSpPr/>
            <p:nvPr/>
          </p:nvSpPr>
          <p:spPr>
            <a:xfrm>
              <a:off x="3681399" y="3892973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3CAC0BC7-F745-C251-897B-7C418CFFC8DF}"/>
                </a:ext>
              </a:extLst>
            </p:cNvPr>
            <p:cNvSpPr/>
            <p:nvPr/>
          </p:nvSpPr>
          <p:spPr>
            <a:xfrm>
              <a:off x="3681400" y="2630196"/>
              <a:ext cx="1100439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E7303E4-53FD-9E2A-8F25-0093381DDACB}"/>
                </a:ext>
              </a:extLst>
            </p:cNvPr>
            <p:cNvSpPr/>
            <p:nvPr/>
          </p:nvSpPr>
          <p:spPr>
            <a:xfrm>
              <a:off x="3832001" y="5325616"/>
              <a:ext cx="799236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볼트</a:t>
              </a:r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F35BD22-B201-B0FB-AEC9-FFBDCB472B9A}"/>
                </a:ext>
              </a:extLst>
            </p:cNvPr>
            <p:cNvSpPr/>
            <p:nvPr/>
          </p:nvSpPr>
          <p:spPr>
            <a:xfrm>
              <a:off x="3627797" y="4807399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00DA88EB-59E9-B5A7-6AAE-99F036E81D06}"/>
                </a:ext>
              </a:extLst>
            </p:cNvPr>
            <p:cNvCxnSpPr>
              <a:cxnSpLocks/>
              <a:stCxn id="26" idx="4"/>
              <a:endCxn id="23" idx="0"/>
            </p:cNvCxnSpPr>
            <p:nvPr/>
          </p:nvCxnSpPr>
          <p:spPr>
            <a:xfrm>
              <a:off x="4231620" y="5152877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924BEE6A-576A-954F-560C-844E49CA063D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>
              <a:off x="1905235" y="3137658"/>
              <a:ext cx="0" cy="80749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내용 개체 틀 2">
              <a:extLst>
                <a:ext uri="{FF2B5EF4-FFF2-40B4-BE49-F238E27FC236}">
                  <a16:creationId xmlns:a16="http://schemas.microsoft.com/office/drawing/2014/main" id="{80F10058-0525-E441-ACE1-5EC15B1CB74B}"/>
                </a:ext>
              </a:extLst>
            </p:cNvPr>
            <p:cNvSpPr txBox="1">
              <a:spLocks/>
            </p:cNvSpPr>
            <p:nvPr/>
          </p:nvSpPr>
          <p:spPr>
            <a:xfrm>
              <a:off x="2545079" y="3092738"/>
              <a:ext cx="1082719" cy="416928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ko-KR" altLang="en-US" sz="1200">
                  <a:latin typeface="+mn-ea"/>
                </a:rPr>
                <a:t>타입 매칭</a:t>
              </a:r>
              <a:r>
                <a:rPr lang="en-US" altLang="ko-KR" sz="1200">
                  <a:latin typeface="+mn-ea"/>
                </a:rPr>
                <a:t>! </a:t>
              </a:r>
              <a:endParaRPr lang="ko-KR" altLang="en-US" sz="1200">
                <a:latin typeface="+mn-ea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90AA1ED5-E70A-297C-C126-92BDAB220A58}"/>
                </a:ext>
              </a:extLst>
            </p:cNvPr>
            <p:cNvCxnSpPr>
              <a:cxnSpLocks/>
              <a:stCxn id="29" idx="3"/>
            </p:cNvCxnSpPr>
            <p:nvPr/>
          </p:nvCxnSpPr>
          <p:spPr>
            <a:xfrm>
              <a:off x="3627799" y="3301202"/>
              <a:ext cx="603822" cy="23051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F9BC7592-F466-B003-2F39-6D0C6B8856D6}"/>
                </a:ext>
              </a:extLst>
            </p:cNvPr>
            <p:cNvCxnSpPr>
              <a:cxnSpLocks/>
              <a:stCxn id="29" idx="1"/>
            </p:cNvCxnSpPr>
            <p:nvPr/>
          </p:nvCxnSpPr>
          <p:spPr>
            <a:xfrm flipH="1">
              <a:off x="1905235" y="3301202"/>
              <a:ext cx="639844" cy="2084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987C420-2839-DA8E-BC59-3B42940C0F72}"/>
              </a:ext>
            </a:extLst>
          </p:cNvPr>
          <p:cNvSpPr/>
          <p:nvPr/>
        </p:nvSpPr>
        <p:spPr>
          <a:xfrm>
            <a:off x="6541364" y="3617467"/>
            <a:ext cx="1069672" cy="2411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Type C : F </a:t>
            </a:r>
            <a:endParaRPr lang="ko-KR" altLang="en-US" sz="140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C381BE5-9452-DBE9-B4D4-9CF52BCC011E}"/>
              </a:ext>
            </a:extLst>
          </p:cNvPr>
          <p:cNvSpPr/>
          <p:nvPr/>
        </p:nvSpPr>
        <p:spPr>
          <a:xfrm>
            <a:off x="6541364" y="4109589"/>
            <a:ext cx="1069672" cy="2411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Type C : M </a:t>
            </a:r>
            <a:endParaRPr lang="ko-KR" altLang="en-US" sz="140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B6A7FF8F-F5D4-9C4D-D9B7-7F4FD43AE9FD}"/>
              </a:ext>
            </a:extLst>
          </p:cNvPr>
          <p:cNvSpPr/>
          <p:nvPr/>
        </p:nvSpPr>
        <p:spPr>
          <a:xfrm>
            <a:off x="6617394" y="4601711"/>
            <a:ext cx="917612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2D4F1A3-339C-BA00-8C22-284C2204B8DF}"/>
              </a:ext>
            </a:extLst>
          </p:cNvPr>
          <p:cNvSpPr/>
          <p:nvPr/>
        </p:nvSpPr>
        <p:spPr>
          <a:xfrm>
            <a:off x="6617394" y="3020987"/>
            <a:ext cx="917612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CAEF379C-5971-663D-4798-BFF9E85966C0}"/>
              </a:ext>
            </a:extLst>
          </p:cNvPr>
          <p:cNvSpPr/>
          <p:nvPr/>
        </p:nvSpPr>
        <p:spPr>
          <a:xfrm>
            <a:off x="6617394" y="5198190"/>
            <a:ext cx="917612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45B27E6C-C63E-885F-C4B3-D28DF8CEB67B}"/>
              </a:ext>
            </a:extLst>
          </p:cNvPr>
          <p:cNvSpPr/>
          <p:nvPr/>
        </p:nvSpPr>
        <p:spPr>
          <a:xfrm>
            <a:off x="6397371" y="2580248"/>
            <a:ext cx="1357658" cy="325892"/>
          </a:xfrm>
          <a:prstGeom prst="roundRect">
            <a:avLst/>
          </a:prstGeom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매칭 전 타입</a:t>
            </a:r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8AB3510F-62D7-DF38-0F18-8A1265FA04BB}"/>
              </a:ext>
            </a:extLst>
          </p:cNvPr>
          <p:cNvSpPr/>
          <p:nvPr/>
        </p:nvSpPr>
        <p:spPr>
          <a:xfrm>
            <a:off x="8758045" y="3013506"/>
            <a:ext cx="1835216" cy="290547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D6B7D63-CAFB-3954-D0BA-8EFFCD4C7389}"/>
              </a:ext>
            </a:extLst>
          </p:cNvPr>
          <p:cNvSpPr/>
          <p:nvPr/>
        </p:nvSpPr>
        <p:spPr>
          <a:xfrm>
            <a:off x="9140817" y="3877928"/>
            <a:ext cx="1069672" cy="2411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Type C : F </a:t>
            </a:r>
            <a:endParaRPr lang="ko-KR" altLang="en-US" sz="140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D0097-EA87-9C03-4395-CB996B25938F}"/>
              </a:ext>
            </a:extLst>
          </p:cNvPr>
          <p:cNvSpPr/>
          <p:nvPr/>
        </p:nvSpPr>
        <p:spPr>
          <a:xfrm>
            <a:off x="9140817" y="4370050"/>
            <a:ext cx="1069672" cy="241120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Type C : M </a:t>
            </a:r>
            <a:endParaRPr lang="ko-KR" altLang="en-US" sz="140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656A00F8-10F3-BF18-A770-4B353C9E5149}"/>
              </a:ext>
            </a:extLst>
          </p:cNvPr>
          <p:cNvSpPr/>
          <p:nvPr/>
        </p:nvSpPr>
        <p:spPr>
          <a:xfrm>
            <a:off x="9216847" y="4862172"/>
            <a:ext cx="917612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6DA3EF-8EB9-8240-C14E-1B23EA3409F3}"/>
              </a:ext>
            </a:extLst>
          </p:cNvPr>
          <p:cNvSpPr/>
          <p:nvPr/>
        </p:nvSpPr>
        <p:spPr>
          <a:xfrm>
            <a:off x="9216847" y="3281448"/>
            <a:ext cx="917612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E1E9D319-2C3D-9FE9-FFEE-EA0FF827CD65}"/>
              </a:ext>
            </a:extLst>
          </p:cNvPr>
          <p:cNvSpPr/>
          <p:nvPr/>
        </p:nvSpPr>
        <p:spPr>
          <a:xfrm>
            <a:off x="9216847" y="5458651"/>
            <a:ext cx="917612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1274834-550B-8426-FA8D-418ACBFED9F6}"/>
              </a:ext>
            </a:extLst>
          </p:cNvPr>
          <p:cNvSpPr/>
          <p:nvPr/>
        </p:nvSpPr>
        <p:spPr>
          <a:xfrm>
            <a:off x="8996824" y="2840709"/>
            <a:ext cx="1357658" cy="325892"/>
          </a:xfrm>
          <a:prstGeom prst="roundRect">
            <a:avLst/>
          </a:prstGeom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매칭 전 타입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7207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그룹 57">
            <a:extLst>
              <a:ext uri="{FF2B5EF4-FFF2-40B4-BE49-F238E27FC236}">
                <a16:creationId xmlns:a16="http://schemas.microsoft.com/office/drawing/2014/main" id="{CAED6AC4-AD29-4BD9-245D-FC6204594D32}"/>
              </a:ext>
            </a:extLst>
          </p:cNvPr>
          <p:cNvGrpSpPr/>
          <p:nvPr/>
        </p:nvGrpSpPr>
        <p:grpSpPr>
          <a:xfrm>
            <a:off x="2039488" y="2063129"/>
            <a:ext cx="4230343" cy="3219549"/>
            <a:chOff x="2806106" y="2100026"/>
            <a:chExt cx="4230343" cy="321954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1F891DA4-7451-8700-E76F-0E36EFFEDAF8}"/>
                </a:ext>
              </a:extLst>
            </p:cNvPr>
            <p:cNvSpPr/>
            <p:nvPr/>
          </p:nvSpPr>
          <p:spPr>
            <a:xfrm>
              <a:off x="4731057" y="3329115"/>
              <a:ext cx="558181" cy="53195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도어</a:t>
              </a:r>
              <a:endParaRPr lang="en-US" altLang="ko-KR" sz="800"/>
            </a:p>
            <a:p>
              <a:pPr algn="ctr"/>
              <a:r>
                <a:rPr lang="ko-KR" altLang="en-US" sz="800" err="1"/>
                <a:t>체커</a:t>
              </a:r>
              <a:endParaRPr lang="ko-KR" altLang="en-US" sz="800"/>
            </a:p>
          </p:txBody>
        </p: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459BB67C-6305-C4A8-B5B1-759567EC0BEB}"/>
                </a:ext>
              </a:extLst>
            </p:cNvPr>
            <p:cNvCxnSpPr>
              <a:cxnSpLocks/>
              <a:stCxn id="15" idx="2"/>
              <a:endCxn id="6" idx="6"/>
            </p:cNvCxnSpPr>
            <p:nvPr/>
          </p:nvCxnSpPr>
          <p:spPr>
            <a:xfrm flipH="1">
              <a:off x="5289239" y="3595092"/>
              <a:ext cx="188645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6BFD2550-7630-714F-DCC5-1F560A637633}"/>
                </a:ext>
              </a:extLst>
            </p:cNvPr>
            <p:cNvSpPr/>
            <p:nvPr/>
          </p:nvSpPr>
          <p:spPr>
            <a:xfrm>
              <a:off x="2806106" y="2280282"/>
              <a:ext cx="735622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프론트 도어</a:t>
              </a:r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C2F6DC47-E24F-B053-C2A1-185B4CB207B8}"/>
                </a:ext>
              </a:extLst>
            </p:cNvPr>
            <p:cNvCxnSpPr>
              <a:cxnSpLocks/>
              <a:stCxn id="12" idx="1"/>
              <a:endCxn id="8" idx="6"/>
            </p:cNvCxnSpPr>
            <p:nvPr/>
          </p:nvCxnSpPr>
          <p:spPr>
            <a:xfrm flipH="1" flipV="1">
              <a:off x="3541728" y="2542886"/>
              <a:ext cx="56121" cy="359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797E25A3-16F6-A07D-61C9-19C3E09F7D8C}"/>
                </a:ext>
              </a:extLst>
            </p:cNvPr>
            <p:cNvSpPr/>
            <p:nvPr/>
          </p:nvSpPr>
          <p:spPr>
            <a:xfrm>
              <a:off x="6478268" y="2100026"/>
              <a:ext cx="558181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바디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DE6E629E-995A-53C4-654C-077EA98D17E6}"/>
                </a:ext>
              </a:extLst>
            </p:cNvPr>
            <p:cNvCxnSpPr>
              <a:cxnSpLocks/>
              <a:stCxn id="16" idx="6"/>
              <a:endCxn id="10" idx="2"/>
            </p:cNvCxnSpPr>
            <p:nvPr/>
          </p:nvCxnSpPr>
          <p:spPr>
            <a:xfrm>
              <a:off x="6416717" y="2332315"/>
              <a:ext cx="61551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F4DDD1FF-4693-02C0-200E-D6CDDF331722}"/>
                </a:ext>
              </a:extLst>
            </p:cNvPr>
            <p:cNvSpPr/>
            <p:nvPr/>
          </p:nvSpPr>
          <p:spPr>
            <a:xfrm>
              <a:off x="3597849" y="2425918"/>
              <a:ext cx="870195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609D45A-97BB-1395-3E86-183EEE189A9F}"/>
                </a:ext>
              </a:extLst>
            </p:cNvPr>
            <p:cNvSpPr/>
            <p:nvPr/>
          </p:nvSpPr>
          <p:spPr>
            <a:xfrm>
              <a:off x="3597849" y="3474532"/>
              <a:ext cx="870195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9BCF1476-2009-50A2-320F-30CBB8883CE8}"/>
                </a:ext>
              </a:extLst>
            </p:cNvPr>
            <p:cNvCxnSpPr>
              <a:cxnSpLocks/>
              <a:stCxn id="13" idx="3"/>
              <a:endCxn id="6" idx="2"/>
            </p:cNvCxnSpPr>
            <p:nvPr/>
          </p:nvCxnSpPr>
          <p:spPr>
            <a:xfrm>
              <a:off x="4468044" y="3595092"/>
              <a:ext cx="26301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FBDD781A-4E28-3E0A-3443-4B5B66370283}"/>
                </a:ext>
              </a:extLst>
            </p:cNvPr>
            <p:cNvSpPr/>
            <p:nvPr/>
          </p:nvSpPr>
          <p:spPr>
            <a:xfrm>
              <a:off x="5477884" y="3422353"/>
              <a:ext cx="89522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C791986-8EB8-ED71-757C-D03608FE624D}"/>
                </a:ext>
              </a:extLst>
            </p:cNvPr>
            <p:cNvSpPr/>
            <p:nvPr/>
          </p:nvSpPr>
          <p:spPr>
            <a:xfrm>
              <a:off x="5434279" y="2159576"/>
              <a:ext cx="982438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BBF442E-B6BE-0395-ACE8-5511FA0D46BF}"/>
                </a:ext>
              </a:extLst>
            </p:cNvPr>
            <p:cNvSpPr/>
            <p:nvPr/>
          </p:nvSpPr>
          <p:spPr>
            <a:xfrm>
              <a:off x="5600401" y="4854996"/>
              <a:ext cx="650191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/>
                <a:t>볼트</a:t>
              </a: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EAA2A5E-4AC8-22FD-3E95-3FF16700F891}"/>
                </a:ext>
              </a:extLst>
            </p:cNvPr>
            <p:cNvSpPr/>
            <p:nvPr/>
          </p:nvSpPr>
          <p:spPr>
            <a:xfrm>
              <a:off x="5434278" y="4336779"/>
              <a:ext cx="982439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7438A0C5-07A8-A07A-42A1-BAC7D39D23A9}"/>
                </a:ext>
              </a:extLst>
            </p:cNvPr>
            <p:cNvCxnSpPr>
              <a:cxnSpLocks/>
              <a:stCxn id="18" idx="4"/>
              <a:endCxn id="17" idx="0"/>
            </p:cNvCxnSpPr>
            <p:nvPr/>
          </p:nvCxnSpPr>
          <p:spPr>
            <a:xfrm>
              <a:off x="5925498" y="4682257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6AC5E4E4-F8D6-4DE5-85D4-205033EF652B}"/>
              </a:ext>
            </a:extLst>
          </p:cNvPr>
          <p:cNvGrpSpPr/>
          <p:nvPr/>
        </p:nvGrpSpPr>
        <p:grpSpPr>
          <a:xfrm>
            <a:off x="7381053" y="2129727"/>
            <a:ext cx="1697018" cy="3152951"/>
            <a:chOff x="4990111" y="2234107"/>
            <a:chExt cx="1697018" cy="3152951"/>
          </a:xfrm>
        </p:grpSpPr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367F4EE-E52F-8B3C-B11E-46A7BAC34739}"/>
                </a:ext>
              </a:extLst>
            </p:cNvPr>
            <p:cNvGrpSpPr/>
            <p:nvPr/>
          </p:nvGrpSpPr>
          <p:grpSpPr>
            <a:xfrm>
              <a:off x="5303108" y="2234107"/>
              <a:ext cx="1071024" cy="2389787"/>
              <a:chOff x="5437431" y="2108688"/>
              <a:chExt cx="1071024" cy="2389787"/>
            </a:xfrm>
          </p:grpSpPr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A5BE4753-9846-AFFD-F284-CCD6AE2FD95C}"/>
                  </a:ext>
                </a:extLst>
              </p:cNvPr>
              <p:cNvSpPr/>
              <p:nvPr/>
            </p:nvSpPr>
            <p:spPr>
              <a:xfrm>
                <a:off x="5437431" y="2108688"/>
                <a:ext cx="1071024" cy="2389787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7" name="그룹 26">
                <a:extLst>
                  <a:ext uri="{FF2B5EF4-FFF2-40B4-BE49-F238E27FC236}">
                    <a16:creationId xmlns:a16="http://schemas.microsoft.com/office/drawing/2014/main" id="{FEDE45E4-8F49-3788-EF97-35CBFAD0A8E4}"/>
                  </a:ext>
                </a:extLst>
              </p:cNvPr>
              <p:cNvGrpSpPr/>
              <p:nvPr/>
            </p:nvGrpSpPr>
            <p:grpSpPr>
              <a:xfrm>
                <a:off x="5576943" y="2225356"/>
                <a:ext cx="792000" cy="2156451"/>
                <a:chOff x="5748108" y="3321195"/>
                <a:chExt cx="792000" cy="2156451"/>
              </a:xfrm>
            </p:grpSpPr>
            <p:sp>
              <p:nvSpPr>
                <p:cNvPr id="39" name="사각형: 둥근 모서리 38">
                  <a:extLst>
                    <a:ext uri="{FF2B5EF4-FFF2-40B4-BE49-F238E27FC236}">
                      <a16:creationId xmlns:a16="http://schemas.microsoft.com/office/drawing/2014/main" id="{69AAFE99-0D59-4892-AB29-460D1128C751}"/>
                    </a:ext>
                  </a:extLst>
                </p:cNvPr>
                <p:cNvSpPr/>
                <p:nvPr/>
              </p:nvSpPr>
              <p:spPr>
                <a:xfrm>
                  <a:off x="5748108" y="3824308"/>
                  <a:ext cx="792000" cy="252000"/>
                </a:xfrm>
                <a:prstGeom prst="roundRect">
                  <a:avLst/>
                </a:prstGeom>
                <a:solidFill>
                  <a:srgbClr val="70AD4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40" name="사각형: 둥근 모서리 39">
                  <a:extLst>
                    <a:ext uri="{FF2B5EF4-FFF2-40B4-BE49-F238E27FC236}">
                      <a16:creationId xmlns:a16="http://schemas.microsoft.com/office/drawing/2014/main" id="{AB4C423D-C885-5270-DC23-DDD3C3AAF8A6}"/>
                    </a:ext>
                  </a:extLst>
                </p:cNvPr>
                <p:cNvSpPr/>
                <p:nvPr/>
              </p:nvSpPr>
              <p:spPr>
                <a:xfrm>
                  <a:off x="5748108" y="4219421"/>
                  <a:ext cx="792000" cy="252000"/>
                </a:xfrm>
                <a:prstGeom prst="roundRect">
                  <a:avLst/>
                </a:prstGeom>
                <a:solidFill>
                  <a:srgbClr val="70AD4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3373DC25-FEA1-F0A9-3085-52F4E257AC7D}"/>
                    </a:ext>
                  </a:extLst>
                </p:cNvPr>
                <p:cNvSpPr/>
                <p:nvPr/>
              </p:nvSpPr>
              <p:spPr>
                <a:xfrm>
                  <a:off x="5748108" y="4614534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42" name="타원 41">
                  <a:extLst>
                    <a:ext uri="{FF2B5EF4-FFF2-40B4-BE49-F238E27FC236}">
                      <a16:creationId xmlns:a16="http://schemas.microsoft.com/office/drawing/2014/main" id="{DB6F6B8D-A93F-1A64-3C0C-DA477D0A490C}"/>
                    </a:ext>
                  </a:extLst>
                </p:cNvPr>
                <p:cNvSpPr/>
                <p:nvPr/>
              </p:nvSpPr>
              <p:spPr>
                <a:xfrm>
                  <a:off x="5748108" y="3321195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C8C6F74E-8537-CFEA-51D5-284A84514530}"/>
                    </a:ext>
                  </a:extLst>
                </p:cNvPr>
                <p:cNvSpPr/>
                <p:nvPr/>
              </p:nvSpPr>
              <p:spPr>
                <a:xfrm>
                  <a:off x="5748108" y="5117646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DE4A1D0-2C2F-6D7B-F79E-BD5EDAFC239C}"/>
                </a:ext>
              </a:extLst>
            </p:cNvPr>
            <p:cNvSpPr/>
            <p:nvPr/>
          </p:nvSpPr>
          <p:spPr>
            <a:xfrm>
              <a:off x="4990111" y="5061166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492950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FC0C2-64C9-EB93-94F5-4701D64F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FD86C81-CF81-57FA-E76C-A53BE1A18AB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31F5FF62-568E-F433-A50D-645C7F215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ED70AFC2-05E6-BF1B-D895-56F7D75BD003}"/>
              </a:ext>
            </a:extLst>
          </p:cNvPr>
          <p:cNvGrpSpPr/>
          <p:nvPr/>
        </p:nvGrpSpPr>
        <p:grpSpPr>
          <a:xfrm>
            <a:off x="3903433" y="2502087"/>
            <a:ext cx="4049180" cy="409740"/>
            <a:chOff x="7233371" y="5826748"/>
            <a:chExt cx="4049180" cy="40974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201FB4B-BADD-E6F0-E688-88AECC0C9066}"/>
                </a:ext>
              </a:extLst>
            </p:cNvPr>
            <p:cNvSpPr/>
            <p:nvPr/>
          </p:nvSpPr>
          <p:spPr>
            <a:xfrm>
              <a:off x="8611741" y="5826748"/>
              <a:ext cx="1357272" cy="4097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도어 </a:t>
              </a:r>
              <a:r>
                <a:rPr lang="ko-KR" altLang="en-US" sz="1000" err="1"/>
                <a:t>체커</a:t>
              </a:r>
              <a:endParaRPr lang="ko-KR" altLang="en-US" sz="100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2D326117-CACD-096E-AFFB-77F845598EFB}"/>
                </a:ext>
              </a:extLst>
            </p:cNvPr>
            <p:cNvSpPr/>
            <p:nvPr/>
          </p:nvSpPr>
          <p:spPr>
            <a:xfrm>
              <a:off x="10155574" y="5858879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7371552A-1938-BD1D-A6D9-0C9A13111D3F}"/>
                </a:ext>
              </a:extLst>
            </p:cNvPr>
            <p:cNvCxnSpPr>
              <a:cxnSpLocks/>
              <a:stCxn id="9" idx="3"/>
              <a:endCxn id="3" idx="2"/>
            </p:cNvCxnSpPr>
            <p:nvPr/>
          </p:nvCxnSpPr>
          <p:spPr>
            <a:xfrm flipV="1">
              <a:off x="8408896" y="6031618"/>
              <a:ext cx="202845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2F222B28-1FB6-B2FB-9BA7-1D33736884B2}"/>
                </a:ext>
              </a:extLst>
            </p:cNvPr>
            <p:cNvCxnSpPr>
              <a:cxnSpLocks/>
              <a:stCxn id="4" idx="2"/>
              <a:endCxn id="3" idx="6"/>
            </p:cNvCxnSpPr>
            <p:nvPr/>
          </p:nvCxnSpPr>
          <p:spPr>
            <a:xfrm flipH="1">
              <a:off x="9969013" y="6031618"/>
              <a:ext cx="186561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6A6971B-CEEC-610A-3CAC-419658037F38}"/>
                </a:ext>
              </a:extLst>
            </p:cNvPr>
            <p:cNvSpPr/>
            <p:nvPr/>
          </p:nvSpPr>
          <p:spPr>
            <a:xfrm>
              <a:off x="7233371" y="587009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C : M</a:t>
              </a:r>
              <a:endParaRPr lang="ko-KR" altLang="en-US" sz="100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621B87-ABA6-BAAD-D376-90CCACC0A124}"/>
              </a:ext>
            </a:extLst>
          </p:cNvPr>
          <p:cNvGrpSpPr/>
          <p:nvPr/>
        </p:nvGrpSpPr>
        <p:grpSpPr>
          <a:xfrm>
            <a:off x="4097263" y="3542697"/>
            <a:ext cx="3726351" cy="1305950"/>
            <a:chOff x="8076725" y="1370485"/>
            <a:chExt cx="3726351" cy="1305950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346CFA12-83D0-EC05-F038-CD5964E7E878}"/>
                </a:ext>
              </a:extLst>
            </p:cNvPr>
            <p:cNvSpPr/>
            <p:nvPr/>
          </p:nvSpPr>
          <p:spPr>
            <a:xfrm>
              <a:off x="9292707" y="2027201"/>
              <a:ext cx="1275738" cy="33241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도어 래치</a:t>
              </a: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9A18E4A-AA4A-F2C7-5E30-135BE6B753E5}"/>
                </a:ext>
              </a:extLst>
            </p:cNvPr>
            <p:cNvSpPr/>
            <p:nvPr/>
          </p:nvSpPr>
          <p:spPr>
            <a:xfrm>
              <a:off x="10548279" y="1550550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7B22B65C-7A12-82ED-ADBB-8BFA81AF090D}"/>
                </a:ext>
              </a:extLst>
            </p:cNvPr>
            <p:cNvSpPr/>
            <p:nvPr/>
          </p:nvSpPr>
          <p:spPr>
            <a:xfrm>
              <a:off x="10627550" y="2390651"/>
              <a:ext cx="1175526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E : M</a:t>
              </a:r>
              <a:endParaRPr lang="ko-KR" altLang="en-US" sz="1000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EAA93A4-BDCF-2A24-1DF5-DC7A7B212BF8}"/>
                </a:ext>
              </a:extLst>
            </p:cNvPr>
            <p:cNvSpPr/>
            <p:nvPr/>
          </p:nvSpPr>
          <p:spPr>
            <a:xfrm>
              <a:off x="8076726" y="2396159"/>
              <a:ext cx="1175525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F : M </a:t>
              </a:r>
              <a:endParaRPr lang="ko-KR" altLang="en-US" sz="1000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3737901C-F34D-D8F6-53DC-6CD4D7F7D0A3}"/>
                </a:ext>
              </a:extLst>
            </p:cNvPr>
            <p:cNvCxnSpPr>
              <a:cxnSpLocks/>
              <a:stCxn id="19" idx="2"/>
              <a:endCxn id="11" idx="1"/>
            </p:cNvCxnSpPr>
            <p:nvPr/>
          </p:nvCxnSpPr>
          <p:spPr>
            <a:xfrm>
              <a:off x="8664488" y="1693524"/>
              <a:ext cx="815047" cy="382357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889B1352-7C23-472A-CAD4-E69E818BDB71}"/>
                </a:ext>
              </a:extLst>
            </p:cNvPr>
            <p:cNvCxnSpPr>
              <a:cxnSpLocks/>
              <a:stCxn id="11" idx="7"/>
              <a:endCxn id="12" idx="3"/>
            </p:cNvCxnSpPr>
            <p:nvPr/>
          </p:nvCxnSpPr>
          <p:spPr>
            <a:xfrm flipV="1">
              <a:off x="10381618" y="1789781"/>
              <a:ext cx="329677" cy="28610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5470F0B5-E7DD-2553-856E-031411E444E1}"/>
                </a:ext>
              </a:extLst>
            </p:cNvPr>
            <p:cNvCxnSpPr>
              <a:cxnSpLocks/>
              <a:stCxn id="13" idx="1"/>
              <a:endCxn id="11" idx="5"/>
            </p:cNvCxnSpPr>
            <p:nvPr/>
          </p:nvCxnSpPr>
          <p:spPr>
            <a:xfrm flipH="1" flipV="1">
              <a:off x="10381618" y="2310930"/>
              <a:ext cx="418084" cy="1207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F658E429-913B-2706-3EC0-6679C697EECB}"/>
                </a:ext>
              </a:extLst>
            </p:cNvPr>
            <p:cNvCxnSpPr>
              <a:cxnSpLocks/>
              <a:stCxn id="14" idx="7"/>
              <a:endCxn id="11" idx="3"/>
            </p:cNvCxnSpPr>
            <p:nvPr/>
          </p:nvCxnSpPr>
          <p:spPr>
            <a:xfrm flipV="1">
              <a:off x="9080100" y="2310930"/>
              <a:ext cx="399435" cy="12627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A6A9A88-666F-AF83-6757-1B457AFDCC78}"/>
                </a:ext>
              </a:extLst>
            </p:cNvPr>
            <p:cNvSpPr/>
            <p:nvPr/>
          </p:nvSpPr>
          <p:spPr>
            <a:xfrm>
              <a:off x="8076725" y="1370485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B : F</a:t>
              </a:r>
              <a:endParaRPr lang="ko-KR" altLang="en-US" sz="100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CD39F6C-234D-753F-7E9B-ACCE92118680}"/>
              </a:ext>
            </a:extLst>
          </p:cNvPr>
          <p:cNvGrpSpPr/>
          <p:nvPr/>
        </p:nvGrpSpPr>
        <p:grpSpPr>
          <a:xfrm>
            <a:off x="526119" y="2911827"/>
            <a:ext cx="2331630" cy="1616270"/>
            <a:chOff x="6506222" y="3476576"/>
            <a:chExt cx="2331630" cy="1616270"/>
          </a:xfrm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B3FF389-6557-F1AD-8074-2B7299E42A68}"/>
                </a:ext>
              </a:extLst>
            </p:cNvPr>
            <p:cNvSpPr/>
            <p:nvPr/>
          </p:nvSpPr>
          <p:spPr>
            <a:xfrm>
              <a:off x="6506222" y="4006203"/>
              <a:ext cx="842684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프론트 도어</a:t>
              </a:r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70510BE3-51FB-8F4E-03A0-11F727197C7A}"/>
                </a:ext>
              </a:extLst>
            </p:cNvPr>
            <p:cNvCxnSpPr>
              <a:cxnSpLocks/>
              <a:stCxn id="24" idx="2"/>
              <a:endCxn id="21" idx="7"/>
            </p:cNvCxnSpPr>
            <p:nvPr/>
          </p:nvCxnSpPr>
          <p:spPr>
            <a:xfrm flipH="1">
              <a:off x="7225498" y="3616714"/>
              <a:ext cx="468023" cy="466404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3251F4E6-659C-486D-FFA6-7FA9BCC23148}"/>
                </a:ext>
              </a:extLst>
            </p:cNvPr>
            <p:cNvCxnSpPr>
              <a:cxnSpLocks/>
              <a:stCxn id="25" idx="1"/>
              <a:endCxn id="21" idx="5"/>
            </p:cNvCxnSpPr>
            <p:nvPr/>
          </p:nvCxnSpPr>
          <p:spPr>
            <a:xfrm flipH="1" flipV="1">
              <a:off x="7225498" y="4454495"/>
              <a:ext cx="436829" cy="4768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11625E8-F97E-E93A-A4AC-4040F175364A}"/>
                </a:ext>
              </a:extLst>
            </p:cNvPr>
            <p:cNvSpPr/>
            <p:nvPr/>
          </p:nvSpPr>
          <p:spPr>
            <a:xfrm>
              <a:off x="7693521" y="3476576"/>
              <a:ext cx="1113137" cy="28027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A : F</a:t>
              </a:r>
              <a:endParaRPr lang="ko-KR" altLang="en-US" sz="10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4FED1469-53B2-9491-D9E3-01DBF29113B2}"/>
                </a:ext>
              </a:extLst>
            </p:cNvPr>
            <p:cNvSpPr/>
            <p:nvPr/>
          </p:nvSpPr>
          <p:spPr>
            <a:xfrm>
              <a:off x="7662327" y="4769807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C : M</a:t>
              </a:r>
              <a:endParaRPr lang="ko-KR" altLang="en-US" sz="10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644D3D0-A483-2403-48E6-9759D5FF711A}"/>
                </a:ext>
              </a:extLst>
            </p:cNvPr>
            <p:cNvSpPr/>
            <p:nvPr/>
          </p:nvSpPr>
          <p:spPr>
            <a:xfrm>
              <a:off x="7662327" y="4110419"/>
              <a:ext cx="1175525" cy="323039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B : I</a:t>
              </a:r>
              <a:endParaRPr lang="ko-KR" altLang="en-US" sz="1000"/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A4EC853E-84FE-9271-B734-A31F14041C9D}"/>
                </a:ext>
              </a:extLst>
            </p:cNvPr>
            <p:cNvCxnSpPr>
              <a:cxnSpLocks/>
              <a:stCxn id="26" idx="1"/>
              <a:endCxn id="21" idx="6"/>
            </p:cNvCxnSpPr>
            <p:nvPr/>
          </p:nvCxnSpPr>
          <p:spPr>
            <a:xfrm flipH="1" flipV="1">
              <a:off x="7348906" y="4268807"/>
              <a:ext cx="313421" cy="3132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3F4A5A-C609-6F05-71EB-C72966E98B1A}"/>
              </a:ext>
            </a:extLst>
          </p:cNvPr>
          <p:cNvGrpSpPr/>
          <p:nvPr/>
        </p:nvGrpSpPr>
        <p:grpSpPr>
          <a:xfrm>
            <a:off x="8750698" y="3195692"/>
            <a:ext cx="1126977" cy="1068995"/>
            <a:chOff x="10719062" y="3833491"/>
            <a:chExt cx="1126977" cy="1068995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0F63B18-B9C5-C0C9-9C83-253ECDCABD54}"/>
                </a:ext>
              </a:extLst>
            </p:cNvPr>
            <p:cNvSpPr/>
            <p:nvPr/>
          </p:nvSpPr>
          <p:spPr>
            <a:xfrm>
              <a:off x="10861209" y="3833491"/>
              <a:ext cx="842684" cy="4645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/>
                <a:t>바디</a:t>
              </a:r>
            </a:p>
          </p:txBody>
        </p: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AC222475-AA35-CCE6-1A38-11A712FB830C}"/>
                </a:ext>
              </a:extLst>
            </p:cNvPr>
            <p:cNvCxnSpPr>
              <a:cxnSpLocks/>
              <a:stCxn id="31" idx="0"/>
              <a:endCxn id="29" idx="4"/>
            </p:cNvCxnSpPr>
            <p:nvPr/>
          </p:nvCxnSpPr>
          <p:spPr>
            <a:xfrm flipV="1">
              <a:off x="11282551" y="4298070"/>
              <a:ext cx="0" cy="25893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7A9F322E-58CB-CE8D-13FC-DB7299110957}"/>
                </a:ext>
              </a:extLst>
            </p:cNvPr>
            <p:cNvSpPr/>
            <p:nvPr/>
          </p:nvSpPr>
          <p:spPr>
            <a:xfrm>
              <a:off x="10719062" y="4557008"/>
              <a:ext cx="1126977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</p:grpSp>
      <p:sp>
        <p:nvSpPr>
          <p:cNvPr id="32" name="타원 31">
            <a:extLst>
              <a:ext uri="{FF2B5EF4-FFF2-40B4-BE49-F238E27FC236}">
                <a16:creationId xmlns:a16="http://schemas.microsoft.com/office/drawing/2014/main" id="{489ABBB4-BC8A-D567-2557-61FC0D616FE5}"/>
              </a:ext>
            </a:extLst>
          </p:cNvPr>
          <p:cNvSpPr/>
          <p:nvPr/>
        </p:nvSpPr>
        <p:spPr>
          <a:xfrm>
            <a:off x="10331159" y="3192103"/>
            <a:ext cx="981592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볼트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1FA5F7E3-6006-7632-6995-DB33C4855F50}"/>
              </a:ext>
            </a:extLst>
          </p:cNvPr>
          <p:cNvSpPr/>
          <p:nvPr/>
        </p:nvSpPr>
        <p:spPr>
          <a:xfrm>
            <a:off x="10258466" y="3886351"/>
            <a:ext cx="112697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B5314239-3CCD-BBC0-9C12-E85892CC2A59}"/>
              </a:ext>
            </a:extLst>
          </p:cNvPr>
          <p:cNvCxnSpPr>
            <a:cxnSpLocks/>
            <a:stCxn id="33" idx="0"/>
            <a:endCxn id="32" idx="4"/>
          </p:cNvCxnSpPr>
          <p:nvPr/>
        </p:nvCxnSpPr>
        <p:spPr>
          <a:xfrm flipV="1">
            <a:off x="10821955" y="3656682"/>
            <a:ext cx="0" cy="22966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B4ECE57-0EF5-30D9-5B7D-9C2D211B7301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부품 속성 객체 예시</a:t>
            </a:r>
            <a:endParaRPr lang="en-US" altLang="ko-KR">
              <a:ea typeface="맑은 고딕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ea typeface="맑은 고딕"/>
              </a:rPr>
              <a:t>	</a:t>
            </a:r>
            <a:r>
              <a:rPr lang="ko-KR" altLang="en-US" sz="1400">
                <a:ea typeface="맑은 고딕"/>
              </a:rPr>
              <a:t>같은 부품이더라도 조립될 형태를 조립 목표로 입력하여 구분</a:t>
            </a:r>
            <a:endParaRPr lang="en-US" altLang="ko-KR" sz="1400" b="1">
              <a:latin typeface="+mj-ea"/>
              <a:ea typeface="+mj-ea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7C1F15-DE95-A70A-0B50-7F334089B38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9719840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E0A8A-E85E-4EDC-2673-2DEC89E2F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AAFE89-49FE-8BCA-6459-06DC1D250B7F}"/>
              </a:ext>
            </a:extLst>
          </p:cNvPr>
          <p:cNvSpPr/>
          <p:nvPr/>
        </p:nvSpPr>
        <p:spPr>
          <a:xfrm>
            <a:off x="7302226" y="2858410"/>
            <a:ext cx="1416444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E64F4F3-A40B-DA89-71D5-3F9480A0FED1}"/>
              </a:ext>
            </a:extLst>
          </p:cNvPr>
          <p:cNvSpPr/>
          <p:nvPr/>
        </p:nvSpPr>
        <p:spPr>
          <a:xfrm>
            <a:off x="7055324" y="594662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5753575-5CDE-D78A-5940-51F57C58CA28}"/>
              </a:ext>
            </a:extLst>
          </p:cNvPr>
          <p:cNvGraphicFramePr>
            <a:graphicFrameLocks noGrp="1"/>
          </p:cNvGraphicFramePr>
          <p:nvPr/>
        </p:nvGraphicFramePr>
        <p:xfrm>
          <a:off x="9875768" y="2770656"/>
          <a:ext cx="2026879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23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84486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0CCC29C-BBC7-9EC9-34B8-9CAFD9AEB8C1}"/>
              </a:ext>
            </a:extLst>
          </p:cNvPr>
          <p:cNvCxnSpPr>
            <a:cxnSpLocks/>
          </p:cNvCxnSpPr>
          <p:nvPr/>
        </p:nvCxnSpPr>
        <p:spPr>
          <a:xfrm>
            <a:off x="478120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AC8EA390-D33F-9960-3D29-9E243C45B31B}"/>
              </a:ext>
            </a:extLst>
          </p:cNvPr>
          <p:cNvSpPr/>
          <p:nvPr/>
        </p:nvSpPr>
        <p:spPr>
          <a:xfrm>
            <a:off x="2165155" y="425774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20E9B6-9DC1-2A32-DBCA-738D0FE6F417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23337" y="4523723"/>
            <a:ext cx="18864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50211B7-2143-85FB-F53F-F1024EEA5353}"/>
              </a:ext>
            </a:extLst>
          </p:cNvPr>
          <p:cNvSpPr/>
          <p:nvPr/>
        </p:nvSpPr>
        <p:spPr>
          <a:xfrm>
            <a:off x="240204" y="320891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89BC7924-C554-C491-9B56-BB21847334F5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75826" y="347151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8FFA4B1C-ECAB-8F4A-0EC1-70D5AD9BB43C}"/>
              </a:ext>
            </a:extLst>
          </p:cNvPr>
          <p:cNvSpPr/>
          <p:nvPr/>
        </p:nvSpPr>
        <p:spPr>
          <a:xfrm>
            <a:off x="3912366" y="302865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6229263D-54A7-B13F-54C0-F509F0D9AFEE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50815" y="326094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F30E214-BAC1-6B08-51A8-99B8F2BCC6C7}"/>
              </a:ext>
            </a:extLst>
          </p:cNvPr>
          <p:cNvSpPr/>
          <p:nvPr/>
        </p:nvSpPr>
        <p:spPr>
          <a:xfrm>
            <a:off x="1031947" y="335454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BA3DDBED-F766-CF96-E4DD-509B8E7E6BB8}"/>
              </a:ext>
            </a:extLst>
          </p:cNvPr>
          <p:cNvSpPr/>
          <p:nvPr/>
        </p:nvSpPr>
        <p:spPr>
          <a:xfrm>
            <a:off x="1031947" y="440316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B6D6D6FC-FA04-171A-B009-686EBF5F3E8D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902142" y="452372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BDA43E58-918C-2E94-B837-C0CB1219E24E}"/>
              </a:ext>
            </a:extLst>
          </p:cNvPr>
          <p:cNvSpPr/>
          <p:nvPr/>
        </p:nvSpPr>
        <p:spPr>
          <a:xfrm>
            <a:off x="2911982" y="435098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87EC50CD-0063-6297-96E0-A84013646857}"/>
              </a:ext>
            </a:extLst>
          </p:cNvPr>
          <p:cNvSpPr/>
          <p:nvPr/>
        </p:nvSpPr>
        <p:spPr>
          <a:xfrm>
            <a:off x="2868377" y="308820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2E3E275-CA55-7E3B-7C59-0C69C106424C}"/>
              </a:ext>
            </a:extLst>
          </p:cNvPr>
          <p:cNvSpPr/>
          <p:nvPr/>
        </p:nvSpPr>
        <p:spPr>
          <a:xfrm>
            <a:off x="3034499" y="578362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B9CBBD9-541F-2C56-175F-830924034669}"/>
              </a:ext>
            </a:extLst>
          </p:cNvPr>
          <p:cNvSpPr/>
          <p:nvPr/>
        </p:nvSpPr>
        <p:spPr>
          <a:xfrm>
            <a:off x="2868376" y="526541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5874DC7-8DEF-28E6-64E2-AACD8F11B159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59596" y="561088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A2E8B340-8498-F9C6-60B1-91AFDD1CDF9B}"/>
              </a:ext>
            </a:extLst>
          </p:cNvPr>
          <p:cNvSpPr txBox="1"/>
          <p:nvPr/>
        </p:nvSpPr>
        <p:spPr>
          <a:xfrm>
            <a:off x="1286379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그래프 모델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C33FCAB-0C05-8970-0C32-AB180FC1D30D}"/>
              </a:ext>
            </a:extLst>
          </p:cNvPr>
          <p:cNvSpPr txBox="1"/>
          <p:nvPr/>
        </p:nvSpPr>
        <p:spPr>
          <a:xfrm>
            <a:off x="9726852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결과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4246A48-4747-5348-CB7F-E54B7331D990}"/>
              </a:ext>
            </a:extLst>
          </p:cNvPr>
          <p:cNvSpPr/>
          <p:nvPr/>
        </p:nvSpPr>
        <p:spPr>
          <a:xfrm>
            <a:off x="5390854" y="3119566"/>
            <a:ext cx="1071024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11CB1A0-541B-95A1-1400-1BFDBDCFBE9D}"/>
              </a:ext>
            </a:extLst>
          </p:cNvPr>
          <p:cNvSpPr/>
          <p:nvPr/>
        </p:nvSpPr>
        <p:spPr>
          <a:xfrm>
            <a:off x="5530366" y="3739347"/>
            <a:ext cx="792000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01AA972-9501-BFBE-161D-C6A6F874F9F5}"/>
              </a:ext>
            </a:extLst>
          </p:cNvPr>
          <p:cNvSpPr/>
          <p:nvPr/>
        </p:nvSpPr>
        <p:spPr>
          <a:xfrm>
            <a:off x="5530366" y="4134460"/>
            <a:ext cx="792000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4E4D5D88-31F3-0F32-223D-42038A82108B}"/>
              </a:ext>
            </a:extLst>
          </p:cNvPr>
          <p:cNvSpPr/>
          <p:nvPr/>
        </p:nvSpPr>
        <p:spPr>
          <a:xfrm>
            <a:off x="5530366" y="4529573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0381E40-E2B4-66DF-695E-46C57FC6CD3B}"/>
              </a:ext>
            </a:extLst>
          </p:cNvPr>
          <p:cNvSpPr/>
          <p:nvPr/>
        </p:nvSpPr>
        <p:spPr>
          <a:xfrm>
            <a:off x="5530366" y="3236234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5AE6C2ED-FE14-E5CB-21FE-BB8C91D20801}"/>
              </a:ext>
            </a:extLst>
          </p:cNvPr>
          <p:cNvSpPr/>
          <p:nvPr/>
        </p:nvSpPr>
        <p:spPr>
          <a:xfrm>
            <a:off x="5530366" y="5032685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6345071-D1AE-C5B4-A547-73A29A01FA9F}"/>
              </a:ext>
            </a:extLst>
          </p:cNvPr>
          <p:cNvSpPr/>
          <p:nvPr/>
        </p:nvSpPr>
        <p:spPr>
          <a:xfrm>
            <a:off x="5077857" y="594662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A0D39A06-C94E-2ECE-E4F8-B6EE40A2D2EC}"/>
              </a:ext>
            </a:extLst>
          </p:cNvPr>
          <p:cNvCxnSpPr>
            <a:cxnSpLocks/>
          </p:cNvCxnSpPr>
          <p:nvPr/>
        </p:nvCxnSpPr>
        <p:spPr>
          <a:xfrm>
            <a:off x="943702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92B66B63-2676-15AE-8940-A46ABC258AE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D602C003-228B-F9DF-6C68-0B3DC5511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C5F433-CF48-44A0-7B0F-2B23F5772618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05D8A4-1C43-AFDB-3D5A-6E7DB3C28E5F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E6866C-B9E1-9AE1-3A1B-3B3E82B3D307}"/>
              </a:ext>
            </a:extLst>
          </p:cNvPr>
          <p:cNvSpPr txBox="1"/>
          <p:nvPr/>
        </p:nvSpPr>
        <p:spPr>
          <a:xfrm>
            <a:off x="5139146" y="223136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527462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0D0B8-A5E4-566D-8194-690E29F26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1CB28E73-02C6-0DC6-2255-F5FAD19720A6}"/>
              </a:ext>
            </a:extLst>
          </p:cNvPr>
          <p:cNvSpPr/>
          <p:nvPr/>
        </p:nvSpPr>
        <p:spPr>
          <a:xfrm>
            <a:off x="7302226" y="2858410"/>
            <a:ext cx="1416444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91EDA17-541C-1848-E3C1-19BCC226F3A8}"/>
              </a:ext>
            </a:extLst>
          </p:cNvPr>
          <p:cNvSpPr/>
          <p:nvPr/>
        </p:nvSpPr>
        <p:spPr>
          <a:xfrm>
            <a:off x="7055324" y="594662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77B6DDA-A14F-B102-49E7-D84EF6B5F018}"/>
              </a:ext>
            </a:extLst>
          </p:cNvPr>
          <p:cNvGraphicFramePr>
            <a:graphicFrameLocks noGrp="1"/>
          </p:cNvGraphicFramePr>
          <p:nvPr/>
        </p:nvGraphicFramePr>
        <p:xfrm>
          <a:off x="9875768" y="2770656"/>
          <a:ext cx="2026879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23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84486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82292D6-35B6-609C-2628-2B6F8A0F1AFB}"/>
              </a:ext>
            </a:extLst>
          </p:cNvPr>
          <p:cNvCxnSpPr>
            <a:cxnSpLocks/>
          </p:cNvCxnSpPr>
          <p:nvPr/>
        </p:nvCxnSpPr>
        <p:spPr>
          <a:xfrm>
            <a:off x="478120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017AD60A-305D-D93B-7E01-015CA64CEAF1}"/>
              </a:ext>
            </a:extLst>
          </p:cNvPr>
          <p:cNvSpPr/>
          <p:nvPr/>
        </p:nvSpPr>
        <p:spPr>
          <a:xfrm>
            <a:off x="2165155" y="425774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109B1979-C11A-6F48-211C-9E63452D426C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23337" y="4523723"/>
            <a:ext cx="18864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71AD1ACB-2E03-6CFD-17BE-B6A3E9C18332}"/>
              </a:ext>
            </a:extLst>
          </p:cNvPr>
          <p:cNvSpPr/>
          <p:nvPr/>
        </p:nvSpPr>
        <p:spPr>
          <a:xfrm>
            <a:off x="240204" y="320891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95C0872D-64E6-76B2-3AA0-00F418CAB0E8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75826" y="347151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121F7CA9-3639-6271-871F-8F7D408DD5AA}"/>
              </a:ext>
            </a:extLst>
          </p:cNvPr>
          <p:cNvSpPr/>
          <p:nvPr/>
        </p:nvSpPr>
        <p:spPr>
          <a:xfrm>
            <a:off x="3912366" y="302865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85D877B5-E894-FD5D-5930-9213DABADB07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50815" y="326094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013AB38-1F29-D04E-961D-83491E9EC9B4}"/>
              </a:ext>
            </a:extLst>
          </p:cNvPr>
          <p:cNvSpPr/>
          <p:nvPr/>
        </p:nvSpPr>
        <p:spPr>
          <a:xfrm>
            <a:off x="1031947" y="335454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C0E0C92-1DFB-80F2-4D55-2EB47D638BDF}"/>
              </a:ext>
            </a:extLst>
          </p:cNvPr>
          <p:cNvSpPr/>
          <p:nvPr/>
        </p:nvSpPr>
        <p:spPr>
          <a:xfrm>
            <a:off x="1031947" y="440316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FFFBE307-5129-C560-C010-6847A2FCBDF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902142" y="452372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E2A437C-E898-DCC1-AB2A-A294CD2C3968}"/>
              </a:ext>
            </a:extLst>
          </p:cNvPr>
          <p:cNvSpPr/>
          <p:nvPr/>
        </p:nvSpPr>
        <p:spPr>
          <a:xfrm>
            <a:off x="2911982" y="435098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AE39662-AD2D-391B-6E22-E7CE8A0D26F8}"/>
              </a:ext>
            </a:extLst>
          </p:cNvPr>
          <p:cNvSpPr/>
          <p:nvPr/>
        </p:nvSpPr>
        <p:spPr>
          <a:xfrm>
            <a:off x="2868377" y="308820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2851412-02F9-DF9C-826F-2E2A4119D809}"/>
              </a:ext>
            </a:extLst>
          </p:cNvPr>
          <p:cNvSpPr/>
          <p:nvPr/>
        </p:nvSpPr>
        <p:spPr>
          <a:xfrm>
            <a:off x="3034499" y="578362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D2080C4-B22B-CE29-97A9-ACF0B83CA886}"/>
              </a:ext>
            </a:extLst>
          </p:cNvPr>
          <p:cNvSpPr/>
          <p:nvPr/>
        </p:nvSpPr>
        <p:spPr>
          <a:xfrm>
            <a:off x="2868376" y="526541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5A8AE6EF-3267-1CBE-8D88-16178D153599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59596" y="561088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419C8142-B885-2B2E-BF24-899C6B9AF985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67045" y="359566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87561F2C-9624-C21A-FF92-C488D5963E7F}"/>
              </a:ext>
            </a:extLst>
          </p:cNvPr>
          <p:cNvSpPr txBox="1"/>
          <p:nvPr/>
        </p:nvSpPr>
        <p:spPr>
          <a:xfrm>
            <a:off x="1286379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그래프 모델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1AACD0-77D5-C022-00C8-655B1E496781}"/>
              </a:ext>
            </a:extLst>
          </p:cNvPr>
          <p:cNvSpPr txBox="1"/>
          <p:nvPr/>
        </p:nvSpPr>
        <p:spPr>
          <a:xfrm>
            <a:off x="5139146" y="223136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02068A-4E24-4969-E03B-F58C9D6B32AB}"/>
              </a:ext>
            </a:extLst>
          </p:cNvPr>
          <p:cNvSpPr txBox="1"/>
          <p:nvPr/>
        </p:nvSpPr>
        <p:spPr>
          <a:xfrm>
            <a:off x="9726852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공법 결과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934A4B9-F69D-850B-1A5B-F9018DFEFD45}"/>
              </a:ext>
            </a:extLst>
          </p:cNvPr>
          <p:cNvGrpSpPr/>
          <p:nvPr/>
        </p:nvGrpSpPr>
        <p:grpSpPr>
          <a:xfrm>
            <a:off x="10660358" y="3305160"/>
            <a:ext cx="1080000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83FF2A9-C483-93EB-84E9-DEA7256827B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0600830-7598-2F24-96BA-CD0394611CE0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AD1446FE-247E-519F-FE22-B770B7C4B9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AF82371E-ACF5-AF3C-87EB-5E805AD99CB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B28E63-9EB9-1EF4-D2A8-69A0C7581F38}"/>
              </a:ext>
            </a:extLst>
          </p:cNvPr>
          <p:cNvSpPr/>
          <p:nvPr/>
        </p:nvSpPr>
        <p:spPr>
          <a:xfrm>
            <a:off x="5390854" y="3119566"/>
            <a:ext cx="1071024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9BE2073-2B35-2D8F-3444-F067AF554E42}"/>
              </a:ext>
            </a:extLst>
          </p:cNvPr>
          <p:cNvSpPr/>
          <p:nvPr/>
        </p:nvSpPr>
        <p:spPr>
          <a:xfrm>
            <a:off x="5530366" y="4529573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F82DD7E-1CE0-E645-7B1F-23657F984277}"/>
              </a:ext>
            </a:extLst>
          </p:cNvPr>
          <p:cNvSpPr/>
          <p:nvPr/>
        </p:nvSpPr>
        <p:spPr>
          <a:xfrm>
            <a:off x="5530366" y="3236234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98BB69D0-C3B1-3C97-8753-F60F25C07800}"/>
              </a:ext>
            </a:extLst>
          </p:cNvPr>
          <p:cNvSpPr/>
          <p:nvPr/>
        </p:nvSpPr>
        <p:spPr>
          <a:xfrm>
            <a:off x="5530366" y="5032685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5BEA225-BCE1-3BD9-E75A-94FA4164035A}"/>
              </a:ext>
            </a:extLst>
          </p:cNvPr>
          <p:cNvSpPr/>
          <p:nvPr/>
        </p:nvSpPr>
        <p:spPr>
          <a:xfrm>
            <a:off x="5077857" y="594662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17CF3665-DB6B-D220-B6B8-62AA075FF4F3}"/>
              </a:ext>
            </a:extLst>
          </p:cNvPr>
          <p:cNvCxnSpPr>
            <a:cxnSpLocks/>
          </p:cNvCxnSpPr>
          <p:nvPr/>
        </p:nvCxnSpPr>
        <p:spPr>
          <a:xfrm>
            <a:off x="943702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A96B862A-EBC9-9397-F476-F6CE93DBFFA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3ED9BBEA-1619-8F46-9174-E8F83554B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E1239D3-DB93-67A3-4521-DA2C93F5C898}"/>
              </a:ext>
            </a:extLst>
          </p:cNvPr>
          <p:cNvSpPr txBox="1">
            <a:spLocks/>
          </p:cNvSpPr>
          <p:nvPr/>
        </p:nvSpPr>
        <p:spPr>
          <a:xfrm>
            <a:off x="1987568" y="3550749"/>
            <a:ext cx="880809" cy="416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>
                <a:latin typeface="+mn-ea"/>
              </a:rPr>
              <a:t>타입 매칭</a:t>
            </a:r>
            <a:r>
              <a:rPr lang="en-US" altLang="ko-KR" sz="1200">
                <a:latin typeface="+mn-ea"/>
              </a:rPr>
              <a:t>! </a:t>
            </a:r>
            <a:endParaRPr lang="ko-KR" altLang="en-US" sz="1200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BC3E631-B0CF-9F2D-61EA-19BE95078FB2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467045" y="3759213"/>
            <a:ext cx="520523" cy="208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89A887F-F38E-A5C7-867A-65B5449741C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83F57F09-1F2A-AFF8-3BCB-F1130A924B2B}"/>
              </a:ext>
            </a:extLst>
          </p:cNvPr>
          <p:cNvSpPr/>
          <p:nvPr/>
        </p:nvSpPr>
        <p:spPr>
          <a:xfrm>
            <a:off x="5478266" y="3691469"/>
            <a:ext cx="899673" cy="744800"/>
          </a:xfrm>
          <a:prstGeom prst="roundRect">
            <a:avLst>
              <a:gd name="adj" fmla="val 10438"/>
            </a:avLst>
          </a:prstGeom>
          <a:noFill/>
          <a:ln>
            <a:solidFill>
              <a:srgbClr val="FF79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EC78383-AEE1-1D67-03C2-01E10CF1FCFD}"/>
              </a:ext>
            </a:extLst>
          </p:cNvPr>
          <p:cNvSpPr/>
          <p:nvPr/>
        </p:nvSpPr>
        <p:spPr>
          <a:xfrm>
            <a:off x="5530366" y="3739347"/>
            <a:ext cx="792000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0AF2B89-BA32-327B-E8FA-355D1E94A5DB}"/>
              </a:ext>
            </a:extLst>
          </p:cNvPr>
          <p:cNvSpPr/>
          <p:nvPr/>
        </p:nvSpPr>
        <p:spPr>
          <a:xfrm>
            <a:off x="5530366" y="4134460"/>
            <a:ext cx="792000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39FC5F-9639-C654-C62C-2F2EA151E7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6021335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2F2D5-366B-B12D-CC8A-9C6164C8C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9E1B7974-D2C9-7A6F-84FF-10CABAFF169F}"/>
              </a:ext>
            </a:extLst>
          </p:cNvPr>
          <p:cNvSpPr/>
          <p:nvPr/>
        </p:nvSpPr>
        <p:spPr>
          <a:xfrm>
            <a:off x="7302226" y="2858410"/>
            <a:ext cx="1416444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6494ED6-887C-BF9C-F8DF-2C73AAF80195}"/>
              </a:ext>
            </a:extLst>
          </p:cNvPr>
          <p:cNvGrpSpPr/>
          <p:nvPr/>
        </p:nvGrpSpPr>
        <p:grpSpPr>
          <a:xfrm>
            <a:off x="7470448" y="3038319"/>
            <a:ext cx="1080000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56832E5D-3778-E3DA-29DF-CF2CE57A0C5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6D284B97-BA63-CCF7-1AE5-8B4CCF3D692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C35EA4BA-0733-3C41-CB17-15E22EB5E12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3AD70BF-0C4C-DB25-FB75-862FEB9D5D47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32DCFB34-3D93-96E7-C8F1-32F01E14CA60}"/>
              </a:ext>
            </a:extLst>
          </p:cNvPr>
          <p:cNvSpPr/>
          <p:nvPr/>
        </p:nvSpPr>
        <p:spPr>
          <a:xfrm>
            <a:off x="7055324" y="594662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1E620-7CE3-984C-0F9B-5EB11BEA5430}"/>
              </a:ext>
            </a:extLst>
          </p:cNvPr>
          <p:cNvGraphicFramePr>
            <a:graphicFrameLocks noGrp="1"/>
          </p:cNvGraphicFramePr>
          <p:nvPr/>
        </p:nvGraphicFramePr>
        <p:xfrm>
          <a:off x="9875768" y="2770656"/>
          <a:ext cx="2026879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23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84486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238E781-7544-F5DA-8B14-7C88AE6CE455}"/>
              </a:ext>
            </a:extLst>
          </p:cNvPr>
          <p:cNvCxnSpPr>
            <a:cxnSpLocks/>
          </p:cNvCxnSpPr>
          <p:nvPr/>
        </p:nvCxnSpPr>
        <p:spPr>
          <a:xfrm>
            <a:off x="478120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6AD1BE93-4107-AB5E-A974-3688A84463D7}"/>
              </a:ext>
            </a:extLst>
          </p:cNvPr>
          <p:cNvSpPr/>
          <p:nvPr/>
        </p:nvSpPr>
        <p:spPr>
          <a:xfrm>
            <a:off x="2165155" y="425774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B0F8FDB-7AC7-55F1-D331-00A260344C8F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23337" y="4523723"/>
            <a:ext cx="18864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ED4A371-DF7C-FA44-A3BA-C01E82730109}"/>
              </a:ext>
            </a:extLst>
          </p:cNvPr>
          <p:cNvSpPr/>
          <p:nvPr/>
        </p:nvSpPr>
        <p:spPr>
          <a:xfrm>
            <a:off x="240204" y="320891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0EA2F4D-663E-A74D-6128-920A029C274D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75826" y="347151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F5966326-8AC2-F9E6-3166-3F18A14D3F38}"/>
              </a:ext>
            </a:extLst>
          </p:cNvPr>
          <p:cNvSpPr/>
          <p:nvPr/>
        </p:nvSpPr>
        <p:spPr>
          <a:xfrm>
            <a:off x="3912366" y="302865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597FAD71-C64C-7518-DA62-35DBF66C3523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50815" y="326094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A320BBB5-BE14-7EAD-D7EA-E16ED2799B9F}"/>
              </a:ext>
            </a:extLst>
          </p:cNvPr>
          <p:cNvSpPr/>
          <p:nvPr/>
        </p:nvSpPr>
        <p:spPr>
          <a:xfrm>
            <a:off x="1031947" y="335454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0C70351E-65DB-B451-90C4-27D4A88D8D59}"/>
              </a:ext>
            </a:extLst>
          </p:cNvPr>
          <p:cNvSpPr/>
          <p:nvPr/>
        </p:nvSpPr>
        <p:spPr>
          <a:xfrm>
            <a:off x="1031947" y="440316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66CFD4-ECEB-7E2C-83E2-9498C6AB6E7F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902142" y="452372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EF065E18-02D4-91CB-4499-CBE727254678}"/>
              </a:ext>
            </a:extLst>
          </p:cNvPr>
          <p:cNvSpPr/>
          <p:nvPr/>
        </p:nvSpPr>
        <p:spPr>
          <a:xfrm>
            <a:off x="2911982" y="435098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39D40FC5-89B2-12A5-1EB5-8CB0BC8AF18D}"/>
              </a:ext>
            </a:extLst>
          </p:cNvPr>
          <p:cNvSpPr/>
          <p:nvPr/>
        </p:nvSpPr>
        <p:spPr>
          <a:xfrm>
            <a:off x="2868377" y="308820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BA5F661-9944-FC7A-DD1D-77BA19D480FD}"/>
              </a:ext>
            </a:extLst>
          </p:cNvPr>
          <p:cNvSpPr/>
          <p:nvPr/>
        </p:nvSpPr>
        <p:spPr>
          <a:xfrm>
            <a:off x="3034499" y="578362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6E83F02-D9E9-4D05-0771-C2D17D7E92B1}"/>
              </a:ext>
            </a:extLst>
          </p:cNvPr>
          <p:cNvSpPr/>
          <p:nvPr/>
        </p:nvSpPr>
        <p:spPr>
          <a:xfrm>
            <a:off x="2868376" y="526541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BC696B8-DE68-21B3-D517-2FDD4312C883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59596" y="561088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36E3799-BE87-37A4-773B-9289B3CC9050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67045" y="359566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E64F88C-364C-19D6-ADD1-D000261DBDB4}"/>
              </a:ext>
            </a:extLst>
          </p:cNvPr>
          <p:cNvSpPr txBox="1"/>
          <p:nvPr/>
        </p:nvSpPr>
        <p:spPr>
          <a:xfrm>
            <a:off x="1286379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그래프 모델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41D5FE1-4121-77E0-FD8D-D009CBD0B32E}"/>
              </a:ext>
            </a:extLst>
          </p:cNvPr>
          <p:cNvSpPr txBox="1"/>
          <p:nvPr/>
        </p:nvSpPr>
        <p:spPr>
          <a:xfrm>
            <a:off x="9726852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공법 결과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B6E113-6FCC-E9B8-2AA6-4DB4198982DA}"/>
              </a:ext>
            </a:extLst>
          </p:cNvPr>
          <p:cNvGrpSpPr/>
          <p:nvPr/>
        </p:nvGrpSpPr>
        <p:grpSpPr>
          <a:xfrm>
            <a:off x="10660358" y="3305160"/>
            <a:ext cx="1080000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7E3159A-8671-7FEA-EA05-C0E0F31DBE8C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0667EC63-F2AE-641F-DD01-6FD3FEB22FB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D7921A6C-8625-C092-E1C9-35EB79574FE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A7E07D1-0835-9D33-C8D9-755E0E1DE19D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5610613-026B-485A-A2D7-98F89232A73E}"/>
              </a:ext>
            </a:extLst>
          </p:cNvPr>
          <p:cNvSpPr/>
          <p:nvPr/>
        </p:nvSpPr>
        <p:spPr>
          <a:xfrm>
            <a:off x="5390854" y="3119566"/>
            <a:ext cx="1071024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58CC2875-DF38-E0D7-E6D4-9B52DBBA0576}"/>
              </a:ext>
            </a:extLst>
          </p:cNvPr>
          <p:cNvSpPr/>
          <p:nvPr/>
        </p:nvSpPr>
        <p:spPr>
          <a:xfrm>
            <a:off x="5530366" y="4529573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A15CAA9-7ECB-EE8E-ACBA-BE210049B933}"/>
              </a:ext>
            </a:extLst>
          </p:cNvPr>
          <p:cNvSpPr/>
          <p:nvPr/>
        </p:nvSpPr>
        <p:spPr>
          <a:xfrm>
            <a:off x="5530366" y="3236234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27B421A-00A2-8528-AC58-A30041F6FF3B}"/>
              </a:ext>
            </a:extLst>
          </p:cNvPr>
          <p:cNvSpPr/>
          <p:nvPr/>
        </p:nvSpPr>
        <p:spPr>
          <a:xfrm>
            <a:off x="5530366" y="5032685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C3C7D95-F84A-00F4-2E2C-46C518122A2C}"/>
              </a:ext>
            </a:extLst>
          </p:cNvPr>
          <p:cNvSpPr/>
          <p:nvPr/>
        </p:nvSpPr>
        <p:spPr>
          <a:xfrm>
            <a:off x="5077857" y="594662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48A905CF-5E94-685B-814E-22E16850C4DA}"/>
              </a:ext>
            </a:extLst>
          </p:cNvPr>
          <p:cNvCxnSpPr>
            <a:cxnSpLocks/>
          </p:cNvCxnSpPr>
          <p:nvPr/>
        </p:nvCxnSpPr>
        <p:spPr>
          <a:xfrm>
            <a:off x="943702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38936903-1959-946F-F2F3-403A9978ADA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28F9E9E-1358-889F-318C-B4792001B7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21466849-C223-E0BE-2F20-8BC584CADB3B}"/>
              </a:ext>
            </a:extLst>
          </p:cNvPr>
          <p:cNvSpPr txBox="1">
            <a:spLocks/>
          </p:cNvSpPr>
          <p:nvPr/>
        </p:nvSpPr>
        <p:spPr>
          <a:xfrm>
            <a:off x="1987568" y="3550749"/>
            <a:ext cx="880809" cy="416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>
                <a:latin typeface="+mn-ea"/>
              </a:rPr>
              <a:t>타입 매칭</a:t>
            </a:r>
            <a:r>
              <a:rPr lang="en-US" altLang="ko-KR" sz="1200">
                <a:latin typeface="+mn-ea"/>
              </a:rPr>
              <a:t>! </a:t>
            </a:r>
            <a:endParaRPr lang="ko-KR" altLang="en-US" sz="1200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1D8B6AB-348B-351E-9725-2F2507F723EB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1467045" y="3759213"/>
            <a:ext cx="520523" cy="208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758348E-32F4-0989-02F3-21138258774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991539A7-0661-D411-307A-9A25E8FB396B}"/>
              </a:ext>
            </a:extLst>
          </p:cNvPr>
          <p:cNvSpPr/>
          <p:nvPr/>
        </p:nvSpPr>
        <p:spPr>
          <a:xfrm>
            <a:off x="5478266" y="3691469"/>
            <a:ext cx="899673" cy="744800"/>
          </a:xfrm>
          <a:prstGeom prst="roundRect">
            <a:avLst>
              <a:gd name="adj" fmla="val 10438"/>
            </a:avLst>
          </a:prstGeom>
          <a:noFill/>
          <a:ln>
            <a:solidFill>
              <a:srgbClr val="FF79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6EB8AF-BD6E-4581-EFB5-84A880FC69A1}"/>
              </a:ext>
            </a:extLst>
          </p:cNvPr>
          <p:cNvSpPr txBox="1"/>
          <p:nvPr/>
        </p:nvSpPr>
        <p:spPr>
          <a:xfrm>
            <a:off x="5139146" y="223136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8411A7-5FF0-EE5E-BB69-AA7BF98B57E0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5289936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3D414-91F1-A5D0-F155-D7EB2CDDE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D52F21B-3B66-CAD3-86BD-657CBEBA3E63}"/>
              </a:ext>
            </a:extLst>
          </p:cNvPr>
          <p:cNvSpPr/>
          <p:nvPr/>
        </p:nvSpPr>
        <p:spPr>
          <a:xfrm>
            <a:off x="7302226" y="2858410"/>
            <a:ext cx="1416444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B7F16B4C-A61B-F40F-67ED-BE7E44EBC4B6}"/>
              </a:ext>
            </a:extLst>
          </p:cNvPr>
          <p:cNvGrpSpPr/>
          <p:nvPr/>
        </p:nvGrpSpPr>
        <p:grpSpPr>
          <a:xfrm>
            <a:off x="7470448" y="3038319"/>
            <a:ext cx="1080000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C5BE4825-EEEF-92B4-3523-A2C6550E818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43B0BCF-3FC6-2D1C-1B09-2C86256DDC42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7A96700D-CE35-4C2D-426C-E4D2717B892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72795645-C2BE-822B-D702-6AF0C1602A4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011DA1B-DCDE-9E1E-5318-584C75E3456B}"/>
              </a:ext>
            </a:extLst>
          </p:cNvPr>
          <p:cNvGrpSpPr/>
          <p:nvPr/>
        </p:nvGrpSpPr>
        <p:grpSpPr>
          <a:xfrm>
            <a:off x="7470448" y="4085609"/>
            <a:ext cx="1080000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8140008-1C82-CF62-3973-3EB38E97C02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20A9B4B5-C8AD-AB4F-83CD-C1DAFD8368C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D3D39E2F-2222-236D-0CC9-C987DA880B6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3D04A15E-FCE8-D633-D665-51032CEBF2E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599F735F-F858-5C3C-891E-21342A8DABC0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1791A6F-D229-F104-9730-11A79E6B8481}"/>
              </a:ext>
            </a:extLst>
          </p:cNvPr>
          <p:cNvSpPr/>
          <p:nvPr/>
        </p:nvSpPr>
        <p:spPr>
          <a:xfrm>
            <a:off x="7055324" y="594662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539C5DA-7194-8072-E4E1-457A55AE95F9}"/>
              </a:ext>
            </a:extLst>
          </p:cNvPr>
          <p:cNvGraphicFramePr>
            <a:graphicFrameLocks noGrp="1"/>
          </p:cNvGraphicFramePr>
          <p:nvPr/>
        </p:nvGraphicFramePr>
        <p:xfrm>
          <a:off x="9875768" y="2770656"/>
          <a:ext cx="2026879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23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84486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6C91739-0062-EB5C-CE22-7400D3A65FAE}"/>
              </a:ext>
            </a:extLst>
          </p:cNvPr>
          <p:cNvCxnSpPr>
            <a:cxnSpLocks/>
          </p:cNvCxnSpPr>
          <p:nvPr/>
        </p:nvCxnSpPr>
        <p:spPr>
          <a:xfrm>
            <a:off x="478120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9C1457C8-8ACD-DFD9-C68D-1FDF30E59F53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59596" y="343368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3A7EFA01-AF62-9B34-F1A4-BA0E7F81D052}"/>
              </a:ext>
            </a:extLst>
          </p:cNvPr>
          <p:cNvSpPr/>
          <p:nvPr/>
        </p:nvSpPr>
        <p:spPr>
          <a:xfrm>
            <a:off x="2165155" y="425774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15F8EE5-3B45-B636-36EC-E07F74B53B0B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23337" y="4523723"/>
            <a:ext cx="18864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1DD544A3-86DE-3B8A-BC71-15211F04FA37}"/>
              </a:ext>
            </a:extLst>
          </p:cNvPr>
          <p:cNvSpPr/>
          <p:nvPr/>
        </p:nvSpPr>
        <p:spPr>
          <a:xfrm>
            <a:off x="240204" y="320891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AD8582A2-32DD-B769-9B6D-C82686804073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75826" y="347151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40F46916-F49A-4AEB-65BF-14D760CE9669}"/>
              </a:ext>
            </a:extLst>
          </p:cNvPr>
          <p:cNvSpPr/>
          <p:nvPr/>
        </p:nvSpPr>
        <p:spPr>
          <a:xfrm>
            <a:off x="3912366" y="302865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1CC1EF4B-8848-CD12-4A03-468A9E3FAD2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50815" y="326094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A4E5AA0-F9F5-60E6-59EB-7B51BF10ECBF}"/>
              </a:ext>
            </a:extLst>
          </p:cNvPr>
          <p:cNvSpPr/>
          <p:nvPr/>
        </p:nvSpPr>
        <p:spPr>
          <a:xfrm>
            <a:off x="1031947" y="335454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EA8CA6FC-DB98-7A8C-6F6B-C7FADC41F121}"/>
              </a:ext>
            </a:extLst>
          </p:cNvPr>
          <p:cNvSpPr/>
          <p:nvPr/>
        </p:nvSpPr>
        <p:spPr>
          <a:xfrm>
            <a:off x="1031947" y="440316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654B226B-3FA6-ED53-1F52-9C16FBCA4458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902142" y="452372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8E06C803-3C41-6181-B302-CD03CC202F7A}"/>
              </a:ext>
            </a:extLst>
          </p:cNvPr>
          <p:cNvSpPr/>
          <p:nvPr/>
        </p:nvSpPr>
        <p:spPr>
          <a:xfrm>
            <a:off x="2911982" y="435098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DC3D9B6-E101-7E95-EE5C-4A55A945DDD4}"/>
              </a:ext>
            </a:extLst>
          </p:cNvPr>
          <p:cNvSpPr/>
          <p:nvPr/>
        </p:nvSpPr>
        <p:spPr>
          <a:xfrm>
            <a:off x="2868377" y="308820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596AC37B-AA72-A07D-AE6E-844B610E0A07}"/>
              </a:ext>
            </a:extLst>
          </p:cNvPr>
          <p:cNvSpPr/>
          <p:nvPr/>
        </p:nvSpPr>
        <p:spPr>
          <a:xfrm>
            <a:off x="3034499" y="578362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8724DDA-CC75-2824-B0EC-4C120CF50FC7}"/>
              </a:ext>
            </a:extLst>
          </p:cNvPr>
          <p:cNvSpPr/>
          <p:nvPr/>
        </p:nvSpPr>
        <p:spPr>
          <a:xfrm>
            <a:off x="2868376" y="526541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FE90ABF1-5010-EF37-20D6-AF9012440765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59596" y="561088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153C6C-1560-04EE-2D00-2DE5C4E3E781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67045" y="359566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내용 개체 틀 2">
            <a:extLst>
              <a:ext uri="{FF2B5EF4-FFF2-40B4-BE49-F238E27FC236}">
                <a16:creationId xmlns:a16="http://schemas.microsoft.com/office/drawing/2014/main" id="{35C3E8EE-5F3A-65FF-B20E-5EFDFD0E3418}"/>
              </a:ext>
            </a:extLst>
          </p:cNvPr>
          <p:cNvSpPr txBox="1">
            <a:spLocks/>
          </p:cNvSpPr>
          <p:nvPr/>
        </p:nvSpPr>
        <p:spPr>
          <a:xfrm>
            <a:off x="1987568" y="3550749"/>
            <a:ext cx="880809" cy="416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>
                <a:latin typeface="+mn-ea"/>
              </a:rPr>
              <a:t>타입 매칭</a:t>
            </a:r>
            <a:r>
              <a:rPr lang="en-US" altLang="ko-KR" sz="1200">
                <a:latin typeface="+mn-ea"/>
              </a:rPr>
              <a:t>! </a:t>
            </a:r>
            <a:endParaRPr lang="ko-KR" altLang="en-US" sz="1200">
              <a:latin typeface="+mn-ea"/>
            </a:endParaRPr>
          </a:p>
        </p:txBody>
      </p: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61637B3-B30C-AA81-8BDE-C2C5D141EAB0}"/>
              </a:ext>
            </a:extLst>
          </p:cNvPr>
          <p:cNvCxnSpPr>
            <a:cxnSpLocks/>
            <a:stCxn id="67" idx="3"/>
          </p:cNvCxnSpPr>
          <p:nvPr/>
        </p:nvCxnSpPr>
        <p:spPr>
          <a:xfrm>
            <a:off x="2868378" y="3759213"/>
            <a:ext cx="491219" cy="230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9510EE5-4252-7DAB-60E8-44CF6535C8D5}"/>
              </a:ext>
            </a:extLst>
          </p:cNvPr>
          <p:cNvSpPr txBox="1"/>
          <p:nvPr/>
        </p:nvSpPr>
        <p:spPr>
          <a:xfrm>
            <a:off x="1286379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그래프 모델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FA07AFE-095E-F7AE-65B3-E8DBD419D819}"/>
              </a:ext>
            </a:extLst>
          </p:cNvPr>
          <p:cNvSpPr txBox="1"/>
          <p:nvPr/>
        </p:nvSpPr>
        <p:spPr>
          <a:xfrm>
            <a:off x="9726852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공법 결과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94022B71-F305-DFBF-91E6-EB5FAF042BFA}"/>
              </a:ext>
            </a:extLst>
          </p:cNvPr>
          <p:cNvGrpSpPr/>
          <p:nvPr/>
        </p:nvGrpSpPr>
        <p:grpSpPr>
          <a:xfrm>
            <a:off x="10660358" y="4396098"/>
            <a:ext cx="1080000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C9BA7000-5DDD-4A6A-9332-62B8C8B563C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222E1242-B856-1F3D-C476-4E6954185A4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F6F3EA3C-9C18-62BF-570A-905C6C586C4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3F74BAE3-BB3C-9203-16FD-A3FAFE864A6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AF6C08B5-A661-916E-CCA6-669DA7B82BB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5859121-31A6-4A28-0D11-28B49831534B}"/>
              </a:ext>
            </a:extLst>
          </p:cNvPr>
          <p:cNvGrpSpPr/>
          <p:nvPr/>
        </p:nvGrpSpPr>
        <p:grpSpPr>
          <a:xfrm>
            <a:off x="10660358" y="3305160"/>
            <a:ext cx="1080000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9741877E-7256-6950-C70E-231C122B701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5B87E80-F920-418E-CE2B-ED3FD759E28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988A3DCE-0E55-25E4-2B49-D6BB3DF5732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C66508EF-428C-6FE5-B95E-A3CC051817D8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6A86951-1379-F2F4-9B4B-EA63FB642C6C}"/>
              </a:ext>
            </a:extLst>
          </p:cNvPr>
          <p:cNvSpPr/>
          <p:nvPr/>
        </p:nvSpPr>
        <p:spPr>
          <a:xfrm>
            <a:off x="5390854" y="3119566"/>
            <a:ext cx="1071024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8F56B32-1344-CCBE-F6B8-8EC13EBEB852}"/>
              </a:ext>
            </a:extLst>
          </p:cNvPr>
          <p:cNvSpPr/>
          <p:nvPr/>
        </p:nvSpPr>
        <p:spPr>
          <a:xfrm>
            <a:off x="5077857" y="594662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3921E433-656B-1128-C5F2-A4B8D607B2E2}"/>
              </a:ext>
            </a:extLst>
          </p:cNvPr>
          <p:cNvCxnSpPr>
            <a:cxnSpLocks/>
          </p:cNvCxnSpPr>
          <p:nvPr/>
        </p:nvCxnSpPr>
        <p:spPr>
          <a:xfrm>
            <a:off x="943702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CA6F3893-AB48-B941-EC97-3BCA59CA01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D5B237E-3297-8D07-CA60-58C2B44DA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0EA3EF-BB48-73B4-FF3C-140F11B6AB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6FC62E0-E2F7-4F21-25C0-483C9A0DE6AC}"/>
              </a:ext>
            </a:extLst>
          </p:cNvPr>
          <p:cNvSpPr/>
          <p:nvPr/>
        </p:nvSpPr>
        <p:spPr>
          <a:xfrm>
            <a:off x="5530366" y="4529573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83C9807-5054-7E74-3B2B-E70A13D10F0C}"/>
              </a:ext>
            </a:extLst>
          </p:cNvPr>
          <p:cNvSpPr/>
          <p:nvPr/>
        </p:nvSpPr>
        <p:spPr>
          <a:xfrm>
            <a:off x="5530366" y="3236234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3C204B6-B0B8-7D8F-5B90-953E8B1E5AEA}"/>
              </a:ext>
            </a:extLst>
          </p:cNvPr>
          <p:cNvSpPr/>
          <p:nvPr/>
        </p:nvSpPr>
        <p:spPr>
          <a:xfrm>
            <a:off x="5530366" y="5032685"/>
            <a:ext cx="792000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D71443F-F30D-3A82-F589-35E2D7A55E4C}"/>
              </a:ext>
            </a:extLst>
          </p:cNvPr>
          <p:cNvSpPr/>
          <p:nvPr/>
        </p:nvSpPr>
        <p:spPr>
          <a:xfrm>
            <a:off x="5478266" y="3181350"/>
            <a:ext cx="899673" cy="2260601"/>
          </a:xfrm>
          <a:prstGeom prst="roundRect">
            <a:avLst>
              <a:gd name="adj" fmla="val 10438"/>
            </a:avLst>
          </a:prstGeom>
          <a:noFill/>
          <a:ln>
            <a:solidFill>
              <a:srgbClr val="FF79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D0AF35-67F1-320D-2F5E-8F272BC0C98C}"/>
              </a:ext>
            </a:extLst>
          </p:cNvPr>
          <p:cNvSpPr txBox="1"/>
          <p:nvPr/>
        </p:nvSpPr>
        <p:spPr>
          <a:xfrm>
            <a:off x="5139146" y="223136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778985-F47D-410B-150C-0FFF861A3FE3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274810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A1D4-3495-5012-9258-E225EC4CB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C6202EAB-6E32-B183-F08E-77DF2A58BE90}"/>
              </a:ext>
            </a:extLst>
          </p:cNvPr>
          <p:cNvSpPr/>
          <p:nvPr/>
        </p:nvSpPr>
        <p:spPr>
          <a:xfrm>
            <a:off x="7302226" y="2858410"/>
            <a:ext cx="1416444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DA9145D7-5C45-853E-4F2D-E3D298B0F69C}"/>
              </a:ext>
            </a:extLst>
          </p:cNvPr>
          <p:cNvGrpSpPr/>
          <p:nvPr/>
        </p:nvGrpSpPr>
        <p:grpSpPr>
          <a:xfrm>
            <a:off x="7470448" y="3038319"/>
            <a:ext cx="1080000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B67E0DD-925C-5A7D-90AB-A7E08AD9CC53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D374C90-66C0-FCE3-953C-6B287C8A1680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939B144-59E5-6A3A-115B-2D4BE2AC146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EAE81E82-869D-C0AF-315C-7A7984F6FE0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4F84BAD-9310-CAB1-22D6-F9E76BACE961}"/>
              </a:ext>
            </a:extLst>
          </p:cNvPr>
          <p:cNvGrpSpPr/>
          <p:nvPr/>
        </p:nvGrpSpPr>
        <p:grpSpPr>
          <a:xfrm>
            <a:off x="7470448" y="4085609"/>
            <a:ext cx="1080000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B97A9C3-FE76-787A-563F-B941BBDC075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6717A724-A6F5-B8A1-B51F-CE9AF76C3E67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D150EBF3-2110-444E-FE0D-F08FDB9B9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466E254B-4CEC-6A79-B507-6BF224C1652B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6CFAC3F4-E26B-E5FA-8C90-1C52F29BCFB0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B12B15B-9537-A055-E8E0-D227B389EA37}"/>
              </a:ext>
            </a:extLst>
          </p:cNvPr>
          <p:cNvSpPr/>
          <p:nvPr/>
        </p:nvSpPr>
        <p:spPr>
          <a:xfrm>
            <a:off x="7055324" y="594662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B9582CC-EFFC-1B49-4F69-AAB613D2C7EE}"/>
              </a:ext>
            </a:extLst>
          </p:cNvPr>
          <p:cNvGraphicFramePr>
            <a:graphicFrameLocks noGrp="1"/>
          </p:cNvGraphicFramePr>
          <p:nvPr/>
        </p:nvGraphicFramePr>
        <p:xfrm>
          <a:off x="9875768" y="2770656"/>
          <a:ext cx="2026879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2393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84486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89FDCB3-27A7-3F7C-F788-4F476EDDA804}"/>
              </a:ext>
            </a:extLst>
          </p:cNvPr>
          <p:cNvCxnSpPr>
            <a:cxnSpLocks/>
          </p:cNvCxnSpPr>
          <p:nvPr/>
        </p:nvCxnSpPr>
        <p:spPr>
          <a:xfrm>
            <a:off x="478120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686BE622-CBD1-9741-0ED8-293ECEDB9178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59596" y="343368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D8B0B23D-C92E-CFBF-E131-83AAAAFD0A44}"/>
              </a:ext>
            </a:extLst>
          </p:cNvPr>
          <p:cNvSpPr/>
          <p:nvPr/>
        </p:nvSpPr>
        <p:spPr>
          <a:xfrm>
            <a:off x="2165155" y="425774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A81781EC-CDEF-0919-8FB3-77175BE4B33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23337" y="4523723"/>
            <a:ext cx="18864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EFE080E6-F5A7-54A2-AC61-0D11BF3031EB}"/>
              </a:ext>
            </a:extLst>
          </p:cNvPr>
          <p:cNvSpPr/>
          <p:nvPr/>
        </p:nvSpPr>
        <p:spPr>
          <a:xfrm>
            <a:off x="240204" y="320891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CDEA374F-2687-8345-1459-2D107E888ED0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75826" y="347151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3BA00BA-2F9A-1BC3-9979-A82DAA1EBD4F}"/>
              </a:ext>
            </a:extLst>
          </p:cNvPr>
          <p:cNvSpPr/>
          <p:nvPr/>
        </p:nvSpPr>
        <p:spPr>
          <a:xfrm>
            <a:off x="3912366" y="302865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2EE9364F-4F92-15F8-EB08-D7656FC058DD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50815" y="326094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7A208D2F-350E-D47E-E2B9-191925B780F5}"/>
              </a:ext>
            </a:extLst>
          </p:cNvPr>
          <p:cNvSpPr/>
          <p:nvPr/>
        </p:nvSpPr>
        <p:spPr>
          <a:xfrm>
            <a:off x="1031947" y="335454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8AF33CD-94EB-BB48-31CA-D5EB6B1E1CC1}"/>
              </a:ext>
            </a:extLst>
          </p:cNvPr>
          <p:cNvSpPr/>
          <p:nvPr/>
        </p:nvSpPr>
        <p:spPr>
          <a:xfrm>
            <a:off x="1031947" y="440316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0A3FD461-33EB-DB97-02EF-1AB4257F4F89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902142" y="452372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3EFAFE22-9A81-9CA5-5260-DA108379B2A1}"/>
              </a:ext>
            </a:extLst>
          </p:cNvPr>
          <p:cNvSpPr/>
          <p:nvPr/>
        </p:nvSpPr>
        <p:spPr>
          <a:xfrm>
            <a:off x="2911982" y="435098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EF94FC0-FEC6-9FBF-735B-7D997CA9DDBC}"/>
              </a:ext>
            </a:extLst>
          </p:cNvPr>
          <p:cNvSpPr/>
          <p:nvPr/>
        </p:nvSpPr>
        <p:spPr>
          <a:xfrm>
            <a:off x="2868377" y="308820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49D520A-2677-F370-A392-B5ADF05BBD3D}"/>
              </a:ext>
            </a:extLst>
          </p:cNvPr>
          <p:cNvSpPr/>
          <p:nvPr/>
        </p:nvSpPr>
        <p:spPr>
          <a:xfrm>
            <a:off x="3034499" y="578362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AB03D393-1727-0B5E-B2D6-0AF7AAF88D71}"/>
              </a:ext>
            </a:extLst>
          </p:cNvPr>
          <p:cNvSpPr/>
          <p:nvPr/>
        </p:nvSpPr>
        <p:spPr>
          <a:xfrm>
            <a:off x="2868376" y="526541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9752F64-F4FA-E7FD-F7CF-F7A7007ABBD2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59596" y="561088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4CD1B45C-3FCB-12DF-D9E1-D73C91B18724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67045" y="359566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내용 개체 틀 2">
            <a:extLst>
              <a:ext uri="{FF2B5EF4-FFF2-40B4-BE49-F238E27FC236}">
                <a16:creationId xmlns:a16="http://schemas.microsoft.com/office/drawing/2014/main" id="{3B1B0ACB-8089-AA63-FEE8-E7D05E4CB9AC}"/>
              </a:ext>
            </a:extLst>
          </p:cNvPr>
          <p:cNvSpPr txBox="1">
            <a:spLocks/>
          </p:cNvSpPr>
          <p:nvPr/>
        </p:nvSpPr>
        <p:spPr>
          <a:xfrm>
            <a:off x="1987568" y="3550749"/>
            <a:ext cx="880809" cy="41692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>
                <a:latin typeface="+mn-ea"/>
              </a:rPr>
              <a:t>타입 매칭</a:t>
            </a:r>
            <a:r>
              <a:rPr lang="en-US" altLang="ko-KR" sz="1200">
                <a:latin typeface="+mn-ea"/>
              </a:rPr>
              <a:t>! </a:t>
            </a:r>
            <a:endParaRPr lang="ko-KR" altLang="en-US" sz="1200">
              <a:latin typeface="+mn-ea"/>
            </a:endParaRPr>
          </a:p>
        </p:txBody>
      </p: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A848502-6F17-476F-2520-27F1DA16AE1D}"/>
              </a:ext>
            </a:extLst>
          </p:cNvPr>
          <p:cNvCxnSpPr>
            <a:cxnSpLocks/>
            <a:stCxn id="67" idx="3"/>
          </p:cNvCxnSpPr>
          <p:nvPr/>
        </p:nvCxnSpPr>
        <p:spPr>
          <a:xfrm>
            <a:off x="2868378" y="3759213"/>
            <a:ext cx="491219" cy="230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4F74773-268C-9FBD-6A41-D35FBB39961F}"/>
              </a:ext>
            </a:extLst>
          </p:cNvPr>
          <p:cNvSpPr txBox="1"/>
          <p:nvPr/>
        </p:nvSpPr>
        <p:spPr>
          <a:xfrm>
            <a:off x="1286379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그래프 모델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80634B4-A3AB-4F35-DD22-FAEF73979651}"/>
              </a:ext>
            </a:extLst>
          </p:cNvPr>
          <p:cNvSpPr txBox="1"/>
          <p:nvPr/>
        </p:nvSpPr>
        <p:spPr>
          <a:xfrm>
            <a:off x="9726852" y="2231366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공법 결과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041F92A-0752-9E19-ABFF-6AA465C50162}"/>
              </a:ext>
            </a:extLst>
          </p:cNvPr>
          <p:cNvGrpSpPr/>
          <p:nvPr/>
        </p:nvGrpSpPr>
        <p:grpSpPr>
          <a:xfrm>
            <a:off x="10660358" y="4396098"/>
            <a:ext cx="1080000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551A0A7-14F5-BA4E-FE6E-1A18DD1A7C8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04A72A2-14BD-D363-22B8-6613BE94F811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E0A69A70-A4A0-CD99-3E2E-F0FBB88698A9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4FD0312F-A1F3-B487-4037-99626375367F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83BB4C2-5E7F-B5C6-62D9-A4236F80947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F54D717-0664-7E5A-5F65-FB539CD70BD2}"/>
              </a:ext>
            </a:extLst>
          </p:cNvPr>
          <p:cNvGrpSpPr/>
          <p:nvPr/>
        </p:nvGrpSpPr>
        <p:grpSpPr>
          <a:xfrm>
            <a:off x="10660358" y="3305160"/>
            <a:ext cx="1080000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3B30395-5626-43C1-6705-A6C5669BE782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42432D35-30E1-008A-BEE3-F00EC3C763E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06C77D0D-5547-DAA6-92DC-C07A3F690DA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D9AE8F-7C35-5D79-17FA-0D3C79D518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DBDFAB5-975C-0DFC-CEDB-08EA2E45C21B}"/>
              </a:ext>
            </a:extLst>
          </p:cNvPr>
          <p:cNvSpPr/>
          <p:nvPr/>
        </p:nvSpPr>
        <p:spPr>
          <a:xfrm>
            <a:off x="5390854" y="3119566"/>
            <a:ext cx="1071024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117CC69-57BC-D280-2549-B0EDCF3CB732}"/>
              </a:ext>
            </a:extLst>
          </p:cNvPr>
          <p:cNvSpPr/>
          <p:nvPr/>
        </p:nvSpPr>
        <p:spPr>
          <a:xfrm>
            <a:off x="5077857" y="594662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C5F35FF-1006-E77D-C20C-7A25BB74705F}"/>
              </a:ext>
            </a:extLst>
          </p:cNvPr>
          <p:cNvCxnSpPr>
            <a:cxnSpLocks/>
          </p:cNvCxnSpPr>
          <p:nvPr/>
        </p:nvCxnSpPr>
        <p:spPr>
          <a:xfrm>
            <a:off x="9437020" y="232444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7626AE3-57E1-3CF0-7CA8-4880F2D5EC0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A36B8ED7-40E9-3DF4-E387-675EB04C19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F5686F-F002-0A8A-208F-68BB3350777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133D05-951A-89B8-23A1-E01233295EF2}"/>
              </a:ext>
            </a:extLst>
          </p:cNvPr>
          <p:cNvSpPr txBox="1"/>
          <p:nvPr/>
        </p:nvSpPr>
        <p:spPr>
          <a:xfrm>
            <a:off x="5139146" y="223136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3D9906-80A4-9D96-0B76-F4787BBF2C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764792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3225</Words>
  <Application>Microsoft Office PowerPoint</Application>
  <PresentationFormat>와이드스크린</PresentationFormat>
  <Paragraphs>852</Paragraphs>
  <Slides>44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44</vt:i4>
      </vt:variant>
    </vt:vector>
  </HeadingPairs>
  <TitlesOfParts>
    <vt:vector size="51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부품의 조립(부위)속성 정의-기존 방식과 비교</vt:lpstr>
      <vt:lpstr>PowerPoint 프레젠테이션</vt:lpstr>
      <vt:lpstr>PowerPoint 프레젠테이션</vt:lpstr>
      <vt:lpstr>PowerPoint 프레젠테이션</vt:lpstr>
      <vt:lpstr>PowerPoint 프레젠테이션</vt:lpstr>
      <vt:lpstr>속성 일치 검색 단계</vt:lpstr>
      <vt:lpstr>Planner의 요소, 4가지</vt:lpstr>
      <vt:lpstr>부품의 조립(부위)속성 정의-기존 방식과 비교</vt:lpstr>
      <vt:lpstr>속성 일치 검색 단계</vt:lpstr>
      <vt:lpstr>속성 일치 검색 단계</vt:lpstr>
      <vt:lpstr>속성 일치 검색 단계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80</cp:revision>
  <dcterms:modified xsi:type="dcterms:W3CDTF">2025-11-18T15:59:07Z</dcterms:modified>
</cp:coreProperties>
</file>