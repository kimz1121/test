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33"/>
  </p:notesMasterIdLst>
  <p:sldIdLst>
    <p:sldId id="256" r:id="rId3"/>
    <p:sldId id="257" r:id="rId4"/>
    <p:sldId id="311" r:id="rId5"/>
    <p:sldId id="317" r:id="rId6"/>
    <p:sldId id="318" r:id="rId7"/>
    <p:sldId id="319" r:id="rId8"/>
    <p:sldId id="313" r:id="rId9"/>
    <p:sldId id="312" r:id="rId10"/>
    <p:sldId id="316" r:id="rId11"/>
    <p:sldId id="294" r:id="rId12"/>
    <p:sldId id="260" r:id="rId13"/>
    <p:sldId id="293" r:id="rId14"/>
    <p:sldId id="298" r:id="rId15"/>
    <p:sldId id="295" r:id="rId16"/>
    <p:sldId id="299" r:id="rId17"/>
    <p:sldId id="297" r:id="rId18"/>
    <p:sldId id="306" r:id="rId19"/>
    <p:sldId id="304" r:id="rId20"/>
    <p:sldId id="310" r:id="rId21"/>
    <p:sldId id="315" r:id="rId22"/>
    <p:sldId id="273" r:id="rId23"/>
    <p:sldId id="303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85"/>
    <a:srgbClr val="FF7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778-F665-D200-9DBC-64799EE0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E78856-7D90-5DE0-B911-035443C15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10E54-DB00-0CEF-AC2B-75D8123A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65AB-6218-6CFA-4A3B-D33A7668C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29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4BB9-5AD8-888A-4110-2EDF753B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8F32C1-BA01-BB7E-0262-FBAD5466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B774D-426F-29E5-689C-FF45A302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2FA36-C824-C0C7-9CDB-A348971C1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2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CB1-A2B1-7FA2-8CCC-E1C6E2C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F27F6-6C4D-A539-ED82-46ECE612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47A3D8-218B-7C81-BAEF-C4C6D9FA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ED541-EF75-44FB-2AFA-8F4793FB9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3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279F-EFB3-C6BF-EEFC-F96C86EC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E5B25-9652-D9AF-D7EE-C17E9308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84637-C960-F45B-E119-0E89DCDB1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0B255-0E54-5B2C-5907-A5DFB45AB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206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D4B0-BA95-DF8E-E2BE-8B4B9E55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0D5513-8F0B-C5F5-B146-4916C9132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5979B-96D9-A0F5-0B31-ABA70A98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07F9-60DE-667D-E75C-3DB2E27D5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58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AD66-6C8D-F756-6B91-425290B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3D02F-9A50-7D98-AE69-0BCE7773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F241C-336E-1E40-E20F-01B4FFC1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477DB-0E8F-8AF3-3791-F8011D402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42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2837-066F-0BF4-857B-6D4B47D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8F0CF1-CDBE-D311-6E3F-E9CDF8C5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375EB-E711-B573-DD38-C8BB595C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8EAF07-D808-751F-DB81-26541713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60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EC3-3530-9213-7334-ABB9B585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27B791-E113-5E4A-D188-6007D115E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66C28C-657F-801F-0BE1-76E4DFB2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F8E4-9165-4318-6C32-AB3AD44D7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74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5CA4-E310-25C3-5463-76228848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63E57-1802-1767-D671-B5C6F36B6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DCD3F1-D6E7-5B27-F0E7-467FB9256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BC1C5-C2C7-BF4D-1DEE-0249ACF93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98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2605-2A3F-9C0F-D030-7C0B2FE0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C15BCE3-122B-553D-1EFC-55B12BE9B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21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A5B521-E44A-8C06-E336-8A3C10627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B9FC24E-D3D3-C362-263E-5F2150343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77035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4D-8BB2-E3AE-DA2F-0B3B4734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60D5A38-F3BC-5066-0F2D-130320A21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22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B5B3C62-CF86-72B6-B94B-4E3FDB15C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1D2479-95C2-DB5B-B5E0-ED7095B46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2004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24185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CD19-A97A-7137-064A-0F1BB152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6AAB7-3780-E6ED-DCE3-0E60EE3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B4728-27C9-215B-3426-0948AC09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E4D23-FAE5-30C8-80F7-C8406D1D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098AB-F609-51A8-C423-BF1EB71C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40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7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C483BCB1-F0CD-2C42-0D45-2B4F4AD59EBC}"/>
              </a:ext>
            </a:extLst>
          </p:cNvPr>
          <p:cNvSpPr/>
          <p:nvPr/>
        </p:nvSpPr>
        <p:spPr>
          <a:xfrm>
            <a:off x="821719" y="2707071"/>
            <a:ext cx="11028536" cy="3139547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11FEA2-EB10-4419-24BB-706A5E10DAD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3F0B715-6238-DD4B-A68E-CBD1552D09B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37EDEC1A-FC64-4476-4C97-0B0BC26EA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26BC00E-9D38-ED0D-E6F1-66D0A73AC6A7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8B57EDA-1D8C-12D9-762A-2E65C0D0CAD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DCB4B4A5-D939-3B26-31CC-E74AD18F653D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E87DC4A6-029D-82DF-28A5-6CB3316147D7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94F63E83-0B97-3484-9F12-F34C98658B2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D53DBA8B-B971-23B2-7538-21FA52F7CD52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5C2F14AE-D9B1-9CA2-6B62-55365D381397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095C43B1-6483-95F6-ED50-F78B52C98FA6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84EA002A-FA38-9F97-4133-E50863FF56F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0C64B426-2DA2-D825-B4DB-C74ACE26B070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B8E8DF89-75EC-7DD2-4C34-8825BAA8F84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4A7225E7-CFFD-B624-1987-CF45BCFCDEA7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4AD78721-4E81-22E1-F729-AA4FC2E0C282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CB333E45-0F1C-F279-63D8-0FCA3A788051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A5DD3766-3FA0-A35B-1184-EAC049813165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0E834A92-7AF3-480C-2F24-068F51FFDED9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A9F8FFF7-D4DF-93B8-6677-804F16098CA7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D9B64556-461B-36C3-0ECB-A9E82B9CAB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87D105AF-D1D8-FE55-37B2-4B7C189AD8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813D256B-582E-A9D0-8A4C-3730E314B2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E75A3DA1-1D6B-3A22-D9D9-CE1BADD514AF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232DC790-7C28-095D-841A-C5126D9B1319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2E000C4E-03EB-E5A4-B73E-E5E905E23565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AAEC59A5-E1B7-A180-FBFD-6E59615D97EF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CA0DF101-02AC-C4EE-F945-1F7F0B86C1B4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E6A6025E-CE5B-D812-58FB-52DB78848883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604D5A59-5EFB-75B2-38F8-6B33F377B404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A456CEA-8FE3-1A7C-18D4-EF74AAC677A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D326C9C-A1CD-A59E-29E3-3A9A3876ED63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2320882D-4342-EF0C-9C19-4246928B6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90F0785B-DA82-9730-5E13-0E94CC85DB45}"/>
              </a:ext>
            </a:extLst>
          </p:cNvPr>
          <p:cNvGrpSpPr/>
          <p:nvPr/>
        </p:nvGrpSpPr>
        <p:grpSpPr>
          <a:xfrm>
            <a:off x="3908439" y="1107438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D918CBE2-8CF7-C431-5F6F-756DA3F9B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C5F1B70-1D48-6D54-5FDA-2CA3FE158040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D955B742-3CFF-D7EC-DB02-8EED1DFE9D0E}"/>
              </a:ext>
            </a:extLst>
          </p:cNvPr>
          <p:cNvGrpSpPr/>
          <p:nvPr/>
        </p:nvGrpSpPr>
        <p:grpSpPr>
          <a:xfrm>
            <a:off x="4520617" y="2953088"/>
            <a:ext cx="1812481" cy="2002162"/>
            <a:chOff x="4074510" y="2332845"/>
            <a:chExt cx="1812481" cy="2364397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E2CC0D0A-B785-B316-D371-91A1FB0E1A15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60840A14-B9A5-2A46-323D-BD96282C0F6F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9D3F3331-74A1-1210-9AFA-B6E57C316EA0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EEF0D99C-9C59-10BF-D6B6-17372C1A3E27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D291DABB-5A2E-8699-678B-38C1E881773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364EB44C-32A6-69A0-DB1D-4FC5728609D0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023CC56A-CC7F-4802-2F3C-69DAA6795E8D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951DBE0-4810-EB2B-02AE-C1371E2A64F5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48E0728E-9A40-1E73-4915-90A9AA947770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B0798100-2351-7B9F-396A-8141E4BFF555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65748CDB-8288-B7D1-9432-FE67E7F0387D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8CFD3B3C-4476-5412-F65D-58C26791710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B04EEE15-1C02-B11C-99CD-9386DAFEC72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58DD0EA4-F911-AE05-B1C0-A77ED5BE3C46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F0FC362E-B3ED-2E90-CB96-8012B81DAAA8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5511DF3E-EB70-65A5-22AE-F17BE088CD60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C9B82E63-5FDF-2F3C-166A-BAEF543B72F9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3C71CADA-D55F-8CE0-CA53-FB39C1ED5ADD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8DA7D58-2D4C-A897-4EA5-B5C6823C3650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E29A297-D003-AB7D-7418-C254DCE9C025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</a:t>
              </a:r>
              <a:r>
                <a:rPr lang="en-US" altLang="ko-KR" sz="1000" dirty="0"/>
                <a:t>assembly</a:t>
              </a:r>
              <a:r>
                <a:rPr lang="ko-KR" altLang="en-US" sz="1000" dirty="0"/>
                <a:t>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A73C3566-5B47-7C99-5149-6AFEC718D008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B33CBB08-BA2A-58D6-AF3A-751367E3A5E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A7719641-1CEE-625D-183A-2BA8AF5DBE99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3C8494B3-3D40-709F-566D-51DD1209402F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78C2D5AD-4643-C54F-6072-0D9F4539F196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77D4517-FE05-6534-CD0E-CD0C269EDE5E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5E87252-DCB0-8AC8-CAC9-961FA0DEB96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210DFE7-72E5-CF43-B67E-01428063D290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2E3AC5AD-8050-9389-4E51-913DD6BF429C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1DA77E3F-ABFC-4E20-8593-FD0615DA403B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21D0EC0C-4273-1642-4E6D-DCBF716037B0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07A17A7-E072-777A-FC12-E990D4FAE4F3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8087B47A-055B-D6C6-23B3-BAFB892AE920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2563FC7-DE1B-F38D-B1B0-7F5B0F5B62C9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B2D7B108-0A44-D4D2-2EE1-0602B40128B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7944A658-207D-0610-A6E7-2447E6DFE67E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7F40524D-8E10-866B-9FEC-67B86CC8B5C1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951E5ED9-4589-AD14-E95E-92EF17CDBFF2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FA59218-130F-21C9-3BEB-131800C372CC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64F2FE5-A80B-C4D0-B4BC-35ED53EBE309}"/>
              </a:ext>
            </a:extLst>
          </p:cNvPr>
          <p:cNvGrpSpPr/>
          <p:nvPr/>
        </p:nvGrpSpPr>
        <p:grpSpPr>
          <a:xfrm>
            <a:off x="6679944" y="4078336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3B1B4CAD-0DE4-5EAB-0ED2-4478FBD308A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F0A2EA53-6011-B230-3B9C-B07CA340036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B9698ECA-4D31-EE28-48F5-F52BA7A5AB5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8E93EB21-D1BC-12F3-FB44-9505D0775A96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C698A8F2-AB39-B2ED-E04D-28BA5116E87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7F4B1B43-AC4E-EA19-A824-8AE9ED768E36}"/>
              </a:ext>
            </a:extLst>
          </p:cNvPr>
          <p:cNvGrpSpPr/>
          <p:nvPr/>
        </p:nvGrpSpPr>
        <p:grpSpPr>
          <a:xfrm>
            <a:off x="1132328" y="3310518"/>
            <a:ext cx="1812481" cy="1142487"/>
            <a:chOff x="8410242" y="1013492"/>
            <a:chExt cx="1812481" cy="1349188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C490FA0B-6639-919D-22C4-58DC8FD8353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165BD056-7AF4-A3B3-7170-E56978DCB26B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BA3D5C56-5915-FF89-DA57-911C3BA2B430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F8334B47-E2C4-720F-0092-8D22E0FAC46F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C43D96CB-624F-1554-268E-19BC33150EFA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02B5DDDE-B24B-6CF4-1041-4AD357D3A665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E0A384AF-8653-9D1A-21BD-D8BC41465799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1C0FD0AE-C905-4AF4-5131-635D7E77049E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986868FB-C71D-18F4-D799-E69AC9958BC0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5C9F2988-578E-BCEE-6767-27AB31BABA13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7F75EA17-2DD1-7E95-9C58-4D81A7AA36A5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E421787D-0734-3DEE-6B0A-A51D2446ED01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D5F313F7-9D3F-A84F-9F7F-225B129CAE1C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0D579988-EC03-E812-384E-A308648BE1A8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3F4149C3-F17F-5B43-E89D-271D539CC762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397FEAA5-15CB-7A68-5A92-C0D685A0A221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5EF8E4CE-D9EE-C9BB-20CB-9753EA48F7D6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85290026-1E15-ABD9-87A6-3785BF903A07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5B5C433F-9C7D-EAB3-DDC4-1459798C4D3C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D95D120-6753-0E45-4298-28A50751EA6A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A755408E-1190-D423-D9B3-F24D81636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029265"/>
              </p:ext>
            </p:extLst>
          </p:nvPr>
        </p:nvGraphicFramePr>
        <p:xfrm>
          <a:off x="10112576" y="919665"/>
          <a:ext cx="1269793" cy="186320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6377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87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52306DE-6EE5-F45F-4695-500FB5494AC7}"/>
              </a:ext>
            </a:extLst>
          </p:cNvPr>
          <p:cNvGrpSpPr/>
          <p:nvPr/>
        </p:nvGrpSpPr>
        <p:grpSpPr>
          <a:xfrm>
            <a:off x="10606340" y="1236770"/>
            <a:ext cx="700666" cy="520671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661A9DF8-5444-4252-9F85-9ECABF55D83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055E0F8D-44CE-C049-0687-42ECD90D9BA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F2407200-6750-D5D7-F59A-2881950CC6A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859B36-5CA9-9439-DC67-50E05C6A84E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D081F34A-86B7-DC1E-A1B2-48D29F8B6EC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7B9A3C74-B051-BA4D-BD56-81860080BD4E}"/>
              </a:ext>
            </a:extLst>
          </p:cNvPr>
          <p:cNvGrpSpPr/>
          <p:nvPr/>
        </p:nvGrpSpPr>
        <p:grpSpPr>
          <a:xfrm>
            <a:off x="10606340" y="1898504"/>
            <a:ext cx="700666" cy="454513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54135CCA-1B43-032D-FD4B-8DDE3D8FC175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BBB75B43-1D8E-88AC-99F9-46DDF826E5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815FE469-3078-3EC8-F753-E9FCE91FF48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1CB36C8B-C74A-8DB9-5C25-63F20F61C5A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7F0FDEEC-D9DD-EC05-054E-CAF36E6E81DD}"/>
              </a:ext>
            </a:extLst>
          </p:cNvPr>
          <p:cNvSpPr/>
          <p:nvPr/>
        </p:nvSpPr>
        <p:spPr>
          <a:xfrm>
            <a:off x="3271005" y="3379609"/>
            <a:ext cx="1059974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10D1B9BC-6499-80D9-5E69-726C36F12F2E}"/>
              </a:ext>
            </a:extLst>
          </p:cNvPr>
          <p:cNvGrpSpPr/>
          <p:nvPr/>
        </p:nvGrpSpPr>
        <p:grpSpPr>
          <a:xfrm>
            <a:off x="7159948" y="141440"/>
            <a:ext cx="2112516" cy="2742477"/>
            <a:chOff x="7691832" y="2982395"/>
            <a:chExt cx="2112516" cy="2742477"/>
          </a:xfrm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24C61008-FD0C-D632-D12C-82FDBE2FA49B}"/>
                </a:ext>
              </a:extLst>
            </p:cNvPr>
            <p:cNvGrpSpPr/>
            <p:nvPr/>
          </p:nvGrpSpPr>
          <p:grpSpPr>
            <a:xfrm>
              <a:off x="7691832" y="2982395"/>
              <a:ext cx="2112516" cy="958137"/>
              <a:chOff x="7994089" y="945795"/>
              <a:chExt cx="2112516" cy="1131485"/>
            </a:xfrm>
          </p:grpSpPr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829268B0-FEDA-DC81-CD10-691E84CF272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131" name="타원 130">
                  <a:extLst>
                    <a:ext uri="{FF2B5EF4-FFF2-40B4-BE49-F238E27FC236}">
                      <a16:creationId xmlns:a16="http://schemas.microsoft.com/office/drawing/2014/main" id="{3D25ABBF-5493-9E8D-FC0B-C580F249C696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32" name="직선 연결선 131">
                  <a:extLst>
                    <a:ext uri="{FF2B5EF4-FFF2-40B4-BE49-F238E27FC236}">
                      <a16:creationId xmlns:a16="http://schemas.microsoft.com/office/drawing/2014/main" id="{2438370D-B74C-8C50-5290-6B6CE10E3300}"/>
                    </a:ext>
                  </a:extLst>
                </p:cNvPr>
                <p:cNvCxnSpPr>
                  <a:cxnSpLocks/>
                  <a:stCxn id="140" idx="2"/>
                  <a:endCxn id="131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3" name="타원 132">
                  <a:extLst>
                    <a:ext uri="{FF2B5EF4-FFF2-40B4-BE49-F238E27FC236}">
                      <a16:creationId xmlns:a16="http://schemas.microsoft.com/office/drawing/2014/main" id="{C932A6DD-F0BA-3E4E-3BF7-505E966CAC19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4" name="직선 연결선 133">
                  <a:extLst>
                    <a:ext uri="{FF2B5EF4-FFF2-40B4-BE49-F238E27FC236}">
                      <a16:creationId xmlns:a16="http://schemas.microsoft.com/office/drawing/2014/main" id="{E221EEDB-41F2-7ADB-C18B-AAE2BE5643A6}"/>
                    </a:ext>
                  </a:extLst>
                </p:cNvPr>
                <p:cNvCxnSpPr>
                  <a:cxnSpLocks/>
                  <a:stCxn id="137" idx="1"/>
                  <a:endCxn id="133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5" name="타원 134">
                  <a:extLst>
                    <a:ext uri="{FF2B5EF4-FFF2-40B4-BE49-F238E27FC236}">
                      <a16:creationId xmlns:a16="http://schemas.microsoft.com/office/drawing/2014/main" id="{0BC488A4-6AF2-C9F4-9E3E-E8BF30AE7573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6" name="직선 연결선 135">
                  <a:extLst>
                    <a:ext uri="{FF2B5EF4-FFF2-40B4-BE49-F238E27FC236}">
                      <a16:creationId xmlns:a16="http://schemas.microsoft.com/office/drawing/2014/main" id="{AD6A1084-21C3-C8C4-2983-DDE93505F9BF}"/>
                    </a:ext>
                  </a:extLst>
                </p:cNvPr>
                <p:cNvCxnSpPr>
                  <a:cxnSpLocks/>
                  <a:stCxn id="141" idx="6"/>
                  <a:endCxn id="13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7" name="사각형: 둥근 모서리 136">
                  <a:extLst>
                    <a:ext uri="{FF2B5EF4-FFF2-40B4-BE49-F238E27FC236}">
                      <a16:creationId xmlns:a16="http://schemas.microsoft.com/office/drawing/2014/main" id="{B3794922-9446-DDCE-4C1B-9B9C0258E15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FB8BA78E-D143-F3C2-B702-BA4B2CF02F2B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9" name="직선 연결선 138">
                  <a:extLst>
                    <a:ext uri="{FF2B5EF4-FFF2-40B4-BE49-F238E27FC236}">
                      <a16:creationId xmlns:a16="http://schemas.microsoft.com/office/drawing/2014/main" id="{50FC0866-6AD8-9DCB-B1B5-4D64858F2B9E}"/>
                    </a:ext>
                  </a:extLst>
                </p:cNvPr>
                <p:cNvCxnSpPr>
                  <a:cxnSpLocks/>
                  <a:stCxn id="138" idx="3"/>
                  <a:endCxn id="131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0" name="타원 139">
                  <a:extLst>
                    <a:ext uri="{FF2B5EF4-FFF2-40B4-BE49-F238E27FC236}">
                      <a16:creationId xmlns:a16="http://schemas.microsoft.com/office/drawing/2014/main" id="{40F65A50-2F56-4C34-BEEE-FA96A7419990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8E89D5F6-CD0B-E26E-4D6A-6DF7E6A60504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2" name="타원 141">
                  <a:extLst>
                    <a:ext uri="{FF2B5EF4-FFF2-40B4-BE49-F238E27FC236}">
                      <a16:creationId xmlns:a16="http://schemas.microsoft.com/office/drawing/2014/main" id="{42F18A76-DCD0-3CF7-BA16-A0F432300ABB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3" name="타원 142">
                  <a:extLst>
                    <a:ext uri="{FF2B5EF4-FFF2-40B4-BE49-F238E27FC236}">
                      <a16:creationId xmlns:a16="http://schemas.microsoft.com/office/drawing/2014/main" id="{7548C5F9-0956-0787-CF98-5A429F7E55F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44" name="직선 연결선 143">
                  <a:extLst>
                    <a:ext uri="{FF2B5EF4-FFF2-40B4-BE49-F238E27FC236}">
                      <a16:creationId xmlns:a16="http://schemas.microsoft.com/office/drawing/2014/main" id="{9F26DF5C-ED45-C7CD-5286-797FE8EC453C}"/>
                    </a:ext>
                  </a:extLst>
                </p:cNvPr>
                <p:cNvCxnSpPr>
                  <a:cxnSpLocks/>
                  <a:stCxn id="143" idx="4"/>
                  <a:endCxn id="142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직선 연결선 144">
                  <a:extLst>
                    <a:ext uri="{FF2B5EF4-FFF2-40B4-BE49-F238E27FC236}">
                      <a16:creationId xmlns:a16="http://schemas.microsoft.com/office/drawing/2014/main" id="{ADC85AAE-82B7-4FB8-83B8-430887740925}"/>
                    </a:ext>
                  </a:extLst>
                </p:cNvPr>
                <p:cNvCxnSpPr>
                  <a:cxnSpLocks/>
                  <a:stCxn id="137" idx="2"/>
                  <a:endCxn id="138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9F51ADD7-42E0-BDCF-B023-EAAFE35A1A81}"/>
                  </a:ext>
                </a:extLst>
              </p:cNvPr>
              <p:cNvSpPr txBox="1"/>
              <p:nvPr/>
            </p:nvSpPr>
            <p:spPr>
              <a:xfrm>
                <a:off x="8144107" y="1825280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업데이트 부품 상태</a:t>
                </a:r>
              </a:p>
            </p:txBody>
          </p:sp>
        </p:grpSp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6777E838-D3B5-7FCA-2E87-9145FFD9377C}"/>
                </a:ext>
              </a:extLst>
            </p:cNvPr>
            <p:cNvSpPr/>
            <p:nvPr/>
          </p:nvSpPr>
          <p:spPr>
            <a:xfrm>
              <a:off x="8227171" y="4042257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상태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B5F3070A-0CE8-7457-135A-4B3C70E5BA73}"/>
                </a:ext>
              </a:extLst>
            </p:cNvPr>
            <p:cNvGrpSpPr/>
            <p:nvPr/>
          </p:nvGrpSpPr>
          <p:grpSpPr>
            <a:xfrm>
              <a:off x="7853365" y="4601384"/>
              <a:ext cx="1877163" cy="1123488"/>
              <a:chOff x="2509044" y="1152607"/>
              <a:chExt cx="1877163" cy="1326752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58761ACE-C3CA-32C6-E59E-C1966E9ED44B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DBC40935-B9AA-38C2-C9EA-2004DA3B3009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506EB7CA-F48E-EB9D-D8C9-2212B2EDD917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213218A3-1592-BA5A-7A8D-97E93CBF20FB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7C977B75-76BA-22B2-396E-A7170B593C37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66B9DA7F-7BD3-C94C-D6E5-C0EBF1F7DEF4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AFE98E85-9C07-BB05-1E4A-3011C38E45D9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96C31E59-3107-5B27-D455-0D29EB32A98E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34918DD6-2C5C-D16A-38B6-DA3B9522D788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3EFC7DF8-DD39-02CE-BEDA-536296238FA9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E61100E4-15A5-BC70-7FBB-E6F1526C1DCB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C8959E76-964D-9896-9227-702F24DD22D7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75A3F046-82CB-521D-3D17-8E9717ADF1BD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0A36FF3C-9D44-5A7C-8231-0EFAE794F281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39CF900A-8A69-59C1-5F4B-3813B4E2EB8A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85D252AD-906E-0152-487D-5217B5653E78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3DCFFEDF-5D6C-354D-C1B0-4B1AC2185EB2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3FC4640B-7DA4-025F-B3C7-0E61CF72EC44}"/>
                  </a:ext>
                </a:extLst>
              </p:cNvPr>
              <p:cNvSpPr txBox="1"/>
              <p:nvPr/>
            </p:nvSpPr>
            <p:spPr>
              <a:xfrm>
                <a:off x="2541385" y="2227359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목표 조립 상태 입력</a:t>
                </a:r>
              </a:p>
            </p:txBody>
          </p: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4939567D-7C37-2199-2B06-13C460E6990A}"/>
              </a:ext>
            </a:extLst>
          </p:cNvPr>
          <p:cNvGrpSpPr/>
          <p:nvPr/>
        </p:nvGrpSpPr>
        <p:grpSpPr>
          <a:xfrm>
            <a:off x="821719" y="2725968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69D32AD3-3CAC-BCC6-B36C-2B6AC5363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0CECA326-6758-4EF1-8CA4-FD06BDE68637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14181456-000B-4D1B-88EE-8E034B3B4430}"/>
              </a:ext>
            </a:extLst>
          </p:cNvPr>
          <p:cNvSpPr/>
          <p:nvPr/>
        </p:nvSpPr>
        <p:spPr>
          <a:xfrm>
            <a:off x="2892493" y="3612908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0E00D513-26F1-9CD6-C61F-0CE3DC4933E0}"/>
              </a:ext>
            </a:extLst>
          </p:cNvPr>
          <p:cNvSpPr/>
          <p:nvPr/>
        </p:nvSpPr>
        <p:spPr>
          <a:xfrm>
            <a:off x="4577712" y="3605828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48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E07C-B077-1013-DE05-F23E49D1C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7FC471E-48F9-C174-F285-A4BD7EECC92C}"/>
              </a:ext>
            </a:extLst>
          </p:cNvPr>
          <p:cNvSpPr/>
          <p:nvPr/>
        </p:nvSpPr>
        <p:spPr>
          <a:xfrm>
            <a:off x="413018" y="2564877"/>
            <a:ext cx="11550381" cy="2543602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26C7FA-32B8-1A3C-6B68-F7CF62C62C6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679C9DF-D8E5-7D23-B455-91AB1CD2502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84B143C8-5738-90D1-CA5E-C30837121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F78DB0F-8F51-0F36-2CAB-B12DC203FC98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EAE9D8E7-EB46-6797-D039-A275E0F0323D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3E62EC18-28FC-3E1E-747F-376DE41FF34B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1630D6CC-8E67-9414-A3AB-ADFEE2A7C411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3E1EBBD7-1246-3912-B0D1-99DBFA24E18D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48344D2C-2008-5E2F-E7CC-E64292994B9E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C46BAE57-4E57-A629-40CB-750B14FF6461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77B21AF-0E6F-DD26-7F01-1C481E41CE8A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FC01B7E7-4783-E0B5-6F7C-2D7C025F50DE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1CBBAFD5-8415-2392-DA6E-72EFBAC3E430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725139DC-B563-A118-D85A-94313A7D99F9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A8CB784F-F68D-FF58-7C88-BA8819F1B5C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BF25CA6F-CC0B-9D31-4891-805E11CD7F9F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B5BD8544-575D-66D5-CAE5-62007847B082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ED0D1E62-EB9B-05BA-E1CE-0162285A3722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C6E91467-8AEB-3030-3239-7F1F244868A8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EB8FE661-85C0-AFF0-DB0F-3373900DCB88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49BBCECD-92E4-3669-18B1-3F476B0F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553F659-1759-2DB9-DB7C-4F32A1539C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ED22A8FB-C605-AC86-5ED9-2BA3480425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00742C1A-65E3-14DD-C014-370785ADD07B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1099FD3D-F3F9-ABB2-7DD4-5F44B67AB11D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AABB8485-8CE6-1571-F98F-5AE9B320A2D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7307400-7753-E4C9-B8C8-89D132B8A82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1253EFAE-15C7-DCB0-BFCF-84E8D78F757B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422B05A1-2524-C840-31CE-A6D4559E5589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4EF06BE-96E1-3FA2-7CF3-DF9ACA1D482F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5496D83-D38D-CF53-0AAE-AF678A32E141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B2CA04E-6D8E-BF00-33B9-DEC91FDB39FD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3737DB4B-4E47-D669-25AA-0C77E3E13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EA51F6E5-181A-3BD1-CABD-A74663AFFA60}"/>
              </a:ext>
            </a:extLst>
          </p:cNvPr>
          <p:cNvGrpSpPr/>
          <p:nvPr/>
        </p:nvGrpSpPr>
        <p:grpSpPr>
          <a:xfrm>
            <a:off x="4662408" y="1099577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04595AC0-04C0-53A1-538B-A4671F7B0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67CC61A-376A-0A36-685C-7BA4A1B2C01A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741E446-12CD-4848-7EED-B85EDB1D058F}"/>
              </a:ext>
            </a:extLst>
          </p:cNvPr>
          <p:cNvGrpSpPr/>
          <p:nvPr/>
        </p:nvGrpSpPr>
        <p:grpSpPr>
          <a:xfrm>
            <a:off x="3096765" y="2766621"/>
            <a:ext cx="1812481" cy="2002162"/>
            <a:chOff x="4074510" y="2332845"/>
            <a:chExt cx="1812481" cy="2364397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F967DCAA-1C3E-20D0-ED03-714E17D73A5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BD80898F-90FC-81F1-0B26-6CFC7E30E4E0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0A28FA7A-BF9F-4905-336F-A73714C30884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1E3653D9-466C-03BA-2659-9A3D30145ABC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9A654DC6-2881-C5F1-5422-72A3E3982967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7728FE8C-8BBD-24D3-F3FB-62077D31D4CE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C6E8CABD-5EF4-5CCF-CC87-24DC8AC7BD5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BC1598A8-7ADD-4981-2619-B184E332195B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C836A0E2-0CD7-FC07-8739-E3033D113CCB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450DA9F4-AE71-1BCE-C5CF-F2205E44D14C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72A57057-6F11-222C-8D60-A49640EF3BB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7114EB58-48B5-20AA-1EB3-B9AAF805EC4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20985DD3-1CDD-4D35-9235-11467BB97C4E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2553FA3E-ECF1-E976-1B53-0FA7E8BC1BDB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C495BE74-2012-C300-7C3D-68EA81ECF982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010F0FBC-ABD4-C7D7-CF46-B90C065212CE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61B74738-3A96-E183-C8B7-A03F51C2030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9C5767DC-62F2-46C6-B518-CD3CCA9B3F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F0DC8FE-F59E-DFE6-43F4-482C5A8B50A3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13BD65A-8ABF-2CBA-7D04-2DC775DF5366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</a:t>
              </a:r>
              <a:r>
                <a:rPr lang="en-US" altLang="ko-KR" sz="1000" dirty="0"/>
                <a:t>assembly</a:t>
              </a:r>
              <a:r>
                <a:rPr lang="ko-KR" altLang="en-US" sz="1000" dirty="0"/>
                <a:t>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F89565E-D526-AD1D-B149-1E3A22DD01E6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84D7F1DA-63FB-B6EE-CDBD-13A094719F31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BB6AD3E2-D1AA-E3B3-71F6-124E54E2E75D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6DC9730A-EE62-F2E1-8659-E0F986421975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C4D51F54-49AA-746E-B22B-E12FCA829BB0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6465F86E-C490-5315-34CD-BE63413918AE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55BAC7E0-2F25-08F3-436A-F4083620B1D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8D13B8E-5810-A199-EB7F-03BFBBD30431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8A64EC2E-654D-8FE1-7F0D-06922896A3E6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981CF6FF-C350-A485-9BFD-D028212DB58B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41E212D1-DE0E-11B4-AB17-BE8401D977B8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0936EBC2-5F96-7BEB-160D-393D17A5E114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DD982F6D-BE0C-A46D-C812-A6B5F64CAB33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C6C81E8B-0CBC-0469-8985-C40A87987DE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63432E9-100A-D534-004F-32E747B19C5F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B435E4F0-4620-CBCE-350E-488F479EAACE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3297A0A6-6CD5-6D96-334B-257831672AC7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785D36F5-A0F4-D4AE-ECB1-CCD8C4D6F579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4F4FD67-4F53-31B2-A528-6AF78FB32DC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C9D9101-2DEC-4585-E7BC-FFB96C6B1E5F}"/>
              </a:ext>
            </a:extLst>
          </p:cNvPr>
          <p:cNvGrpSpPr/>
          <p:nvPr/>
        </p:nvGrpSpPr>
        <p:grpSpPr>
          <a:xfrm>
            <a:off x="6473954" y="3312812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23E42399-A649-7C9B-7BBA-9B793023B46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B108A39E-E6EA-443D-F00C-D77F9651821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DDFC7EFE-6A37-B9E6-0D4C-65495179C548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A04B0FED-A36A-F380-A210-7AF4F1B6AF7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0A54055F-873B-05A4-73C6-406318E8E4C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9A6FE42-3D90-E66C-9766-4E7CC65D7EA2}"/>
              </a:ext>
            </a:extLst>
          </p:cNvPr>
          <p:cNvGrpSpPr/>
          <p:nvPr/>
        </p:nvGrpSpPr>
        <p:grpSpPr>
          <a:xfrm>
            <a:off x="418828" y="3168323"/>
            <a:ext cx="1812481" cy="1175316"/>
            <a:chOff x="8410242" y="1013492"/>
            <a:chExt cx="1812481" cy="1387956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32C57166-0514-2F60-389C-FC1FB617F0BF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F5128700-5EBB-36D1-02EE-79E493F0FB22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FBF525AD-86ED-131B-3460-4FEBF76E7A5D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5778A537-B20E-CFFF-1ECF-0BBC0AD0DE6B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A314BBF4-42A4-EB24-AA15-8004D0A207E2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2C1E436A-5F26-C7A5-93EA-1991D696A7A7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78E05833-1DE5-E621-27F5-2454F0EB749B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04AD6808-59DA-23E8-AA81-7BBB6A7F46FA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517924C6-7D69-151C-ACA8-B29917C5E86F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2A46A320-E551-890D-A4E9-949B4F2027B6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7E4AD645-A0A6-82C0-575F-75CADF01B9D5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E45A592C-7A12-3505-ABFA-0DC560FB942B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1B142151-2805-C809-9EDC-A08BDF69652A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92DB99DB-7123-7528-0B40-6B18DF5D4D8F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23EEA45E-EEB7-B48D-5B22-DADE4F6A9FB5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7D1F9BB8-BB2E-64FF-DE74-557CFF9D44C2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9565CCA0-1A6D-AC34-92C5-0F1826B38948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F5B59618-36AA-6710-E01C-866ACE9ACD43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C2F272F7-395B-C5FF-A37D-83724A791069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D625EDC2-22C7-18B4-B8F9-A55F1E139849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현재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C20F854B-06A8-5471-4647-8B64CBD54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744785"/>
              </p:ext>
            </p:extLst>
          </p:nvPr>
        </p:nvGraphicFramePr>
        <p:xfrm>
          <a:off x="10228650" y="72866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DFC2A4F-6B29-CE0A-16FB-7225B1FE1C0C}"/>
              </a:ext>
            </a:extLst>
          </p:cNvPr>
          <p:cNvGrpSpPr/>
          <p:nvPr/>
        </p:nvGrpSpPr>
        <p:grpSpPr>
          <a:xfrm>
            <a:off x="10779564" y="1045768"/>
            <a:ext cx="607244" cy="395067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23CB3EB3-6A43-A803-7AE0-45FD57F9F738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979A3651-090C-FE48-3EDE-9E4D5364E89D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487C4607-A56C-B093-4F6A-AF7F72662C2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2282A84E-6D96-83B9-5AC2-45C8C48CFBD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037928D2-B023-932E-CE3B-4D7244E852F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8FB97A6F-4134-BDD8-7911-554DFEA5EEAD}"/>
              </a:ext>
            </a:extLst>
          </p:cNvPr>
          <p:cNvGrpSpPr/>
          <p:nvPr/>
        </p:nvGrpSpPr>
        <p:grpSpPr>
          <a:xfrm>
            <a:off x="10779564" y="1545846"/>
            <a:ext cx="607244" cy="237420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1B70E497-E46D-0C5A-2FC2-0871CAC7A139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A838F7A4-CAB1-60C2-3BDB-5384AB1FFD06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E5132E23-B968-FA1A-02AA-F16FF031F38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BE6BB63F-B0F7-2CCA-0904-86FBB4BC349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D2EB0C1D-2C78-D6AC-55C3-3BC4C2AFDA46}"/>
              </a:ext>
            </a:extLst>
          </p:cNvPr>
          <p:cNvSpPr/>
          <p:nvPr/>
        </p:nvSpPr>
        <p:spPr>
          <a:xfrm>
            <a:off x="2327832" y="3227104"/>
            <a:ext cx="883027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9383CC1D-D34E-17DF-735B-44F920855631}"/>
              </a:ext>
            </a:extLst>
          </p:cNvPr>
          <p:cNvGrpSpPr/>
          <p:nvPr/>
        </p:nvGrpSpPr>
        <p:grpSpPr>
          <a:xfrm>
            <a:off x="7159948" y="141440"/>
            <a:ext cx="2112516" cy="958137"/>
            <a:chOff x="7994089" y="945795"/>
            <a:chExt cx="2112516" cy="1131485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9AB5F803-588E-5A8B-7AE6-27F387A0682B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EEEC5050-8486-6302-865E-E3AA74FF0030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15053BB4-0027-2805-4237-F1981817D402}"/>
                  </a:ext>
                </a:extLst>
              </p:cNvPr>
              <p:cNvCxnSpPr>
                <a:cxnSpLocks/>
                <a:stCxn id="140" idx="2"/>
                <a:endCxn id="131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B0600178-5621-64B3-1342-68A4D7899229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E17D3647-3D92-EB80-1B33-DDE61AFF327B}"/>
                  </a:ext>
                </a:extLst>
              </p:cNvPr>
              <p:cNvCxnSpPr>
                <a:cxnSpLocks/>
                <a:stCxn id="137" idx="1"/>
                <a:endCxn id="133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82CB25B2-DE2C-5A9F-B352-9A72BBED7A7A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45841F9D-2627-AF14-6046-0F17756B30C1}"/>
                  </a:ext>
                </a:extLst>
              </p:cNvPr>
              <p:cNvCxnSpPr>
                <a:cxnSpLocks/>
                <a:stCxn id="141" idx="6"/>
                <a:endCxn id="13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28B12C5A-381F-6871-A86D-3D414B02CD51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BF057EB3-9AC5-27DF-EC76-B3957A925F6E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83C4855B-4C6A-AE8E-9907-0DDB20670388}"/>
                  </a:ext>
                </a:extLst>
              </p:cNvPr>
              <p:cNvCxnSpPr>
                <a:cxnSpLocks/>
                <a:stCxn id="138" idx="3"/>
                <a:endCxn id="131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E98F376C-4819-3B0C-3664-462A805FF97A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49DBE746-EF79-F3A6-1743-0C8F83937691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B5952F01-3FBB-68E6-2272-73230FE48BC8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BC29C5D0-3DA8-E610-B337-BC7B489EFE68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5CD609D6-3DF8-0401-204D-39B20649A48E}"/>
                  </a:ext>
                </a:extLst>
              </p:cNvPr>
              <p:cNvCxnSpPr>
                <a:cxnSpLocks/>
                <a:stCxn id="143" idx="4"/>
                <a:endCxn id="142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87BF2D1C-ED2C-639E-93EC-33C3A6C7C7DF}"/>
                  </a:ext>
                </a:extLst>
              </p:cNvPr>
              <p:cNvCxnSpPr>
                <a:cxnSpLocks/>
                <a:stCxn id="137" idx="2"/>
                <a:endCxn id="138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A57DD57-631E-39F9-1BAA-41109FCF1D46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sp>
        <p:nvSpPr>
          <p:cNvPr id="148" name="화살표: 위쪽/아래쪽 147">
            <a:extLst>
              <a:ext uri="{FF2B5EF4-FFF2-40B4-BE49-F238E27FC236}">
                <a16:creationId xmlns:a16="http://schemas.microsoft.com/office/drawing/2014/main" id="{F5861515-EE79-0570-30BB-0D1346F6EEC0}"/>
              </a:ext>
            </a:extLst>
          </p:cNvPr>
          <p:cNvSpPr/>
          <p:nvPr/>
        </p:nvSpPr>
        <p:spPr>
          <a:xfrm>
            <a:off x="8247662" y="1289299"/>
            <a:ext cx="1137021" cy="493967"/>
          </a:xfrm>
          <a:prstGeom prst="upDownArrow">
            <a:avLst>
              <a:gd name="adj1" fmla="val 63892"/>
              <a:gd name="adj2" fmla="val 2033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상태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비교</a:t>
            </a:r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2FB9112E-7E70-2BAF-0E4C-5A5D471EFFEE}"/>
              </a:ext>
            </a:extLst>
          </p:cNvPr>
          <p:cNvGrpSpPr/>
          <p:nvPr/>
        </p:nvGrpSpPr>
        <p:grpSpPr>
          <a:xfrm>
            <a:off x="6121211" y="1229871"/>
            <a:ext cx="1877163" cy="1123488"/>
            <a:chOff x="2509044" y="1152607"/>
            <a:chExt cx="1877163" cy="1326752"/>
          </a:xfrm>
        </p:grpSpPr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AE166FAC-CEFB-FE13-FC87-220B191F8D23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92" name="직선 연결선 191">
                <a:extLst>
                  <a:ext uri="{FF2B5EF4-FFF2-40B4-BE49-F238E27FC236}">
                    <a16:creationId xmlns:a16="http://schemas.microsoft.com/office/drawing/2014/main" id="{6AB889DA-BCA8-1891-C337-E0BFAEF0D7F4}"/>
                  </a:ext>
                </a:extLst>
              </p:cNvPr>
              <p:cNvCxnSpPr>
                <a:cxnSpLocks/>
                <a:stCxn id="203" idx="4"/>
                <a:endCxn id="205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타원 192">
                <a:extLst>
                  <a:ext uri="{FF2B5EF4-FFF2-40B4-BE49-F238E27FC236}">
                    <a16:creationId xmlns:a16="http://schemas.microsoft.com/office/drawing/2014/main" id="{B2923A56-D471-0961-3A70-B2F3C4D7955C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94" name="직선 연결선 193">
                <a:extLst>
                  <a:ext uri="{FF2B5EF4-FFF2-40B4-BE49-F238E27FC236}">
                    <a16:creationId xmlns:a16="http://schemas.microsoft.com/office/drawing/2014/main" id="{314BFD05-2EF8-43D5-B7B0-B6E5ACAFF188}"/>
                  </a:ext>
                </a:extLst>
              </p:cNvPr>
              <p:cNvCxnSpPr>
                <a:cxnSpLocks/>
                <a:stCxn id="202" idx="2"/>
                <a:endCxn id="193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5" name="타원 194">
                <a:extLst>
                  <a:ext uri="{FF2B5EF4-FFF2-40B4-BE49-F238E27FC236}">
                    <a16:creationId xmlns:a16="http://schemas.microsoft.com/office/drawing/2014/main" id="{63849742-A151-2F7E-AB7F-E2CD9CBFA4E5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177FED2C-50D4-3C3F-EA9F-9ED81DF720BB}"/>
                  </a:ext>
                </a:extLst>
              </p:cNvPr>
              <p:cNvCxnSpPr>
                <a:cxnSpLocks/>
                <a:stCxn id="199" idx="1"/>
                <a:endCxn id="195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7" name="타원 196">
                <a:extLst>
                  <a:ext uri="{FF2B5EF4-FFF2-40B4-BE49-F238E27FC236}">
                    <a16:creationId xmlns:a16="http://schemas.microsoft.com/office/drawing/2014/main" id="{EA30EC95-551A-99D0-B6A9-E09882DDAFBC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98" name="직선 연결선 197">
                <a:extLst>
                  <a:ext uri="{FF2B5EF4-FFF2-40B4-BE49-F238E27FC236}">
                    <a16:creationId xmlns:a16="http://schemas.microsoft.com/office/drawing/2014/main" id="{73189458-4248-56D3-76EB-A6C030521993}"/>
                  </a:ext>
                </a:extLst>
              </p:cNvPr>
              <p:cNvCxnSpPr>
                <a:cxnSpLocks/>
                <a:stCxn id="203" idx="6"/>
                <a:endCxn id="197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9" name="사각형: 둥근 모서리 198">
                <a:extLst>
                  <a:ext uri="{FF2B5EF4-FFF2-40B4-BE49-F238E27FC236}">
                    <a16:creationId xmlns:a16="http://schemas.microsoft.com/office/drawing/2014/main" id="{9D9C068C-DB61-F4D9-FD23-57E5585040DF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0" name="사각형: 둥근 모서리 199">
                <a:extLst>
                  <a:ext uri="{FF2B5EF4-FFF2-40B4-BE49-F238E27FC236}">
                    <a16:creationId xmlns:a16="http://schemas.microsoft.com/office/drawing/2014/main" id="{EA08A2C5-BF0C-9881-A3A6-E0BBF9A8F8F9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201" name="직선 연결선 200">
                <a:extLst>
                  <a:ext uri="{FF2B5EF4-FFF2-40B4-BE49-F238E27FC236}">
                    <a16:creationId xmlns:a16="http://schemas.microsoft.com/office/drawing/2014/main" id="{62CEE73F-7754-06C0-17D0-F76CE2AF38C1}"/>
                  </a:ext>
                </a:extLst>
              </p:cNvPr>
              <p:cNvCxnSpPr>
                <a:cxnSpLocks/>
                <a:stCxn id="200" idx="3"/>
                <a:endCxn id="193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2" name="타원 201">
                <a:extLst>
                  <a:ext uri="{FF2B5EF4-FFF2-40B4-BE49-F238E27FC236}">
                    <a16:creationId xmlns:a16="http://schemas.microsoft.com/office/drawing/2014/main" id="{23923799-7A76-E4C9-5475-C8D67DD829DA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3" name="타원 202">
                <a:extLst>
                  <a:ext uri="{FF2B5EF4-FFF2-40B4-BE49-F238E27FC236}">
                    <a16:creationId xmlns:a16="http://schemas.microsoft.com/office/drawing/2014/main" id="{AC2F2E76-816F-446B-E4DA-9DE59B47EDF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4" name="타원 203">
                <a:extLst>
                  <a:ext uri="{FF2B5EF4-FFF2-40B4-BE49-F238E27FC236}">
                    <a16:creationId xmlns:a16="http://schemas.microsoft.com/office/drawing/2014/main" id="{61C3B5E1-B28A-A018-9F84-1B52EA2EF5C8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5" name="타원 204">
                <a:extLst>
                  <a:ext uri="{FF2B5EF4-FFF2-40B4-BE49-F238E27FC236}">
                    <a16:creationId xmlns:a16="http://schemas.microsoft.com/office/drawing/2014/main" id="{C2AFA84B-5297-0189-36E1-732F74DF8DE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206" name="직선 연결선 205">
                <a:extLst>
                  <a:ext uri="{FF2B5EF4-FFF2-40B4-BE49-F238E27FC236}">
                    <a16:creationId xmlns:a16="http://schemas.microsoft.com/office/drawing/2014/main" id="{00E3BBFF-613C-A0BC-978F-B57C59E5725A}"/>
                  </a:ext>
                </a:extLst>
              </p:cNvPr>
              <p:cNvCxnSpPr>
                <a:cxnSpLocks/>
                <a:stCxn id="205" idx="4"/>
                <a:endCxn id="204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7" name="직선 연결선 206">
                <a:extLst>
                  <a:ext uri="{FF2B5EF4-FFF2-40B4-BE49-F238E27FC236}">
                    <a16:creationId xmlns:a16="http://schemas.microsoft.com/office/drawing/2014/main" id="{B2528805-E197-D8DE-196B-E60B757B6935}"/>
                  </a:ext>
                </a:extLst>
              </p:cNvPr>
              <p:cNvCxnSpPr>
                <a:cxnSpLocks/>
                <a:stCxn id="199" idx="2"/>
                <a:endCxn id="200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BA146CE-10CA-319D-805D-A7F6A73094FE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B44BC9FE-DDBB-9B17-6A9A-1AA621893656}"/>
              </a:ext>
            </a:extLst>
          </p:cNvPr>
          <p:cNvGrpSpPr/>
          <p:nvPr/>
        </p:nvGrpSpPr>
        <p:grpSpPr>
          <a:xfrm>
            <a:off x="413019" y="2583773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37645094-119F-413F-D74C-1AC941614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C370116-DF43-ED3D-6EE7-2AD3B4FF7ED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5FA8D150-958D-EBFF-9D8C-19F4C3F44F2E}"/>
              </a:ext>
            </a:extLst>
          </p:cNvPr>
          <p:cNvSpPr/>
          <p:nvPr/>
        </p:nvSpPr>
        <p:spPr>
          <a:xfrm>
            <a:off x="2026593" y="3470713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F04BEECF-2634-B2D7-DC0F-0889A1095C42}"/>
              </a:ext>
            </a:extLst>
          </p:cNvPr>
          <p:cNvSpPr/>
          <p:nvPr/>
        </p:nvSpPr>
        <p:spPr>
          <a:xfrm>
            <a:off x="3281057" y="3429000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D47CB9C-9573-7C03-B542-DA56A83C2EE8}"/>
              </a:ext>
            </a:extLst>
          </p:cNvPr>
          <p:cNvSpPr/>
          <p:nvPr/>
        </p:nvSpPr>
        <p:spPr>
          <a:xfrm>
            <a:off x="4851419" y="3182363"/>
            <a:ext cx="1269792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선택 알고리즘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65BEAA5-B67D-B009-1312-E6D6C0244170}"/>
              </a:ext>
            </a:extLst>
          </p:cNvPr>
          <p:cNvGrpSpPr/>
          <p:nvPr/>
        </p:nvGrpSpPr>
        <p:grpSpPr>
          <a:xfrm>
            <a:off x="8260062" y="3038060"/>
            <a:ext cx="2112516" cy="958137"/>
            <a:chOff x="7994089" y="945795"/>
            <a:chExt cx="2112516" cy="1131485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38C9DB02-0E56-E26D-3835-8C7CD75B9C8C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341884F4-0DEE-63C8-FECA-AA14B7763A5D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CB04BCC5-EE32-175A-78CF-2EEC6733E546}"/>
                  </a:ext>
                </a:extLst>
              </p:cNvPr>
              <p:cNvCxnSpPr>
                <a:cxnSpLocks/>
                <a:stCxn id="62" idx="2"/>
                <a:endCxn id="49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D39F79D7-FD7A-4733-23EB-CD869908F77B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C15A9CEE-ADEA-3903-EA05-673BB89EE643}"/>
                  </a:ext>
                </a:extLst>
              </p:cNvPr>
              <p:cNvCxnSpPr>
                <a:cxnSpLocks/>
                <a:stCxn id="57" idx="1"/>
                <a:endCxn id="51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1959FC52-7B62-388E-C967-5E046E5CBDD7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DAC9F70B-7F37-7011-79B4-7AB9DBFFE200}"/>
                  </a:ext>
                </a:extLst>
              </p:cNvPr>
              <p:cNvCxnSpPr>
                <a:cxnSpLocks/>
                <a:stCxn id="63" idx="6"/>
                <a:endCxn id="5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F50EA02E-CCD6-FC00-E394-67D2E24579FB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E3BDBA84-ED66-E138-6A98-DD0B996AB492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906CCAFD-6D55-4F20-AE8B-E28C2CF20247}"/>
                  </a:ext>
                </a:extLst>
              </p:cNvPr>
              <p:cNvCxnSpPr>
                <a:cxnSpLocks/>
                <a:stCxn id="59" idx="3"/>
                <a:endCxn id="49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ABC991C6-45E7-90A0-6D30-60F017F7A975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03FE0957-F128-FFD3-A7BD-6A62BC6F53C4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C4E4C5B7-F9A2-B6DC-9D79-7491D92A4647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D50708F9-EDF1-E8EA-A4C4-061B4A657185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690498A2-D410-F36D-588C-85E56FF90455}"/>
                  </a:ext>
                </a:extLst>
              </p:cNvPr>
              <p:cNvCxnSpPr>
                <a:cxnSpLocks/>
                <a:stCxn id="69" idx="4"/>
                <a:endCxn id="65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5CBFBDB1-D3E0-DEEF-9A19-77D4729FFA65}"/>
                  </a:ext>
                </a:extLst>
              </p:cNvPr>
              <p:cNvCxnSpPr>
                <a:cxnSpLocks/>
                <a:stCxn id="57" idx="2"/>
                <a:endCxn id="59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6525963-910D-2241-5AC1-148BB8B68F87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34DBA3AB-816F-017C-83AB-F2C6644ED46D}"/>
              </a:ext>
            </a:extLst>
          </p:cNvPr>
          <p:cNvSpPr/>
          <p:nvPr/>
        </p:nvSpPr>
        <p:spPr>
          <a:xfrm>
            <a:off x="4552327" y="3414243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6DCE3F55-3175-1588-85A7-CE088AAFA940}"/>
              </a:ext>
            </a:extLst>
          </p:cNvPr>
          <p:cNvSpPr/>
          <p:nvPr/>
        </p:nvSpPr>
        <p:spPr>
          <a:xfrm>
            <a:off x="6200141" y="3424007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3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7F67-8493-5930-305F-F16DC2B8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3E420C2-02FC-C72C-A01B-DEFA48A8E616}"/>
              </a:ext>
            </a:extLst>
          </p:cNvPr>
          <p:cNvSpPr/>
          <p:nvPr/>
        </p:nvSpPr>
        <p:spPr>
          <a:xfrm>
            <a:off x="124721" y="2723831"/>
            <a:ext cx="14543779" cy="4761007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6ABE50-E10F-8BB7-15C1-24593150C6CE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D2796D6-45CB-992B-4BBC-DAB1A582914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7320C36F-BE94-A9C6-DDDE-D60078866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25D17C-6160-90DD-C671-56A69BE34915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8558AF3-7E5A-8550-024B-7888FD2702B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C89E2608-C538-8B27-AA4C-4F4C620C34E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2B02E381-64EB-81BC-DE53-8CA0C638741C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CC56C02F-776A-DF88-5220-4EBA2E38318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138303F4-E26C-9A4F-1041-7955E61B6DF8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C42D3F0F-18D0-F30E-6422-0E5C9F7E121B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CCB6ACA4-BAF8-70F6-E1B0-87AB2FDD03D1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F1A6EE61-2655-885D-FE42-9608CADF944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D5AB0FE2-7023-FBEC-B73D-E8B3A6FC4B6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79DC5E10-C494-CECA-5375-5C45ECE5D3ED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FDF80322-2608-F3E0-56FA-5A4FB91DE1F0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1AF5897F-6ED0-D0D8-DCC2-C3905953477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E2ED50AF-DA5B-92AC-9CAE-85949262B4D1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6FDC3107-8CE3-4CB3-EACB-EDEE869AC287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72C13647-F22A-81D8-200F-C13E1195D359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2E5479B7-0409-6A96-D4A5-E87C91260B8D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28BDB1B4-7144-0E3A-A6D0-9A278DA4C1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F445C3F-610F-CBD4-32B5-AFF57055EA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73D30AEC-75D9-E2A8-DD99-79D69FAEB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9D8EAF47-6F04-1A21-BB7F-EB52C9E75C7D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7795F28F-9C08-D642-84A4-79412A451EB0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7665CE42-F39F-9365-C95C-36B8C68D506A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8A72660D-F697-0816-9D86-85BD733FC80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6332A9E5-A9BD-5DD9-64A9-46E3E47858A0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A69B3CFB-4332-D7F0-D21F-C1A2CFA3533A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BD6F5218-4F15-5896-C49B-33988A6029F8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2DD92892-AD63-97A7-6054-03881D845A71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6D462F-3834-2B73-51B8-5E306995D2F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08C1B9B9-0731-3CC1-E047-1411B7570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9F6385D6-6A05-F548-A5A0-B095DCEE63A9}"/>
              </a:ext>
            </a:extLst>
          </p:cNvPr>
          <p:cNvGrpSpPr/>
          <p:nvPr/>
        </p:nvGrpSpPr>
        <p:grpSpPr>
          <a:xfrm>
            <a:off x="1700744" y="3172542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26C4731E-91FC-DBE2-9AC1-529DC002B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FC2981E-4004-A6AB-545E-B1464B413FDD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25D94CA4-03FE-BFC2-CD96-EBA6B29667D7}"/>
              </a:ext>
            </a:extLst>
          </p:cNvPr>
          <p:cNvGrpSpPr/>
          <p:nvPr/>
        </p:nvGrpSpPr>
        <p:grpSpPr>
          <a:xfrm>
            <a:off x="2807518" y="4471400"/>
            <a:ext cx="1812481" cy="2034991"/>
            <a:chOff x="4074510" y="2332845"/>
            <a:chExt cx="1812481" cy="2403165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A8ACF9F6-2E47-5427-9DC8-7FB66719C11A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5365C358-180E-EBA7-BD8E-BBD7DC4DE04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C7DB2157-FD86-6BDE-DC42-F3C1D07CAD4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79AA5FA7-07DE-9B1C-CD6A-7C986982808D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0BF10EC8-C7A0-13A7-DD75-3D7D80C7765F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BBC1EB49-5C86-E0F4-1F1E-12FB0F9A3F92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467D6E5C-588D-F092-0186-E2110EFD751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9770F3F-381B-5850-9A80-D3B06B9A5C8E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03F3CAEC-BCC6-5FC7-A276-B0936A6A4216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835A698E-BE04-840B-6DAB-F0F71876C8E8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D4125A72-28D8-5A00-D43C-69143623815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F4A61389-821E-68A9-5B79-4880B15E85F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D6335F25-E6F7-54DA-D3A3-ED0669F75F2C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4F950C29-F569-7B05-11D6-6BE5E72DD46C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3DDBD5A2-0D2F-AF1A-E134-913C5E946ABB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F7F0C720-29C7-3384-3A67-5353615771AC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3699A812-82CD-27D4-3295-82F244194CE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5EB13633-9242-770C-290C-3ABAF52346C6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4F04849-9245-3B52-47B6-29FCBA8B0409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11A75D9-DE5E-7754-180D-F468DE39053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조립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1511E736-2A0B-95DD-C978-C70F6BE344F6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9846EFFC-CD1A-9106-0648-397E47693410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633456C1-13DE-D3FD-89D4-2327A07133CC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ADA862A9-CDFE-3B02-AD8E-1D10BC487B3E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89AE689B-3023-A825-5DE5-578323884EB2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096DC0E-8251-644B-15C1-19DA9996BC90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5875DD6-C5A3-6CCE-E1DF-61DAA4AC10BA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5690501-70DB-7046-B6FD-D7FC810F60D6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1703A501-9EC8-1D65-F6B7-42705E692EE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FF2AC3E5-72F3-1F7C-33B4-A06C3383B670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B0BEF053-7B74-C4EE-D583-D61DDA83EE5A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7E7B286-E396-9EAD-F999-9994EF6B799D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3A23B39B-E8F0-AC0A-0790-C53E20BFA99F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BEB20236-CAC2-BE24-50F5-69A225704EBB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3EDEB60-5650-2D85-CA5A-EBA4FC4D95E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0EF8E8CF-3C3A-5CB6-BC06-DFB5D047A138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9ED511A0-B56B-E824-ADD0-E8255723879C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3AC1AFF-16A6-611A-52FD-7C700D734429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E7A580C-9DFB-7489-436A-772EED79AF7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DFA492CD-5161-2117-9A61-7081811CA4BF}"/>
              </a:ext>
            </a:extLst>
          </p:cNvPr>
          <p:cNvGrpSpPr/>
          <p:nvPr/>
        </p:nvGrpSpPr>
        <p:grpSpPr>
          <a:xfrm>
            <a:off x="6184707" y="5017591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EDFB6548-2DAB-5165-D48B-16A3A5FE337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3E2B0DA8-D668-B610-3F1D-84E689A7AE1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F5F82466-C86D-BFEB-973D-6B65552295B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601F208C-F429-3251-0E1E-DED2101B350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3CA41501-E4E1-4E9B-DCAB-2546D3B782EA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9C275A06-1CB1-8BE0-C5D0-448437FC7A7D}"/>
              </a:ext>
            </a:extLst>
          </p:cNvPr>
          <p:cNvGrpSpPr/>
          <p:nvPr/>
        </p:nvGrpSpPr>
        <p:grpSpPr>
          <a:xfrm>
            <a:off x="129581" y="4873102"/>
            <a:ext cx="1812481" cy="1175316"/>
            <a:chOff x="8410242" y="1013492"/>
            <a:chExt cx="1812481" cy="1387956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ECF2D5FC-27E9-5061-2122-4C09605DC812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9CACF6BE-1A21-6003-215D-6EB82602B8D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095C77F4-76F7-6CDB-C2F0-53A6417ED245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DD466A2C-E07C-14E2-2C29-AF5C62E82326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8C4A36B7-940D-FC7A-A76B-C2FDCD88CBF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F8D233CC-4899-602A-C64C-CE6ECFE17C33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3E98750D-02A6-AC46-FF24-4F39EF7741B6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0FA35C0A-A24C-B6EF-5CCB-5A168F46C69C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2492C03C-291F-E89D-6CE0-A9A3FBC1A04D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9E31A7D7-AA89-EDB8-D076-DEB607B476AF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F07E50D3-5EE7-84DC-7EFD-9C9A47A9639D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0397FEDB-D6E1-1869-D91C-9C20EB4BEE8B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7354C211-291F-BCA5-A51F-BB03B59565ED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E6684E93-FD5C-AFC2-7C3E-AD00C799A8B1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EDE7A3F3-05B9-4E2A-240C-3ACCFCED5009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18F5D61D-2873-CA2D-FD7A-91F89001875A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F86557BC-137F-F1DE-8BED-517708E196C3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1E0C022B-5ACC-6E79-5FA3-370A1743D7F2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7AC5808A-CD0B-42F8-1DAC-D7BFC9BFA477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1B8E781-9902-EACF-3A5F-69BCAB42D5DB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현재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35596C22-D512-7DE0-E89E-4CCEAD5F8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92643"/>
              </p:ext>
            </p:extLst>
          </p:nvPr>
        </p:nvGraphicFramePr>
        <p:xfrm>
          <a:off x="5891356" y="2876668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905576D3-CF6A-7C18-616F-16737B4FE6D8}"/>
              </a:ext>
            </a:extLst>
          </p:cNvPr>
          <p:cNvGrpSpPr/>
          <p:nvPr/>
        </p:nvGrpSpPr>
        <p:grpSpPr>
          <a:xfrm>
            <a:off x="6446982" y="3205194"/>
            <a:ext cx="607244" cy="395067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8652ABFB-C24E-35AB-089C-FA660652733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6D30FF14-17E5-7E08-A933-DD1FEC8ACF2D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EE352358-EE18-7E30-511C-AE97408BCBF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6B23BBD7-4F9B-8103-3C44-3314B827251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6F5E7058-0269-31D8-F89C-161ABF3FE7A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BF2EA021-A45C-3F97-DF14-3A5F6C495674}"/>
              </a:ext>
            </a:extLst>
          </p:cNvPr>
          <p:cNvGrpSpPr/>
          <p:nvPr/>
        </p:nvGrpSpPr>
        <p:grpSpPr>
          <a:xfrm>
            <a:off x="6446982" y="3705272"/>
            <a:ext cx="607244" cy="237420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BFC05464-0BF6-A575-E1FF-239B624A688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21FCB8BE-984E-7154-2F61-E0A14A7CF0B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6C37F166-8141-7B41-22F1-89C7D3E0AD7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7072C044-D6DF-3590-8C43-7CFC496C6F05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28A7B9D8-2736-F634-54F4-194CA41301DA}"/>
              </a:ext>
            </a:extLst>
          </p:cNvPr>
          <p:cNvSpPr/>
          <p:nvPr/>
        </p:nvSpPr>
        <p:spPr>
          <a:xfrm>
            <a:off x="2038585" y="4931883"/>
            <a:ext cx="883027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751E9725-5438-A540-4878-05F5360CC6A2}"/>
              </a:ext>
            </a:extLst>
          </p:cNvPr>
          <p:cNvGrpSpPr/>
          <p:nvPr/>
        </p:nvGrpSpPr>
        <p:grpSpPr>
          <a:xfrm>
            <a:off x="8591998" y="309479"/>
            <a:ext cx="2112516" cy="958137"/>
            <a:chOff x="7994089" y="945795"/>
            <a:chExt cx="2112516" cy="1131485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44FFD401-09E6-567E-DEB9-96E293EA5BFE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91F6422A-2A92-28CF-6B77-ED1341B4EC38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9521F6EA-29B7-71EF-68A6-6A03C0869B0E}"/>
                  </a:ext>
                </a:extLst>
              </p:cNvPr>
              <p:cNvCxnSpPr>
                <a:cxnSpLocks/>
                <a:stCxn id="140" idx="2"/>
                <a:endCxn id="131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45E42EA1-47E7-C483-72BE-8B3D36732DEC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CFA47421-500E-08BD-E05A-B3F7B055E3DA}"/>
                  </a:ext>
                </a:extLst>
              </p:cNvPr>
              <p:cNvCxnSpPr>
                <a:cxnSpLocks/>
                <a:stCxn id="137" idx="1"/>
                <a:endCxn id="133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BD4A43A2-71B9-D5E5-1973-9BC632D1623A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6A7EFCEB-4364-50E8-54AF-06DFFB8B29B5}"/>
                  </a:ext>
                </a:extLst>
              </p:cNvPr>
              <p:cNvCxnSpPr>
                <a:cxnSpLocks/>
                <a:stCxn id="141" idx="6"/>
                <a:endCxn id="13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FE2AA3B4-5F06-707A-D8A6-4AA8DEE47F2D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0032F818-849D-117F-BB64-7FB99F42DE10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A4B8335F-2A62-36B5-1C29-8FC3EEB07C0B}"/>
                  </a:ext>
                </a:extLst>
              </p:cNvPr>
              <p:cNvCxnSpPr>
                <a:cxnSpLocks/>
                <a:stCxn id="138" idx="3"/>
                <a:endCxn id="131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8EB51ECF-2D67-32D8-5AB4-98C9DB044C2F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1156A96E-E738-6C88-7734-79A431B40971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11A35BD1-33AF-EFF1-F965-432D0975C2C1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D4CD3A17-7952-BFBB-DEB5-C904B5A5437D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90B38C28-FE9C-8748-A35A-0539E19B2086}"/>
                  </a:ext>
                </a:extLst>
              </p:cNvPr>
              <p:cNvCxnSpPr>
                <a:cxnSpLocks/>
                <a:stCxn id="143" idx="4"/>
                <a:endCxn id="142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8CF2B922-9920-186C-B448-7D3867965556}"/>
                  </a:ext>
                </a:extLst>
              </p:cNvPr>
              <p:cNvCxnSpPr>
                <a:cxnSpLocks/>
                <a:stCxn id="137" idx="2"/>
                <a:endCxn id="138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E3F4D61-373D-E8DC-EAE1-D28AF93730B9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A0469285-1A52-1287-D4DB-F9C72DB4EC1E}"/>
              </a:ext>
            </a:extLst>
          </p:cNvPr>
          <p:cNvGrpSpPr/>
          <p:nvPr/>
        </p:nvGrpSpPr>
        <p:grpSpPr>
          <a:xfrm>
            <a:off x="179460" y="2835100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1CCB92EB-82EE-76FE-E425-E749F7AC5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9E50B7A0-0F39-33CF-4181-628F18044F66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00E5899F-D6D7-FA82-4179-AE4D42E7584C}"/>
              </a:ext>
            </a:extLst>
          </p:cNvPr>
          <p:cNvSpPr/>
          <p:nvPr/>
        </p:nvSpPr>
        <p:spPr>
          <a:xfrm>
            <a:off x="1737346" y="517549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9CD5795D-433C-7085-3FC7-03A5E0DF23D2}"/>
              </a:ext>
            </a:extLst>
          </p:cNvPr>
          <p:cNvSpPr/>
          <p:nvPr/>
        </p:nvSpPr>
        <p:spPr>
          <a:xfrm>
            <a:off x="2991810" y="5133779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D748078-F646-6F6B-3550-18ED8A4E4814}"/>
              </a:ext>
            </a:extLst>
          </p:cNvPr>
          <p:cNvSpPr/>
          <p:nvPr/>
        </p:nvSpPr>
        <p:spPr>
          <a:xfrm>
            <a:off x="4562172" y="4887142"/>
            <a:ext cx="1269792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선택 알고리즘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7D419C-F272-6685-284A-2A9AF843E80D}"/>
              </a:ext>
            </a:extLst>
          </p:cNvPr>
          <p:cNvGrpSpPr/>
          <p:nvPr/>
        </p:nvGrpSpPr>
        <p:grpSpPr>
          <a:xfrm>
            <a:off x="9387728" y="3172542"/>
            <a:ext cx="1877163" cy="2742491"/>
            <a:chOff x="9206023" y="2632635"/>
            <a:chExt cx="1877163" cy="2742491"/>
          </a:xfrm>
        </p:grpSpPr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1D0069B5-A1CC-7F8B-040E-ADD25FCDB472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상태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C3889175-3471-8B89-87B7-4A20FB8E2ACD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3488"/>
              <a:chOff x="2509044" y="1152607"/>
              <a:chExt cx="1877163" cy="1326752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28245056-2B93-4B91-F70E-9DA4276CBF3F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6EA4DA51-CA36-CC42-3051-380C475F7BD0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3D194307-1B25-C9CB-6102-0A4C7A71F96C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D093796F-2102-3542-1AE2-F2B0610DA339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139B15E4-594B-AB4B-1514-0C6B87AE7C3E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E90AC188-6064-7168-9270-86BA0AAA0D0C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A4845CF4-2EA2-F594-D2CF-EF63A722D372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1222A8F7-3F4E-D7CE-CCAF-1ADA6A26E155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4174C5E2-CD28-41EC-40AB-9375C43F062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4091FF2B-73B7-9FA1-A8E1-29958DD3D3C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966D42B0-7735-0353-F35F-A9A792ED8D5E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1B11B949-BAAB-1FE7-533A-4EA1F81851D2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B84165DE-8955-4119-D080-82C89AAFF908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0A0721A6-D2B1-64DA-5CC2-FCF54C577C35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D40144C4-AC58-575E-E695-2A92D64793AF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7D18DF54-E053-DA63-5221-72D23AAB3008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CC9716F9-8ADA-6184-B4C4-3615ED1591D2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5802793D-1B8C-9322-2FD6-91A748E084C2}"/>
                  </a:ext>
                </a:extLst>
              </p:cNvPr>
              <p:cNvSpPr txBox="1"/>
              <p:nvPr/>
            </p:nvSpPr>
            <p:spPr>
              <a:xfrm>
                <a:off x="2541385" y="2227359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목표 조립 상태 입력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DB657E1B-66EC-98FB-9F46-935EDD33DAF0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90967"/>
              <a:chOff x="7890699" y="945795"/>
              <a:chExt cx="2319300" cy="1170254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EF14DAF1-F9C4-082D-22A5-DB081CFA0996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1F3F989F-936E-4CFF-C754-13993297D731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4B74D2A9-5D19-1C4E-5F5E-F7E0D9621F35}"/>
                    </a:ext>
                  </a:extLst>
                </p:cNvPr>
                <p:cNvCxnSpPr>
                  <a:cxnSpLocks/>
                  <a:stCxn id="62" idx="2"/>
                  <a:endCxn id="49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2F41CC8C-E490-8619-1CA1-1FD0CCED6C69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6C77977B-61BF-A9E1-A089-FDA4EFC1CDE5}"/>
                    </a:ext>
                  </a:extLst>
                </p:cNvPr>
                <p:cNvCxnSpPr>
                  <a:cxnSpLocks/>
                  <a:stCxn id="57" idx="1"/>
                  <a:endCxn id="51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7803A1DA-1C15-B30C-658D-F74813F22003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AE8259EE-5A3F-5D7B-D04F-C3425462EB5B}"/>
                    </a:ext>
                  </a:extLst>
                </p:cNvPr>
                <p:cNvCxnSpPr>
                  <a:cxnSpLocks/>
                  <a:stCxn id="63" idx="6"/>
                  <a:endCxn id="5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58C78A9E-9921-00B3-7E61-F30C8093FA80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099B1020-F736-DED9-6036-0227E9E4D7F6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591E8EE7-1777-1411-F3AD-3BBC8D574EA4}"/>
                    </a:ext>
                  </a:extLst>
                </p:cNvPr>
                <p:cNvCxnSpPr>
                  <a:cxnSpLocks/>
                  <a:stCxn id="59" idx="3"/>
                  <a:endCxn id="49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877B8EAD-76C9-A52C-7FCE-0D8A27E2D854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B75A8DD9-4DF5-4422-1EEF-CBE29C9A1E2A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9904AA02-C0AC-289A-8150-309AE3AC4647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F72586E6-2A1C-8AEE-6124-B3B9BEF1F13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62409F6B-B9C7-54D6-C32D-6897ECCD77A2}"/>
                    </a:ext>
                  </a:extLst>
                </p:cNvPr>
                <p:cNvCxnSpPr>
                  <a:cxnSpLocks/>
                  <a:stCxn id="69" idx="4"/>
                  <a:endCxn id="65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41E9A506-C56E-BF30-6957-0B246B97333B}"/>
                    </a:ext>
                  </a:extLst>
                </p:cNvPr>
                <p:cNvCxnSpPr>
                  <a:cxnSpLocks/>
                  <a:stCxn id="57" idx="2"/>
                  <a:endCxn id="59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6694863-AC38-24D6-D6A4-111B8909DFB7}"/>
                  </a:ext>
                </a:extLst>
              </p:cNvPr>
              <p:cNvSpPr txBox="1"/>
              <p:nvPr/>
            </p:nvSpPr>
            <p:spPr>
              <a:xfrm>
                <a:off x="7890699" y="1825281"/>
                <a:ext cx="2319300" cy="290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생성된 업데이트 부품 상태</a:t>
                </a:r>
              </a:p>
            </p:txBody>
          </p:sp>
        </p:grp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EDEEBDAD-E732-0A38-CB72-65E8B55DBC62}"/>
              </a:ext>
            </a:extLst>
          </p:cNvPr>
          <p:cNvSpPr/>
          <p:nvPr/>
        </p:nvSpPr>
        <p:spPr>
          <a:xfrm>
            <a:off x="4263080" y="511902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C475E81E-00EE-5951-96C7-C030C7BE8DBB}"/>
              </a:ext>
            </a:extLst>
          </p:cNvPr>
          <p:cNvSpPr/>
          <p:nvPr/>
        </p:nvSpPr>
        <p:spPr>
          <a:xfrm>
            <a:off x="5910894" y="5128786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06C235-AA13-A8BA-8F71-B0A9B37F02A0}"/>
              </a:ext>
            </a:extLst>
          </p:cNvPr>
          <p:cNvSpPr txBox="1"/>
          <p:nvPr/>
        </p:nvSpPr>
        <p:spPr>
          <a:xfrm>
            <a:off x="5786792" y="5619699"/>
            <a:ext cx="14437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선택된 조립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CB1D00D-C4C8-E0D9-B0E4-9913292CD604}"/>
              </a:ext>
            </a:extLst>
          </p:cNvPr>
          <p:cNvSpPr/>
          <p:nvPr/>
        </p:nvSpPr>
        <p:spPr>
          <a:xfrm>
            <a:off x="7000380" y="511902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0E573F4-2E46-89B1-2C18-EB2AD9014178}"/>
              </a:ext>
            </a:extLst>
          </p:cNvPr>
          <p:cNvSpPr/>
          <p:nvPr/>
        </p:nvSpPr>
        <p:spPr>
          <a:xfrm>
            <a:off x="7284233" y="4879530"/>
            <a:ext cx="1589808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</a:t>
            </a:r>
            <a:r>
              <a:rPr lang="ko-KR" altLang="en-US" sz="1200" dirty="0" err="1"/>
              <a:t>조립</a:t>
            </a:r>
            <a:r>
              <a:rPr lang="ko-KR" altLang="en-US" sz="1200" dirty="0"/>
              <a:t> 적용 </a:t>
            </a:r>
            <a:endParaRPr lang="en-US" altLang="ko-KR" sz="1200" dirty="0"/>
          </a:p>
          <a:p>
            <a:pPr algn="ctr"/>
            <a:r>
              <a:rPr lang="ko-KR" altLang="en-US" sz="1200" dirty="0"/>
              <a:t>및 </a:t>
            </a:r>
            <a:endParaRPr lang="en-US" altLang="ko-KR" sz="1200" dirty="0"/>
          </a:p>
          <a:p>
            <a:pPr algn="ctr"/>
            <a:r>
              <a:rPr lang="ko-KR" altLang="en-US" sz="1200" dirty="0"/>
              <a:t>현재 상태 업데이트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A5AA8492-FC13-D6E1-D87A-964FE274B62E}"/>
              </a:ext>
            </a:extLst>
          </p:cNvPr>
          <p:cNvSpPr/>
          <p:nvPr/>
        </p:nvSpPr>
        <p:spPr>
          <a:xfrm>
            <a:off x="8996686" y="5105749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위쪽 38">
            <a:extLst>
              <a:ext uri="{FF2B5EF4-FFF2-40B4-BE49-F238E27FC236}">
                <a16:creationId xmlns:a16="http://schemas.microsoft.com/office/drawing/2014/main" id="{2A71AC5D-8471-865F-832B-0860022DAD67}"/>
              </a:ext>
            </a:extLst>
          </p:cNvPr>
          <p:cNvSpPr/>
          <p:nvPr/>
        </p:nvSpPr>
        <p:spPr>
          <a:xfrm>
            <a:off x="6384243" y="4632546"/>
            <a:ext cx="284018" cy="283575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939E4FC8-266B-CA8A-E354-8F615A9D4206}"/>
              </a:ext>
            </a:extLst>
          </p:cNvPr>
          <p:cNvSpPr/>
          <p:nvPr/>
        </p:nvSpPr>
        <p:spPr>
          <a:xfrm>
            <a:off x="11342011" y="4830299"/>
            <a:ext cx="1963743" cy="103562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현재 상태가 목표 상태에 도달했는가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98B0EDF0-1787-CAAD-12F1-7BA9AF97FA2B}"/>
              </a:ext>
            </a:extLst>
          </p:cNvPr>
          <p:cNvSpPr/>
          <p:nvPr/>
        </p:nvSpPr>
        <p:spPr>
          <a:xfrm>
            <a:off x="13510426" y="5059261"/>
            <a:ext cx="957943" cy="60385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016F8E94-F7C1-DB85-44B5-4478F39310B0}"/>
              </a:ext>
            </a:extLst>
          </p:cNvPr>
          <p:cNvSpPr/>
          <p:nvPr/>
        </p:nvSpPr>
        <p:spPr>
          <a:xfrm>
            <a:off x="11823139" y="6172553"/>
            <a:ext cx="1001486" cy="46332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37F692A-7004-C2E7-7E80-9E5B35839A06}"/>
              </a:ext>
            </a:extLst>
          </p:cNvPr>
          <p:cNvSpPr/>
          <p:nvPr/>
        </p:nvSpPr>
        <p:spPr>
          <a:xfrm>
            <a:off x="11274556" y="6796565"/>
            <a:ext cx="2098651" cy="577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업데이트된 상태를 기준으로 알고리즘 다시 반복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69ADDED7-9567-1A8B-4668-085CD8411387}"/>
              </a:ext>
            </a:extLst>
          </p:cNvPr>
          <p:cNvCxnSpPr>
            <a:stCxn id="44" idx="1"/>
            <a:endCxn id="151" idx="2"/>
          </p:cNvCxnSpPr>
          <p:nvPr/>
        </p:nvCxnSpPr>
        <p:spPr>
          <a:xfrm rot="10800000">
            <a:off x="1035822" y="6048419"/>
            <a:ext cx="10238734" cy="1036855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0ACC34E5-5B22-76CB-A637-3C60FAB12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600096"/>
              </p:ext>
            </p:extLst>
          </p:nvPr>
        </p:nvGraphicFramePr>
        <p:xfrm>
          <a:off x="14759738" y="4632546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6A7D9BA7-B30C-EDA3-4392-D84A1FDC754B}"/>
              </a:ext>
            </a:extLst>
          </p:cNvPr>
          <p:cNvGrpSpPr/>
          <p:nvPr/>
        </p:nvGrpSpPr>
        <p:grpSpPr>
          <a:xfrm>
            <a:off x="15315364" y="4961072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79691091-ECC3-B176-BAAB-7A0512EED4F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40C30CDE-1CB6-02FF-79C5-E2BD2D353BA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BDD80B85-62B2-CFF1-530F-C0D0A6BCE94C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460A57A-811C-215B-F32E-225EB600AA9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AC0CA46D-85EE-A258-C22E-5B267F1106D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03846617-D9A1-7D14-0A9B-DBB8E78CA227}"/>
              </a:ext>
            </a:extLst>
          </p:cNvPr>
          <p:cNvGrpSpPr/>
          <p:nvPr/>
        </p:nvGrpSpPr>
        <p:grpSpPr>
          <a:xfrm>
            <a:off x="15315364" y="5461150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4BD6C0FA-48E5-0E3D-8129-E1FFF03F4314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7116BC1D-C730-6243-ABB6-3CC91D904C4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DE0E27A0-BEE6-FC1C-A4DD-168D7B8BE4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984D16DF-B875-89B0-D0EE-783DF523763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B7E9E68-D800-FA51-4751-9DE84A995A88}"/>
              </a:ext>
            </a:extLst>
          </p:cNvPr>
          <p:cNvSpPr txBox="1"/>
          <p:nvPr/>
        </p:nvSpPr>
        <p:spPr>
          <a:xfrm>
            <a:off x="14488393" y="6154476"/>
            <a:ext cx="1812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기록된 조립 순서 반환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43BADDB-724D-B660-D6AF-17775C7084D3}"/>
              </a:ext>
            </a:extLst>
          </p:cNvPr>
          <p:cNvSpPr txBox="1"/>
          <p:nvPr/>
        </p:nvSpPr>
        <p:spPr>
          <a:xfrm>
            <a:off x="5637869" y="4359122"/>
            <a:ext cx="1741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선택된 조립의 순서를 기록</a:t>
            </a:r>
          </a:p>
        </p:txBody>
      </p:sp>
      <p:sp>
        <p:nvSpPr>
          <p:cNvPr id="188" name="화살표: 아래쪽 187">
            <a:extLst>
              <a:ext uri="{FF2B5EF4-FFF2-40B4-BE49-F238E27FC236}">
                <a16:creationId xmlns:a16="http://schemas.microsoft.com/office/drawing/2014/main" id="{19F109B8-3E85-3BF1-C515-0312F0864520}"/>
              </a:ext>
            </a:extLst>
          </p:cNvPr>
          <p:cNvSpPr/>
          <p:nvPr/>
        </p:nvSpPr>
        <p:spPr>
          <a:xfrm>
            <a:off x="2018545" y="4375520"/>
            <a:ext cx="883027" cy="45477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</p:spTree>
    <p:extLst>
      <p:ext uri="{BB962C8B-B14F-4D97-AF65-F5344CB8AC3E}">
        <p14:creationId xmlns:p14="http://schemas.microsoft.com/office/powerpoint/2010/main" val="1815110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7DC2F-6735-D620-18B8-F17B9547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B0751181-2AB2-FEBB-D8A9-02AF9FB67D58}"/>
              </a:ext>
            </a:extLst>
          </p:cNvPr>
          <p:cNvSpPr/>
          <p:nvPr/>
        </p:nvSpPr>
        <p:spPr>
          <a:xfrm>
            <a:off x="124721" y="2723832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F04A6C4-9B9E-789B-896F-2D83170DD8C2}"/>
              </a:ext>
            </a:extLst>
          </p:cNvPr>
          <p:cNvGrpSpPr/>
          <p:nvPr/>
        </p:nvGrpSpPr>
        <p:grpSpPr>
          <a:xfrm>
            <a:off x="1271190" y="3059235"/>
            <a:ext cx="1133874" cy="741791"/>
            <a:chOff x="7670009" y="1193508"/>
            <a:chExt cx="1558708" cy="992387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CDC185D8-D3E3-2A26-2DF9-31ECD9AD8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CA47153-4552-7587-2E1A-60244648D7A2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0EFAD535-98D9-5A9B-3E1A-5DE64697159A}"/>
              </a:ext>
            </a:extLst>
          </p:cNvPr>
          <p:cNvGrpSpPr/>
          <p:nvPr/>
        </p:nvGrpSpPr>
        <p:grpSpPr>
          <a:xfrm>
            <a:off x="2076307" y="4030108"/>
            <a:ext cx="1318479" cy="1498113"/>
            <a:chOff x="4074510" y="2332845"/>
            <a:chExt cx="1812481" cy="2366820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D1CD4B72-B736-6414-1E44-623002C7A338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15518237-F857-C17D-A331-8551B2C81F86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6B97C36C-733B-9871-DB88-49E7D66032B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B6878D23-479E-F9A6-10D7-96375AE36080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9EDB5E6-0F87-1A99-F202-2628F97096B0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4503CF16-6378-B52E-EBC8-5B3BD19952CC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A83A5CE8-AE72-C409-A8F5-30F02379C4BD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6ACBDF0C-394B-D7BD-AAD1-924C0E04CCC7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60BEB8A3-0405-38F4-A835-CDE4AAFE3A75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11351132-CECB-AF47-D6BC-CE3B759AD0DA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7B8F5B2A-F39F-0C8A-8D24-5DA008A4BA59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F1AF1F90-0821-6A02-3FBD-E5EB16D4ED8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B98B206D-9E6F-3F32-C951-C05C49C43F0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34287A2C-F02B-CB40-8D6E-4547E1AF9569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59B34B5B-74B8-626B-2A7D-F921D3D234F7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4A5CFD36-10DA-E077-9D32-3D2A28A6C25B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4CC338DF-2ABC-A53A-D108-0734C528FDC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DBFE29A9-5338-E55D-9C4A-A4476B23CE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A16A6A-C879-BC35-815E-D509992DC9C5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1C98CC1-4BDF-986A-DCA4-6DD994C6A051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BE37A48F-58CA-16EC-F11B-A1A0FB8EA84D}"/>
              </a:ext>
            </a:extLst>
          </p:cNvPr>
          <p:cNvGrpSpPr/>
          <p:nvPr/>
        </p:nvGrpSpPr>
        <p:grpSpPr>
          <a:xfrm>
            <a:off x="4533025" y="4438376"/>
            <a:ext cx="496912" cy="378634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7C090C9C-BF17-1703-9E2D-491436DE7D4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0C9C2982-09BD-D3A8-0F96-B466377AF2B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93A6B3DA-6038-8B7B-063B-2C1122633B7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45A6ECF3-954A-689F-5069-B85616DBD29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60D3B89B-6454-504B-4321-65C623240F8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53CC9DA-5216-80ED-E3E0-FE1D9588723E}"/>
              </a:ext>
            </a:extLst>
          </p:cNvPr>
          <p:cNvGrpSpPr/>
          <p:nvPr/>
        </p:nvGrpSpPr>
        <p:grpSpPr>
          <a:xfrm>
            <a:off x="128256" y="4330373"/>
            <a:ext cx="1318479" cy="855521"/>
            <a:chOff x="8410242" y="1013492"/>
            <a:chExt cx="1812481" cy="1351610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8C258FA-8338-88BF-E67F-4C643DAEE343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F9FA1B53-F16B-9C92-09C9-D5E0E24E734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3CFE29E8-69C7-F097-5FF9-5EC14AB77FDF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B3CE10C0-BFBF-5B8E-AD8E-5FB903DB51C9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DAA9032A-9E1F-9EBE-1282-73442C19D0A1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D3A8887A-2A65-E5EA-36F8-659310445BCE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3B3DF9EA-842F-1E63-FA4C-5A254A7F7804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240F65FC-4D11-C747-9844-473EDE4D335F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E4065347-7977-52E5-E0B3-314ED89BBE5D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E8B322E7-F416-772B-2CD8-EA14CFAE3A5D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A77CAACE-E9F0-68B9-5561-358DCE4469EA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9B57818E-4982-C917-2A79-AF8E7C00E691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8AE47145-1507-7B3D-F066-C3AD1F76EA75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1F98D2D9-9379-31F8-3546-6B823BA97CF2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95FA5A2A-ABC7-52A1-B3EB-701866D395E6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CEBC7D79-0B9F-D8A9-49B0-A244B8F6BBB9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0D71DCEF-4871-D7D3-35B5-9F5BB265D550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17EAC16D-2146-6E40-9F5B-EDCB01B1EB14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7AB7A947-57A0-E22F-9218-11D735B071E8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BF1DD05-772D-4125-93E1-2F5E697017F3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DAA0049F-73D1-72D2-190D-D3FC3BC116DA}"/>
              </a:ext>
            </a:extLst>
          </p:cNvPr>
          <p:cNvSpPr/>
          <p:nvPr/>
        </p:nvSpPr>
        <p:spPr>
          <a:xfrm>
            <a:off x="1516951" y="4374311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</a:t>
            </a:r>
            <a:endParaRPr lang="en-US" altLang="ko-KR" sz="700" dirty="0"/>
          </a:p>
          <a:p>
            <a:pPr algn="ctr"/>
            <a:r>
              <a:rPr lang="ko-KR" altLang="en-US" sz="700" dirty="0"/>
              <a:t>추출 코드</a:t>
            </a:r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15DDE180-D617-C792-9C34-64E3DCE294A4}"/>
              </a:ext>
            </a:extLst>
          </p:cNvPr>
          <p:cNvGrpSpPr/>
          <p:nvPr/>
        </p:nvGrpSpPr>
        <p:grpSpPr>
          <a:xfrm>
            <a:off x="164541" y="2807004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CFA328D6-46B1-7AF7-6801-51B0EE87A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E9020313-A615-67BD-38E2-726E7B68907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3931EBB1-2ED3-EAAA-2B93-8339CD801597}"/>
              </a:ext>
            </a:extLst>
          </p:cNvPr>
          <p:cNvSpPr/>
          <p:nvPr/>
        </p:nvSpPr>
        <p:spPr>
          <a:xfrm>
            <a:off x="1297816" y="455640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1B6932BA-40BC-F256-11DE-D5115A013C83}"/>
              </a:ext>
            </a:extLst>
          </p:cNvPr>
          <p:cNvSpPr/>
          <p:nvPr/>
        </p:nvSpPr>
        <p:spPr>
          <a:xfrm>
            <a:off x="2210369" y="452522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E6C1C0-3DC5-25C3-AFA4-BAA4EC5C0CB6}"/>
              </a:ext>
            </a:extLst>
          </p:cNvPr>
          <p:cNvSpPr/>
          <p:nvPr/>
        </p:nvSpPr>
        <p:spPr>
          <a:xfrm>
            <a:off x="3352721" y="4340868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후보</a:t>
            </a:r>
            <a:endParaRPr lang="en-US" altLang="ko-KR" sz="800" dirty="0"/>
          </a:p>
          <a:p>
            <a:pPr algn="ctr"/>
            <a:r>
              <a:rPr lang="ko-KR" altLang="en-US" sz="800" dirty="0"/>
              <a:t>선택 알고리즘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4102D0C-FD42-B0DA-3482-4CB0518550A0}"/>
              </a:ext>
            </a:extLst>
          </p:cNvPr>
          <p:cNvGrpSpPr/>
          <p:nvPr/>
        </p:nvGrpSpPr>
        <p:grpSpPr>
          <a:xfrm>
            <a:off x="6863045" y="3059235"/>
            <a:ext cx="1365532" cy="2026955"/>
            <a:chOff x="9206023" y="2632635"/>
            <a:chExt cx="1877163" cy="2711712"/>
          </a:xfrm>
        </p:grpSpPr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5182921D-B939-BC95-6AC5-1C5123ABD15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EBDF3252-0D03-0849-3075-5F1B068B062A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12B7A31C-A9DF-A858-933C-887063B1856B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2359C8FB-0B77-2CD0-C82D-B60F0E32C857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13701B0C-9AC9-B12A-AD55-A413BF618AF3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DD14F115-7EE1-3411-7DD1-890C43C5E268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302EC9D4-A9DF-4B60-3B02-A688C1B413E5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96C0A6C8-392E-105B-3C91-7DF3F1EFE66D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24ABA87B-A816-8518-43FF-B0126B61CE0C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BABF1AB7-E0C5-5B06-DB2A-2062A8A16426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69870FCF-7500-A0CE-D8FB-1D7BF7B079DD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1438856F-1867-A07F-FB17-D8B551E75295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3BB0FFA8-F06B-F4F3-43F8-1591307D0CF4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DF6664D7-15AF-3870-B384-433C7FCA5DBB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24DB450B-8606-FC61-DBC8-23F4B5D0E2BD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5775A552-44BD-94BD-B369-19F6FB8D230D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E9FEAE6D-F1A2-539C-A868-AB0D562F322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D252B3B4-B434-9370-D8BF-B98FDAAC76FE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FC080FF2-4D48-E33D-D26B-D5E11C470201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86DCF2C-B27E-FE7E-D004-0974D9EF08D5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E6132F5-6B20-0E1D-BD1F-BB6F6D111F4A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A5DFE7C5-AA8D-7FD7-D713-25B34B8F2B2F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DFC7026D-E6EA-B4F3-E643-E3368CE23C1D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C7776518-9112-1D51-FD5A-F67FC25AC287}"/>
                    </a:ext>
                  </a:extLst>
                </p:cNvPr>
                <p:cNvCxnSpPr>
                  <a:cxnSpLocks/>
                  <a:stCxn id="62" idx="2"/>
                  <a:endCxn id="49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A1DE4C7E-4C9F-EB63-2669-D64725F2B6D1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FDD7A136-B334-7B00-B07E-9A8CFD8B733D}"/>
                    </a:ext>
                  </a:extLst>
                </p:cNvPr>
                <p:cNvCxnSpPr>
                  <a:cxnSpLocks/>
                  <a:stCxn id="57" idx="1"/>
                  <a:endCxn id="51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2C9FE4A1-E4E4-BB4C-CAB7-368353870B08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96EED35F-B2EE-0E37-034F-000BE34D71A2}"/>
                    </a:ext>
                  </a:extLst>
                </p:cNvPr>
                <p:cNvCxnSpPr>
                  <a:cxnSpLocks/>
                  <a:stCxn id="63" idx="6"/>
                  <a:endCxn id="5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C3714E67-87F0-4226-0D2C-E6F47CDC8449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7968D600-AA54-F002-7160-3E94A88ADE6A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ACA463E5-6C7C-F15C-90D3-41E2F3FA2324}"/>
                    </a:ext>
                  </a:extLst>
                </p:cNvPr>
                <p:cNvCxnSpPr>
                  <a:cxnSpLocks/>
                  <a:stCxn id="59" idx="3"/>
                  <a:endCxn id="49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97492E62-E81B-5426-0B43-7D25BF932798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270DD6F5-E7CC-7C79-CABE-CB63AE0E3F99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6BB6D3B2-1ABA-194A-9061-D6AB34BA1305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3C6654F-E767-F00A-2A82-FCCD5A37D0AA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767CBD7A-EB36-951D-924B-5AC3BE6A34F4}"/>
                    </a:ext>
                  </a:extLst>
                </p:cNvPr>
                <p:cNvCxnSpPr>
                  <a:cxnSpLocks/>
                  <a:stCxn id="69" idx="4"/>
                  <a:endCxn id="65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478B01AF-AD2E-E9DD-6F95-519D51C499D9}"/>
                    </a:ext>
                  </a:extLst>
                </p:cNvPr>
                <p:cNvCxnSpPr>
                  <a:cxnSpLocks/>
                  <a:stCxn id="57" idx="2"/>
                  <a:endCxn id="59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2FAF11A-19B5-C77A-AEC1-A6296894BCBB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E7371592-ED15-20F5-066F-1E9ADAAEDE42}"/>
              </a:ext>
            </a:extLst>
          </p:cNvPr>
          <p:cNvSpPr/>
          <p:nvPr/>
        </p:nvSpPr>
        <p:spPr>
          <a:xfrm>
            <a:off x="3135148" y="451419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0B8F1329-5CD4-FE19-9882-7F772F194083}"/>
              </a:ext>
            </a:extLst>
          </p:cNvPr>
          <p:cNvSpPr/>
          <p:nvPr/>
        </p:nvSpPr>
        <p:spPr>
          <a:xfrm>
            <a:off x="4333841" y="4521492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14EDDA-3EF3-91A6-89C6-62536BF32F9F}"/>
              </a:ext>
            </a:extLst>
          </p:cNvPr>
          <p:cNvSpPr txBox="1"/>
          <p:nvPr/>
        </p:nvSpPr>
        <p:spPr>
          <a:xfrm>
            <a:off x="4243564" y="4888441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6CA0BE36-9C15-CF8E-9F82-B2DFCA5C8561}"/>
              </a:ext>
            </a:extLst>
          </p:cNvPr>
          <p:cNvSpPr/>
          <p:nvPr/>
        </p:nvSpPr>
        <p:spPr>
          <a:xfrm>
            <a:off x="5126382" y="451419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945DB37-BC21-1802-665D-E72B5435D403}"/>
              </a:ext>
            </a:extLst>
          </p:cNvPr>
          <p:cNvSpPr/>
          <p:nvPr/>
        </p:nvSpPr>
        <p:spPr>
          <a:xfrm>
            <a:off x="5332869" y="4335178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</a:t>
            </a:r>
            <a:r>
              <a:rPr lang="ko-KR" altLang="en-US" sz="800" dirty="0" err="1"/>
              <a:t>조립</a:t>
            </a:r>
            <a:r>
              <a:rPr lang="ko-KR" altLang="en-US" sz="800" dirty="0"/>
              <a:t> 적용 </a:t>
            </a:r>
            <a:endParaRPr lang="en-US" altLang="ko-KR" sz="800" dirty="0"/>
          </a:p>
          <a:p>
            <a:pPr algn="ctr"/>
            <a:r>
              <a:rPr lang="ko-KR" altLang="en-US" sz="800" dirty="0"/>
              <a:t>및 </a:t>
            </a:r>
            <a:endParaRPr lang="en-US" altLang="ko-KR" sz="800" dirty="0"/>
          </a:p>
          <a:p>
            <a:pPr algn="ctr"/>
            <a:r>
              <a:rPr lang="ko-KR" altLang="en-US" sz="800" dirty="0"/>
              <a:t>현재 상태 업데이트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04502B96-A6C2-BE9A-3E58-61B21922F344}"/>
              </a:ext>
            </a:extLst>
          </p:cNvPr>
          <p:cNvSpPr/>
          <p:nvPr/>
        </p:nvSpPr>
        <p:spPr>
          <a:xfrm>
            <a:off x="6578584" y="4504272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9" name="화살표: 위쪽 38">
            <a:extLst>
              <a:ext uri="{FF2B5EF4-FFF2-40B4-BE49-F238E27FC236}">
                <a16:creationId xmlns:a16="http://schemas.microsoft.com/office/drawing/2014/main" id="{6A767382-F10C-421A-D195-E3A3454A8056}"/>
              </a:ext>
            </a:extLst>
          </p:cNvPr>
          <p:cNvSpPr/>
          <p:nvPr/>
        </p:nvSpPr>
        <p:spPr>
          <a:xfrm>
            <a:off x="4671826" y="4150562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DF17A07E-7178-6ADC-655E-202932C438F0}"/>
              </a:ext>
            </a:extLst>
          </p:cNvPr>
          <p:cNvSpPr/>
          <p:nvPr/>
        </p:nvSpPr>
        <p:spPr>
          <a:xfrm>
            <a:off x="8284678" y="4298378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D86C364A-A108-4219-30F8-FE62941EAFC0}"/>
              </a:ext>
            </a:extLst>
          </p:cNvPr>
          <p:cNvSpPr/>
          <p:nvPr/>
        </p:nvSpPr>
        <p:spPr>
          <a:xfrm>
            <a:off x="9862079" y="4469523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E84B421E-45EF-4956-0E65-C2D08C1AF113}"/>
              </a:ext>
            </a:extLst>
          </p:cNvPr>
          <p:cNvSpPr/>
          <p:nvPr/>
        </p:nvSpPr>
        <p:spPr>
          <a:xfrm>
            <a:off x="8634672" y="5301689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CFDA937-59A5-EBF0-0FE7-50D37CE80C3A}"/>
              </a:ext>
            </a:extLst>
          </p:cNvPr>
          <p:cNvSpPr/>
          <p:nvPr/>
        </p:nvSpPr>
        <p:spPr>
          <a:xfrm>
            <a:off x="8235608" y="5768126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1FEF2709-9625-BB09-C61E-E492B8C2A674}"/>
              </a:ext>
            </a:extLst>
          </p:cNvPr>
          <p:cNvCxnSpPr>
            <a:stCxn id="44" idx="1"/>
            <a:endCxn id="151" idx="2"/>
          </p:cNvCxnSpPr>
          <p:nvPr/>
        </p:nvCxnSpPr>
        <p:spPr>
          <a:xfrm rot="10800000">
            <a:off x="787496" y="5185895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1F9352B4-45FA-A5EF-178F-E62220425ED0}"/>
              </a:ext>
            </a:extLst>
          </p:cNvPr>
          <p:cNvSpPr txBox="1"/>
          <p:nvPr/>
        </p:nvSpPr>
        <p:spPr>
          <a:xfrm>
            <a:off x="4080851" y="3946182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88" name="화살표: 아래쪽 187">
            <a:extLst>
              <a:ext uri="{FF2B5EF4-FFF2-40B4-BE49-F238E27FC236}">
                <a16:creationId xmlns:a16="http://schemas.microsoft.com/office/drawing/2014/main" id="{EED746C9-014E-F55B-B05F-F10EDB143794}"/>
              </a:ext>
            </a:extLst>
          </p:cNvPr>
          <p:cNvSpPr/>
          <p:nvPr/>
        </p:nvSpPr>
        <p:spPr>
          <a:xfrm>
            <a:off x="1502373" y="3958439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4E57E-0109-2BA1-AF56-AA8D0791E49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5F85050-D0D2-620F-458F-EC6EAEDE67D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430BA8A6-0774-92F3-7C8D-5BF552F5D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2398014-2312-E050-0723-A5660DC99687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C16C520-0ACD-28D7-A466-6F68A0BCC376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02AE20F6-4F4E-7C9A-A08F-3468B896AA7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CFD961D1-EC85-DF83-F60F-EBC6F221ED9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0D946618-B715-13ED-E134-B4464DDCBCC3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F567FB3F-EBA1-C333-11A7-8BA4AC045310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90AF7202-16C0-B8E6-6811-9B20D1CEBE80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70B402A-FAA9-6C8A-F8E0-B1BD08EF5E67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2B6835B7-6E83-6C3D-ACC1-B5AD026D1A2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C16985A8-EB69-13E0-B568-F56042BE9DB8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166506A8-12EB-5E6E-78AD-E353E0CBF4A4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399D972F-F9B3-5A79-4301-DCEDED42524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961474B-955F-5670-84F3-4E7BECCCD3F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AA375FD5-9333-A44A-42D3-4DB43BCE466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EE1F8C6B-9EF6-E11F-3F64-E4B122FF55C3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3FFD674-8BAA-2BC2-2E85-0B7A0F390843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4045E5EF-125F-BA7B-5044-524607E419B0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544665F-7BF5-4690-B912-6CB73F75D3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26186EE-BBDC-C398-19F4-DEEC225E75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321CDB03-3BD5-6B51-8905-B5B5B13FA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5ABF6FFA-B184-1CC4-7B1B-006A638CCD8D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A8B9DDE4-4A0D-60DE-FC78-B5A600DC6AEF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AC242343-4DC1-7695-8B8F-FE721C30263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301DFC76-D0A8-8237-35F8-5734C8E514D2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8CA25D46-06F2-1BFA-36E4-068B3A443259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701B0AC2-1C57-647F-7BCC-85EDB72F984E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B9C7BB99-BF37-F070-20A9-9C9AAAF7EBCB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1C4D335-823A-9953-87CB-98CB40C0DBA5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47F1682-93B3-F225-D167-657AC93E00EC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B97039AD-1275-4D7E-E8CB-A3122CA3E6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B762C9C2-3677-958C-EE00-6BF52A06231A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4A24EF31-BD9B-0F74-BE3D-19A218CCF3E7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AFA68568-E005-67C6-EB4F-8E9E2C0F8218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10F9103-FBF0-17DD-3AEB-35934E0F3DE4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9F75A673-B005-F69A-A61A-FAF771EAD154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215D67D7-C288-B2F0-12EE-4939072420D8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483E9AE-469A-3356-9CFC-254D898CE017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9956AECC-A0D3-D2D2-2EA2-504A716445DA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C0307EBD-863F-F69C-341E-B4807B811AC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51D43906-A785-65F1-F98C-C26B3D6142A7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8B8F1E4-7A64-8175-28EE-76295C2CDF02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A0AE979D-CA90-1CD3-43B7-9C1D7BD5B4C1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15C02461-4568-FB64-271C-D8966C8A29F7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C61536CA-81D7-2E9B-A318-23B4C2345896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83B7243-7E29-2274-0BBD-ABA5B11940F5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6A41CE5D-60EA-7A8F-F717-4B4051A5E290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810E8859-F5C9-3CF1-86C9-5D4A0D90B402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E949D77-E97A-1DDA-14C3-8524CFC66436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0F6D601-4A47-521C-E7F7-8D9EBB7C03C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96DF3854-2C1E-1244-03B0-5E3257AC3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487793"/>
              </p:ext>
            </p:extLst>
          </p:nvPr>
        </p:nvGraphicFramePr>
        <p:xfrm>
          <a:off x="4176691" y="2778839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BAEF3805-9827-C8C8-C0E3-0B4924E3F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734253"/>
              </p:ext>
            </p:extLst>
          </p:nvPr>
        </p:nvGraphicFramePr>
        <p:xfrm>
          <a:off x="10825842" y="4026138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39E975AC-ECF1-0BE5-5177-8E0642ECBDD7}"/>
              </a:ext>
            </a:extLst>
          </p:cNvPr>
          <p:cNvGrpSpPr/>
          <p:nvPr/>
        </p:nvGrpSpPr>
        <p:grpSpPr>
          <a:xfrm>
            <a:off x="11381468" y="4354664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B3C31A60-BC73-2188-21AA-B2017AECDEB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B228530-912A-27F8-7EB0-555DCF1442A8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C2CB90E7-DDA4-5BF9-6DE3-76A9425CFC2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708903FB-4AFD-E375-38D4-E8712C17A1F6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BF7E3827-DCC0-517E-2E6B-37F9B54CC13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DBAF44B-EEEB-5787-15B3-4F0DF1F8E600}"/>
              </a:ext>
            </a:extLst>
          </p:cNvPr>
          <p:cNvGrpSpPr/>
          <p:nvPr/>
        </p:nvGrpSpPr>
        <p:grpSpPr>
          <a:xfrm>
            <a:off x="11381468" y="4854742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2363FF1D-B36A-E51C-D664-4022D787EA15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7C94700-DE47-7B59-E284-F7F6CBC6A1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C46867EC-B0BD-32BD-E370-25AFB808EFB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E1857EE9-5FB4-1ACB-7351-EAE7DFB1FA1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8367FA55-0610-CABF-EC28-C88A23261646}"/>
              </a:ext>
            </a:extLst>
          </p:cNvPr>
          <p:cNvSpPr txBox="1"/>
          <p:nvPr/>
        </p:nvSpPr>
        <p:spPr>
          <a:xfrm>
            <a:off x="10554497" y="5548068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1A9D5DB1-1425-C173-9BFC-1D7DCEE18BAA}"/>
              </a:ext>
            </a:extLst>
          </p:cNvPr>
          <p:cNvGrpSpPr/>
          <p:nvPr/>
        </p:nvGrpSpPr>
        <p:grpSpPr>
          <a:xfrm>
            <a:off x="4764501" y="3040120"/>
            <a:ext cx="441736" cy="295305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8151F728-4650-5502-1D51-1BDBBFAFDA59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7DAEFD58-7F42-FF34-24AE-4D20A0D215C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6F552C9C-8D3C-5FB1-539C-1292554E8798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951B9D16-FC9A-4856-77E3-D25952FBCC7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7A1C9907-487E-0CEC-24F7-8485C4BCBC4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75C8B27F-6AC0-66BF-744F-CA444600B1E6}"/>
              </a:ext>
            </a:extLst>
          </p:cNvPr>
          <p:cNvGrpSpPr/>
          <p:nvPr/>
        </p:nvGrpSpPr>
        <p:grpSpPr>
          <a:xfrm>
            <a:off x="4764501" y="3432969"/>
            <a:ext cx="441736" cy="177467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C882473E-DBC8-A9EA-1FFC-A730EB2C8ED0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43F4A2B9-1147-03C6-2186-B96DD9F1ED2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42162398-DD52-00F2-F71A-78D18396075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623719F0-CB02-7B37-1022-365EE61A5D3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7810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220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00A033E-105F-C5C0-B4DC-32F662FC6A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CAD56B-C24E-94DF-AB63-2AB8D4329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40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5C96-AE01-076B-D1B7-36B8F180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E851F09-D72B-B82B-5C48-CE8F0A0FAA83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85D53A3-FD64-007C-2C7D-DB231814F6E8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CAC72EB-264E-0294-0A95-8E7EBF4BB938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CF9C55A-795D-D5A2-0143-804021E370B6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B337296-BD13-4F29-D4C3-D3EC21B213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6A896-74B7-D372-BB1A-9E661E67EE6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8F2A56-173C-75D0-10BF-77AA7261FFD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2724D235-5A42-35E2-C847-7C5EF13E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1D43B-5011-9BAA-E804-83D28A7C7992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A48B9-4F78-A39D-7DC5-193E209BAD0E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C13876-2E5A-8D1C-A395-053AA4135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72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7757-8758-C703-ED28-A6D12D59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51CD1ED-6295-7A63-A437-18BD203CA886}"/>
              </a:ext>
            </a:extLst>
          </p:cNvPr>
          <p:cNvGrpSpPr/>
          <p:nvPr/>
        </p:nvGrpSpPr>
        <p:grpSpPr>
          <a:xfrm>
            <a:off x="441569" y="2051446"/>
            <a:ext cx="5261294" cy="2755108"/>
            <a:chOff x="629374" y="2349981"/>
            <a:chExt cx="5261294" cy="2755108"/>
          </a:xfrm>
        </p:grpSpPr>
        <p:pic>
          <p:nvPicPr>
            <p:cNvPr id="7" name="그림 6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ED96CB-E5D2-B292-F01E-4FEFBECC5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021" y="2457175"/>
              <a:ext cx="3033410" cy="2647914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22CF8FC-EAB7-14DC-A135-9176CEC6E0BD}"/>
                </a:ext>
              </a:extLst>
            </p:cNvPr>
            <p:cNvSpPr/>
            <p:nvPr/>
          </p:nvSpPr>
          <p:spPr>
            <a:xfrm>
              <a:off x="646543" y="2349981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EF6F04D-9899-1398-7478-83BBE9DDAFEA}"/>
                </a:ext>
              </a:extLst>
            </p:cNvPr>
            <p:cNvSpPr/>
            <p:nvPr/>
          </p:nvSpPr>
          <p:spPr>
            <a:xfrm>
              <a:off x="4427689" y="2679831"/>
              <a:ext cx="1462979" cy="56369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latin typeface="+mj-ea"/>
                  <a:ea typeface="+mj-ea"/>
                </a:rPr>
                <a:t>나사구멍</a:t>
              </a:r>
              <a:r>
                <a:rPr lang="en-US" altLang="ko-KR" sz="1200">
                  <a:latin typeface="+mj-ea"/>
                  <a:ea typeface="+mj-ea"/>
                </a:rPr>
                <a:t>:</a:t>
              </a:r>
              <a:r>
                <a:rPr lang="ko-KR" altLang="en-US" sz="1200">
                  <a:latin typeface="+mj-ea"/>
                  <a:ea typeface="+mj-ea"/>
                </a:rPr>
                <a:t> </a:t>
              </a:r>
              <a:r>
                <a:rPr lang="en-US" altLang="ko-KR" sz="1200">
                  <a:latin typeface="+mj-ea"/>
                  <a:ea typeface="+mj-ea"/>
                </a:rPr>
                <a:t>Ø8mm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E988333-4FEE-1CDE-8494-CF2FA6F20ADB}"/>
                </a:ext>
              </a:extLst>
            </p:cNvPr>
            <p:cNvSpPr/>
            <p:nvPr/>
          </p:nvSpPr>
          <p:spPr>
            <a:xfrm>
              <a:off x="3042933" y="342985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B9CDCAF-4974-2BFE-62B2-0A936BAE8357}"/>
                </a:ext>
              </a:extLst>
            </p:cNvPr>
            <p:cNvSpPr/>
            <p:nvPr/>
          </p:nvSpPr>
          <p:spPr>
            <a:xfrm>
              <a:off x="2879010" y="402800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A02995-5132-160E-0833-EC6AB3E239CB}"/>
                </a:ext>
              </a:extLst>
            </p:cNvPr>
            <p:cNvSpPr/>
            <p:nvPr/>
          </p:nvSpPr>
          <p:spPr>
            <a:xfrm>
              <a:off x="629374" y="3045926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F2286BF-BABF-925D-3E15-E9749BE5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1568" y="3243526"/>
              <a:ext cx="97611" cy="4562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64065F9-EA46-C85C-11D6-F85687F50FD1}"/>
                </a:ext>
              </a:extLst>
            </p:cNvPr>
            <p:cNvCxnSpPr>
              <a:cxnSpLocks/>
            </p:cNvCxnSpPr>
            <p:nvPr/>
          </p:nvCxnSpPr>
          <p:spPr>
            <a:xfrm>
              <a:off x="2028692" y="2806973"/>
              <a:ext cx="1052580" cy="65840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FFEF8D0-A150-F725-B333-2E4ECE45AEB1}"/>
                </a:ext>
              </a:extLst>
            </p:cNvPr>
            <p:cNvCxnSpPr>
              <a:cxnSpLocks/>
            </p:cNvCxnSpPr>
            <p:nvPr/>
          </p:nvCxnSpPr>
          <p:spPr>
            <a:xfrm>
              <a:off x="2011523" y="3502918"/>
              <a:ext cx="905826" cy="56061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7AEB44-1F76-ED9E-8672-CDA5A9F5BC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986B12-1524-C74B-F590-F465652209F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81A8C56E-6B3D-A78C-C3D1-8BB18E4D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0B5D5-36ED-3AF4-7225-89D5E52EFB26}"/>
              </a:ext>
            </a:extLst>
          </p:cNvPr>
          <p:cNvSpPr txBox="1"/>
          <p:nvPr/>
        </p:nvSpPr>
        <p:spPr>
          <a:xfrm>
            <a:off x="350982" y="716826"/>
            <a:ext cx="11212368" cy="97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부품의 정의 기본 콘셉트</a:t>
            </a:r>
            <a:endParaRPr lang="en-US" altLang="ko-KR" sz="18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특성은 부품이 가진 </a:t>
            </a:r>
            <a:r>
              <a:rPr lang="ko-KR" altLang="en-US" dirty="0" err="1">
                <a:latin typeface="+mj-ea"/>
                <a:ea typeface="+mj-ea"/>
              </a:rPr>
              <a:t>조립부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에 의하여 결정됨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264A2E-E343-9EA2-E33E-8F16DD637C20}"/>
              </a:ext>
            </a:extLst>
          </p:cNvPr>
          <p:cNvGrpSpPr/>
          <p:nvPr/>
        </p:nvGrpSpPr>
        <p:grpSpPr>
          <a:xfrm>
            <a:off x="7134765" y="2477540"/>
            <a:ext cx="4751316" cy="816518"/>
            <a:chOff x="6736302" y="1760258"/>
            <a:chExt cx="5226969" cy="969351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928591B-00A8-9C15-A1DC-670CCE4AAE56}"/>
                </a:ext>
              </a:extLst>
            </p:cNvPr>
            <p:cNvSpPr/>
            <p:nvPr/>
          </p:nvSpPr>
          <p:spPr>
            <a:xfrm>
              <a:off x="8860446" y="2062192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</a:t>
              </a:r>
              <a:r>
                <a:rPr lang="ko-KR" altLang="en-US" sz="1200" dirty="0" err="1">
                  <a:latin typeface="+mj-ea"/>
                  <a:ea typeface="+mj-ea"/>
                </a:rPr>
                <a:t>체커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12BEFF8-714C-B76F-8F9E-BBCD6DE4E7E6}"/>
                </a:ext>
              </a:extLst>
            </p:cNvPr>
            <p:cNvSpPr/>
            <p:nvPr/>
          </p:nvSpPr>
          <p:spPr>
            <a:xfrm>
              <a:off x="10573205" y="2100664"/>
              <a:ext cx="1390066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Type D : I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23702AF-5EF0-7211-839F-E44B34F77C19}"/>
                </a:ext>
              </a:extLst>
            </p:cNvPr>
            <p:cNvCxnSpPr>
              <a:cxnSpLocks/>
              <a:endCxn id="104" idx="2"/>
            </p:cNvCxnSpPr>
            <p:nvPr/>
          </p:nvCxnSpPr>
          <p:spPr>
            <a:xfrm flipV="1">
              <a:off x="8642340" y="2327213"/>
              <a:ext cx="218106" cy="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9738F50-5C36-61C6-8254-D633371DCD7E}"/>
                </a:ext>
              </a:extLst>
            </p:cNvPr>
            <p:cNvCxnSpPr>
              <a:cxnSpLocks/>
              <a:stCxn id="105" idx="2"/>
              <a:endCxn id="104" idx="6"/>
            </p:cNvCxnSpPr>
            <p:nvPr/>
          </p:nvCxnSpPr>
          <p:spPr>
            <a:xfrm flipH="1">
              <a:off x="10366230" y="2324121"/>
              <a:ext cx="206975" cy="30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5A9066B-1F8E-A999-ED55-7114DD094549}"/>
                </a:ext>
              </a:extLst>
            </p:cNvPr>
            <p:cNvGrpSpPr/>
            <p:nvPr/>
          </p:nvGrpSpPr>
          <p:grpSpPr>
            <a:xfrm>
              <a:off x="6736302" y="1760258"/>
              <a:ext cx="1906038" cy="969351"/>
              <a:chOff x="6399204" y="1325911"/>
              <a:chExt cx="2157076" cy="1451500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E3D3F88-A1B6-B795-B33E-6DBE01F3A345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F8EE6BF-08C5-3C9B-C5CE-5EB0EC15C33E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C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C24E465-3FAA-B45B-E92E-C646401FEBE9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05C3FE88-3AA6-9917-EA81-53866FC65BAF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D753F7-6124-DCC6-CF00-B358E3ED60E8}"/>
              </a:ext>
            </a:extLst>
          </p:cNvPr>
          <p:cNvGrpSpPr/>
          <p:nvPr/>
        </p:nvGrpSpPr>
        <p:grpSpPr>
          <a:xfrm>
            <a:off x="425247" y="4131711"/>
            <a:ext cx="5526178" cy="2131102"/>
            <a:chOff x="217046" y="4520735"/>
            <a:chExt cx="6079400" cy="2529994"/>
          </a:xfrm>
        </p:grpSpPr>
        <p:pic>
          <p:nvPicPr>
            <p:cNvPr id="87" name="Picture 2">
              <a:extLst>
                <a:ext uri="{FF2B5EF4-FFF2-40B4-BE49-F238E27FC236}">
                  <a16:creationId xmlns:a16="http://schemas.microsoft.com/office/drawing/2014/main" id="{1BA97D1A-5D78-CFB5-602C-9FE752A00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667" y1="33250" x2="13333" y2="45625"/>
                          <a14:foregroundMark x1="13333" y1="45625" x2="12417" y2="53375"/>
                          <a14:foregroundMark x1="12417" y1="53375" x2="13333" y2="61000"/>
                          <a14:foregroundMark x1="13333" y1="61000" x2="16417" y2="69375"/>
                          <a14:foregroundMark x1="16417" y1="69375" x2="25750" y2="75500"/>
                          <a14:foregroundMark x1="18833" y1="64625" x2="27000" y2="65250"/>
                          <a14:foregroundMark x1="27000" y1="65250" x2="24083" y2="61875"/>
                          <a14:foregroundMark x1="30917" y1="63750" x2="30917" y2="63750"/>
                          <a14:foregroundMark x1="30417" y1="61250" x2="23167" y2="60750"/>
                          <a14:foregroundMark x1="23167" y1="60750" x2="17750" y2="54250"/>
                          <a14:foregroundMark x1="17750" y1="54250" x2="17750" y2="51500"/>
                          <a14:foregroundMark x1="31583" y1="63250" x2="17917" y2="65625"/>
                          <a14:foregroundMark x1="26917" y1="74250" x2="27917" y2="75375"/>
                          <a14:foregroundMark x1="28750" y1="74500" x2="27667" y2="76750"/>
                          <a14:foregroundMark x1="28250" y1="76250" x2="27833" y2="76875"/>
                          <a14:foregroundMark x1="84500" y1="38625" x2="87833" y2="38125"/>
                          <a14:foregroundMark x1="77083" y1="34250" x2="79417" y2="33125"/>
                          <a14:foregroundMark x1="28083" y1="60250" x2="24000" y2="56000"/>
                          <a14:foregroundMark x1="24000" y1="56000" x2="20500" y2="44125"/>
                          <a14:foregroundMark x1="20500" y1="44125" x2="23917" y2="39250"/>
                          <a14:foregroundMark x1="23917" y1="39250" x2="29500" y2="37625"/>
                          <a14:foregroundMark x1="29500" y1="37625" x2="42667" y2="38125"/>
                          <a14:foregroundMark x1="26167" y1="66375" x2="32417" y2="64875"/>
                          <a14:foregroundMark x1="24000" y1="72250" x2="23250" y2="73375"/>
                          <a14:foregroundMark x1="23750" y1="72250" x2="23750" y2="72250"/>
                          <a14:foregroundMark x1="23167" y1="72250" x2="24250" y2="71500"/>
                          <a14:foregroundMark x1="28417" y1="74125" x2="27083" y2="77000"/>
                          <a14:foregroundMark x1="11000" y1="50375" x2="13000" y2="36500"/>
                          <a14:foregroundMark x1="13000" y1="36500" x2="13250" y2="35500"/>
                          <a14:backgroundMark x1="58167" y1="44875" x2="57667" y2="44875"/>
                          <a14:backgroundMark x1="18500" y1="68000" x2="29083" y2="69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7559" y="4520735"/>
              <a:ext cx="3794991" cy="2529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98D2DF24-80CA-33DC-776F-5800A69F4C43}"/>
                </a:ext>
              </a:extLst>
            </p:cNvPr>
            <p:cNvGrpSpPr/>
            <p:nvPr/>
          </p:nvGrpSpPr>
          <p:grpSpPr>
            <a:xfrm>
              <a:off x="217046" y="4564005"/>
              <a:ext cx="6079400" cy="2039392"/>
              <a:chOff x="217046" y="4564005"/>
              <a:chExt cx="6079400" cy="2039392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7D61DC0-252A-299B-58C4-3063195C33AA}"/>
                  </a:ext>
                </a:extLst>
              </p:cNvPr>
              <p:cNvSpPr/>
              <p:nvPr/>
            </p:nvSpPr>
            <p:spPr>
              <a:xfrm>
                <a:off x="2591376" y="5771708"/>
                <a:ext cx="288000" cy="2879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AA6481C-0878-AD04-3B2F-A021D4BA6C17}"/>
                  </a:ext>
                </a:extLst>
              </p:cNvPr>
              <p:cNvSpPr/>
              <p:nvPr/>
            </p:nvSpPr>
            <p:spPr>
              <a:xfrm>
                <a:off x="2151456" y="5248150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79FCD634-5A3A-208E-247A-EAB0BFD69135}"/>
                  </a:ext>
                </a:extLst>
              </p:cNvPr>
              <p:cNvSpPr/>
              <p:nvPr/>
            </p:nvSpPr>
            <p:spPr>
              <a:xfrm>
                <a:off x="1975923" y="5692556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5C87CC76-D2B7-BF3A-8EFC-60252F37B185}"/>
                  </a:ext>
                </a:extLst>
              </p:cNvPr>
              <p:cNvSpPr/>
              <p:nvPr/>
            </p:nvSpPr>
            <p:spPr>
              <a:xfrm>
                <a:off x="2022702" y="587778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E2921218-116F-E1B7-EEDD-42723C0CB715}"/>
                  </a:ext>
                </a:extLst>
              </p:cNvPr>
              <p:cNvSpPr/>
              <p:nvPr/>
            </p:nvSpPr>
            <p:spPr>
              <a:xfrm>
                <a:off x="4790387" y="5111225"/>
                <a:ext cx="400737" cy="4227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DE1B3702-16D2-5363-8F77-D62B2271E23A}"/>
                  </a:ext>
                </a:extLst>
              </p:cNvPr>
              <p:cNvSpPr/>
              <p:nvPr/>
            </p:nvSpPr>
            <p:spPr>
              <a:xfrm>
                <a:off x="217046" y="456400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4F2615B-AA8D-2C1C-4950-8297BB579BEE}"/>
                  </a:ext>
                </a:extLst>
              </p:cNvPr>
              <p:cNvSpPr/>
              <p:nvPr/>
            </p:nvSpPr>
            <p:spPr>
              <a:xfrm>
                <a:off x="217046" y="526589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M4</a:t>
                </a:r>
                <a:endParaRPr lang="ko-KR" altLang="en-US" sz="1200" dirty="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dirty="0" err="1">
                    <a:latin typeface="+mj-ea"/>
                    <a:ea typeface="+mj-ea"/>
                  </a:rPr>
                  <a:t>나사탭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A384308B-2F5F-B0CD-B854-48797F6E7758}"/>
                  </a:ext>
                </a:extLst>
              </p:cNvPr>
              <p:cNvSpPr/>
              <p:nvPr/>
            </p:nvSpPr>
            <p:spPr>
              <a:xfrm>
                <a:off x="217046" y="5967784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M4 </a:t>
                </a:r>
                <a:r>
                  <a:rPr lang="ko-KR" altLang="en-US" sz="1200" dirty="0">
                    <a:latin typeface="+mj-ea"/>
                    <a:ea typeface="+mj-ea"/>
                  </a:rPr>
                  <a:t>규격 </a:t>
                </a:r>
              </a:p>
              <a:p>
                <a:pPr algn="ctr"/>
                <a:r>
                  <a:rPr lang="ko-KR" altLang="en-US" sz="1200" dirty="0" err="1">
                    <a:latin typeface="+mj-ea"/>
                    <a:ea typeface="+mj-ea"/>
                  </a:rPr>
                  <a:t>나사탭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770098C2-DACC-061B-C8E2-31CCF8BA066C}"/>
                  </a:ext>
                </a:extLst>
              </p:cNvPr>
              <p:cNvSpPr/>
              <p:nvPr/>
            </p:nvSpPr>
            <p:spPr>
              <a:xfrm>
                <a:off x="3266368" y="5926678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>
                    <a:latin typeface="+mj-ea"/>
                    <a:ea typeface="+mj-ea"/>
                  </a:rPr>
                  <a:t>도어 래치 커넥터</a:t>
                </a: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56F31259-9FFD-1900-179E-C6CD9C307355}"/>
                  </a:ext>
                </a:extLst>
              </p:cNvPr>
              <p:cNvSpPr/>
              <p:nvPr/>
            </p:nvSpPr>
            <p:spPr>
              <a:xfrm>
                <a:off x="4964108" y="5782556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래치 케이블</a:t>
                </a:r>
              </a:p>
            </p:txBody>
          </p: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B5FDA5C2-ABDD-3AF7-D4E9-8D74A499819F}"/>
                  </a:ext>
                </a:extLst>
              </p:cNvPr>
              <p:cNvCxnSpPr>
                <a:cxnSpLocks/>
                <a:stCxn id="94" idx="6"/>
                <a:endCxn id="90" idx="1"/>
              </p:cNvCxnSpPr>
              <p:nvPr/>
            </p:nvCxnSpPr>
            <p:spPr>
              <a:xfrm>
                <a:off x="1549384" y="4881812"/>
                <a:ext cx="628432" cy="392698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C850D6D4-8D48-F52D-8B4F-6590F5AB01DD}"/>
                  </a:ext>
                </a:extLst>
              </p:cNvPr>
              <p:cNvCxnSpPr>
                <a:cxnSpLocks/>
                <a:stCxn id="95" idx="6"/>
                <a:endCxn id="91" idx="1"/>
              </p:cNvCxnSpPr>
              <p:nvPr/>
            </p:nvCxnSpPr>
            <p:spPr>
              <a:xfrm>
                <a:off x="1549384" y="5583702"/>
                <a:ext cx="452899" cy="13521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화살표 연결선 100">
                <a:extLst>
                  <a:ext uri="{FF2B5EF4-FFF2-40B4-BE49-F238E27FC236}">
                    <a16:creationId xmlns:a16="http://schemas.microsoft.com/office/drawing/2014/main" id="{C9F1DE5B-70D6-57C3-FC18-55A847546758}"/>
                  </a:ext>
                </a:extLst>
              </p:cNvPr>
              <p:cNvCxnSpPr>
                <a:cxnSpLocks/>
                <a:stCxn id="96" idx="6"/>
                <a:endCxn id="92" idx="3"/>
              </p:cNvCxnSpPr>
              <p:nvPr/>
            </p:nvCxnSpPr>
            <p:spPr>
              <a:xfrm flipV="1">
                <a:off x="1549384" y="6031424"/>
                <a:ext cx="499678" cy="254167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직선 화살표 연결선 101">
                <a:extLst>
                  <a:ext uri="{FF2B5EF4-FFF2-40B4-BE49-F238E27FC236}">
                    <a16:creationId xmlns:a16="http://schemas.microsoft.com/office/drawing/2014/main" id="{ECDADB0F-BFF0-3EB1-96D8-4DA80C75A68D}"/>
                  </a:ext>
                </a:extLst>
              </p:cNvPr>
              <p:cNvCxnSpPr>
                <a:cxnSpLocks/>
                <a:stCxn id="97" idx="1"/>
                <a:endCxn id="89" idx="6"/>
              </p:cNvCxnSpPr>
              <p:nvPr/>
            </p:nvCxnSpPr>
            <p:spPr>
              <a:xfrm flipH="1" flipV="1">
                <a:off x="2879375" y="5915707"/>
                <a:ext cx="582109" cy="10405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화살표 연결선 102">
                <a:extLst>
                  <a:ext uri="{FF2B5EF4-FFF2-40B4-BE49-F238E27FC236}">
                    <a16:creationId xmlns:a16="http://schemas.microsoft.com/office/drawing/2014/main" id="{F62BB9B3-81BD-172D-525A-A118BB73039A}"/>
                  </a:ext>
                </a:extLst>
              </p:cNvPr>
              <p:cNvCxnSpPr>
                <a:cxnSpLocks/>
                <a:stCxn id="87" idx="3"/>
                <a:endCxn id="93" idx="5"/>
              </p:cNvCxnSpPr>
              <p:nvPr/>
            </p:nvCxnSpPr>
            <p:spPr>
              <a:xfrm flipH="1" flipV="1">
                <a:off x="5132437" y="5472107"/>
                <a:ext cx="280113" cy="313625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5C43935-ACD6-F95D-4C07-0CFA88D448A8}"/>
              </a:ext>
            </a:extLst>
          </p:cNvPr>
          <p:cNvGrpSpPr/>
          <p:nvPr/>
        </p:nvGrpSpPr>
        <p:grpSpPr>
          <a:xfrm>
            <a:off x="7378811" y="3793417"/>
            <a:ext cx="4395608" cy="2386158"/>
            <a:chOff x="7075904" y="3613607"/>
            <a:chExt cx="4835651" cy="2832789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576B4CF-B0E6-D0FD-4AA0-52E135AB0F88}"/>
                </a:ext>
              </a:extLst>
            </p:cNvPr>
            <p:cNvSpPr/>
            <p:nvPr/>
          </p:nvSpPr>
          <p:spPr>
            <a:xfrm>
              <a:off x="8860446" y="5411163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래치</a:t>
              </a: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4CAB46F-FE08-87C3-1ED0-F28AD2779E68}"/>
                </a:ext>
              </a:extLst>
            </p:cNvPr>
            <p:cNvGrpSpPr/>
            <p:nvPr/>
          </p:nvGrpSpPr>
          <p:grpSpPr>
            <a:xfrm>
              <a:off x="7075904" y="3613607"/>
              <a:ext cx="2459138" cy="1497799"/>
              <a:chOff x="6879404" y="4238877"/>
              <a:chExt cx="2459138" cy="1497799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8A4B99DA-6A1F-828F-5651-914AAA0595A6}"/>
                  </a:ext>
                </a:extLst>
              </p:cNvPr>
              <p:cNvSpPr/>
              <p:nvPr/>
            </p:nvSpPr>
            <p:spPr>
              <a:xfrm>
                <a:off x="6879404" y="4399477"/>
                <a:ext cx="2459138" cy="1337199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106FFB7E-36C3-43A4-0368-D4F4D7F19157}"/>
                  </a:ext>
                </a:extLst>
              </p:cNvPr>
              <p:cNvGrpSpPr/>
              <p:nvPr/>
            </p:nvGrpSpPr>
            <p:grpSpPr>
              <a:xfrm>
                <a:off x="7040432" y="4685541"/>
                <a:ext cx="2137083" cy="945573"/>
                <a:chOff x="7027954" y="4685541"/>
                <a:chExt cx="2137083" cy="945573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B2F4A43-018E-2BDB-22C9-C0AA3762697D}"/>
                    </a:ext>
                  </a:extLst>
                </p:cNvPr>
                <p:cNvSpPr/>
                <p:nvPr/>
              </p:nvSpPr>
              <p:spPr>
                <a:xfrm>
                  <a:off x="702795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나사탭</a:t>
                  </a: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CB4F5E59-B07E-6337-7CB5-3542C8B8303C}"/>
                    </a:ext>
                  </a:extLst>
                </p:cNvPr>
                <p:cNvSpPr/>
                <p:nvPr/>
              </p:nvSpPr>
              <p:spPr>
                <a:xfrm>
                  <a:off x="815059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 dirty="0">
                      <a:latin typeface="+mj-ea"/>
                      <a:ea typeface="+mj-ea"/>
                    </a:rPr>
                    <a:t>M4 </a:t>
                  </a:r>
                  <a:r>
                    <a:rPr lang="ko-KR" altLang="en-US" sz="1200" dirty="0" err="1">
                      <a:latin typeface="+mj-ea"/>
                      <a:ea typeface="+mj-ea"/>
                    </a:rPr>
                    <a:t>나사탭</a:t>
                  </a:r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4F6F8205-CF08-6AF7-9521-0856BD41E2AE}"/>
                    </a:ext>
                  </a:extLst>
                </p:cNvPr>
                <p:cNvSpPr/>
                <p:nvPr/>
              </p:nvSpPr>
              <p:spPr>
                <a:xfrm>
                  <a:off x="7589274" y="5206634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 dirty="0">
                      <a:latin typeface="+mj-ea"/>
                      <a:ea typeface="+mj-ea"/>
                    </a:rPr>
                    <a:t>M4 </a:t>
                  </a:r>
                  <a:r>
                    <a:rPr lang="ko-KR" altLang="en-US" sz="1200" dirty="0" err="1">
                      <a:latin typeface="+mj-ea"/>
                      <a:ea typeface="+mj-ea"/>
                    </a:rPr>
                    <a:t>나사탭</a:t>
                  </a:r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8D9A10E9-7506-7AD6-7013-BF8E314E9DBE}"/>
                  </a:ext>
                </a:extLst>
              </p:cNvPr>
              <p:cNvSpPr/>
              <p:nvPr/>
            </p:nvSpPr>
            <p:spPr>
              <a:xfrm>
                <a:off x="7356081" y="4238877"/>
                <a:ext cx="1505785" cy="35005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B : F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A44FD7F-2A15-6E6A-F08A-70F3E70D64D1}"/>
                </a:ext>
              </a:extLst>
            </p:cNvPr>
            <p:cNvSpPr/>
            <p:nvPr/>
          </p:nvSpPr>
          <p:spPr>
            <a:xfrm>
              <a:off x="10342428" y="4651123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A : F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9922138-F607-F817-C4BC-2E1229DF564C}"/>
                </a:ext>
              </a:extLst>
            </p:cNvPr>
            <p:cNvSpPr/>
            <p:nvPr/>
          </p:nvSpPr>
          <p:spPr>
            <a:xfrm>
              <a:off x="10435994" y="5990700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E : 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6D6160A-5720-2711-59B1-E1A3453531A7}"/>
                </a:ext>
              </a:extLst>
            </p:cNvPr>
            <p:cNvSpPr/>
            <p:nvPr/>
          </p:nvSpPr>
          <p:spPr>
            <a:xfrm>
              <a:off x="7425192" y="5999483"/>
              <a:ext cx="1536214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F : M 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998696DC-D650-5725-CDAD-0F0416EBC1AC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8305473" y="5111406"/>
              <a:ext cx="775490" cy="37738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F1AA3F38-C726-C028-5594-03B604C84D06}"/>
                </a:ext>
              </a:extLst>
            </p:cNvPr>
            <p:cNvCxnSpPr>
              <a:cxnSpLocks/>
              <a:stCxn id="71" idx="7"/>
              <a:endCxn id="73" idx="3"/>
            </p:cNvCxnSpPr>
            <p:nvPr/>
          </p:nvCxnSpPr>
          <p:spPr>
            <a:xfrm flipV="1">
              <a:off x="10145714" y="5032587"/>
              <a:ext cx="412805" cy="45619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A0B4B257-03B3-514B-FE6E-A8F109A8D120}"/>
                </a:ext>
              </a:extLst>
            </p:cNvPr>
            <p:cNvCxnSpPr>
              <a:cxnSpLocks/>
              <a:stCxn id="74" idx="1"/>
              <a:endCxn id="71" idx="5"/>
            </p:cNvCxnSpPr>
            <p:nvPr/>
          </p:nvCxnSpPr>
          <p:spPr>
            <a:xfrm flipH="1" flipV="1">
              <a:off x="10145714" y="5863583"/>
              <a:ext cx="506370" cy="19256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E513D6C-AC8F-7ED0-01AE-99CFBFA4EBBE}"/>
                </a:ext>
              </a:extLst>
            </p:cNvPr>
            <p:cNvCxnSpPr>
              <a:cxnSpLocks/>
              <a:stCxn id="75" idx="7"/>
              <a:endCxn id="71" idx="3"/>
            </p:cNvCxnSpPr>
            <p:nvPr/>
          </p:nvCxnSpPr>
          <p:spPr>
            <a:xfrm flipV="1">
              <a:off x="8736432" y="5863583"/>
              <a:ext cx="344530" cy="20135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9992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2336-E44B-6F68-BF8D-E0B7914F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F25FB73-587C-B6F0-A68E-05E9136B5DF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1CACEBC1-2C6F-7156-93E0-FA438AAA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15BCC45-E686-658E-4DCA-3F1CA8577F9C}"/>
              </a:ext>
            </a:extLst>
          </p:cNvPr>
          <p:cNvGrpSpPr/>
          <p:nvPr/>
        </p:nvGrpSpPr>
        <p:grpSpPr>
          <a:xfrm>
            <a:off x="500949" y="2263140"/>
            <a:ext cx="5150331" cy="2774001"/>
            <a:chOff x="6571322" y="871168"/>
            <a:chExt cx="5150331" cy="2774001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823BF485-8EAC-F3A0-76E6-610A1100BD08}"/>
                </a:ext>
              </a:extLst>
            </p:cNvPr>
            <p:cNvGrpSpPr/>
            <p:nvPr/>
          </p:nvGrpSpPr>
          <p:grpSpPr>
            <a:xfrm>
              <a:off x="6571322" y="871168"/>
              <a:ext cx="5150331" cy="2362790"/>
              <a:chOff x="6505905" y="416518"/>
              <a:chExt cx="5150331" cy="2362790"/>
            </a:xfrm>
          </p:grpSpPr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7DB13C3E-29DC-8CE7-2F04-AE971C89A0D3}"/>
                  </a:ext>
                </a:extLst>
              </p:cNvPr>
              <p:cNvCxnSpPr>
                <a:cxnSpLocks/>
                <a:stCxn id="49" idx="4"/>
                <a:endCxn id="51" idx="0"/>
              </p:cNvCxnSpPr>
              <p:nvPr/>
            </p:nvCxnSpPr>
            <p:spPr>
              <a:xfrm>
                <a:off x="10290619" y="847437"/>
                <a:ext cx="0" cy="949075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31CFEB6-871D-14F2-1E31-CD86887DAE2C}"/>
                  </a:ext>
                </a:extLst>
              </p:cNvPr>
              <p:cNvSpPr/>
              <p:nvPr/>
            </p:nvSpPr>
            <p:spPr>
              <a:xfrm>
                <a:off x="8822374" y="1099998"/>
                <a:ext cx="686134" cy="53195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도어</a:t>
                </a:r>
                <a:endParaRPr lang="en-US" altLang="ko-KR" sz="900"/>
              </a:p>
              <a:p>
                <a:pPr algn="ctr"/>
                <a:r>
                  <a:rPr lang="ko-KR" altLang="en-US" sz="900" err="1"/>
                  <a:t>체커</a:t>
                </a:r>
                <a:endParaRPr lang="ko-KR" altLang="en-US" sz="900"/>
              </a:p>
            </p:txBody>
          </p: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7C7A34C4-DD80-7B15-2A61-EC4E7456FA9D}"/>
                  </a:ext>
                </a:extLst>
              </p:cNvPr>
              <p:cNvCxnSpPr>
                <a:cxnSpLocks/>
                <a:stCxn id="48" idx="2"/>
                <a:endCxn id="39" idx="6"/>
              </p:cNvCxnSpPr>
              <p:nvPr/>
            </p:nvCxnSpPr>
            <p:spPr>
              <a:xfrm flipH="1">
                <a:off x="9508509" y="1365975"/>
                <a:ext cx="23188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6BA59EAA-76EE-F29E-F8B8-43C3327D48C8}"/>
                  </a:ext>
                </a:extLst>
              </p:cNvPr>
              <p:cNvSpPr/>
              <p:nvPr/>
            </p:nvSpPr>
            <p:spPr>
              <a:xfrm>
                <a:off x="6505905" y="416518"/>
                <a:ext cx="758050" cy="5252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6EE6DC88-2A9B-3392-4A59-D3BF7B9F5931}"/>
                  </a:ext>
                </a:extLst>
              </p:cNvPr>
              <p:cNvCxnSpPr>
                <a:cxnSpLocks/>
                <a:stCxn id="45" idx="1"/>
                <a:endCxn id="41" idx="6"/>
              </p:cNvCxnSpPr>
              <p:nvPr/>
            </p:nvCxnSpPr>
            <p:spPr>
              <a:xfrm flipH="1" flipV="1">
                <a:off x="7263955" y="679122"/>
                <a:ext cx="165443" cy="18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1D96EE4C-1C9C-72E1-449E-07E432072F75}"/>
                  </a:ext>
                </a:extLst>
              </p:cNvPr>
              <p:cNvSpPr/>
              <p:nvPr/>
            </p:nvSpPr>
            <p:spPr>
              <a:xfrm>
                <a:off x="10970102" y="442409"/>
                <a:ext cx="686134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바디</a:t>
                </a:r>
              </a:p>
            </p:txBody>
          </p: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C741DB83-AE3D-9524-F0E7-21913AE9AD9C}"/>
                  </a:ext>
                </a:extLst>
              </p:cNvPr>
              <p:cNvCxnSpPr>
                <a:cxnSpLocks/>
                <a:stCxn id="49" idx="6"/>
                <a:endCxn id="43" idx="2"/>
              </p:cNvCxnSpPr>
              <p:nvPr/>
            </p:nvCxnSpPr>
            <p:spPr>
              <a:xfrm>
                <a:off x="10894441" y="674698"/>
                <a:ext cx="75660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7F0CF65E-8BF0-41BC-7F4F-9386685DB3CB}"/>
                  </a:ext>
                </a:extLst>
              </p:cNvPr>
              <p:cNvSpPr/>
              <p:nvPr/>
            </p:nvSpPr>
            <p:spPr>
              <a:xfrm>
                <a:off x="7429398" y="558751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F </a:t>
                </a:r>
                <a:endParaRPr lang="ko-KR" altLang="en-US" sz="900"/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7D0D504B-657F-9D06-B12E-B05FB7B24AC1}"/>
                  </a:ext>
                </a:extLst>
              </p:cNvPr>
              <p:cNvSpPr/>
              <p:nvPr/>
            </p:nvSpPr>
            <p:spPr>
              <a:xfrm>
                <a:off x="7429398" y="1245415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M </a:t>
                </a:r>
                <a:endParaRPr lang="ko-KR" altLang="en-US" sz="900"/>
              </a:p>
            </p:txBody>
          </p: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38E948E0-1AF1-C8AA-3D37-EA8D1C768798}"/>
                  </a:ext>
                </a:extLst>
              </p:cNvPr>
              <p:cNvCxnSpPr>
                <a:cxnSpLocks/>
                <a:stCxn id="46" idx="3"/>
                <a:endCxn id="39" idx="2"/>
              </p:cNvCxnSpPr>
              <p:nvPr/>
            </p:nvCxnSpPr>
            <p:spPr>
              <a:xfrm>
                <a:off x="8499070" y="1365975"/>
                <a:ext cx="323304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686722E-DF82-BBBF-800A-8685D89DEE95}"/>
                  </a:ext>
                </a:extLst>
              </p:cNvPr>
              <p:cNvSpPr/>
              <p:nvPr/>
            </p:nvSpPr>
            <p:spPr>
              <a:xfrm>
                <a:off x="9740398" y="1193236"/>
                <a:ext cx="1100442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I</a:t>
                </a:r>
                <a:endParaRPr lang="ko-KR" altLang="en-US" sz="900" dirty="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E6DB0B78-D2E3-C110-6DEA-6998071683E0}"/>
                  </a:ext>
                </a:extLst>
              </p:cNvPr>
              <p:cNvSpPr/>
              <p:nvPr/>
            </p:nvSpPr>
            <p:spPr>
              <a:xfrm>
                <a:off x="9686797" y="501959"/>
                <a:ext cx="120764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F</a:t>
                </a:r>
                <a:endParaRPr lang="ko-KR" altLang="en-US" sz="900" dirty="0"/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74B5F82E-C6A7-D8DA-A7A7-61CA45EDE5BF}"/>
                  </a:ext>
                </a:extLst>
              </p:cNvPr>
              <p:cNvSpPr/>
              <p:nvPr/>
            </p:nvSpPr>
            <p:spPr>
              <a:xfrm>
                <a:off x="9891000" y="2314729"/>
                <a:ext cx="799236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볼트</a:t>
                </a: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9191C337-C7E3-DDF0-4050-AD605F8C4725}"/>
                  </a:ext>
                </a:extLst>
              </p:cNvPr>
              <p:cNvSpPr/>
              <p:nvPr/>
            </p:nvSpPr>
            <p:spPr>
              <a:xfrm>
                <a:off x="9686796" y="1796512"/>
                <a:ext cx="1207646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646D734F-B347-1C32-AA05-0F6E12AACA17}"/>
                  </a:ext>
                </a:extLst>
              </p:cNvPr>
              <p:cNvCxnSpPr>
                <a:cxnSpLocks/>
                <a:stCxn id="51" idx="4"/>
                <a:endCxn id="50" idx="0"/>
              </p:cNvCxnSpPr>
              <p:nvPr/>
            </p:nvCxnSpPr>
            <p:spPr>
              <a:xfrm>
                <a:off x="10290619" y="2141990"/>
                <a:ext cx="0" cy="17273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6E95CEEC-603B-F888-9426-F26991ED5D9B}"/>
                  </a:ext>
                </a:extLst>
              </p:cNvPr>
              <p:cNvCxnSpPr>
                <a:cxnSpLocks/>
                <a:stCxn id="45" idx="2"/>
                <a:endCxn id="46" idx="0"/>
              </p:cNvCxnSpPr>
              <p:nvPr/>
            </p:nvCxnSpPr>
            <p:spPr>
              <a:xfrm>
                <a:off x="7964234" y="799871"/>
                <a:ext cx="0" cy="445544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E1DDA6-9188-B5EF-CFE7-8DBA9DFAEEF8}"/>
                </a:ext>
              </a:extLst>
            </p:cNvPr>
            <p:cNvSpPr txBox="1"/>
            <p:nvPr/>
          </p:nvSpPr>
          <p:spPr>
            <a:xfrm>
              <a:off x="7462910" y="3337392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ko-KR" altLang="en-US" sz="1400" dirty="0"/>
                <a:t> 조립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E60169-29D2-C9F8-A91A-5E4ABA9CF1DB}"/>
              </a:ext>
            </a:extLst>
          </p:cNvPr>
          <p:cNvGrpSpPr/>
          <p:nvPr/>
        </p:nvGrpSpPr>
        <p:grpSpPr>
          <a:xfrm>
            <a:off x="6266402" y="2105934"/>
            <a:ext cx="5400000" cy="2931207"/>
            <a:chOff x="6266402" y="2105934"/>
            <a:chExt cx="5400000" cy="2931207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3E16DAFE-4768-257D-1996-4127695B5E67}"/>
                </a:ext>
              </a:extLst>
            </p:cNvPr>
            <p:cNvGrpSpPr/>
            <p:nvPr/>
          </p:nvGrpSpPr>
          <p:grpSpPr>
            <a:xfrm>
              <a:off x="6266402" y="2105934"/>
              <a:ext cx="5400000" cy="2519996"/>
              <a:chOff x="6403562" y="3591834"/>
              <a:chExt cx="5400000" cy="2519996"/>
            </a:xfrm>
          </p:grpSpPr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BC0526C5-5E47-A43C-DE20-FEC838E92CE9}"/>
                  </a:ext>
                </a:extLst>
              </p:cNvPr>
              <p:cNvCxnSpPr>
                <a:cxnSpLocks/>
                <a:stCxn id="66" idx="2"/>
                <a:endCxn id="75" idx="0"/>
              </p:cNvCxnSpPr>
              <p:nvPr/>
            </p:nvCxnSpPr>
            <p:spPr>
              <a:xfrm>
                <a:off x="8368783" y="4412299"/>
                <a:ext cx="0" cy="838340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FD6174B8-345E-577A-4E7F-74E04B9EE405}"/>
                  </a:ext>
                </a:extLst>
              </p:cNvPr>
              <p:cNvCxnSpPr>
                <a:cxnSpLocks/>
                <a:stCxn id="66" idx="3"/>
                <a:endCxn id="58" idx="2"/>
              </p:cNvCxnSpPr>
              <p:nvPr/>
            </p:nvCxnSpPr>
            <p:spPr>
              <a:xfrm flipV="1">
                <a:off x="8897514" y="4277985"/>
                <a:ext cx="695493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087A532C-86E1-11EE-AC8C-E5751012EC71}"/>
                  </a:ext>
                </a:extLst>
              </p:cNvPr>
              <p:cNvGrpSpPr/>
              <p:nvPr/>
            </p:nvGrpSpPr>
            <p:grpSpPr>
              <a:xfrm>
                <a:off x="9376453" y="3591834"/>
                <a:ext cx="2427109" cy="1401493"/>
                <a:chOff x="9376453" y="3591834"/>
                <a:chExt cx="2427109" cy="1401493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988CEF88-B7F3-9447-E397-3134F3C3F840}"/>
                    </a:ext>
                  </a:extLst>
                </p:cNvPr>
                <p:cNvSpPr/>
                <p:nvPr/>
              </p:nvSpPr>
              <p:spPr>
                <a:xfrm>
                  <a:off x="9593007" y="4003504"/>
                  <a:ext cx="624358" cy="548962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래치</a:t>
                  </a:r>
                </a:p>
              </p:txBody>
            </p:sp>
            <p:sp>
              <p:nvSpPr>
                <p:cNvPr id="59" name="타원 58">
                  <a:extLst>
                    <a:ext uri="{FF2B5EF4-FFF2-40B4-BE49-F238E27FC236}">
                      <a16:creationId xmlns:a16="http://schemas.microsoft.com/office/drawing/2014/main" id="{30CAF25C-7947-8AD5-0A18-779F348FF8C3}"/>
                    </a:ext>
                  </a:extLst>
                </p:cNvPr>
                <p:cNvSpPr/>
                <p:nvPr/>
              </p:nvSpPr>
              <p:spPr>
                <a:xfrm>
                  <a:off x="9404513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07ED8CAC-F20B-51E0-B229-27C395C2567A}"/>
                    </a:ext>
                  </a:extLst>
                </p:cNvPr>
                <p:cNvSpPr/>
                <p:nvPr/>
              </p:nvSpPr>
              <p:spPr>
                <a:xfrm>
                  <a:off x="10746098" y="4161451"/>
                  <a:ext cx="1057464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E : M</a:t>
                  </a:r>
                  <a:endParaRPr lang="ko-KR" altLang="en-US" sz="900"/>
                </a:p>
              </p:txBody>
            </p:sp>
            <p:sp>
              <p:nvSpPr>
                <p:cNvPr id="61" name="타원 60">
                  <a:extLst>
                    <a:ext uri="{FF2B5EF4-FFF2-40B4-BE49-F238E27FC236}">
                      <a16:creationId xmlns:a16="http://schemas.microsoft.com/office/drawing/2014/main" id="{DA639322-CD1F-682C-3427-B09B75D8BFBD}"/>
                    </a:ext>
                  </a:extLst>
                </p:cNvPr>
                <p:cNvSpPr/>
                <p:nvPr/>
              </p:nvSpPr>
              <p:spPr>
                <a:xfrm>
                  <a:off x="9376453" y="4760260"/>
                  <a:ext cx="1057463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F : M </a:t>
                  </a:r>
                  <a:endParaRPr lang="ko-KR" altLang="en-US" sz="900"/>
                </a:p>
              </p:txBody>
            </p:sp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88E4349E-A6B7-20F1-3FDD-F306D41659F1}"/>
                    </a:ext>
                  </a:extLst>
                </p:cNvPr>
                <p:cNvCxnSpPr>
                  <a:cxnSpLocks/>
                  <a:stCxn id="58" idx="0"/>
                  <a:endCxn id="59" idx="4"/>
                </p:cNvCxnSpPr>
                <p:nvPr/>
              </p:nvCxnSpPr>
              <p:spPr>
                <a:xfrm flipH="1" flipV="1">
                  <a:off x="9905184" y="3824901"/>
                  <a:ext cx="2" cy="17860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9095914C-490C-A1E6-026E-C7FA5304E251}"/>
                    </a:ext>
                  </a:extLst>
                </p:cNvPr>
                <p:cNvCxnSpPr>
                  <a:cxnSpLocks/>
                  <a:stCxn id="60" idx="2"/>
                  <a:endCxn id="58" idx="6"/>
                </p:cNvCxnSpPr>
                <p:nvPr/>
              </p:nvCxnSpPr>
              <p:spPr>
                <a:xfrm flipH="1">
                  <a:off x="10217365" y="4277985"/>
                  <a:ext cx="52873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0975073D-63D0-66B8-E4BA-593D35248A49}"/>
                    </a:ext>
                  </a:extLst>
                </p:cNvPr>
                <p:cNvCxnSpPr>
                  <a:cxnSpLocks/>
                  <a:stCxn id="61" idx="0"/>
                  <a:endCxn id="58" idx="4"/>
                </p:cNvCxnSpPr>
                <p:nvPr/>
              </p:nvCxnSpPr>
              <p:spPr>
                <a:xfrm flipV="1">
                  <a:off x="9905185" y="4552466"/>
                  <a:ext cx="1" cy="20779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9ED199E9-8A2A-3F50-1B92-1E3DC683045E}"/>
                  </a:ext>
                </a:extLst>
              </p:cNvPr>
              <p:cNvSpPr/>
              <p:nvPr/>
            </p:nvSpPr>
            <p:spPr>
              <a:xfrm>
                <a:off x="6553269" y="4112832"/>
                <a:ext cx="758050" cy="43674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D1752F7D-A04B-1A38-4F7B-E423F5A1AE2C}"/>
                  </a:ext>
                </a:extLst>
              </p:cNvPr>
              <p:cNvGrpSpPr/>
              <p:nvPr/>
            </p:nvGrpSpPr>
            <p:grpSpPr>
              <a:xfrm>
                <a:off x="6403562" y="5125655"/>
                <a:ext cx="2515789" cy="986175"/>
                <a:chOff x="6403562" y="5125655"/>
                <a:chExt cx="2515789" cy="986175"/>
              </a:xfrm>
            </p:grpSpPr>
            <p:sp>
              <p:nvSpPr>
                <p:cNvPr id="71" name="사각형: 둥근 모서리 70">
                  <a:extLst>
                    <a:ext uri="{FF2B5EF4-FFF2-40B4-BE49-F238E27FC236}">
                      <a16:creationId xmlns:a16="http://schemas.microsoft.com/office/drawing/2014/main" id="{CB272862-69A1-668D-CA36-B2950B50D4A0}"/>
                    </a:ext>
                  </a:extLst>
                </p:cNvPr>
                <p:cNvSpPr/>
                <p:nvPr/>
              </p:nvSpPr>
              <p:spPr>
                <a:xfrm>
                  <a:off x="6403562" y="5125655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</a:t>
                  </a:r>
                  <a:endParaRPr lang="ko-KR" altLang="en-US" sz="900"/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96977C79-2F49-D1F2-25A7-02372DEF03DC}"/>
                    </a:ext>
                  </a:extLst>
                </p:cNvPr>
                <p:cNvSpPr/>
                <p:nvPr/>
              </p:nvSpPr>
              <p:spPr>
                <a:xfrm>
                  <a:off x="7927278" y="5725503"/>
                  <a:ext cx="883007" cy="3863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75" name="타원 74">
                  <a:extLst>
                    <a:ext uri="{FF2B5EF4-FFF2-40B4-BE49-F238E27FC236}">
                      <a16:creationId xmlns:a16="http://schemas.microsoft.com/office/drawing/2014/main" id="{913B4E1B-F4BB-01AD-6C17-2E6446AD4BE2}"/>
                    </a:ext>
                  </a:extLst>
                </p:cNvPr>
                <p:cNvSpPr/>
                <p:nvPr/>
              </p:nvSpPr>
              <p:spPr>
                <a:xfrm>
                  <a:off x="7818215" y="5250639"/>
                  <a:ext cx="1101136" cy="28728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76" name="직선 연결선 75">
                  <a:extLst>
                    <a:ext uri="{FF2B5EF4-FFF2-40B4-BE49-F238E27FC236}">
                      <a16:creationId xmlns:a16="http://schemas.microsoft.com/office/drawing/2014/main" id="{0CCA6011-61A3-C669-1779-9815406874C0}"/>
                    </a:ext>
                  </a:extLst>
                </p:cNvPr>
                <p:cNvCxnSpPr>
                  <a:cxnSpLocks/>
                  <a:stCxn id="75" idx="4"/>
                  <a:endCxn id="74" idx="0"/>
                </p:cNvCxnSpPr>
                <p:nvPr/>
              </p:nvCxnSpPr>
              <p:spPr>
                <a:xfrm flipH="1">
                  <a:off x="8368782" y="5537926"/>
                  <a:ext cx="1" cy="18757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4133022-35B4-8CE8-1AB2-454EC1C66B87}"/>
                  </a:ext>
                </a:extLst>
              </p:cNvPr>
              <p:cNvGrpSpPr/>
              <p:nvPr/>
            </p:nvGrpSpPr>
            <p:grpSpPr>
              <a:xfrm>
                <a:off x="6932294" y="3591834"/>
                <a:ext cx="2472219" cy="1533821"/>
                <a:chOff x="6932294" y="3591834"/>
                <a:chExt cx="2472219" cy="1533821"/>
              </a:xfrm>
            </p:grpSpPr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E81A7E90-BEE1-92E1-2939-DB11739BE786}"/>
                    </a:ext>
                  </a:extLst>
                </p:cNvPr>
                <p:cNvSpPr/>
                <p:nvPr/>
              </p:nvSpPr>
              <p:spPr>
                <a:xfrm>
                  <a:off x="7840051" y="4143672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F</a:t>
                  </a:r>
                  <a:endParaRPr lang="ko-KR" altLang="en-US" sz="90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8E344C77-2751-9126-A8EC-D54D772D51F5}"/>
                    </a:ext>
                  </a:extLst>
                </p:cNvPr>
                <p:cNvCxnSpPr>
                  <a:cxnSpLocks/>
                  <a:stCxn id="70" idx="2"/>
                  <a:endCxn id="67" idx="7"/>
                </p:cNvCxnSpPr>
                <p:nvPr/>
              </p:nvCxnSpPr>
              <p:spPr>
                <a:xfrm flipH="1">
                  <a:off x="7200305" y="3708368"/>
                  <a:ext cx="667807" cy="46842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직선 연결선 68">
                  <a:extLst>
                    <a:ext uri="{FF2B5EF4-FFF2-40B4-BE49-F238E27FC236}">
                      <a16:creationId xmlns:a16="http://schemas.microsoft.com/office/drawing/2014/main" id="{EF5394F3-5E72-AAE3-04CC-798369562E1C}"/>
                    </a:ext>
                  </a:extLst>
                </p:cNvPr>
                <p:cNvCxnSpPr>
                  <a:cxnSpLocks/>
                  <a:stCxn id="71" idx="0"/>
                  <a:endCxn id="67" idx="4"/>
                </p:cNvCxnSpPr>
                <p:nvPr/>
              </p:nvCxnSpPr>
              <p:spPr>
                <a:xfrm flipV="1">
                  <a:off x="6932294" y="4549575"/>
                  <a:ext cx="0" cy="5760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0" name="타원 69">
                  <a:extLst>
                    <a:ext uri="{FF2B5EF4-FFF2-40B4-BE49-F238E27FC236}">
                      <a16:creationId xmlns:a16="http://schemas.microsoft.com/office/drawing/2014/main" id="{3A3CBFF0-AFB2-0BEB-8185-CDA0B312A439}"/>
                    </a:ext>
                  </a:extLst>
                </p:cNvPr>
                <p:cNvSpPr/>
                <p:nvPr/>
              </p:nvSpPr>
              <p:spPr>
                <a:xfrm>
                  <a:off x="7868112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72" name="사각형: 둥근 모서리 71">
                  <a:extLst>
                    <a:ext uri="{FF2B5EF4-FFF2-40B4-BE49-F238E27FC236}">
                      <a16:creationId xmlns:a16="http://schemas.microsoft.com/office/drawing/2014/main" id="{9968A815-C33E-0BF4-99AD-59A8C1F6FDA6}"/>
                    </a:ext>
                  </a:extLst>
                </p:cNvPr>
                <p:cNvSpPr/>
                <p:nvPr/>
              </p:nvSpPr>
              <p:spPr>
                <a:xfrm>
                  <a:off x="7840051" y="4742481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I</a:t>
                  </a:r>
                  <a:endParaRPr lang="ko-KR" altLang="en-US" sz="900"/>
                </a:p>
              </p:txBody>
            </p: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00CF94D6-4E83-547C-9D91-8C1F833FC50E}"/>
                    </a:ext>
                  </a:extLst>
                </p:cNvPr>
                <p:cNvCxnSpPr>
                  <a:cxnSpLocks/>
                  <a:stCxn id="72" idx="1"/>
                  <a:endCxn id="67" idx="5"/>
                </p:cNvCxnSpPr>
                <p:nvPr/>
              </p:nvCxnSpPr>
              <p:spPr>
                <a:xfrm flipH="1" flipV="1">
                  <a:off x="7200305" y="4485615"/>
                  <a:ext cx="639746" cy="3911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직선 연결선 76">
                  <a:extLst>
                    <a:ext uri="{FF2B5EF4-FFF2-40B4-BE49-F238E27FC236}">
                      <a16:creationId xmlns:a16="http://schemas.microsoft.com/office/drawing/2014/main" id="{F2C2B991-DB39-341A-9DCE-71C4E9410041}"/>
                    </a:ext>
                  </a:extLst>
                </p:cNvPr>
                <p:cNvCxnSpPr>
                  <a:cxnSpLocks/>
                  <a:stCxn id="59" idx="2"/>
                  <a:endCxn id="70" idx="6"/>
                </p:cNvCxnSpPr>
                <p:nvPr/>
              </p:nvCxnSpPr>
              <p:spPr>
                <a:xfrm flipH="1">
                  <a:off x="8869453" y="3708368"/>
                  <a:ext cx="535060" cy="0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51F71EE-2362-0526-FD14-4CBAA74AA258}"/>
                </a:ext>
              </a:extLst>
            </p:cNvPr>
            <p:cNvSpPr txBox="1"/>
            <p:nvPr/>
          </p:nvSpPr>
          <p:spPr>
            <a:xfrm>
              <a:off x="7143881" y="4729364"/>
              <a:ext cx="3645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래치 조립</a:t>
              </a:r>
              <a:r>
                <a:rPr lang="en-US" altLang="ko-KR" sz="1400" dirty="0"/>
                <a:t> </a:t>
              </a:r>
              <a:endParaRPr lang="ko-KR" altLang="en-US" sz="1400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0B0294BE-30D3-10DE-8EA9-160F521CBE5E}"/>
              </a:ext>
            </a:extLst>
          </p:cNvPr>
          <p:cNvSpPr txBox="1"/>
          <p:nvPr/>
        </p:nvSpPr>
        <p:spPr>
          <a:xfrm>
            <a:off x="350982" y="716826"/>
            <a:ext cx="11395542" cy="483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맑은 고딕"/>
                <a:ea typeface="맑은 고딕"/>
              </a:rPr>
              <a:t>부품 조립 예시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3ADEBA9-308E-56A0-F919-61EED4EAC2E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을 위한 정의</a:t>
            </a:r>
          </a:p>
        </p:txBody>
      </p:sp>
    </p:spTree>
    <p:extLst>
      <p:ext uri="{BB962C8B-B14F-4D97-AF65-F5344CB8AC3E}">
        <p14:creationId xmlns:p14="http://schemas.microsoft.com/office/powerpoint/2010/main" val="2228178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C8D1-8B62-D9CD-D35B-5CF15CCD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1F2C2C-312D-85A4-1CA6-B927DAB2B0F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89349D-7095-ECED-8205-AC4B2192B41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418DE212-B951-7887-75D3-DE655AB0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ACF34C-8859-1C02-F2C1-C1ED351333D1}"/>
              </a:ext>
            </a:extLst>
          </p:cNvPr>
          <p:cNvSpPr txBox="1"/>
          <p:nvPr/>
        </p:nvSpPr>
        <p:spPr>
          <a:xfrm>
            <a:off x="350982" y="716826"/>
            <a:ext cx="11104418" cy="165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조립 관련 정보를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ko-KR" altLang="en-US" dirty="0">
                <a:latin typeface="+mj-ea"/>
                <a:ea typeface="+mj-ea"/>
              </a:rPr>
              <a:t> 객체와 </a:t>
            </a:r>
            <a:r>
              <a:rPr lang="en-US" altLang="ko-KR" dirty="0">
                <a:latin typeface="+mj-ea"/>
                <a:ea typeface="+mj-ea"/>
              </a:rPr>
              <a:t>Item </a:t>
            </a:r>
            <a:r>
              <a:rPr lang="ko-KR" altLang="en-US" dirty="0">
                <a:latin typeface="+mj-ea"/>
                <a:ea typeface="+mj-ea"/>
              </a:rPr>
              <a:t>객체로 모델링하여 </a:t>
            </a:r>
            <a:endParaRPr lang="en-US" altLang="ko-KR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  <a:ea typeface="+mj-ea"/>
              </a:rPr>
              <a:t>조립의 단위인 부품을 소프트웨어적으로 모방함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: </a:t>
            </a:r>
            <a:r>
              <a:rPr lang="ko-KR" altLang="en-US" sz="1400" dirty="0">
                <a:latin typeface="+mj-ea"/>
              </a:rPr>
              <a:t>조립 가능 여부를 판단하는 역할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/>
              <a:t>Item : </a:t>
            </a:r>
            <a:r>
              <a:rPr lang="ko-KR" altLang="en-US" sz="1400" dirty="0"/>
              <a:t>조립 단위인 부품을 설명하는 역할</a:t>
            </a:r>
            <a:endParaRPr lang="ko-KR" altLang="en-US" sz="1400" dirty="0"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639EB8-9BAF-4F0C-64FB-FCC44CD8AE09}"/>
              </a:ext>
            </a:extLst>
          </p:cNvPr>
          <p:cNvGrpSpPr/>
          <p:nvPr/>
        </p:nvGrpSpPr>
        <p:grpSpPr>
          <a:xfrm>
            <a:off x="314315" y="2713230"/>
            <a:ext cx="3433919" cy="3835063"/>
            <a:chOff x="494909" y="3429000"/>
            <a:chExt cx="3433919" cy="38350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C3DFD7-5270-48EA-EBCA-0A441984A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09" y="3429000"/>
              <a:ext cx="3433919" cy="27269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3D987F-437B-C85B-61D5-2E898185D2BA}"/>
                </a:ext>
              </a:extLst>
            </p:cNvPr>
            <p:cNvSpPr txBox="1"/>
            <p:nvPr/>
          </p:nvSpPr>
          <p:spPr>
            <a:xfrm>
              <a:off x="622163" y="6248400"/>
              <a:ext cx="31794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err="1"/>
                <a:t>Assembly</a:t>
              </a:r>
              <a:r>
                <a:rPr lang="en-US" altLang="ko-KR" b="1" dirty="0" err="1"/>
                <a:t>'Type</a:t>
              </a:r>
              <a:r>
                <a:rPr lang="en-US" altLang="ko-KR" b="1" dirty="0"/>
                <a:t>’</a:t>
              </a:r>
              <a:r>
                <a:rPr lang="en-US" altLang="ko-KR" dirty="0"/>
                <a:t>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조립의 종류</a:t>
              </a:r>
              <a:r>
                <a:rPr lang="en-US" altLang="ko-KR" sz="1400" dirty="0"/>
                <a:t>(Type)</a:t>
              </a:r>
              <a:r>
                <a:rPr lang="ko-KR" altLang="en-US" sz="1400" dirty="0"/>
                <a:t>을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표현하는 코드</a:t>
              </a:r>
            </a:p>
            <a:p>
              <a:r>
                <a:rPr lang="ko-KR" altLang="en-US" sz="1400" dirty="0"/>
                <a:t>같은 </a:t>
              </a:r>
              <a:r>
                <a:rPr lang="en-US" altLang="ko-KR" sz="1400" dirty="0"/>
                <a:t>Type</a:t>
              </a:r>
              <a:r>
                <a:rPr lang="ko-KR" altLang="en-US" sz="1400" dirty="0"/>
                <a:t>의 조립만 연결되도록 </a:t>
              </a:r>
              <a:endParaRPr lang="en-US" altLang="ko-KR" sz="1400" dirty="0"/>
            </a:p>
            <a:p>
              <a:r>
                <a:rPr lang="ko-KR" altLang="en-US" sz="1400" dirty="0"/>
                <a:t>조립부의 분류 정보를 저장하는 역할</a:t>
              </a:r>
              <a:endParaRPr lang="en-US" altLang="ko-KR" sz="14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9073BC5-946F-6C86-6E53-2BAA70626E57}"/>
              </a:ext>
            </a:extLst>
          </p:cNvPr>
          <p:cNvGrpSpPr/>
          <p:nvPr/>
        </p:nvGrpSpPr>
        <p:grpSpPr>
          <a:xfrm>
            <a:off x="7950200" y="2517698"/>
            <a:ext cx="3973500" cy="3780196"/>
            <a:chOff x="8061227" y="3483867"/>
            <a:chExt cx="3973500" cy="37801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C751B1-950F-F419-4AE4-7D2B30DF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9431" y="3483867"/>
              <a:ext cx="3397093" cy="267206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4DCB9B-9754-F740-3E12-536113D75EC2}"/>
                </a:ext>
              </a:extLst>
            </p:cNvPr>
            <p:cNvSpPr txBox="1"/>
            <p:nvPr/>
          </p:nvSpPr>
          <p:spPr>
            <a:xfrm>
              <a:off x="8061227" y="6248400"/>
              <a:ext cx="39735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Item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부품의 조립의 기본 단위인 부품을 </a:t>
              </a:r>
              <a:endParaRPr lang="en-US" altLang="ko-KR" sz="1400" dirty="0"/>
            </a:p>
            <a:p>
              <a:r>
                <a:rPr lang="ko-KR" altLang="en-US" sz="1400" dirty="0"/>
                <a:t>컴퓨터가 이해할 수 있도록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관련 정보인 </a:t>
              </a:r>
              <a:endParaRPr lang="en-US" altLang="ko-KR" sz="1400" dirty="0"/>
            </a:p>
            <a:p>
              <a:r>
                <a:rPr lang="ko-KR" altLang="en-US" sz="1400" dirty="0" err="1"/>
                <a:t>부품명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</a:t>
              </a:r>
              <a:r>
                <a:rPr lang="en-US" altLang="ko-KR" sz="1400" dirty="0" err="1">
                  <a:latin typeface="+mj-ea"/>
                </a:rPr>
                <a:t>AssemblyType</a:t>
              </a:r>
              <a:r>
                <a:rPr lang="ko-KR" altLang="en-US" sz="1400" dirty="0">
                  <a:latin typeface="+mj-ea"/>
                </a:rPr>
                <a:t>을 내부에 저장하고 있음</a:t>
              </a:r>
              <a:r>
                <a:rPr lang="en-US" altLang="ko-KR" sz="1400" dirty="0">
                  <a:latin typeface="+mj-ea"/>
                </a:rPr>
                <a:t>.</a:t>
              </a:r>
              <a:endParaRPr lang="en-US" altLang="ko-KR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78B094E-C237-B275-E750-69C7CBAD01F4}"/>
              </a:ext>
            </a:extLst>
          </p:cNvPr>
          <p:cNvGrpSpPr/>
          <p:nvPr/>
        </p:nvGrpSpPr>
        <p:grpSpPr>
          <a:xfrm>
            <a:off x="4564885" y="3429000"/>
            <a:ext cx="2810608" cy="1216084"/>
            <a:chOff x="3989788" y="1203729"/>
            <a:chExt cx="3825953" cy="16554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A3652E-7475-2907-79A4-0FD970D2230B}"/>
                </a:ext>
              </a:extLst>
            </p:cNvPr>
            <p:cNvSpPr/>
            <p:nvPr/>
          </p:nvSpPr>
          <p:spPr>
            <a:xfrm>
              <a:off x="6446982" y="2020247"/>
              <a:ext cx="1368759" cy="4464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latin typeface="+mj-ea"/>
                  <a:ea typeface="+mj-ea"/>
                </a:rPr>
                <a:t>도어 </a:t>
              </a:r>
              <a:r>
                <a:rPr lang="ko-KR" altLang="en-US" sz="700" dirty="0" err="1">
                  <a:latin typeface="+mj-ea"/>
                  <a:ea typeface="+mj-ea"/>
                </a:rPr>
                <a:t>체커</a:t>
              </a:r>
              <a:endParaRPr lang="ko-KR" altLang="en-US" sz="700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8FC700D-2CF3-95B7-3711-A4BC229AB7B4}"/>
                </a:ext>
              </a:extLst>
            </p:cNvPr>
            <p:cNvSpPr/>
            <p:nvPr/>
          </p:nvSpPr>
          <p:spPr>
            <a:xfrm>
              <a:off x="4166347" y="2482680"/>
              <a:ext cx="1263570" cy="37644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latin typeface="+mj-ea"/>
                  <a:ea typeface="+mj-ea"/>
                </a:rPr>
                <a:t>Type D : I</a:t>
              </a:r>
              <a:endParaRPr lang="ko-KR" altLang="en-US" sz="700">
                <a:latin typeface="+mj-ea"/>
                <a:ea typeface="+mj-ea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CDAC0F-513E-3CC1-D633-B6A010B8C430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>
              <a:off x="5722377" y="1681301"/>
              <a:ext cx="925055" cy="40433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1407BAB-4CFF-D106-E4A2-DA6FE1D4F978}"/>
                </a:ext>
              </a:extLst>
            </p:cNvPr>
            <p:cNvCxnSpPr>
              <a:cxnSpLocks/>
              <a:stCxn id="11" idx="6"/>
              <a:endCxn id="10" idx="3"/>
            </p:cNvCxnSpPr>
            <p:nvPr/>
          </p:nvCxnSpPr>
          <p:spPr>
            <a:xfrm flipV="1">
              <a:off x="5429916" y="2401336"/>
              <a:ext cx="1217516" cy="2695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4A9F3DD-523D-428E-3E7E-CDA7E8B5E26A}"/>
                </a:ext>
              </a:extLst>
            </p:cNvPr>
            <p:cNvGrpSpPr/>
            <p:nvPr/>
          </p:nvGrpSpPr>
          <p:grpSpPr>
            <a:xfrm>
              <a:off x="3989788" y="1203729"/>
              <a:ext cx="1732589" cy="816518"/>
              <a:chOff x="6399204" y="1325911"/>
              <a:chExt cx="2157076" cy="145150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232C0A3C-E007-393E-1D5F-7A31A1891757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700" dirty="0">
                  <a:latin typeface="+mj-ea"/>
                  <a:ea typeface="+mj-ea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20C5BCD-CF41-4E90-7CF1-56A6DE8DDEF2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Type C : M</a:t>
                </a:r>
                <a:endParaRPr lang="ko-KR" altLang="en-US" sz="700">
                  <a:latin typeface="+mj-ea"/>
                  <a:ea typeface="+mj-ea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C37ECE3-CFAD-05AB-BF78-046C6E02D0F2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9363BC8C-A011-17BB-77D4-01C5AD8F241A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333D390-0FC5-F3C8-7B1F-35DA85D5D3F2}"/>
              </a:ext>
            </a:extLst>
          </p:cNvPr>
          <p:cNvSpPr/>
          <p:nvPr/>
        </p:nvSpPr>
        <p:spPr>
          <a:xfrm>
            <a:off x="3875057" y="3808550"/>
            <a:ext cx="569490" cy="5362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왼쪽 31">
            <a:extLst>
              <a:ext uri="{FF2B5EF4-FFF2-40B4-BE49-F238E27FC236}">
                <a16:creationId xmlns:a16="http://schemas.microsoft.com/office/drawing/2014/main" id="{B9E07A46-867B-4332-1AB5-9F41210A2939}"/>
              </a:ext>
            </a:extLst>
          </p:cNvPr>
          <p:cNvSpPr/>
          <p:nvPr/>
        </p:nvSpPr>
        <p:spPr>
          <a:xfrm>
            <a:off x="7495424" y="3863849"/>
            <a:ext cx="589195" cy="5439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1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F0B-AD36-11F9-1E35-4FCD139D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CC806-B60C-6397-7758-0E6122E88C01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3CD5A40-4498-A621-7EE4-B49A50910E6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F70C93F-DCA3-DDF7-8EF1-750B5219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4EAC81-3CA3-E2ED-AB02-8BE787E984E8}"/>
              </a:ext>
            </a:extLst>
          </p:cNvPr>
          <p:cNvSpPr txBox="1"/>
          <p:nvPr/>
        </p:nvSpPr>
        <p:spPr>
          <a:xfrm>
            <a:off x="350982" y="716826"/>
            <a:ext cx="1130495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AssemblyType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sz="1800" dirty="0">
              <a:latin typeface="+mj-ea"/>
              <a:ea typeface="+mj-ea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C29875C-952F-6BC2-5148-9652EE9B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99" y="2610751"/>
            <a:ext cx="4101687" cy="318458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F80FC9-A556-1E65-611A-9BA7892E4A98}"/>
              </a:ext>
            </a:extLst>
          </p:cNvPr>
          <p:cNvSpPr/>
          <p:nvPr/>
        </p:nvSpPr>
        <p:spPr>
          <a:xfrm>
            <a:off x="3950099" y="3759200"/>
            <a:ext cx="4101687" cy="36575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9E57334-2F0C-605B-260F-96F0A79355AE}"/>
              </a:ext>
            </a:extLst>
          </p:cNvPr>
          <p:cNvSpPr/>
          <p:nvPr/>
        </p:nvSpPr>
        <p:spPr>
          <a:xfrm>
            <a:off x="786161" y="4505121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B2F22A-4DCE-31B0-8487-4F45C0FE86A8}"/>
              </a:ext>
            </a:extLst>
          </p:cNvPr>
          <p:cNvCxnSpPr>
            <a:cxnSpLocks/>
            <a:stCxn id="72" idx="2"/>
            <a:endCxn id="60" idx="5"/>
          </p:cNvCxnSpPr>
          <p:nvPr/>
        </p:nvCxnSpPr>
        <p:spPr>
          <a:xfrm flipH="1" flipV="1">
            <a:off x="1383390" y="5057005"/>
            <a:ext cx="421554" cy="1684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94E5FEE2-34D6-7509-E6D0-9AE9B436AC1B}"/>
              </a:ext>
            </a:extLst>
          </p:cNvPr>
          <p:cNvSpPr/>
          <p:nvPr/>
        </p:nvSpPr>
        <p:spPr>
          <a:xfrm>
            <a:off x="674947" y="2837321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프론트 도어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7802535-6F28-72E6-48EF-9D9BC99E2913}"/>
              </a:ext>
            </a:extLst>
          </p:cNvPr>
          <p:cNvCxnSpPr>
            <a:cxnSpLocks/>
            <a:stCxn id="66" idx="1"/>
            <a:endCxn id="62" idx="6"/>
          </p:cNvCxnSpPr>
          <p:nvPr/>
        </p:nvCxnSpPr>
        <p:spPr>
          <a:xfrm flipH="1" flipV="1">
            <a:off x="1597072" y="3156507"/>
            <a:ext cx="305735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9FCE3D6-6E92-89DC-B57A-BA548AF45219}"/>
              </a:ext>
            </a:extLst>
          </p:cNvPr>
          <p:cNvSpPr/>
          <p:nvPr/>
        </p:nvSpPr>
        <p:spPr>
          <a:xfrm>
            <a:off x="1902807" y="3009971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F 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5B4D5E7-D2CF-F5E7-E222-16D88FB1F551}"/>
              </a:ext>
            </a:extLst>
          </p:cNvPr>
          <p:cNvSpPr/>
          <p:nvPr/>
        </p:nvSpPr>
        <p:spPr>
          <a:xfrm>
            <a:off x="1902807" y="4234552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M </a:t>
            </a:r>
            <a:endParaRPr lang="ko-KR" altLang="en-US" sz="1200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ACD0732-FBBD-F2F6-2A31-41309A1F0F6B}"/>
              </a:ext>
            </a:extLst>
          </p:cNvPr>
          <p:cNvCxnSpPr>
            <a:cxnSpLocks/>
            <a:stCxn id="69" idx="1"/>
            <a:endCxn id="60" idx="7"/>
          </p:cNvCxnSpPr>
          <p:nvPr/>
        </p:nvCxnSpPr>
        <p:spPr>
          <a:xfrm flipH="1">
            <a:off x="1383390" y="4381089"/>
            <a:ext cx="519417" cy="218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147410F7-BD92-EECB-A188-3BCD3FD95A51}"/>
              </a:ext>
            </a:extLst>
          </p:cNvPr>
          <p:cNvSpPr/>
          <p:nvPr/>
        </p:nvSpPr>
        <p:spPr>
          <a:xfrm>
            <a:off x="1804944" y="5015491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73FEAB6-F60D-35C1-C936-C6C860CB1DB0}"/>
              </a:ext>
            </a:extLst>
          </p:cNvPr>
          <p:cNvGrpSpPr/>
          <p:nvPr/>
        </p:nvGrpSpPr>
        <p:grpSpPr>
          <a:xfrm>
            <a:off x="9281833" y="4961807"/>
            <a:ext cx="2316434" cy="564681"/>
            <a:chOff x="9372421" y="4276007"/>
            <a:chExt cx="2316434" cy="564681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DAD3165-7A3F-9695-7A89-6E79C125E0BA}"/>
                </a:ext>
              </a:extLst>
            </p:cNvPr>
            <p:cNvSpPr/>
            <p:nvPr/>
          </p:nvSpPr>
          <p:spPr>
            <a:xfrm>
              <a:off x="10989158" y="4276007"/>
              <a:ext cx="699697" cy="56468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바디</a:t>
              </a: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EA81E7A-12C4-184B-B063-95CBAAE90A4B}"/>
                </a:ext>
              </a:extLst>
            </p:cNvPr>
            <p:cNvCxnSpPr>
              <a:cxnSpLocks/>
              <a:stCxn id="73" idx="6"/>
              <a:endCxn id="64" idx="2"/>
            </p:cNvCxnSpPr>
            <p:nvPr/>
          </p:nvCxnSpPr>
          <p:spPr>
            <a:xfrm>
              <a:off x="10785751" y="4558347"/>
              <a:ext cx="20340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47A6066-8FC1-32A6-350B-8ACDE77B83B4}"/>
                </a:ext>
              </a:extLst>
            </p:cNvPr>
            <p:cNvSpPr/>
            <p:nvPr/>
          </p:nvSpPr>
          <p:spPr>
            <a:xfrm>
              <a:off x="9372421" y="4348388"/>
              <a:ext cx="1413330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F</a:t>
              </a:r>
              <a:endParaRPr lang="ko-KR" altLang="en-US" sz="12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DDD5C30-A62B-93AC-A563-71EBD9D61C83}"/>
              </a:ext>
            </a:extLst>
          </p:cNvPr>
          <p:cNvGrpSpPr/>
          <p:nvPr/>
        </p:nvGrpSpPr>
        <p:grpSpPr>
          <a:xfrm>
            <a:off x="9295583" y="2925758"/>
            <a:ext cx="2360353" cy="564681"/>
            <a:chOff x="9386171" y="2239958"/>
            <a:chExt cx="2360353" cy="564681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3D388BF-4F49-C0BB-8BA9-16B57138C3DF}"/>
                </a:ext>
              </a:extLst>
            </p:cNvPr>
            <p:cNvSpPr/>
            <p:nvPr/>
          </p:nvSpPr>
          <p:spPr>
            <a:xfrm>
              <a:off x="10931489" y="223995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85C1A4E0-BE31-FC35-7251-37168122034B}"/>
                </a:ext>
              </a:extLst>
            </p:cNvPr>
            <p:cNvSpPr/>
            <p:nvPr/>
          </p:nvSpPr>
          <p:spPr>
            <a:xfrm>
              <a:off x="9386171" y="231234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B : M</a:t>
              </a:r>
              <a:endParaRPr lang="ko-KR" altLang="en-US" sz="1200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934A762-AFB2-B4F1-3AF1-C3F60B0445C4}"/>
                </a:ext>
              </a:extLst>
            </p:cNvPr>
            <p:cNvCxnSpPr>
              <a:cxnSpLocks/>
              <a:stCxn id="75" idx="6"/>
              <a:endCxn id="74" idx="2"/>
            </p:cNvCxnSpPr>
            <p:nvPr/>
          </p:nvCxnSpPr>
          <p:spPr>
            <a:xfrm flipV="1">
              <a:off x="10772002" y="252229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94D18D6-7A61-0AEE-5B2E-4EA57AFEFD9F}"/>
              </a:ext>
            </a:extLst>
          </p:cNvPr>
          <p:cNvSpPr/>
          <p:nvPr/>
        </p:nvSpPr>
        <p:spPr>
          <a:xfrm>
            <a:off x="3950098" y="4260850"/>
            <a:ext cx="4101687" cy="51040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FC40398-470E-4835-C676-3D6E073F0B81}"/>
              </a:ext>
            </a:extLst>
          </p:cNvPr>
          <p:cNvSpPr/>
          <p:nvPr/>
        </p:nvSpPr>
        <p:spPr>
          <a:xfrm>
            <a:off x="3950098" y="3106707"/>
            <a:ext cx="4101687" cy="171450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76DB08C-B759-0E6B-0550-6E61DDF35CCC}"/>
              </a:ext>
            </a:extLst>
          </p:cNvPr>
          <p:cNvGrpSpPr/>
          <p:nvPr/>
        </p:nvGrpSpPr>
        <p:grpSpPr>
          <a:xfrm>
            <a:off x="9295583" y="3943783"/>
            <a:ext cx="2360353" cy="564681"/>
            <a:chOff x="9386171" y="3156818"/>
            <a:chExt cx="2360353" cy="564681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536AFBD-DAD3-A5A3-33B9-196929F66FE0}"/>
                </a:ext>
              </a:extLst>
            </p:cNvPr>
            <p:cNvSpPr/>
            <p:nvPr/>
          </p:nvSpPr>
          <p:spPr>
            <a:xfrm>
              <a:off x="10931489" y="315681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C85D6-B182-4B44-FA96-8E22E61FFC7C}"/>
                </a:ext>
              </a:extLst>
            </p:cNvPr>
            <p:cNvSpPr/>
            <p:nvPr/>
          </p:nvSpPr>
          <p:spPr>
            <a:xfrm>
              <a:off x="9386171" y="322920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M</a:t>
              </a:r>
              <a:endParaRPr lang="ko-KR" altLang="en-US" sz="12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458419D8-D593-458A-8AA7-E18A6C286344}"/>
                </a:ext>
              </a:extLst>
            </p:cNvPr>
            <p:cNvCxnSpPr>
              <a:cxnSpLocks/>
              <a:stCxn id="98" idx="6"/>
              <a:endCxn id="97" idx="2"/>
            </p:cNvCxnSpPr>
            <p:nvPr/>
          </p:nvCxnSpPr>
          <p:spPr>
            <a:xfrm flipV="1">
              <a:off x="10772002" y="343915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A4D4606-D0EB-E710-E9B3-75DD8F66906C}"/>
              </a:ext>
            </a:extLst>
          </p:cNvPr>
          <p:cNvCxnSpPr>
            <a:stCxn id="66" idx="3"/>
            <a:endCxn id="58" idx="1"/>
          </p:cNvCxnSpPr>
          <p:nvPr/>
        </p:nvCxnSpPr>
        <p:spPr>
          <a:xfrm>
            <a:off x="2993624" y="3156508"/>
            <a:ext cx="956475" cy="7855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6FC150-013C-00C8-A129-CCE40FACAD9A}"/>
              </a:ext>
            </a:extLst>
          </p:cNvPr>
          <p:cNvCxnSpPr>
            <a:cxnSpLocks/>
            <a:stCxn id="69" idx="3"/>
            <a:endCxn id="58" idx="1"/>
          </p:cNvCxnSpPr>
          <p:nvPr/>
        </p:nvCxnSpPr>
        <p:spPr>
          <a:xfrm flipV="1">
            <a:off x="2993624" y="3942080"/>
            <a:ext cx="956475" cy="4390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D060E09-F440-58F0-BD32-F5AC6FB40A17}"/>
              </a:ext>
            </a:extLst>
          </p:cNvPr>
          <p:cNvCxnSpPr>
            <a:cxnSpLocks/>
            <a:stCxn id="72" idx="6"/>
            <a:endCxn id="95" idx="1"/>
          </p:cNvCxnSpPr>
          <p:nvPr/>
        </p:nvCxnSpPr>
        <p:spPr>
          <a:xfrm flipV="1">
            <a:off x="3091487" y="4516055"/>
            <a:ext cx="858611" cy="709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C67A3ED-BDD6-4200-BB78-49CD564B1805}"/>
              </a:ext>
            </a:extLst>
          </p:cNvPr>
          <p:cNvCxnSpPr>
            <a:cxnSpLocks/>
            <a:stCxn id="73" idx="2"/>
            <a:endCxn id="95" idx="3"/>
          </p:cNvCxnSpPr>
          <p:nvPr/>
        </p:nvCxnSpPr>
        <p:spPr>
          <a:xfrm flipH="1" flipV="1">
            <a:off x="8051785" y="4516055"/>
            <a:ext cx="1230048" cy="7280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9214523-B748-6604-BC84-B6F2B4B58B32}"/>
              </a:ext>
            </a:extLst>
          </p:cNvPr>
          <p:cNvCxnSpPr>
            <a:cxnSpLocks/>
            <a:stCxn id="98" idx="2"/>
            <a:endCxn id="95" idx="3"/>
          </p:cNvCxnSpPr>
          <p:nvPr/>
        </p:nvCxnSpPr>
        <p:spPr>
          <a:xfrm flipH="1">
            <a:off x="8051785" y="4226125"/>
            <a:ext cx="1243798" cy="289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F4EAA09-28F6-ACF8-5BB0-8875864992E3}"/>
              </a:ext>
            </a:extLst>
          </p:cNvPr>
          <p:cNvCxnSpPr>
            <a:cxnSpLocks/>
            <a:stCxn id="75" idx="2"/>
            <a:endCxn id="96" idx="3"/>
          </p:cNvCxnSpPr>
          <p:nvPr/>
        </p:nvCxnSpPr>
        <p:spPr>
          <a:xfrm flipH="1" flipV="1">
            <a:off x="8051785" y="3192432"/>
            <a:ext cx="1243798" cy="156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204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0E0-2D9E-B78B-5BF8-9B53DC1C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4C823-C5B4-3E62-1F35-1F97B3783FF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F9BC0BC-773E-7F3C-F34B-A3E6826F111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466D95D-D80A-2F70-2520-07F41B4CA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61847E-4F45-A45E-E521-A06D1E849923}"/>
              </a:ext>
            </a:extLst>
          </p:cNvPr>
          <p:cNvSpPr txBox="1"/>
          <p:nvPr/>
        </p:nvSpPr>
        <p:spPr>
          <a:xfrm>
            <a:off x="350982" y="716826"/>
            <a:ext cx="11395542" cy="882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Item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	Item </a:t>
            </a:r>
            <a:r>
              <a:rPr lang="ko-KR" altLang="en-US" sz="1400" dirty="0">
                <a:latin typeface="+mj-ea"/>
                <a:ea typeface="+mj-ea"/>
              </a:rPr>
              <a:t>객체로 부품을 표현함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r>
              <a:rPr lang="ko-KR" altLang="en-US" sz="1400" dirty="0">
                <a:latin typeface="+mj-ea"/>
                <a:ea typeface="+mj-ea"/>
              </a:rPr>
              <a:t> 부품의 이름을 넣어주고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add_type</a:t>
            </a:r>
            <a:r>
              <a:rPr lang="en-US" altLang="ko-KR" sz="1400" dirty="0">
                <a:latin typeface="+mj-ea"/>
                <a:ea typeface="+mj-ea"/>
              </a:rPr>
              <a:t>() </a:t>
            </a:r>
            <a:r>
              <a:rPr lang="ko-KR" altLang="en-US" sz="1400" dirty="0">
                <a:latin typeface="+mj-ea"/>
                <a:ea typeface="+mj-ea"/>
              </a:rPr>
              <a:t>함수로 </a:t>
            </a:r>
            <a:r>
              <a:rPr lang="en-US" altLang="ko-KR" sz="1400" dirty="0"/>
              <a:t>Type(</a:t>
            </a:r>
            <a:r>
              <a:rPr lang="ko-KR" altLang="en-US" sz="1400" dirty="0" err="1"/>
              <a:t>조립부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설명을</a:t>
            </a:r>
            <a:r>
              <a:rPr lang="en-US" altLang="ko-KR" sz="1400" dirty="0"/>
              <a:t> </a:t>
            </a:r>
            <a:r>
              <a:rPr lang="ko-KR" altLang="en-US" sz="1400" dirty="0"/>
              <a:t>추가함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endParaRPr lang="en-US" altLang="ko-KR" sz="1400" dirty="0">
              <a:latin typeface="+mj-ea"/>
              <a:ea typeface="+mj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A8CCEB2-F192-E760-4896-F9D7AEE59A05}"/>
              </a:ext>
            </a:extLst>
          </p:cNvPr>
          <p:cNvGrpSpPr/>
          <p:nvPr/>
        </p:nvGrpSpPr>
        <p:grpSpPr>
          <a:xfrm>
            <a:off x="205270" y="1700868"/>
            <a:ext cx="7797000" cy="2133918"/>
            <a:chOff x="211620" y="1321181"/>
            <a:chExt cx="7797000" cy="2133918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A1C82915-80E5-7914-2AA5-6B83DEF29C68}"/>
                </a:ext>
              </a:extLst>
            </p:cNvPr>
            <p:cNvSpPr/>
            <p:nvPr/>
          </p:nvSpPr>
          <p:spPr>
            <a:xfrm>
              <a:off x="211620" y="1321181"/>
              <a:ext cx="7797000" cy="2133918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5954D11-1222-D531-4A34-489E9797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604" y="2112307"/>
              <a:ext cx="2574565" cy="602382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9B26683-510C-1226-6A3D-B04B38921704}"/>
                </a:ext>
              </a:extLst>
            </p:cNvPr>
            <p:cNvGrpSpPr/>
            <p:nvPr/>
          </p:nvGrpSpPr>
          <p:grpSpPr>
            <a:xfrm>
              <a:off x="396094" y="2013887"/>
              <a:ext cx="4751316" cy="816518"/>
              <a:chOff x="6736302" y="1760258"/>
              <a:chExt cx="5226969" cy="969351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B0869AE-1714-0F38-D297-43801976285D}"/>
                  </a:ext>
                </a:extLst>
              </p:cNvPr>
              <p:cNvSpPr/>
              <p:nvPr/>
            </p:nvSpPr>
            <p:spPr>
              <a:xfrm>
                <a:off x="8860446" y="2062192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</a:t>
                </a:r>
                <a:r>
                  <a:rPr lang="ko-KR" altLang="en-US" sz="1200" dirty="0" err="1">
                    <a:latin typeface="+mj-ea"/>
                    <a:ea typeface="+mj-ea"/>
                  </a:rPr>
                  <a:t>체커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8607CE7-376B-705D-2AD5-FF9B689FFC1E}"/>
                  </a:ext>
                </a:extLst>
              </p:cNvPr>
              <p:cNvSpPr/>
              <p:nvPr/>
            </p:nvSpPr>
            <p:spPr>
              <a:xfrm>
                <a:off x="10573205" y="2100664"/>
                <a:ext cx="1390066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D : I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8937558F-1BFB-5565-2E88-E6B37C1A8832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8642340" y="2327213"/>
                <a:ext cx="218106" cy="8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1694ADF-FF8E-32F8-135E-19FEBC8F21B2}"/>
                  </a:ext>
                </a:extLst>
              </p:cNvPr>
              <p:cNvCxnSpPr>
                <a:cxnSpLocks/>
                <a:stCxn id="25" idx="2"/>
                <a:endCxn id="24" idx="6"/>
              </p:cNvCxnSpPr>
              <p:nvPr/>
            </p:nvCxnSpPr>
            <p:spPr>
              <a:xfrm flipH="1">
                <a:off x="10366230" y="2324121"/>
                <a:ext cx="206975" cy="30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C3D7B46D-FFA3-7E43-4D8E-12C07DC41D67}"/>
                  </a:ext>
                </a:extLst>
              </p:cNvPr>
              <p:cNvGrpSpPr/>
              <p:nvPr/>
            </p:nvGrpSpPr>
            <p:grpSpPr>
              <a:xfrm>
                <a:off x="6736302" y="1760258"/>
                <a:ext cx="1906038" cy="969351"/>
                <a:chOff x="6399204" y="1325911"/>
                <a:chExt cx="2157076" cy="1451500"/>
              </a:xfrm>
            </p:grpSpPr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8F9AAD70-DDA6-391F-1784-40CD3B67C2FB}"/>
                    </a:ext>
                  </a:extLst>
                </p:cNvPr>
                <p:cNvSpPr/>
                <p:nvPr/>
              </p:nvSpPr>
              <p:spPr>
                <a:xfrm>
                  <a:off x="6399204" y="1572343"/>
                  <a:ext cx="2157076" cy="120506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A5707BB1-0E5A-582C-875B-FDF18738033A}"/>
                    </a:ext>
                  </a:extLst>
                </p:cNvPr>
                <p:cNvSpPr/>
                <p:nvPr/>
              </p:nvSpPr>
              <p:spPr>
                <a:xfrm>
                  <a:off x="6637025" y="1325911"/>
                  <a:ext cx="1704107" cy="52416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C : M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6FB7DAC8-4F6F-2A1E-5921-553FF67FCB01}"/>
                    </a:ext>
                  </a:extLst>
                </p:cNvPr>
                <p:cNvSpPr/>
                <p:nvPr/>
              </p:nvSpPr>
              <p:spPr>
                <a:xfrm>
                  <a:off x="6529506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BCF4E1FC-1288-C243-310A-0E2D12CA3A02}"/>
                    </a:ext>
                  </a:extLst>
                </p:cNvPr>
                <p:cNvSpPr/>
                <p:nvPr/>
              </p:nvSpPr>
              <p:spPr>
                <a:xfrm>
                  <a:off x="7514250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</p:grp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7CE8E3A-74DB-A0F2-60F0-6B2791EAAA83}"/>
              </a:ext>
            </a:extLst>
          </p:cNvPr>
          <p:cNvSpPr txBox="1"/>
          <p:nvPr/>
        </p:nvSpPr>
        <p:spPr>
          <a:xfrm>
            <a:off x="8377765" y="2352328"/>
            <a:ext cx="374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도어체커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Type_C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Type_D</a:t>
            </a:r>
            <a:r>
              <a:rPr lang="en-US" altLang="ko-KR" sz="1600" dirty="0"/>
              <a:t>-Inter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4C3F541-9CDB-C2C6-793B-940C48723B68}"/>
              </a:ext>
            </a:extLst>
          </p:cNvPr>
          <p:cNvGrpSpPr/>
          <p:nvPr/>
        </p:nvGrpSpPr>
        <p:grpSpPr>
          <a:xfrm>
            <a:off x="211620" y="4086845"/>
            <a:ext cx="7797000" cy="2492896"/>
            <a:chOff x="211620" y="4147805"/>
            <a:chExt cx="7797000" cy="249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3EC453A-79D8-3F26-468E-0D9A4AC3D908}"/>
                </a:ext>
              </a:extLst>
            </p:cNvPr>
            <p:cNvGrpSpPr/>
            <p:nvPr/>
          </p:nvGrpSpPr>
          <p:grpSpPr>
            <a:xfrm>
              <a:off x="387593" y="4364476"/>
              <a:ext cx="4622531" cy="2133918"/>
              <a:chOff x="7075904" y="3613607"/>
              <a:chExt cx="4835651" cy="2832789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FB3C07E7-B6DD-1DD1-0FDB-41416D16EB4C}"/>
                  </a:ext>
                </a:extLst>
              </p:cNvPr>
              <p:cNvSpPr/>
              <p:nvPr/>
            </p:nvSpPr>
            <p:spPr>
              <a:xfrm>
                <a:off x="8860446" y="5411163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래치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E09161C9-4E2A-927E-526A-341BA6105F21}"/>
                  </a:ext>
                </a:extLst>
              </p:cNvPr>
              <p:cNvGrpSpPr/>
              <p:nvPr/>
            </p:nvGrpSpPr>
            <p:grpSpPr>
              <a:xfrm>
                <a:off x="7075904" y="3613607"/>
                <a:ext cx="2459138" cy="1497799"/>
                <a:chOff x="6879404" y="4238877"/>
                <a:chExt cx="2459138" cy="1497799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EF178070-911D-90E1-9D43-A0BCC5F2A27C}"/>
                    </a:ext>
                  </a:extLst>
                </p:cNvPr>
                <p:cNvSpPr/>
                <p:nvPr/>
              </p:nvSpPr>
              <p:spPr>
                <a:xfrm>
                  <a:off x="6879404" y="4399477"/>
                  <a:ext cx="2459138" cy="133719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E52145AA-F4C2-413D-AB8A-91F778162314}"/>
                    </a:ext>
                  </a:extLst>
                </p:cNvPr>
                <p:cNvGrpSpPr/>
                <p:nvPr/>
              </p:nvGrpSpPr>
              <p:grpSpPr>
                <a:xfrm>
                  <a:off x="7040432" y="4685541"/>
                  <a:ext cx="2137083" cy="945573"/>
                  <a:chOff x="7027954" y="4685541"/>
                  <a:chExt cx="2137083" cy="945573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ED2E98CF-A23E-201F-ABE3-5B82B2CE1EDC}"/>
                      </a:ext>
                    </a:extLst>
                  </p:cNvPr>
                  <p:cNvSpPr/>
                  <p:nvPr/>
                </p:nvSpPr>
                <p:spPr>
                  <a:xfrm>
                    <a:off x="702795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>
                        <a:latin typeface="+mj-ea"/>
                        <a:ea typeface="+mj-ea"/>
                      </a:rPr>
                      <a:t>나사탭</a:t>
                    </a:r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E019AE18-7209-4FA1-CDF6-BF79D7F26198}"/>
                      </a:ext>
                    </a:extLst>
                  </p:cNvPr>
                  <p:cNvSpPr/>
                  <p:nvPr/>
                </p:nvSpPr>
                <p:spPr>
                  <a:xfrm>
                    <a:off x="815059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8" name="타원 17">
                    <a:extLst>
                      <a:ext uri="{FF2B5EF4-FFF2-40B4-BE49-F238E27FC236}">
                        <a16:creationId xmlns:a16="http://schemas.microsoft.com/office/drawing/2014/main" id="{50032794-5AA9-26E2-777E-682FAFA531B9}"/>
                      </a:ext>
                    </a:extLst>
                  </p:cNvPr>
                  <p:cNvSpPr/>
                  <p:nvPr/>
                </p:nvSpPr>
                <p:spPr>
                  <a:xfrm>
                    <a:off x="7589274" y="5206634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FF1F94C0-AC9F-A291-6983-1D27058CE906}"/>
                    </a:ext>
                  </a:extLst>
                </p:cNvPr>
                <p:cNvSpPr/>
                <p:nvPr/>
              </p:nvSpPr>
              <p:spPr>
                <a:xfrm>
                  <a:off x="7356081" y="4238877"/>
                  <a:ext cx="1505785" cy="350051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B : F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46406C2C-AA84-76EF-B985-7D3021D03C9C}"/>
                  </a:ext>
                </a:extLst>
              </p:cNvPr>
              <p:cNvSpPr/>
              <p:nvPr/>
            </p:nvSpPr>
            <p:spPr>
              <a:xfrm>
                <a:off x="10342428" y="4651123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Type A : F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47451B07-B5BF-FEAD-C6C7-C5FF93DA1ACA}"/>
                  </a:ext>
                </a:extLst>
              </p:cNvPr>
              <p:cNvSpPr/>
              <p:nvPr/>
            </p:nvSpPr>
            <p:spPr>
              <a:xfrm>
                <a:off x="10435994" y="5990700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E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A211C320-5670-BEF8-FC99-CFF097346105}"/>
                  </a:ext>
                </a:extLst>
              </p:cNvPr>
              <p:cNvSpPr/>
              <p:nvPr/>
            </p:nvSpPr>
            <p:spPr>
              <a:xfrm>
                <a:off x="7425192" y="5999483"/>
                <a:ext cx="1536214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F : M 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070668AD-8445-3FD4-DF76-6F69930CD993}"/>
                  </a:ext>
                </a:extLst>
              </p:cNvPr>
              <p:cNvCxnSpPr>
                <a:cxnSpLocks/>
                <a:endCxn id="3" idx="1"/>
              </p:cNvCxnSpPr>
              <p:nvPr/>
            </p:nvCxnSpPr>
            <p:spPr>
              <a:xfrm>
                <a:off x="8305473" y="5111406"/>
                <a:ext cx="775490" cy="37738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965A47BD-C95A-4885-A08F-8CE381103151}"/>
                  </a:ext>
                </a:extLst>
              </p:cNvPr>
              <p:cNvCxnSpPr>
                <a:cxnSpLocks/>
                <a:stCxn id="3" idx="7"/>
                <a:endCxn id="6" idx="3"/>
              </p:cNvCxnSpPr>
              <p:nvPr/>
            </p:nvCxnSpPr>
            <p:spPr>
              <a:xfrm flipV="1">
                <a:off x="10145714" y="5032587"/>
                <a:ext cx="412805" cy="45619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058BF38-478B-2D37-FC8B-21B9CF00E7F6}"/>
                  </a:ext>
                </a:extLst>
              </p:cNvPr>
              <p:cNvCxnSpPr>
                <a:cxnSpLocks/>
                <a:stCxn id="7" idx="1"/>
                <a:endCxn id="3" idx="5"/>
              </p:cNvCxnSpPr>
              <p:nvPr/>
            </p:nvCxnSpPr>
            <p:spPr>
              <a:xfrm flipH="1" flipV="1">
                <a:off x="10145714" y="5863583"/>
                <a:ext cx="506370" cy="19256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DFD75F1-8659-7821-96D2-9A87A004278A}"/>
                  </a:ext>
                </a:extLst>
              </p:cNvPr>
              <p:cNvCxnSpPr>
                <a:cxnSpLocks/>
                <a:stCxn id="8" idx="7"/>
                <a:endCxn id="3" idx="3"/>
              </p:cNvCxnSpPr>
              <p:nvPr/>
            </p:nvCxnSpPr>
            <p:spPr>
              <a:xfrm flipV="1">
                <a:off x="8736432" y="5863583"/>
                <a:ext cx="344530" cy="20135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1012585-D204-FC46-C996-8747CF49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7604" y="5230348"/>
              <a:ext cx="2574564" cy="901551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FEA49BD-005D-FD1F-09F7-90B386420358}"/>
                </a:ext>
              </a:extLst>
            </p:cNvPr>
            <p:cNvSpPr/>
            <p:nvPr/>
          </p:nvSpPr>
          <p:spPr>
            <a:xfrm>
              <a:off x="211620" y="4147805"/>
              <a:ext cx="7797000" cy="2492896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DCE9ED0-B6EB-8E5E-52D7-7AB393D1ECC2}"/>
              </a:ext>
            </a:extLst>
          </p:cNvPr>
          <p:cNvSpPr txBox="1"/>
          <p:nvPr/>
        </p:nvSpPr>
        <p:spPr>
          <a:xfrm>
            <a:off x="8384115" y="4671573"/>
            <a:ext cx="3743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도어래치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Type_A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Type_B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_3: </a:t>
            </a:r>
            <a:r>
              <a:rPr lang="en-US" altLang="ko-KR" sz="1600" dirty="0" err="1"/>
              <a:t>Type_E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_4: </a:t>
            </a:r>
            <a:r>
              <a:rPr lang="en-US" altLang="ko-KR" sz="1600" dirty="0" err="1"/>
              <a:t>Type_F</a:t>
            </a:r>
            <a:r>
              <a:rPr lang="en-US" altLang="ko-KR" sz="1600" dirty="0"/>
              <a:t>-Male</a:t>
            </a:r>
          </a:p>
        </p:txBody>
      </p:sp>
    </p:spTree>
    <p:extLst>
      <p:ext uri="{BB962C8B-B14F-4D97-AF65-F5344CB8AC3E}">
        <p14:creationId xmlns:p14="http://schemas.microsoft.com/office/powerpoint/2010/main" val="803157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0700-0E51-AD28-D8C4-63A3CB8C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34CB19-7C9E-FC53-8753-23330A27D5E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</a:t>
            </a:r>
            <a:r>
              <a:rPr kumimoji="1" lang="ko-KR" altLang="en-US" sz="2400" b="1" dirty="0">
                <a:latin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BA9C952-B4BE-A46D-A24D-7DCAE09D23E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16F5B9F1-2B66-5B0D-FAF4-63D44F2B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2D71D7-C46D-741A-7463-E7BDA493B4C2}"/>
              </a:ext>
            </a:extLst>
          </p:cNvPr>
          <p:cNvSpPr txBox="1"/>
          <p:nvPr/>
        </p:nvSpPr>
        <p:spPr>
          <a:xfrm>
            <a:off x="350982" y="716826"/>
            <a:ext cx="11304954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AssemblyGroupDataBase</a:t>
            </a:r>
            <a:r>
              <a:rPr lang="ko-KR" altLang="en-US" sz="1800" dirty="0">
                <a:latin typeface="+mj-ea"/>
                <a:ea typeface="+mj-ea"/>
              </a:rPr>
              <a:t> 객체</a:t>
            </a:r>
            <a:endParaRPr lang="en-US" altLang="ko-KR" sz="18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 err="1">
                <a:latin typeface="+mj-ea"/>
              </a:rPr>
              <a:t>AssemblyType</a:t>
            </a:r>
            <a:r>
              <a:rPr lang="ko-KR" altLang="en-US" sz="1400" dirty="0">
                <a:latin typeface="+mj-ea"/>
              </a:rPr>
              <a:t>연결 정보를 부여하고 기억하는 역할을 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주어진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 </a:t>
            </a:r>
            <a:r>
              <a:rPr lang="ko-KR" altLang="en-US" sz="1400" dirty="0">
                <a:latin typeface="+mj-ea"/>
              </a:rPr>
              <a:t>객체들이 서로 조립 실제로 가능한지 여부를 </a:t>
            </a:r>
            <a:r>
              <a:rPr lang="en-US" altLang="ko-KR" sz="1400" dirty="0" err="1">
                <a:latin typeface="+mj-ea"/>
              </a:rPr>
              <a:t>AssemblyGroupDataBase</a:t>
            </a:r>
            <a:r>
              <a:rPr lang="ko-KR" altLang="en-US" sz="1400" dirty="0">
                <a:latin typeface="+mj-ea"/>
              </a:rPr>
              <a:t>의 데이터를 조회하여 판단한다</a:t>
            </a:r>
            <a:r>
              <a:rPr lang="en-US" altLang="ko-KR" sz="1400" dirty="0">
                <a:latin typeface="+mj-ea"/>
              </a:rPr>
              <a:t>.</a:t>
            </a:r>
            <a:r>
              <a:rPr lang="ko-KR" altLang="en-US" sz="1400" dirty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A38743-144C-500D-DC2C-FA8AC3E0706C}"/>
              </a:ext>
            </a:extLst>
          </p:cNvPr>
          <p:cNvGrpSpPr/>
          <p:nvPr/>
        </p:nvGrpSpPr>
        <p:grpSpPr>
          <a:xfrm>
            <a:off x="306629" y="2813417"/>
            <a:ext cx="11393659" cy="3181771"/>
            <a:chOff x="350982" y="1780605"/>
            <a:chExt cx="11393659" cy="318177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6C9A7D-8960-F632-6386-17AAD09CC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0294" y="2660583"/>
              <a:ext cx="5694347" cy="131972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22A585-1D9C-34C4-CA3B-F237FCFBD38C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4135696" y="2801905"/>
              <a:ext cx="0" cy="1177675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65B73F7-2491-75D1-2DED-B24D19CFBA82}"/>
                </a:ext>
              </a:extLst>
            </p:cNvPr>
            <p:cNvSpPr/>
            <p:nvPr/>
          </p:nvSpPr>
          <p:spPr>
            <a:xfrm>
              <a:off x="2667451" y="3054466"/>
              <a:ext cx="686134" cy="5319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도어</a:t>
              </a:r>
              <a:endParaRPr lang="en-US" altLang="ko-KR" sz="900" dirty="0"/>
            </a:p>
            <a:p>
              <a:pPr algn="ctr"/>
              <a:r>
                <a:rPr lang="ko-KR" altLang="en-US" sz="900" dirty="0" err="1"/>
                <a:t>체커</a:t>
              </a:r>
              <a:endParaRPr lang="ko-KR" altLang="en-US" sz="9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C8299A6-CC94-8CF5-1DDE-B04974EE5A42}"/>
                </a:ext>
              </a:extLst>
            </p:cNvPr>
            <p:cNvCxnSpPr>
              <a:cxnSpLocks/>
              <a:stCxn id="50" idx="2"/>
              <a:endCxn id="39" idx="6"/>
            </p:cNvCxnSpPr>
            <p:nvPr/>
          </p:nvCxnSpPr>
          <p:spPr>
            <a:xfrm flipH="1">
              <a:off x="3353586" y="3320443"/>
              <a:ext cx="23188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1480CE-27A5-2FFB-E4CC-4800E16D6AEC}"/>
                </a:ext>
              </a:extLst>
            </p:cNvPr>
            <p:cNvSpPr/>
            <p:nvPr/>
          </p:nvSpPr>
          <p:spPr>
            <a:xfrm>
              <a:off x="350982" y="2040786"/>
              <a:ext cx="758050" cy="525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프론트 도어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B1921D3-04ED-4D1E-CAF8-789FA488CCE2}"/>
                </a:ext>
              </a:extLst>
            </p:cNvPr>
            <p:cNvCxnSpPr>
              <a:cxnSpLocks/>
              <a:stCxn id="47" idx="1"/>
              <a:endCxn id="43" idx="6"/>
            </p:cNvCxnSpPr>
            <p:nvPr/>
          </p:nvCxnSpPr>
          <p:spPr>
            <a:xfrm flipH="1" flipV="1">
              <a:off x="1109032" y="2303390"/>
              <a:ext cx="165443" cy="18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D9CBA88-2623-6E27-4768-DD35C194717E}"/>
                </a:ext>
              </a:extLst>
            </p:cNvPr>
            <p:cNvSpPr/>
            <p:nvPr/>
          </p:nvSpPr>
          <p:spPr>
            <a:xfrm>
              <a:off x="4815179" y="2396877"/>
              <a:ext cx="686134" cy="46457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바디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FE5A65B3-6D79-ED7E-5418-F499CAFFA7E1}"/>
                </a:ext>
              </a:extLst>
            </p:cNvPr>
            <p:cNvCxnSpPr>
              <a:cxnSpLocks/>
              <a:stCxn id="51" idx="6"/>
              <a:endCxn id="45" idx="2"/>
            </p:cNvCxnSpPr>
            <p:nvPr/>
          </p:nvCxnSpPr>
          <p:spPr>
            <a:xfrm>
              <a:off x="4739518" y="2629166"/>
              <a:ext cx="75660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8B9EC4F-4A88-8810-4597-B377B5977D1D}"/>
                </a:ext>
              </a:extLst>
            </p:cNvPr>
            <p:cNvSpPr/>
            <p:nvPr/>
          </p:nvSpPr>
          <p:spPr>
            <a:xfrm>
              <a:off x="1274475" y="2183019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F </a:t>
              </a:r>
              <a:endParaRPr lang="ko-KR" altLang="en-US" sz="90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D708F37-078E-E594-2E8A-1293DC669E7F}"/>
                </a:ext>
              </a:extLst>
            </p:cNvPr>
            <p:cNvSpPr/>
            <p:nvPr/>
          </p:nvSpPr>
          <p:spPr>
            <a:xfrm>
              <a:off x="1274475" y="3199883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M </a:t>
              </a:r>
              <a:endParaRPr lang="ko-KR" altLang="en-US" sz="900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E79C5AA-F75D-E651-9CFC-37E82A5CB6D8}"/>
                </a:ext>
              </a:extLst>
            </p:cNvPr>
            <p:cNvCxnSpPr>
              <a:cxnSpLocks/>
              <a:stCxn id="48" idx="3"/>
              <a:endCxn id="39" idx="2"/>
            </p:cNvCxnSpPr>
            <p:nvPr/>
          </p:nvCxnSpPr>
          <p:spPr>
            <a:xfrm>
              <a:off x="2344147" y="3320443"/>
              <a:ext cx="3233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2E65446-56CF-96D8-421E-5564C90FAE38}"/>
                </a:ext>
              </a:extLst>
            </p:cNvPr>
            <p:cNvSpPr/>
            <p:nvPr/>
          </p:nvSpPr>
          <p:spPr>
            <a:xfrm>
              <a:off x="3585475" y="3147704"/>
              <a:ext cx="1100442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I</a:t>
              </a:r>
              <a:endParaRPr lang="ko-KR" altLang="en-US" sz="90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FF9342-44D2-5942-025C-53C202F89802}"/>
                </a:ext>
              </a:extLst>
            </p:cNvPr>
            <p:cNvSpPr/>
            <p:nvPr/>
          </p:nvSpPr>
          <p:spPr>
            <a:xfrm>
              <a:off x="3531874" y="2456427"/>
              <a:ext cx="1207644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F</a:t>
              </a:r>
              <a:endParaRPr lang="ko-KR" altLang="en-US" sz="90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B7E307B-58C7-D25C-041F-1EBD65AB6416}"/>
                </a:ext>
              </a:extLst>
            </p:cNvPr>
            <p:cNvSpPr/>
            <p:nvPr/>
          </p:nvSpPr>
          <p:spPr>
            <a:xfrm>
              <a:off x="3736077" y="4497797"/>
              <a:ext cx="799236" cy="46457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볼트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7E5943B-44E0-CC3F-DD4C-6AD04EB60C10}"/>
                </a:ext>
              </a:extLst>
            </p:cNvPr>
            <p:cNvSpPr/>
            <p:nvPr/>
          </p:nvSpPr>
          <p:spPr>
            <a:xfrm>
              <a:off x="3531873" y="3979580"/>
              <a:ext cx="1207646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M</a:t>
              </a:r>
              <a:endParaRPr lang="ko-KR" altLang="en-US" sz="9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1A8F6F7-4D0A-EAC7-4057-CE22CC608231}"/>
                </a:ext>
              </a:extLst>
            </p:cNvPr>
            <p:cNvCxnSpPr>
              <a:cxnSpLocks/>
              <a:stCxn id="53" idx="4"/>
              <a:endCxn id="52" idx="0"/>
            </p:cNvCxnSpPr>
            <p:nvPr/>
          </p:nvCxnSpPr>
          <p:spPr>
            <a:xfrm>
              <a:off x="4135696" y="4325058"/>
              <a:ext cx="0" cy="1727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86D33A2-0495-4FF8-7055-0F9E1CFEB956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1809311" y="2424139"/>
              <a:ext cx="0" cy="775744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41B14475-D20F-199E-F1C8-EA8DF9FD4719}"/>
                </a:ext>
              </a:extLst>
            </p:cNvPr>
            <p:cNvSpPr/>
            <p:nvPr/>
          </p:nvSpPr>
          <p:spPr>
            <a:xfrm>
              <a:off x="9242676" y="3210259"/>
              <a:ext cx="1674850" cy="192547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548C3D4-ABBC-27B4-DB8A-E08F3429E557}"/>
                </a:ext>
              </a:extLst>
            </p:cNvPr>
            <p:cNvSpPr/>
            <p:nvPr/>
          </p:nvSpPr>
          <p:spPr>
            <a:xfrm>
              <a:off x="9242675" y="3402807"/>
              <a:ext cx="2413261" cy="183614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1C58672-CB54-7B27-0508-BEBA549EA3B5}"/>
                </a:ext>
              </a:extLst>
            </p:cNvPr>
            <p:cNvGrpSpPr/>
            <p:nvPr/>
          </p:nvGrpSpPr>
          <p:grpSpPr>
            <a:xfrm>
              <a:off x="1809310" y="1780605"/>
              <a:ext cx="8281981" cy="1417505"/>
              <a:chOff x="1809310" y="1780605"/>
              <a:chExt cx="7383252" cy="1438609"/>
            </a:xfrm>
          </p:grpSpPr>
          <p:cxnSp>
            <p:nvCxnSpPr>
              <p:cNvPr id="7" name="연결선: 구부러짐 6">
                <a:extLst>
                  <a:ext uri="{FF2B5EF4-FFF2-40B4-BE49-F238E27FC236}">
                    <a16:creationId xmlns:a16="http://schemas.microsoft.com/office/drawing/2014/main" id="{D7051C3C-F3F7-E165-900C-8BE368995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149" y="1789560"/>
                <a:ext cx="3293413" cy="1429654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E4E45981-E431-B94E-393F-06FBD06F2FAF}"/>
                  </a:ext>
                </a:extLst>
              </p:cNvPr>
              <p:cNvSpPr/>
              <p:nvPr/>
            </p:nvSpPr>
            <p:spPr>
              <a:xfrm>
                <a:off x="1809310" y="1780605"/>
                <a:ext cx="4089831" cy="1197546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C8F6166-00F8-E4DF-79B5-95BD5D8EE1A4}"/>
                </a:ext>
              </a:extLst>
            </p:cNvPr>
            <p:cNvGrpSpPr/>
            <p:nvPr/>
          </p:nvGrpSpPr>
          <p:grpSpPr>
            <a:xfrm>
              <a:off x="4135695" y="3586421"/>
              <a:ext cx="6313611" cy="691731"/>
              <a:chOff x="4135696" y="3569123"/>
              <a:chExt cx="6313611" cy="1336186"/>
            </a:xfrm>
          </p:grpSpPr>
          <p:cxnSp>
            <p:nvCxnSpPr>
              <p:cNvPr id="16" name="연결선: 구부러짐 15">
                <a:extLst>
                  <a:ext uri="{FF2B5EF4-FFF2-40B4-BE49-F238E27FC236}">
                    <a16:creationId xmlns:a16="http://schemas.microsoft.com/office/drawing/2014/main" id="{354728B5-CD57-EB3F-DC43-F949A0319B0E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6216650" y="3569123"/>
                <a:ext cx="4232657" cy="1336186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06E4BCA4-FEAA-53B7-ACD5-A2F69D12E254}"/>
                  </a:ext>
                </a:extLst>
              </p:cNvPr>
              <p:cNvSpPr/>
              <p:nvPr/>
            </p:nvSpPr>
            <p:spPr>
              <a:xfrm flipV="1">
                <a:off x="4135696" y="3594423"/>
                <a:ext cx="2080954" cy="1307467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9605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8129-8F6E-4B20-0011-12CC3D4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C97D8-CAC7-9274-26FD-6C1708B262A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</a:t>
            </a:r>
            <a:r>
              <a:rPr kumimoji="1" lang="ko-KR" altLang="en-US" sz="2400" b="1" dirty="0">
                <a:latin typeface="+mj-ea"/>
                <a:ea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3B9363-8F9E-BFD3-871D-E694EC73029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2B401F0-C2D3-D496-9CBB-EEA767A4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AA270E-1CC4-1870-01EE-C62054604287}"/>
              </a:ext>
            </a:extLst>
          </p:cNvPr>
          <p:cNvSpPr txBox="1"/>
          <p:nvPr/>
        </p:nvSpPr>
        <p:spPr>
          <a:xfrm>
            <a:off x="350982" y="716826"/>
            <a:ext cx="11625118" cy="115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State </a:t>
            </a:r>
            <a:r>
              <a:rPr lang="ko-KR" altLang="en-US" sz="1800" dirty="0">
                <a:latin typeface="+mj-ea"/>
                <a:ea typeface="+mj-ea"/>
              </a:rPr>
              <a:t>객체</a:t>
            </a:r>
            <a:endParaRPr lang="en-US" altLang="ko-KR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모든 부품의 정보를 묶어 하나의 상태</a:t>
            </a:r>
            <a:r>
              <a:rPr lang="en-US" altLang="ko-KR" sz="1200" dirty="0">
                <a:latin typeface="+mj-ea"/>
                <a:ea typeface="+mj-ea"/>
              </a:rPr>
              <a:t>(State)</a:t>
            </a:r>
            <a:r>
              <a:rPr lang="ko-KR" altLang="en-US" sz="1200" dirty="0">
                <a:latin typeface="+mj-ea"/>
                <a:ea typeface="+mj-ea"/>
              </a:rPr>
              <a:t>로 다루게 만드는 객체</a:t>
            </a:r>
            <a:endParaRPr lang="en-US" altLang="ko-KR" sz="12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dirty="0">
                <a:latin typeface="+mj-ea"/>
                <a:ea typeface="+mj-ea"/>
              </a:rPr>
              <a:t>Planner</a:t>
            </a:r>
            <a:r>
              <a:rPr lang="ko-KR" altLang="en-US" sz="1200" dirty="0">
                <a:latin typeface="+mj-ea"/>
                <a:ea typeface="+mj-ea"/>
              </a:rPr>
              <a:t>가 전체적인 상태를 한번에 보고 판단할 수 있도록 하므로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일부만 보고 잘못된 결정을 내는 것을 방지한다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AACAFC-8678-DD29-7F2B-687F5871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647" y="6000731"/>
            <a:ext cx="6982799" cy="2572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62758D-E2CD-7ED7-20FE-0A7238F1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016" y="2085170"/>
            <a:ext cx="5268060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AFFD02-92D3-799C-501A-715C5879236C}"/>
              </a:ext>
            </a:extLst>
          </p:cNvPr>
          <p:cNvSpPr txBox="1"/>
          <p:nvPr/>
        </p:nvSpPr>
        <p:spPr>
          <a:xfrm>
            <a:off x="350982" y="5299668"/>
            <a:ext cx="705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 </a:t>
            </a:r>
            <a:r>
              <a:rPr lang="ko-KR" altLang="en-US" dirty="0"/>
              <a:t>객체 사용 예시</a:t>
            </a:r>
            <a:endParaRPr lang="en-US" altLang="ko-KR" dirty="0"/>
          </a:p>
          <a:p>
            <a:r>
              <a:rPr lang="ko-KR" altLang="en-US" sz="1400" dirty="0"/>
              <a:t>객체에 </a:t>
            </a:r>
            <a:r>
              <a:rPr lang="en-US" altLang="ko-KR" sz="1400" dirty="0"/>
              <a:t>6</a:t>
            </a:r>
            <a:r>
              <a:rPr lang="ko-KR" altLang="en-US" sz="1400" dirty="0"/>
              <a:t>가지 부품</a:t>
            </a:r>
            <a:r>
              <a:rPr lang="en-US" altLang="ko-KR" sz="1400" dirty="0"/>
              <a:t>(item_0~5)</a:t>
            </a:r>
            <a:r>
              <a:rPr lang="ko-KR" altLang="en-US" sz="1400" dirty="0"/>
              <a:t>을 담아 하나의 </a:t>
            </a:r>
            <a:r>
              <a:rPr lang="en-US" altLang="ko-KR" sz="1400" dirty="0"/>
              <a:t>State</a:t>
            </a:r>
            <a:r>
              <a:rPr lang="ko-KR" altLang="en-US" sz="1400" dirty="0"/>
              <a:t>로 묶음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65838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D9BC-5E52-2072-23AF-31A23E18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C19A9-4A2E-85D3-4AF8-9431D80A8C1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조립부</a:t>
            </a:r>
            <a:r>
              <a:rPr kumimoji="1" lang="ko-KR" altLang="en-US" sz="2400" b="1" dirty="0">
                <a:latin typeface="+mj-ea"/>
                <a:ea typeface="+mj-ea"/>
              </a:rPr>
              <a:t> 매칭 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24E4D03-D76B-A635-4A42-66591D17565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554C03F-11B4-13E6-C9EA-FB79E44E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CBF1CE-C8A4-7A00-A2BE-D01E7B1B7AB6}"/>
              </a:ext>
            </a:extLst>
          </p:cNvPr>
          <p:cNvSpPr txBox="1"/>
          <p:nvPr/>
        </p:nvSpPr>
        <p:spPr>
          <a:xfrm>
            <a:off x="350982" y="716826"/>
            <a:ext cx="11625118" cy="149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매칭 알고리즘의 역할 </a:t>
            </a:r>
            <a:endParaRPr lang="en-US" altLang="ko-KR" sz="1800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매칭 알고리즘은 부품이 가진 </a:t>
            </a:r>
            <a:r>
              <a:rPr lang="en-US" altLang="ko-KR" sz="1200" dirty="0" err="1">
                <a:latin typeface="+mj-ea"/>
              </a:rPr>
              <a:t>AssemblyType</a:t>
            </a:r>
            <a:r>
              <a:rPr lang="ko-KR" altLang="en-US" sz="1200" dirty="0">
                <a:latin typeface="+mj-ea"/>
              </a:rPr>
              <a:t>을 보고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b="1" dirty="0">
                <a:latin typeface="+mj-ea"/>
              </a:rPr>
              <a:t>부품 간 </a:t>
            </a:r>
            <a:r>
              <a:rPr lang="ko-KR" altLang="en-US" sz="1200" b="1" dirty="0">
                <a:latin typeface="+mj-ea"/>
                <a:ea typeface="+mj-ea"/>
              </a:rPr>
              <a:t>조립가능 여부를 확인</a:t>
            </a:r>
            <a:r>
              <a:rPr lang="ko-KR" altLang="en-US" sz="1200" dirty="0">
                <a:latin typeface="+mj-ea"/>
                <a:ea typeface="+mj-ea"/>
              </a:rPr>
              <a:t>하는 중요한 시스템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알고리즘을 활용하면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조립하여 만들 수 있는 모든 공법의 경우의 수를 소프트웨어로 재현할 수 있다</a:t>
            </a:r>
            <a:r>
              <a:rPr lang="en-US" altLang="ko-KR" sz="12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이는 </a:t>
            </a:r>
            <a:r>
              <a:rPr lang="ko-KR" altLang="en-US" sz="1200" dirty="0">
                <a:latin typeface="+mj-ea"/>
              </a:rPr>
              <a:t>현실의 </a:t>
            </a:r>
            <a:r>
              <a:rPr lang="ko-KR" altLang="en-US" sz="1200" b="1" dirty="0">
                <a:latin typeface="+mj-ea"/>
                <a:ea typeface="+mj-ea"/>
              </a:rPr>
              <a:t>조립 시스템에 대한 일종의 소프트웨어 모델링</a:t>
            </a:r>
            <a:r>
              <a:rPr lang="ko-KR" altLang="en-US" sz="1200" dirty="0">
                <a:latin typeface="+mj-ea"/>
                <a:ea typeface="+mj-ea"/>
              </a:rPr>
              <a:t>과 같아서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en-US" altLang="ko-KR" sz="1200" dirty="0">
                <a:latin typeface="+mj-ea"/>
              </a:rPr>
              <a:t>Planning</a:t>
            </a:r>
            <a:r>
              <a:rPr lang="ko-KR" altLang="en-US" sz="1200" dirty="0">
                <a:latin typeface="+mj-ea"/>
              </a:rPr>
              <a:t>이론의 필수요소인 </a:t>
            </a:r>
            <a:r>
              <a:rPr lang="en-US" altLang="ko-KR" sz="1200" b="1" dirty="0">
                <a:latin typeface="+mj-ea"/>
                <a:ea typeface="+mj-ea"/>
              </a:rPr>
              <a:t>State Transition model(</a:t>
            </a:r>
            <a:r>
              <a:rPr lang="ko-KR" altLang="en-US" sz="1200" b="1" dirty="0">
                <a:latin typeface="+mj-ea"/>
                <a:ea typeface="+mj-ea"/>
              </a:rPr>
              <a:t>상태전이모델</a:t>
            </a:r>
            <a:r>
              <a:rPr lang="en-US" altLang="ko-KR" sz="1200" b="1" dirty="0"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으로 사용 될 수 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6E14FF6-F4A8-CCCD-D187-73D333B51CCA}"/>
              </a:ext>
            </a:extLst>
          </p:cNvPr>
          <p:cNvGrpSpPr/>
          <p:nvPr/>
        </p:nvGrpSpPr>
        <p:grpSpPr>
          <a:xfrm>
            <a:off x="766302" y="3285367"/>
            <a:ext cx="1697018" cy="3051416"/>
            <a:chOff x="837034" y="2619140"/>
            <a:chExt cx="1697018" cy="305141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E75651B-D4AD-AFD3-82E7-200615DB52E5}"/>
                </a:ext>
              </a:extLst>
            </p:cNvPr>
            <p:cNvSpPr/>
            <p:nvPr/>
          </p:nvSpPr>
          <p:spPr>
            <a:xfrm>
              <a:off x="837034" y="5344664"/>
              <a:ext cx="1697018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2">
                      <a:lumMod val="25000"/>
                    </a:schemeClr>
                  </a:solidFill>
                </a:rPr>
                <a:t>매칭 타입 리스트</a:t>
              </a:r>
              <a:endParaRPr lang="ko-KR" alt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E678CA-CE3A-CF85-4A9E-33DEFF5B2A4B}"/>
                </a:ext>
              </a:extLst>
            </p:cNvPr>
            <p:cNvSpPr/>
            <p:nvPr/>
          </p:nvSpPr>
          <p:spPr>
            <a:xfrm>
              <a:off x="1063424" y="2619140"/>
              <a:ext cx="1244239" cy="23897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D2CBEEB-5BD2-79E2-58D6-87310C0E0FB7}"/>
                </a:ext>
              </a:extLst>
            </p:cNvPr>
            <p:cNvSpPr/>
            <p:nvPr/>
          </p:nvSpPr>
          <p:spPr>
            <a:xfrm>
              <a:off x="1225499" y="3238921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F </a:t>
              </a:r>
              <a:endParaRPr lang="ko-KR" altLang="en-US" sz="10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B542FDC-2ACA-DB3D-F749-E8044D5EDE6D}"/>
                </a:ext>
              </a:extLst>
            </p:cNvPr>
            <p:cNvSpPr/>
            <p:nvPr/>
          </p:nvSpPr>
          <p:spPr>
            <a:xfrm>
              <a:off x="1225499" y="3634034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M </a:t>
              </a:r>
              <a:endParaRPr lang="ko-KR" altLang="en-US" sz="1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44ECF3D-75CE-4954-D8E6-98CBD2CB2A39}"/>
                </a:ext>
              </a:extLst>
            </p:cNvPr>
            <p:cNvSpPr/>
            <p:nvPr/>
          </p:nvSpPr>
          <p:spPr>
            <a:xfrm>
              <a:off x="1225499" y="4029147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I</a:t>
              </a:r>
              <a:endParaRPr lang="ko-KR" altLang="en-US" sz="10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673C6AC-71E4-A9A6-8FDF-6620F7D3AB5A}"/>
                </a:ext>
              </a:extLst>
            </p:cNvPr>
            <p:cNvSpPr/>
            <p:nvPr/>
          </p:nvSpPr>
          <p:spPr>
            <a:xfrm>
              <a:off x="1225499" y="2735808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F</a:t>
              </a:r>
              <a:endParaRPr lang="ko-KR" altLang="en-US" sz="100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3AEE7-B403-24AE-B620-2A4E8F149761}"/>
                </a:ext>
              </a:extLst>
            </p:cNvPr>
            <p:cNvSpPr/>
            <p:nvPr/>
          </p:nvSpPr>
          <p:spPr>
            <a:xfrm>
              <a:off x="1225499" y="4532259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Type D : M</a:t>
              </a:r>
              <a:endParaRPr lang="ko-KR" altLang="en-US" sz="10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0DE83A-6127-604C-0D0B-D32076B74166}"/>
              </a:ext>
            </a:extLst>
          </p:cNvPr>
          <p:cNvGrpSpPr/>
          <p:nvPr/>
        </p:nvGrpSpPr>
        <p:grpSpPr>
          <a:xfrm>
            <a:off x="9456602" y="2922676"/>
            <a:ext cx="2219190" cy="3414107"/>
            <a:chOff x="9364249" y="2404173"/>
            <a:chExt cx="2219190" cy="341410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BC4ED45-3661-0C52-75DC-92D0DF48175A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8F1FE1D-FD8B-EFE6-0AFA-7BA6F693D24F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7DF8B435-7BFE-8A03-E0F1-A1F55A233D40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7AF445A-16C8-AF69-C598-1E6566E6C428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C907AA9B-13B1-FD25-E428-87209D438EE0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56E26AC-0108-DCA8-F543-A829F772E24A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1A494A-654F-57CD-51EC-622EC0D50E7C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4C44BC6-57AB-67EE-7F80-FF3892EE839E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DBD7739-69E5-2291-C908-B84BDA153531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A6FFF1F1-6B2F-B76A-E162-FBF179BEFA6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AB48DD3-A20E-30DF-9327-05F18F11309D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E405A1C9-8409-D4C5-9E8B-B04B1E56D6A2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7856C54-D699-0F1E-215A-A178482CDA30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7B82F1EB-773A-EAF7-F992-0643190EA724}"/>
              </a:ext>
            </a:extLst>
          </p:cNvPr>
          <p:cNvSpPr/>
          <p:nvPr/>
        </p:nvSpPr>
        <p:spPr>
          <a:xfrm>
            <a:off x="3197654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F6C6686-A3F9-6910-9369-3D6FC47D6210}"/>
              </a:ext>
            </a:extLst>
          </p:cNvPr>
          <p:cNvSpPr/>
          <p:nvPr/>
        </p:nvSpPr>
        <p:spPr>
          <a:xfrm>
            <a:off x="5111453" y="6348966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매칭 알고리즘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53F89AF-A99B-7B05-1094-1807B5AB11B5}"/>
              </a:ext>
            </a:extLst>
          </p:cNvPr>
          <p:cNvSpPr/>
          <p:nvPr/>
        </p:nvSpPr>
        <p:spPr>
          <a:xfrm>
            <a:off x="8258719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FB17BB8-FB15-F44B-FC07-173343EAD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796" y="2505528"/>
            <a:ext cx="2612332" cy="359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28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5C43-DCEC-1070-05AE-AD77E98C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F689F-81DC-3C1B-CF49-4B277236D594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08D950D-0277-B48D-BCE7-4A7D778CC1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81657C5-1560-532C-81B6-2CF1C29A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13FC16-5608-A3CC-CF3F-23A49B0B0BDA}"/>
              </a:ext>
            </a:extLst>
          </p:cNvPr>
          <p:cNvSpPr txBox="1"/>
          <p:nvPr/>
        </p:nvSpPr>
        <p:spPr>
          <a:xfrm>
            <a:off x="350982" y="728663"/>
            <a:ext cx="11625118" cy="1990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</a:t>
            </a:r>
            <a:r>
              <a:rPr lang="ko-KR" altLang="en-US" dirty="0">
                <a:latin typeface="+mj-ea"/>
              </a:rPr>
              <a:t>역할</a:t>
            </a:r>
            <a:endParaRPr lang="en-US" altLang="ko-KR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생성하는 경우의 수 중에서 목적</a:t>
            </a:r>
            <a:r>
              <a:rPr lang="en-US" altLang="ko-KR" sz="1400" dirty="0">
                <a:latin typeface="+mj-ea"/>
              </a:rPr>
              <a:t>(</a:t>
            </a:r>
            <a:r>
              <a:rPr lang="ko-KR" altLang="en-US" sz="1400" dirty="0">
                <a:latin typeface="+mj-ea"/>
              </a:rPr>
              <a:t>목표상태</a:t>
            </a:r>
            <a:r>
              <a:rPr lang="en-US" altLang="ko-KR" sz="1400" dirty="0">
                <a:latin typeface="+mj-ea"/>
              </a:rPr>
              <a:t>, </a:t>
            </a:r>
            <a:r>
              <a:rPr lang="ko-KR" altLang="en-US" sz="1400" dirty="0" err="1">
                <a:latin typeface="+mj-ea"/>
              </a:rPr>
              <a:t>비용최소화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맞는 조립 순서</a:t>
            </a:r>
            <a:r>
              <a:rPr lang="en-US" altLang="ko-KR" sz="1400" dirty="0">
                <a:latin typeface="+mj-ea"/>
              </a:rPr>
              <a:t>(Action Sequence)</a:t>
            </a:r>
            <a:r>
              <a:rPr lang="ko-KR" altLang="en-US" sz="1400" dirty="0">
                <a:latin typeface="+mj-ea"/>
              </a:rPr>
              <a:t>를 생성하는 것이 목표이다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가능한 경우의 수를 제안만 하는 반면</a:t>
            </a:r>
            <a:r>
              <a:rPr lang="en-US" altLang="ko-KR" sz="1400" dirty="0">
                <a:latin typeface="+mj-ea"/>
              </a:rPr>
              <a:t>, Planning</a:t>
            </a:r>
            <a:r>
              <a:rPr lang="ko-KR" altLang="en-US" sz="1400" dirty="0">
                <a:latin typeface="+mj-ea"/>
              </a:rPr>
              <a:t> 알고리즘은 가능한 경우의 중 어떤 조립 순서가 적절한지에 대해 </a:t>
            </a:r>
            <a:r>
              <a:rPr lang="ko-KR" altLang="en-US" sz="1400" b="1" dirty="0">
                <a:latin typeface="+mj-ea"/>
              </a:rPr>
              <a:t>목적</a:t>
            </a:r>
            <a:r>
              <a:rPr lang="en-US" altLang="ko-KR" sz="1400" b="1" dirty="0">
                <a:latin typeface="+mj-ea"/>
              </a:rPr>
              <a:t>(</a:t>
            </a:r>
            <a:r>
              <a:rPr lang="ko-KR" altLang="en-US" sz="1400" b="1" dirty="0">
                <a:latin typeface="+mj-ea"/>
              </a:rPr>
              <a:t>목표상태</a:t>
            </a:r>
            <a:r>
              <a:rPr lang="en-US" altLang="ko-KR" sz="1400" b="1" dirty="0">
                <a:latin typeface="+mj-ea"/>
              </a:rPr>
              <a:t>, </a:t>
            </a:r>
            <a:r>
              <a:rPr lang="ko-KR" altLang="en-US" sz="1400" b="1" dirty="0" err="1">
                <a:latin typeface="+mj-ea"/>
              </a:rPr>
              <a:t>비용최소화</a:t>
            </a:r>
            <a:r>
              <a:rPr lang="en-US" altLang="ko-KR" sz="1400" b="1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알맞은 결과를 도출하려는 </a:t>
            </a:r>
            <a:r>
              <a:rPr lang="ko-KR" altLang="en-US" sz="1400" b="1" dirty="0">
                <a:latin typeface="+mj-ea"/>
              </a:rPr>
              <a:t>판단</a:t>
            </a:r>
            <a:r>
              <a:rPr lang="ko-KR" altLang="en-US" sz="1400" dirty="0">
                <a:latin typeface="+mj-ea"/>
              </a:rPr>
              <a:t>과 </a:t>
            </a:r>
            <a:r>
              <a:rPr lang="ko-KR" altLang="en-US" sz="1400" b="1" dirty="0">
                <a:latin typeface="+mj-ea"/>
              </a:rPr>
              <a:t>선택</a:t>
            </a:r>
            <a:r>
              <a:rPr lang="ko-KR" altLang="en-US" sz="1400" dirty="0">
                <a:latin typeface="+mj-ea"/>
              </a:rPr>
              <a:t>이 함께 포함된다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u="sng" dirty="0">
                <a:latin typeface="+mj-ea"/>
                <a:ea typeface="+mj-ea"/>
              </a:rPr>
              <a:t>(※</a:t>
            </a:r>
            <a:r>
              <a:rPr lang="ko-KR" altLang="en-US" sz="1200" u="sng" dirty="0">
                <a:latin typeface="+mj-ea"/>
                <a:ea typeface="+mj-ea"/>
              </a:rPr>
              <a:t>현재 예제 코드는 단순화된 임시버전으로</a:t>
            </a:r>
            <a:r>
              <a:rPr lang="en-US" altLang="ko-KR" sz="1200" u="sng" dirty="0">
                <a:latin typeface="+mj-ea"/>
                <a:ea typeface="+mj-ea"/>
              </a:rPr>
              <a:t>, </a:t>
            </a:r>
            <a:r>
              <a:rPr lang="en-US" altLang="ko-KR" sz="1200" u="sng" dirty="0">
                <a:latin typeface="+mj-ea"/>
              </a:rPr>
              <a:t>Action Sequence(</a:t>
            </a:r>
            <a:r>
              <a:rPr lang="ko-KR" altLang="en-US" sz="1200" u="sng" dirty="0">
                <a:latin typeface="+mj-ea"/>
              </a:rPr>
              <a:t>조립 순서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결정 과정에서</a:t>
            </a:r>
            <a:r>
              <a:rPr lang="en-US" altLang="ko-KR" sz="1200" u="sng" dirty="0">
                <a:latin typeface="+mj-ea"/>
              </a:rPr>
              <a:t> </a:t>
            </a:r>
            <a:r>
              <a:rPr lang="ko-KR" altLang="en-US" sz="1200" u="sng" dirty="0">
                <a:latin typeface="+mj-ea"/>
              </a:rPr>
              <a:t>목적</a:t>
            </a:r>
            <a:r>
              <a:rPr lang="en-US" altLang="ko-KR" sz="1200" u="sng" dirty="0">
                <a:latin typeface="+mj-ea"/>
              </a:rPr>
              <a:t>(</a:t>
            </a:r>
            <a:r>
              <a:rPr lang="ko-KR" altLang="en-US" sz="1200" u="sng" dirty="0">
                <a:latin typeface="+mj-ea"/>
              </a:rPr>
              <a:t>목표상태</a:t>
            </a:r>
            <a:r>
              <a:rPr lang="en-US" altLang="ko-KR" sz="1200" u="sng" dirty="0">
                <a:latin typeface="+mj-ea"/>
              </a:rPr>
              <a:t>, </a:t>
            </a:r>
            <a:r>
              <a:rPr lang="ko-KR" altLang="en-US" sz="1200" u="sng" dirty="0" err="1">
                <a:latin typeface="+mj-ea"/>
              </a:rPr>
              <a:t>비용최소화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을 고려하지 않는다</a:t>
            </a:r>
            <a:r>
              <a:rPr lang="en-US" altLang="ko-KR" sz="1200" u="sng" dirty="0">
                <a:latin typeface="+mj-ea"/>
              </a:rPr>
              <a:t>.)</a:t>
            </a:r>
            <a:endParaRPr lang="en-US" altLang="ko-KR" sz="1200" u="sng" dirty="0">
              <a:latin typeface="+mj-ea"/>
              <a:ea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B99566D-A309-BC15-5BFD-17EE977BABCC}"/>
              </a:ext>
            </a:extLst>
          </p:cNvPr>
          <p:cNvGrpSpPr/>
          <p:nvPr/>
        </p:nvGrpSpPr>
        <p:grpSpPr>
          <a:xfrm>
            <a:off x="992052" y="3049096"/>
            <a:ext cx="2219190" cy="3414107"/>
            <a:chOff x="9364249" y="2404173"/>
            <a:chExt cx="2219190" cy="341410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F4A1C4-3C20-672C-28A7-F02D7D3D21F7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F8F6F5-10BF-C8F6-22EA-B17C6B28A7E2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ADAB943-89FD-A867-DF4C-EDCB79015318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4598C128-4B94-A1D6-3AD5-B670408EE247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5F4DF4EE-4FAF-D4B0-1831-D6E57FD81F4D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3578C2DA-78E5-409B-ED1E-0897C7A4B0DD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919CA4-2F09-9E90-27E2-F58EBA79953A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CB362DDD-9A7E-E220-F911-1D232F9871CC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7FD5DE7-0DDF-23C4-8469-83921F76CE96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AC9B71E-A444-3829-CC0F-BB240ED6FBE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A772E544-2D22-3966-CCF3-DFC3017880AE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16B8476-7C15-7C27-A756-F78133BC82BB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9682304-DEFF-667D-3B36-485DB2AE0833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A5358C-2A0E-AAE8-A5A4-E9867C6A3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208816"/>
              </p:ext>
            </p:extLst>
          </p:nvPr>
        </p:nvGraphicFramePr>
        <p:xfrm>
          <a:off x="9390685" y="3355449"/>
          <a:ext cx="1916695" cy="24720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6187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35482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987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18654F-9F79-0086-420C-502611A5E00B}"/>
              </a:ext>
            </a:extLst>
          </p:cNvPr>
          <p:cNvGrpSpPr/>
          <p:nvPr/>
        </p:nvGrpSpPr>
        <p:grpSpPr>
          <a:xfrm>
            <a:off x="10104425" y="3739743"/>
            <a:ext cx="1009919" cy="822672"/>
            <a:chOff x="8523851" y="2626812"/>
            <a:chExt cx="1080000" cy="16200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8B9E20D-9D87-140A-4E47-26B4BAC580D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4436A4F-DFCC-E7B3-28F9-CBE8B491A58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EC2A3D8-0555-690C-6FA0-F6CCB5966D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I</a:t>
                </a:r>
                <a:endParaRPr lang="ko-KR" altLang="en-US" sz="800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BC7586D-5A19-AC08-40D5-A820005B65E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F</a:t>
                </a:r>
                <a:endParaRPr lang="ko-KR" altLang="en-US" sz="800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21B80DF-A157-1677-789A-4B7EDE6FFE2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M</a:t>
                </a:r>
                <a:endParaRPr lang="ko-KR" altLang="en-US" sz="800"/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88A9C8E-441C-8170-D060-398F2DFE2C16}"/>
              </a:ext>
            </a:extLst>
          </p:cNvPr>
          <p:cNvGrpSpPr/>
          <p:nvPr/>
        </p:nvGrpSpPr>
        <p:grpSpPr>
          <a:xfrm>
            <a:off x="10104425" y="4728496"/>
            <a:ext cx="1009919" cy="630910"/>
            <a:chOff x="8523851" y="1625702"/>
            <a:chExt cx="1080000" cy="90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9836134-E157-2AE6-0032-2B9984BC7C8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6FD4749-C439-209B-6336-09A054EA42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09F03909-D1F1-E154-BAF9-0795463727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C : F </a:t>
                </a:r>
                <a:endParaRPr lang="ko-KR" altLang="en-US" sz="80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F7FAEA9C-472D-1B5E-7F7F-092C7E2B031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dirty="0"/>
                  <a:t>Type C : M </a:t>
                </a:r>
                <a:endParaRPr lang="ko-KR" altLang="en-US" sz="800" dirty="0"/>
              </a:p>
            </p:txBody>
          </p:sp>
        </p:grp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771620-417D-670C-194D-3AF11AB4698F}"/>
              </a:ext>
            </a:extLst>
          </p:cNvPr>
          <p:cNvSpPr/>
          <p:nvPr/>
        </p:nvSpPr>
        <p:spPr>
          <a:xfrm>
            <a:off x="8829914" y="6137311"/>
            <a:ext cx="3038236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조립순서가 고려된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Planning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결과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7E3A964-3F9F-D15C-A986-910FF21EE814}"/>
              </a:ext>
            </a:extLst>
          </p:cNvPr>
          <p:cNvSpPr/>
          <p:nvPr/>
        </p:nvSpPr>
        <p:spPr>
          <a:xfrm>
            <a:off x="3483099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23B22CE-CAEF-0099-022F-D4143DFC262F}"/>
              </a:ext>
            </a:extLst>
          </p:cNvPr>
          <p:cNvSpPr/>
          <p:nvPr/>
        </p:nvSpPr>
        <p:spPr>
          <a:xfrm>
            <a:off x="8366364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34FE3C-D7E7-2C4A-D3A5-F85D2B5BD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533" y="2956743"/>
            <a:ext cx="3412016" cy="372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46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967D-706E-3A0A-FDEC-549CD42A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13A151-0464-0D52-F611-E956820F3506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6DBFF0A-DB8E-AFE4-40F5-82F025DEE911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CC13D9A5-3772-62E6-FE5B-BADDF2BC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78CC75-B6FA-5396-7ECB-D1C3DD6E0C2E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1CC345-9176-E815-D371-169FA4921D01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4C56A63-BB38-ED86-9E67-2BDF6C98A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C71BA-7F15-2C56-0EEB-1070A06BE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13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CF3F-8C6F-D10D-C068-646D67E6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0D2B7D8-099C-8444-9D18-EBD804D0C248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C6B26F-E948-FBCA-FEB3-ED9FE801D07B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9E90ABF-57BF-E578-3C7E-BE1AE4E93341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E00F6F42-45BB-6B92-5E34-B7C92B704BBC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FF556D1-6089-FDA8-FB4D-3D1B5959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FE356E-03EB-29B2-FACE-4F069BF2C7B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584E0F-EA13-F57D-9F2B-4B73D11AC3F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318F199E-BC3B-355F-65A6-EACC22923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B5540F-CCF0-0BDE-4534-ADDB892D3B65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54262C-8A86-F290-25FA-E55811052DF0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5BC501-F4F4-76A1-EDEA-2B29FD11D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69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BEE-FE7F-53A5-5EBC-FBA3346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C9871713-ABD5-11A3-4F2A-CB26149B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76E9E01-FC2A-4021-DDE3-2A2E79F6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99058471-55E6-3E01-7190-088ED1370A55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C2C46ACC-EF7F-13E8-2462-94011A4CB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1E5818E7-61F1-0340-C01B-3228733BEA5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6EAF46E1-5695-0D3D-1F97-8D76274C4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65957BED-E717-3341-D342-46F52A0B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22A47B01-07AE-7716-5605-A88D4B025B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630DB2CB-C491-7B77-8E93-8325483A9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3057E9D6-28C4-9B2C-B32F-1843D3AB5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2A3E8CC4-0484-9649-5570-3A6099CE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C9B7D4BE-CDB1-61A7-6CF9-3BD6F4DF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1FC4DE7F-5CF8-E36C-B5AB-7ACFC7B3F4D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39786F-4F4B-F224-9826-F3CE0F4CA39D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9ED89119-B738-9455-ED75-13AF4D0410C8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5DFE3A98-430D-A972-A36B-0A18299992EA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5B03C7-CE7F-C1C3-7B45-F27D4E10F5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4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7FC3-8BB4-FBB0-CB9C-E72201B4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2520D544-A269-28FB-E65F-9E42056C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F685DBB-3D6D-63E1-C2D0-7AC10D9D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0EF3486C-5A4D-3882-1C16-A1EE5A85855E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947B1925-1D77-832C-F7FA-621EBFDDD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D78B9B17-13DF-2918-F417-88A412ECF2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41B4BAE1-C001-2DE6-03B3-4365A79494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8F089532-6B4A-A6D7-D1E8-9F3CF0D6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4C9728A8-C7D5-0330-1369-3C64B287E2B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5C97EFAE-9461-E4C8-F9AC-8C9FCFD75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CF680F65-D253-F808-F1CE-0744E3FA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부록</a:t>
            </a:r>
            <a:r>
              <a:rPr kumimoji="0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작동 설명 자료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6F8029B0-1330-B3A7-7090-EEA004F9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ADE8B613-93B0-4D12-326C-3361100A1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291033E5-D5DC-EAD2-B120-B3FAE99FBAB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5F1358-2EA6-810F-7A06-CB573C7DC04E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786167D4-8B91-3DEA-8CB5-344F252D72A7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7507E5ED-E567-800C-B274-B10F5933465C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8AD72E-12E7-7D26-BE43-76B2F4390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0945-ECD3-9028-6417-23212F97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3A21CB4-8DF7-B18B-E994-72C67D9552D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5381E8DE-9068-C8C9-C55C-8F27E86B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C33CD28-D5E6-C92C-9720-867F4A6A6E0D}"/>
              </a:ext>
            </a:extLst>
          </p:cNvPr>
          <p:cNvGrpSpPr/>
          <p:nvPr/>
        </p:nvGrpSpPr>
        <p:grpSpPr>
          <a:xfrm>
            <a:off x="6095306" y="4254387"/>
            <a:ext cx="5509260" cy="2408434"/>
            <a:chOff x="6095306" y="4254387"/>
            <a:chExt cx="5509260" cy="2408434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77BC8D8-9CAB-1C86-1F8A-120876912BC1}"/>
                </a:ext>
              </a:extLst>
            </p:cNvPr>
            <p:cNvGrpSpPr/>
            <p:nvPr/>
          </p:nvGrpSpPr>
          <p:grpSpPr>
            <a:xfrm>
              <a:off x="6095306" y="4254387"/>
              <a:ext cx="5509260" cy="2062593"/>
              <a:chOff x="6095306" y="4254387"/>
              <a:chExt cx="5509260" cy="2062593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48F296D0-BED2-A396-0900-1A18E47C4AB8}"/>
                  </a:ext>
                </a:extLst>
              </p:cNvPr>
              <p:cNvSpPr/>
              <p:nvPr/>
            </p:nvSpPr>
            <p:spPr>
              <a:xfrm>
                <a:off x="6095306" y="4254387"/>
                <a:ext cx="5509260" cy="2062593"/>
              </a:xfrm>
              <a:prstGeom prst="roundRect">
                <a:avLst>
                  <a:gd name="adj" fmla="val 844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14E3765-4F09-6852-DC68-1D3E9E051988}"/>
                  </a:ext>
                </a:extLst>
              </p:cNvPr>
              <p:cNvGrpSpPr/>
              <p:nvPr/>
            </p:nvGrpSpPr>
            <p:grpSpPr>
              <a:xfrm>
                <a:off x="6274771" y="4348880"/>
                <a:ext cx="5150331" cy="1869489"/>
                <a:chOff x="6505905" y="416518"/>
                <a:chExt cx="5150331" cy="2362790"/>
              </a:xfrm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A5F64E0C-755A-C64A-C523-6073BC85E3A8}"/>
                    </a:ext>
                  </a:extLst>
                </p:cNvPr>
                <p:cNvCxnSpPr>
                  <a:cxnSpLocks/>
                  <a:stCxn id="49" idx="4"/>
                  <a:endCxn id="51" idx="0"/>
                </p:cNvCxnSpPr>
                <p:nvPr/>
              </p:nvCxnSpPr>
              <p:spPr>
                <a:xfrm>
                  <a:off x="10290619" y="847437"/>
                  <a:ext cx="0" cy="949075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CE9094D3-161C-DE93-8B9C-BF5B26E9265E}"/>
                    </a:ext>
                  </a:extLst>
                </p:cNvPr>
                <p:cNvSpPr/>
                <p:nvPr/>
              </p:nvSpPr>
              <p:spPr>
                <a:xfrm>
                  <a:off x="8822374" y="1099998"/>
                  <a:ext cx="686134" cy="5319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</a:t>
                  </a:r>
                  <a:endParaRPr lang="en-US" altLang="ko-KR" sz="900"/>
                </a:p>
                <a:p>
                  <a:pPr algn="ctr"/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4F93E524-3CE7-3F2F-515D-F9B1033582BF}"/>
                    </a:ext>
                  </a:extLst>
                </p:cNvPr>
                <p:cNvCxnSpPr>
                  <a:cxnSpLocks/>
                  <a:stCxn id="48" idx="2"/>
                  <a:endCxn id="39" idx="6"/>
                </p:cNvCxnSpPr>
                <p:nvPr/>
              </p:nvCxnSpPr>
              <p:spPr>
                <a:xfrm flipH="1">
                  <a:off x="9508509" y="1365975"/>
                  <a:ext cx="23188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E24767C-69A6-AB7D-AD97-78D6943C6199}"/>
                    </a:ext>
                  </a:extLst>
                </p:cNvPr>
                <p:cNvSpPr/>
                <p:nvPr/>
              </p:nvSpPr>
              <p:spPr>
                <a:xfrm>
                  <a:off x="6505905" y="416518"/>
                  <a:ext cx="758050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프론트 도어</a:t>
                  </a: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6D68E98E-9391-86E0-9776-6241D6018044}"/>
                    </a:ext>
                  </a:extLst>
                </p:cNvPr>
                <p:cNvCxnSpPr>
                  <a:cxnSpLocks/>
                  <a:stCxn id="45" idx="1"/>
                  <a:endCxn id="41" idx="6"/>
                </p:cNvCxnSpPr>
                <p:nvPr/>
              </p:nvCxnSpPr>
              <p:spPr>
                <a:xfrm flipH="1" flipV="1">
                  <a:off x="7263955" y="679122"/>
                  <a:ext cx="165443" cy="18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EE5700D-F712-7CB8-84D7-12084F21E45F}"/>
                    </a:ext>
                  </a:extLst>
                </p:cNvPr>
                <p:cNvSpPr/>
                <p:nvPr/>
              </p:nvSpPr>
              <p:spPr>
                <a:xfrm>
                  <a:off x="10970102" y="442409"/>
                  <a:ext cx="68613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바디</a:t>
                  </a:r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B40DFBEC-636D-516D-B768-58EAD8FAAFF4}"/>
                    </a:ext>
                  </a:extLst>
                </p:cNvPr>
                <p:cNvCxnSpPr>
                  <a:cxnSpLocks/>
                  <a:stCxn id="49" idx="6"/>
                  <a:endCxn id="43" idx="2"/>
                </p:cNvCxnSpPr>
                <p:nvPr/>
              </p:nvCxnSpPr>
              <p:spPr>
                <a:xfrm>
                  <a:off x="10894441" y="674698"/>
                  <a:ext cx="75660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01B3340D-AF7F-4FC1-B521-C8C43893DB67}"/>
                    </a:ext>
                  </a:extLst>
                </p:cNvPr>
                <p:cNvSpPr/>
                <p:nvPr/>
              </p:nvSpPr>
              <p:spPr>
                <a:xfrm>
                  <a:off x="7429398" y="558751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F </a:t>
                  </a:r>
                  <a:endParaRPr lang="ko-KR" altLang="en-US" sz="900"/>
                </a:p>
              </p:txBody>
            </p:sp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941AA82D-A316-652A-2F58-6AEEB24F71B3}"/>
                    </a:ext>
                  </a:extLst>
                </p:cNvPr>
                <p:cNvSpPr/>
                <p:nvPr/>
              </p:nvSpPr>
              <p:spPr>
                <a:xfrm>
                  <a:off x="7429398" y="1245415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 </a:t>
                  </a:r>
                  <a:endParaRPr lang="ko-KR" altLang="en-US" sz="90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CFA6847-ADEB-8D38-886A-312E66CBA6B4}"/>
                    </a:ext>
                  </a:extLst>
                </p:cNvPr>
                <p:cNvCxnSpPr>
                  <a:cxnSpLocks/>
                  <a:stCxn id="46" idx="3"/>
                  <a:endCxn id="39" idx="2"/>
                </p:cNvCxnSpPr>
                <p:nvPr/>
              </p:nvCxnSpPr>
              <p:spPr>
                <a:xfrm>
                  <a:off x="8499070" y="1365975"/>
                  <a:ext cx="32330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42941DF8-52A0-EA13-EC23-6CDC0017204A}"/>
                    </a:ext>
                  </a:extLst>
                </p:cNvPr>
                <p:cNvSpPr/>
                <p:nvPr/>
              </p:nvSpPr>
              <p:spPr>
                <a:xfrm>
                  <a:off x="9740398" y="1193236"/>
                  <a:ext cx="1100442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7A7DBECC-E124-8753-AF1E-59CAA8151220}"/>
                    </a:ext>
                  </a:extLst>
                </p:cNvPr>
                <p:cNvSpPr/>
                <p:nvPr/>
              </p:nvSpPr>
              <p:spPr>
                <a:xfrm>
                  <a:off x="9686797" y="501959"/>
                  <a:ext cx="1207644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F</a:t>
                  </a:r>
                  <a:endParaRPr lang="ko-KR" altLang="en-US" sz="900"/>
                </a:p>
              </p:txBody>
            </p: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F863B3D3-06C7-8B88-04C2-0739C8463583}"/>
                    </a:ext>
                  </a:extLst>
                </p:cNvPr>
                <p:cNvSpPr/>
                <p:nvPr/>
              </p:nvSpPr>
              <p:spPr>
                <a:xfrm>
                  <a:off x="9891000" y="2314729"/>
                  <a:ext cx="799236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5EB4B68D-25C5-7E32-A901-FE04A8333AFB}"/>
                    </a:ext>
                  </a:extLst>
                </p:cNvPr>
                <p:cNvSpPr/>
                <p:nvPr/>
              </p:nvSpPr>
              <p:spPr>
                <a:xfrm>
                  <a:off x="9686796" y="1796512"/>
                  <a:ext cx="1207646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BC7D5A9-0A75-D22F-9408-743134CD11B0}"/>
                    </a:ext>
                  </a:extLst>
                </p:cNvPr>
                <p:cNvCxnSpPr>
                  <a:cxnSpLocks/>
                  <a:stCxn id="51" idx="4"/>
                  <a:endCxn id="50" idx="0"/>
                </p:cNvCxnSpPr>
                <p:nvPr/>
              </p:nvCxnSpPr>
              <p:spPr>
                <a:xfrm>
                  <a:off x="10290619" y="2141990"/>
                  <a:ext cx="0" cy="17273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E7E6FC12-48A4-D390-6181-1B6FBD757CEA}"/>
                    </a:ext>
                  </a:extLst>
                </p:cNvPr>
                <p:cNvCxnSpPr>
                  <a:cxnSpLocks/>
                  <a:stCxn id="45" idx="2"/>
                  <a:endCxn id="46" idx="0"/>
                </p:cNvCxnSpPr>
                <p:nvPr/>
              </p:nvCxnSpPr>
              <p:spPr>
                <a:xfrm>
                  <a:off x="7964234" y="799871"/>
                  <a:ext cx="0" cy="445544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4D792D-024B-3B20-6419-6BF697372C07}"/>
                </a:ext>
              </a:extLst>
            </p:cNvPr>
            <p:cNvSpPr txBox="1"/>
            <p:nvPr/>
          </p:nvSpPr>
          <p:spPr>
            <a:xfrm>
              <a:off x="7166359" y="6355044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목표</a:t>
              </a:r>
              <a:r>
                <a:rPr lang="en-US" altLang="ko-KR" sz="1400"/>
                <a:t>: </a:t>
              </a:r>
              <a:r>
                <a:rPr lang="ko-KR" altLang="en-US" sz="1400"/>
                <a:t>도어 </a:t>
              </a:r>
              <a:r>
                <a:rPr lang="ko-KR" altLang="en-US" sz="1400" err="1"/>
                <a:t>체커</a:t>
              </a:r>
              <a:r>
                <a:rPr lang="ko-KR" altLang="en-US" sz="1400"/>
                <a:t> 조립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30453E4-ABEF-FD63-1F45-CD2DEA2F50F7}"/>
              </a:ext>
            </a:extLst>
          </p:cNvPr>
          <p:cNvGrpSpPr/>
          <p:nvPr/>
        </p:nvGrpSpPr>
        <p:grpSpPr>
          <a:xfrm>
            <a:off x="6096000" y="1652591"/>
            <a:ext cx="5507873" cy="2570566"/>
            <a:chOff x="6096000" y="1652591"/>
            <a:chExt cx="5507873" cy="2570566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9818EDA-1F1E-2B25-025D-5D2967350C9D}"/>
                </a:ext>
              </a:extLst>
            </p:cNvPr>
            <p:cNvSpPr/>
            <p:nvPr/>
          </p:nvSpPr>
          <p:spPr>
            <a:xfrm>
              <a:off x="6096000" y="1652591"/>
              <a:ext cx="5507873" cy="2222909"/>
            </a:xfrm>
            <a:prstGeom prst="roundRect">
              <a:avLst>
                <a:gd name="adj" fmla="val 844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83AA499F-12B3-6D44-3C47-ACF6E978B7A5}"/>
                </a:ext>
              </a:extLst>
            </p:cNvPr>
            <p:cNvGrpSpPr/>
            <p:nvPr/>
          </p:nvGrpSpPr>
          <p:grpSpPr>
            <a:xfrm>
              <a:off x="6342444" y="1824627"/>
              <a:ext cx="5014985" cy="1770769"/>
              <a:chOff x="274375" y="1700065"/>
              <a:chExt cx="5621891" cy="2430474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CFECE55E-C833-F947-D7AF-E5F7286F1AA5}"/>
                  </a:ext>
                </a:extLst>
              </p:cNvPr>
              <p:cNvGrpSpPr/>
              <p:nvPr/>
            </p:nvGrpSpPr>
            <p:grpSpPr>
              <a:xfrm>
                <a:off x="1329971" y="3720799"/>
                <a:ext cx="4049180" cy="409740"/>
                <a:chOff x="7233371" y="5826748"/>
                <a:chExt cx="4049180" cy="409740"/>
              </a:xfrm>
            </p:grpSpPr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CE7F68F7-0628-74DE-0901-659C4A355780}"/>
                    </a:ext>
                  </a:extLst>
                </p:cNvPr>
                <p:cNvSpPr/>
                <p:nvPr/>
              </p:nvSpPr>
              <p:spPr>
                <a:xfrm>
                  <a:off x="8611741" y="5826748"/>
                  <a:ext cx="1357272" cy="40974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</a:t>
                  </a:r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7569DDAB-D691-8CFF-7AF9-FA1A9A0F414C}"/>
                    </a:ext>
                  </a:extLst>
                </p:cNvPr>
                <p:cNvSpPr/>
                <p:nvPr/>
              </p:nvSpPr>
              <p:spPr>
                <a:xfrm>
                  <a:off x="10155574" y="5858879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cxnSp>
              <p:nvCxnSpPr>
                <p:cNvPr id="5" name="직선 연결선 4">
                  <a:extLst>
                    <a:ext uri="{FF2B5EF4-FFF2-40B4-BE49-F238E27FC236}">
                      <a16:creationId xmlns:a16="http://schemas.microsoft.com/office/drawing/2014/main" id="{BE8F81CA-8D3D-03A7-54DB-5C4A655B33DC}"/>
                    </a:ext>
                  </a:extLst>
                </p:cNvPr>
                <p:cNvCxnSpPr>
                  <a:cxnSpLocks/>
                  <a:stCxn id="9" idx="3"/>
                  <a:endCxn id="3" idx="2"/>
                </p:cNvCxnSpPr>
                <p:nvPr/>
              </p:nvCxnSpPr>
              <p:spPr>
                <a:xfrm flipV="1">
                  <a:off x="8408896" y="6031618"/>
                  <a:ext cx="202845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806B6033-5DDF-D991-D0A7-B9B393B9D3CF}"/>
                    </a:ext>
                  </a:extLst>
                </p:cNvPr>
                <p:cNvCxnSpPr>
                  <a:cxnSpLocks/>
                  <a:stCxn id="4" idx="2"/>
                  <a:endCxn id="3" idx="6"/>
                </p:cNvCxnSpPr>
                <p:nvPr/>
              </p:nvCxnSpPr>
              <p:spPr>
                <a:xfrm flipH="1">
                  <a:off x="9969013" y="6031618"/>
                  <a:ext cx="18656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98E1D4DE-17D8-6336-B113-E02090395C36}"/>
                    </a:ext>
                  </a:extLst>
                </p:cNvPr>
                <p:cNvSpPr/>
                <p:nvPr/>
              </p:nvSpPr>
              <p:spPr>
                <a:xfrm>
                  <a:off x="7233371" y="587009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22ECB65-69FE-57ED-5FE3-98F976463767}"/>
                  </a:ext>
                </a:extLst>
              </p:cNvPr>
              <p:cNvGrpSpPr/>
              <p:nvPr/>
            </p:nvGrpSpPr>
            <p:grpSpPr>
              <a:xfrm>
                <a:off x="274375" y="1700065"/>
                <a:ext cx="2331630" cy="1616270"/>
                <a:chOff x="6506222" y="3476576"/>
                <a:chExt cx="2331630" cy="161627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4BEEDF4-1C0F-632C-4F45-F4BBDC1B9D46}"/>
                    </a:ext>
                  </a:extLst>
                </p:cNvPr>
                <p:cNvSpPr/>
                <p:nvPr/>
              </p:nvSpPr>
              <p:spPr>
                <a:xfrm>
                  <a:off x="6506222" y="4006203"/>
                  <a:ext cx="842684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프론트 도어</a:t>
                  </a: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4CF0183-C8FA-583B-A54B-8CA80C174EC9}"/>
                    </a:ext>
                  </a:extLst>
                </p:cNvPr>
                <p:cNvCxnSpPr>
                  <a:cxnSpLocks/>
                  <a:stCxn id="24" idx="2"/>
                  <a:endCxn id="21" idx="7"/>
                </p:cNvCxnSpPr>
                <p:nvPr/>
              </p:nvCxnSpPr>
              <p:spPr>
                <a:xfrm flipH="1">
                  <a:off x="7225498" y="3616714"/>
                  <a:ext cx="468023" cy="46640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B645555-CE43-C895-4706-744A7DFC3A9A}"/>
                    </a:ext>
                  </a:extLst>
                </p:cNvPr>
                <p:cNvCxnSpPr>
                  <a:cxnSpLocks/>
                  <a:stCxn id="25" idx="1"/>
                  <a:endCxn id="21" idx="5"/>
                </p:cNvCxnSpPr>
                <p:nvPr/>
              </p:nvCxnSpPr>
              <p:spPr>
                <a:xfrm flipH="1" flipV="1">
                  <a:off x="7225498" y="4454495"/>
                  <a:ext cx="436829" cy="4768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타원 23">
                  <a:extLst>
                    <a:ext uri="{FF2B5EF4-FFF2-40B4-BE49-F238E27FC236}">
                      <a16:creationId xmlns:a16="http://schemas.microsoft.com/office/drawing/2014/main" id="{7CCB503F-67A4-C93D-E494-118C83254FA4}"/>
                    </a:ext>
                  </a:extLst>
                </p:cNvPr>
                <p:cNvSpPr/>
                <p:nvPr/>
              </p:nvSpPr>
              <p:spPr>
                <a:xfrm>
                  <a:off x="7693521" y="3476576"/>
                  <a:ext cx="1113137" cy="2802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/>
                    <a:t>Type A : F</a:t>
                  </a:r>
                  <a:endParaRPr lang="ko-KR" altLang="en-US" sz="800"/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12CCFD71-38CF-9A8D-582C-3152B796CE40}"/>
                    </a:ext>
                  </a:extLst>
                </p:cNvPr>
                <p:cNvSpPr/>
                <p:nvPr/>
              </p:nvSpPr>
              <p:spPr>
                <a:xfrm>
                  <a:off x="7662327" y="4769807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7A736546-0AE2-818C-5E61-F75EFFF02ACD}"/>
                    </a:ext>
                  </a:extLst>
                </p:cNvPr>
                <p:cNvSpPr/>
                <p:nvPr/>
              </p:nvSpPr>
              <p:spPr>
                <a:xfrm>
                  <a:off x="7662327" y="411041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B : I</a:t>
                  </a:r>
                  <a:endParaRPr lang="ko-KR" altLang="en-US" sz="1050"/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88DE2825-D847-94FA-E9AF-6BCC79824C2A}"/>
                    </a:ext>
                  </a:extLst>
                </p:cNvPr>
                <p:cNvCxnSpPr>
                  <a:cxnSpLocks/>
                  <a:stCxn id="26" idx="1"/>
                  <a:endCxn id="21" idx="6"/>
                </p:cNvCxnSpPr>
                <p:nvPr/>
              </p:nvCxnSpPr>
              <p:spPr>
                <a:xfrm flipH="1" flipV="1">
                  <a:off x="7348906" y="4268807"/>
                  <a:ext cx="313421" cy="31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19DB7D1D-FB6B-9E1C-1FA0-55FA9E440505}"/>
                  </a:ext>
                </a:extLst>
              </p:cNvPr>
              <p:cNvGrpSpPr/>
              <p:nvPr/>
            </p:nvGrpSpPr>
            <p:grpSpPr>
              <a:xfrm>
                <a:off x="3180852" y="1724340"/>
                <a:ext cx="1126977" cy="1068995"/>
                <a:chOff x="10719062" y="3833491"/>
                <a:chExt cx="1126977" cy="1068995"/>
              </a:xfrm>
            </p:grpSpPr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CE933B0D-1B37-99DB-E135-AE7DB23FC939}"/>
                    </a:ext>
                  </a:extLst>
                </p:cNvPr>
                <p:cNvSpPr/>
                <p:nvPr/>
              </p:nvSpPr>
              <p:spPr>
                <a:xfrm>
                  <a:off x="10861209" y="3833491"/>
                  <a:ext cx="84268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1C891BEE-88F4-1738-12FF-FE2DE3EB0BC4}"/>
                    </a:ext>
                  </a:extLst>
                </p:cNvPr>
                <p:cNvCxnSpPr>
                  <a:cxnSpLocks/>
                  <a:stCxn id="31" idx="0"/>
                  <a:endCxn id="29" idx="4"/>
                </p:cNvCxnSpPr>
                <p:nvPr/>
              </p:nvCxnSpPr>
              <p:spPr>
                <a:xfrm flipV="1">
                  <a:off x="11282551" y="4298070"/>
                  <a:ext cx="0" cy="25893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FBC4AB84-650C-E47F-C69A-6042E42E5A22}"/>
                    </a:ext>
                  </a:extLst>
                </p:cNvPr>
                <p:cNvSpPr/>
                <p:nvPr/>
              </p:nvSpPr>
              <p:spPr>
                <a:xfrm>
                  <a:off x="10719062" y="4557008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</p:grp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3D090950-63F0-5FFC-AE99-373A9C2E1839}"/>
                  </a:ext>
                </a:extLst>
              </p:cNvPr>
              <p:cNvSpPr/>
              <p:nvPr/>
            </p:nvSpPr>
            <p:spPr>
              <a:xfrm>
                <a:off x="4761313" y="1720751"/>
                <a:ext cx="981592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BAB7C884-C1F6-E481-2B70-06BCCED6E892}"/>
                  </a:ext>
                </a:extLst>
              </p:cNvPr>
              <p:cNvSpPr/>
              <p:nvPr/>
            </p:nvSpPr>
            <p:spPr>
              <a:xfrm>
                <a:off x="4607952" y="2443811"/>
                <a:ext cx="128831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B0B23C0-4746-37FB-0269-8345655A04EC}"/>
                  </a:ext>
                </a:extLst>
              </p:cNvPr>
              <p:cNvCxnSpPr>
                <a:cxnSpLocks/>
                <a:stCxn id="33" idx="0"/>
                <a:endCxn id="32" idx="4"/>
              </p:cNvCxnSpPr>
              <p:nvPr/>
            </p:nvCxnSpPr>
            <p:spPr>
              <a:xfrm flipV="1">
                <a:off x="5252109" y="2185330"/>
                <a:ext cx="0" cy="2584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DE5870-089B-8995-DD52-2A56EEFB5816}"/>
                </a:ext>
              </a:extLst>
            </p:cNvPr>
            <p:cNvSpPr txBox="1"/>
            <p:nvPr/>
          </p:nvSpPr>
          <p:spPr>
            <a:xfrm>
              <a:off x="7166359" y="3915380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부품 목록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8A54783-5E8F-8094-491D-5DD5119F2E5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65AF86-AD40-69DB-A7D8-C8DE5EC108DB}"/>
              </a:ext>
            </a:extLst>
          </p:cNvPr>
          <p:cNvSpPr txBox="1"/>
          <p:nvPr/>
        </p:nvSpPr>
        <p:spPr>
          <a:xfrm>
            <a:off x="350982" y="716826"/>
            <a:ext cx="12542982" cy="87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latin typeface="맑은 고딕"/>
                <a:ea typeface="맑은 고딕"/>
              </a:rPr>
              <a:t>부품 목록 및 </a:t>
            </a:r>
            <a:r>
              <a:rPr lang="ko-KR" altLang="en-US" sz="1800">
                <a:latin typeface="맑은 고딕"/>
                <a:ea typeface="맑은 고딕"/>
              </a:rPr>
              <a:t>조립 목표 설정</a:t>
            </a:r>
            <a:endParaRPr lang="en-US" altLang="ko-KR" sz="140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+mj-ea"/>
                <a:ea typeface="+mj-ea"/>
              </a:rPr>
              <a:t>	</a:t>
            </a:r>
            <a:r>
              <a:rPr lang="ko-KR" altLang="en-US" sz="1400">
                <a:latin typeface="+mj-ea"/>
                <a:ea typeface="+mj-ea"/>
              </a:rPr>
              <a:t>사용자 </a:t>
            </a:r>
            <a:r>
              <a:rPr lang="en-US" altLang="ko-KR" sz="1400">
                <a:latin typeface="+mj-ea"/>
                <a:ea typeface="+mj-ea"/>
              </a:rPr>
              <a:t>UI</a:t>
            </a:r>
            <a:r>
              <a:rPr lang="ko-KR" altLang="en-US" sz="1400">
                <a:latin typeface="+mj-ea"/>
                <a:ea typeface="+mj-ea"/>
              </a:rPr>
              <a:t>를</a:t>
            </a:r>
            <a:r>
              <a:rPr lang="en-US" altLang="ko-KR" sz="1400">
                <a:latin typeface="+mj-ea"/>
                <a:ea typeface="+mj-ea"/>
              </a:rPr>
              <a:t> </a:t>
            </a:r>
            <a:r>
              <a:rPr lang="ko-KR" altLang="en-US" sz="1400">
                <a:latin typeface="+mj-ea"/>
                <a:ea typeface="+mj-ea"/>
              </a:rPr>
              <a:t>통해 </a:t>
            </a:r>
            <a:r>
              <a:rPr lang="ko-KR" altLang="en-US" sz="1400" b="1">
                <a:latin typeface="+mj-ea"/>
                <a:ea typeface="+mj-ea"/>
              </a:rPr>
              <a:t>조립 부품 목록</a:t>
            </a:r>
            <a:r>
              <a:rPr lang="ko-KR" altLang="en-US" sz="1400">
                <a:latin typeface="+mj-ea"/>
                <a:ea typeface="+mj-ea"/>
              </a:rPr>
              <a:t>과 </a:t>
            </a:r>
            <a:r>
              <a:rPr lang="ko-KR" altLang="en-US" sz="1400" b="1">
                <a:latin typeface="+mj-ea"/>
                <a:ea typeface="+mj-ea"/>
              </a:rPr>
              <a:t>조립 목표</a:t>
            </a:r>
            <a:r>
              <a:rPr lang="ko-KR" altLang="en-US" sz="1400">
                <a:latin typeface="+mj-ea"/>
                <a:ea typeface="+mj-ea"/>
              </a:rPr>
              <a:t>를 입력</a:t>
            </a:r>
            <a:endParaRPr lang="en-US" altLang="ko-KR" sz="1800">
              <a:latin typeface="맑은 고딕"/>
              <a:ea typeface="맑은 고딕"/>
            </a:endParaRPr>
          </a:p>
        </p:txBody>
      </p:sp>
      <p:pic>
        <p:nvPicPr>
          <p:cNvPr id="62" name="그림 6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3DB2F-C8AF-384B-22FA-135BFD00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3" y="2919007"/>
            <a:ext cx="3782630" cy="2521753"/>
          </a:xfrm>
          <a:prstGeom prst="rect">
            <a:avLst/>
          </a:prstGeom>
        </p:spPr>
      </p:pic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76CD7DD1-4451-6422-DC01-7AF680D6C92C}"/>
              </a:ext>
            </a:extLst>
          </p:cNvPr>
          <p:cNvSpPr/>
          <p:nvPr/>
        </p:nvSpPr>
        <p:spPr>
          <a:xfrm>
            <a:off x="5139421" y="3849529"/>
            <a:ext cx="643988" cy="5198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래픽 70" descr="사용자 단색으로 채워진">
            <a:extLst>
              <a:ext uri="{FF2B5EF4-FFF2-40B4-BE49-F238E27FC236}">
                <a16:creationId xmlns:a16="http://schemas.microsoft.com/office/drawing/2014/main" id="{38A25868-2ED6-9D42-8057-5223856F0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36" y="24018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2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848-4CF0-DBF8-D891-9B15CA27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91792EC-7FF3-502E-6058-4E2DDEE7C395}"/>
              </a:ext>
            </a:extLst>
          </p:cNvPr>
          <p:cNvSpPr/>
          <p:nvPr/>
        </p:nvSpPr>
        <p:spPr>
          <a:xfrm>
            <a:off x="2010171" y="4613438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3B7E2AB-FFB8-D969-34EB-8B411977096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709868" y="4936724"/>
            <a:ext cx="23647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9A14B8AD-71CB-9A86-808D-B53014C28E28}"/>
              </a:ext>
            </a:extLst>
          </p:cNvPr>
          <p:cNvSpPr/>
          <p:nvPr/>
        </p:nvSpPr>
        <p:spPr>
          <a:xfrm>
            <a:off x="867954" y="3174524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BC0147-867D-AE71-5236-CB3A76D568B6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1790079" y="3493711"/>
            <a:ext cx="70349" cy="436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6EE56D78-33A6-BDC2-FAE0-15BC5715E5AA}"/>
              </a:ext>
            </a:extLst>
          </p:cNvPr>
          <p:cNvSpPr/>
          <p:nvPr/>
        </p:nvSpPr>
        <p:spPr>
          <a:xfrm>
            <a:off x="4872703" y="3149380"/>
            <a:ext cx="699697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DEE4FDD-A1B2-3235-65D2-36EC9DECD0B1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4795546" y="3431720"/>
            <a:ext cx="77157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A390E53-9675-B69D-BA0A-1B52B5F31E90}"/>
              </a:ext>
            </a:extLst>
          </p:cNvPr>
          <p:cNvSpPr/>
          <p:nvPr/>
        </p:nvSpPr>
        <p:spPr>
          <a:xfrm>
            <a:off x="1860429" y="3351540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F </a:t>
            </a:r>
            <a:endParaRPr lang="ko-KR" altLang="en-US" sz="12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8F70A5-02C9-16C2-D537-9B7137D98597}"/>
              </a:ext>
            </a:extLst>
          </p:cNvPr>
          <p:cNvSpPr/>
          <p:nvPr/>
        </p:nvSpPr>
        <p:spPr>
          <a:xfrm>
            <a:off x="589660" y="4790188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M </a:t>
            </a:r>
            <a:endParaRPr lang="ko-KR" altLang="en-US" sz="12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1ACCC7A-3D03-1744-32C9-0E221AD826D3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680477" y="4936724"/>
            <a:ext cx="32969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9CD7FDE2-8C15-9545-6C52-A8D46394AC88}"/>
              </a:ext>
            </a:extLst>
          </p:cNvPr>
          <p:cNvSpPr/>
          <p:nvPr/>
        </p:nvSpPr>
        <p:spPr>
          <a:xfrm>
            <a:off x="2946342" y="4726766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DE76A7C-727F-3957-A162-A0E265851E60}"/>
              </a:ext>
            </a:extLst>
          </p:cNvPr>
          <p:cNvSpPr/>
          <p:nvPr/>
        </p:nvSpPr>
        <p:spPr>
          <a:xfrm>
            <a:off x="3382216" y="3221761"/>
            <a:ext cx="1413330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F</a:t>
            </a:r>
            <a:endParaRPr lang="ko-KR" altLang="en-US" sz="12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8ABB39D-66F0-4017-AF7E-B9CB638556E2}"/>
              </a:ext>
            </a:extLst>
          </p:cNvPr>
          <p:cNvSpPr/>
          <p:nvPr/>
        </p:nvSpPr>
        <p:spPr>
          <a:xfrm>
            <a:off x="4498432" y="4908706"/>
            <a:ext cx="815035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3092C0B-C8B3-3E1B-4AC9-7FD8E0996D00}"/>
              </a:ext>
            </a:extLst>
          </p:cNvPr>
          <p:cNvSpPr/>
          <p:nvPr/>
        </p:nvSpPr>
        <p:spPr>
          <a:xfrm>
            <a:off x="4213036" y="4278831"/>
            <a:ext cx="1385831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M</a:t>
            </a:r>
            <a:endParaRPr lang="ko-KR" altLang="en-US" sz="12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F4E5FCB-143B-6208-2CA4-5359A1505F4A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 flipH="1">
            <a:off x="4905950" y="4698748"/>
            <a:ext cx="1" cy="20995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BD3309F-704F-DBEB-C8BC-89799D2FF3E7}"/>
              </a:ext>
            </a:extLst>
          </p:cNvPr>
          <p:cNvSpPr txBox="1"/>
          <p:nvPr/>
        </p:nvSpPr>
        <p:spPr>
          <a:xfrm>
            <a:off x="2232923" y="2301873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조립 부품 정보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4C1EDC-EC58-61F4-F04E-C7F7BFBDAF30}"/>
              </a:ext>
            </a:extLst>
          </p:cNvPr>
          <p:cNvSpPr/>
          <p:nvPr/>
        </p:nvSpPr>
        <p:spPr>
          <a:xfrm>
            <a:off x="7840220" y="3392555"/>
            <a:ext cx="3790096" cy="16608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0E95EC-5FBF-756C-B181-8D513B1E4FF3}"/>
              </a:ext>
            </a:extLst>
          </p:cNvPr>
          <p:cNvGrpSpPr/>
          <p:nvPr/>
        </p:nvGrpSpPr>
        <p:grpSpPr>
          <a:xfrm>
            <a:off x="8050746" y="3591361"/>
            <a:ext cx="3369046" cy="1192486"/>
            <a:chOff x="8053331" y="3438442"/>
            <a:chExt cx="2799941" cy="910183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B9F2C04E-C7E5-D0C1-E0C2-3D247DF3936C}"/>
                </a:ext>
              </a:extLst>
            </p:cNvPr>
            <p:cNvSpPr/>
            <p:nvPr/>
          </p:nvSpPr>
          <p:spPr>
            <a:xfrm>
              <a:off x="8053331" y="3492442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F </a:t>
              </a:r>
              <a:endParaRPr lang="ko-KR" altLang="en-US" sz="120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7DDC749-E896-4254-95AE-E0D88FACF0F8}"/>
                </a:ext>
              </a:extLst>
            </p:cNvPr>
            <p:cNvSpPr/>
            <p:nvPr/>
          </p:nvSpPr>
          <p:spPr>
            <a:xfrm>
              <a:off x="9529652" y="4042625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M </a:t>
              </a:r>
              <a:endParaRPr lang="ko-KR" altLang="en-US" sz="12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A729DFB-6997-16C9-D30B-62F3994A8A84}"/>
                </a:ext>
              </a:extLst>
            </p:cNvPr>
            <p:cNvSpPr/>
            <p:nvPr/>
          </p:nvSpPr>
          <p:spPr>
            <a:xfrm>
              <a:off x="8466414" y="3988625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I</a:t>
              </a:r>
              <a:endParaRPr lang="ko-KR" altLang="en-US" sz="120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7DF9F3F-2473-0948-4356-A48CC9140D62}"/>
                </a:ext>
              </a:extLst>
            </p:cNvPr>
            <p:cNvSpPr/>
            <p:nvPr/>
          </p:nvSpPr>
          <p:spPr>
            <a:xfrm>
              <a:off x="8998033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F</a:t>
              </a:r>
              <a:endParaRPr lang="ko-KR" altLang="en-US" sz="120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31967B7-96B6-01DB-E292-1595839AA205}"/>
                </a:ext>
              </a:extLst>
            </p:cNvPr>
            <p:cNvSpPr/>
            <p:nvPr/>
          </p:nvSpPr>
          <p:spPr>
            <a:xfrm>
              <a:off x="9942736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M</a:t>
              </a:r>
              <a:endParaRPr lang="ko-KR" altLang="en-US" sz="120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F7E93D-EB32-B917-6A61-B8E9C64CE7C3}"/>
              </a:ext>
            </a:extLst>
          </p:cNvPr>
          <p:cNvSpPr/>
          <p:nvPr/>
        </p:nvSpPr>
        <p:spPr>
          <a:xfrm>
            <a:off x="8978629" y="5421083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B7975E-657A-C156-0977-32A2F8E8F66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BC846164-98C4-CB60-5598-2380F8B4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C5AD5-8433-815B-1AE6-FC0275C7EAE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BE2C5-D634-1FEB-C07C-32D77D286BDC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029E3-9555-F280-B28B-B5B35F691B7F}"/>
              </a:ext>
            </a:extLst>
          </p:cNvPr>
          <p:cNvSpPr txBox="1"/>
          <p:nvPr/>
        </p:nvSpPr>
        <p:spPr>
          <a:xfrm>
            <a:off x="8049046" y="2350156"/>
            <a:ext cx="359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탐색 알고리즘 용 심볼 데이터</a:t>
            </a:r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E3C05F-5EFD-FEE3-42FC-F2E029467941}"/>
              </a:ext>
            </a:extLst>
          </p:cNvPr>
          <p:cNvSpPr/>
          <p:nvPr/>
        </p:nvSpPr>
        <p:spPr>
          <a:xfrm>
            <a:off x="6068205" y="3641678"/>
            <a:ext cx="1452119" cy="1202094"/>
          </a:xfrm>
          <a:prstGeom prst="rightArrow">
            <a:avLst>
              <a:gd name="adj1" fmla="val 60142"/>
              <a:gd name="adj2" fmla="val 2147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타입 정보 추출</a:t>
            </a:r>
          </a:p>
        </p:txBody>
      </p:sp>
    </p:spTree>
    <p:extLst>
      <p:ext uri="{BB962C8B-B14F-4D97-AF65-F5344CB8AC3E}">
        <p14:creationId xmlns:p14="http://schemas.microsoft.com/office/powerpoint/2010/main" val="1892962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25D-3E0B-08B0-55B2-8FFEBB99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7BCB8D3-8D5D-6CC6-DD8E-7BCB54940395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20FC0EB-032C-4A39-9E2A-3250E41867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CE97E50-85D1-7CA9-8B38-241922B70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993BC-E9D0-E3EF-227B-3189E1991C1C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7BABD-05FE-02FD-7FF2-20E383E45D9D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398A5E8-1B78-99F2-F739-66D6A3ECF723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10DE480-1BE9-CA7C-C0A5-5807E7878267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958B48-3243-245F-4239-F027F3D6246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2F68E-431C-208C-B99B-F4A3225837A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02F27E-A672-126B-3585-65052D59F90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7BDF161-DDB4-62C7-62F8-E68C7E064BF2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354305-A947-83E8-1817-A2ABB4C3FEA0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B4E9468-340A-4D60-CB9D-8AC00D531272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283F27-A8D4-095B-D57D-FB007BEF179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33AFAF-0059-A624-0275-771F1909029A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7A62F-9192-E841-8A9C-350DB92DDC9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736938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B15C-9C54-40E6-355E-B09720B7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BD1566E6-737F-0258-6673-B0A12581DC0C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5E6DF20-C9D0-BB36-6FDC-36D495D8CC1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44A5822-C83D-960D-E800-0652BE93832C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1639D3D-2A7E-A782-1886-1D927DE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EC2F2-FC07-8B16-6C90-273321AD11F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EE713-47A4-0B55-5900-FF5BBF0DA798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025BA7B-2D1B-9D2D-C329-E0181284FA12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25AB3B6-C8DF-AFE2-C2CE-1E7F0060B84D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0E3AF6D-33A6-87C7-1855-00DECC59674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8F49-D162-F48D-9E5D-31A0A18C441E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F49D974-2052-8AA4-8DE6-A53BF7CC9D6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3973A46-FCEC-AC7D-58A6-E6208AFDD8EC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534E371-106E-A9D8-06FF-BA71828D61A1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6B05BB-7201-813D-4753-9A7ADD5DCC4D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A59FA9C-CBCE-B27D-1008-381DC198F34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C6460A1-448D-0F86-35C6-31DF31A7B297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3409019-7310-8D78-95BC-D04F18FC56C9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DE0EDFD-5E07-1506-4B69-F9A55F61B63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1495174" y="3882971"/>
            <a:ext cx="402206" cy="36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1E5FA6-611C-D556-DCF6-5854D7CF36FD}"/>
              </a:ext>
            </a:extLst>
          </p:cNvPr>
          <p:cNvSpPr/>
          <p:nvPr/>
        </p:nvSpPr>
        <p:spPr>
          <a:xfrm>
            <a:off x="1897380" y="3865022"/>
            <a:ext cx="1077719" cy="767938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3DB1CA-E6B0-ED27-CC7E-11828CA505D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AB9A604-08E7-E6B3-C13E-207671461A2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F22ED2-A443-EFA8-09B8-E52412BFD97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424C944-7B6D-2C08-1384-11FBBC58AD11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137273BA-8B93-91B7-95C9-E93521010EC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CA4D9FD4-E909-D8D9-F9B1-1C75AABDFDA0}"/>
              </a:ext>
            </a:extLst>
          </p:cNvPr>
          <p:cNvSpPr txBox="1">
            <a:spLocks/>
          </p:cNvSpPr>
          <p:nvPr/>
        </p:nvSpPr>
        <p:spPr>
          <a:xfrm>
            <a:off x="5806570" y="2700595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0FA69BE-1CC7-E028-82C0-9FBD29C1C4AD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491818" y="2975605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C9207A6E-C0E2-A2E3-7DB6-55BC4F7551AF}"/>
              </a:ext>
            </a:extLst>
          </p:cNvPr>
          <p:cNvSpPr txBox="1">
            <a:spLocks/>
          </p:cNvSpPr>
          <p:nvPr/>
        </p:nvSpPr>
        <p:spPr>
          <a:xfrm>
            <a:off x="10001436" y="2937735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CD54912-C72D-4AC0-6663-95100752B612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92F7FBF9-A361-38C0-6FAE-6B28D0102F5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8ADEA060-0127-19C2-1C04-C9803B2ED9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4C94D843-191C-B840-6B9B-A5A9B76355B6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AAB309B-D824-9072-C2C4-29329B7159A3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E1049E-99A3-E5DD-A0E9-82EC1F50B3F7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9677400" y="3212745"/>
            <a:ext cx="324036" cy="16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내용 개체 틀 2">
            <a:extLst>
              <a:ext uri="{FF2B5EF4-FFF2-40B4-BE49-F238E27FC236}">
                <a16:creationId xmlns:a16="http://schemas.microsoft.com/office/drawing/2014/main" id="{51068E3D-4466-3FC2-8132-7E37E84EB27E}"/>
              </a:ext>
            </a:extLst>
          </p:cNvPr>
          <p:cNvSpPr txBox="1">
            <a:spLocks/>
          </p:cNvSpPr>
          <p:nvPr/>
        </p:nvSpPr>
        <p:spPr>
          <a:xfrm>
            <a:off x="10064615" y="4110881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2AD3DCF-1325-8DBD-C86F-3D542CBB9C33}"/>
              </a:ext>
            </a:extLst>
          </p:cNvPr>
          <p:cNvSpPr/>
          <p:nvPr/>
        </p:nvSpPr>
        <p:spPr>
          <a:xfrm>
            <a:off x="10668000" y="3583554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677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F8E8-C9FA-5D6B-F6FA-B5E36F7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7DEEF8E-1979-B0CB-E510-531571B5FE02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563CA888-45CD-07AC-3C2F-4194D83F11BD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6A3CE17-DDEB-9A6C-840C-5F5F7A1D10B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278623F-8152-019D-7C4C-C231D027B5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CF577F1E-27C4-2573-1F42-DFECCF6E601A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B678241-85D6-2445-E7FC-CCDDAC2A41A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4C05C83-E901-F0F4-B097-6B226D9C88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EDA8839-9632-05F1-B02C-A6C51EE7FB21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C06C1B6-EB52-6AF2-74C2-29548B089AF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54D82D7-B4E5-8211-C64C-72DADAA853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374E9BD4-81A7-2878-4561-60CCEE5FB2A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9FF4287B-9B2C-9E0B-12F4-21759CBF957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44EA37B-AFF0-54DD-D172-00CB5EBC8AC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49AC470B-88A7-C3B1-7029-6F247DB9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DF87-AFC3-0720-C11E-37C0BDA8625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5E9A5-1C5E-A044-0739-79A375D88FAB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4259382-5B78-AA94-5551-9E9A69B7A398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26BD2F-438C-EEA3-3A63-FF5099D322C3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BD54434-50B3-8FA9-8A35-3CC647CC338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A77E9B0-4CF1-AB4A-DFC8-2748CDAB706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32B2C4-FE05-A508-2743-F47A8F970F74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FDF5E34A-58C8-7ED0-CBA8-78DB0680C3A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A45DC79-BCA3-771A-FFE0-005713C8A007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53EEA474-CEDF-71AE-491E-D176961C450E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05F6F85-E04F-BC33-3ADE-51725EBD5A2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E1C3279-81A3-0625-0EA6-E2AC0B90C4F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B71686D4-92B3-86E9-F4BF-9A8FDB25DA5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ADAEDCF-C74B-9B3D-921B-5BF3240D3F1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F6F0BFC-2457-2E7C-B361-5A0FF817358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528AAC-E49A-2072-C8E6-387C9D3B0CF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632FC-7994-4D49-D9F5-09813946776B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C28B53-C73B-A207-2CB4-FE75E44559CA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2AE4710-C8CB-A13A-AB0F-48CF0FCC3711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08472C5-3F04-77CF-A4C7-A4EB8E0F247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633C972-3DB1-81E9-DE4C-5B18288FC996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B9E0C-F824-99D6-6420-56E1DBF5A9E4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11FEEAB4-A051-B6DC-25E6-44DDFB6753E3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F133F7-A74E-FC7A-BB72-59EDDE449D4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495174" y="3882971"/>
            <a:ext cx="402206" cy="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A57B8C-71A4-D075-3037-4A2F5ABA1FC7}"/>
              </a:ext>
            </a:extLst>
          </p:cNvPr>
          <p:cNvSpPr/>
          <p:nvPr/>
        </p:nvSpPr>
        <p:spPr>
          <a:xfrm>
            <a:off x="1897380" y="3375660"/>
            <a:ext cx="1077719" cy="2225040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D9AC0AA-FC77-E890-A02E-B7A22E118FD0}"/>
              </a:ext>
            </a:extLst>
          </p:cNvPr>
          <p:cNvSpPr txBox="1">
            <a:spLocks/>
          </p:cNvSpPr>
          <p:nvPr/>
        </p:nvSpPr>
        <p:spPr>
          <a:xfrm>
            <a:off x="5750984" y="3752062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16F94E-D357-B1C8-1E83-7DFF6524958C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5436232" y="4027072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55983AD-5FAA-BD3D-ABA9-7C32441E8583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9660122" y="4312634"/>
            <a:ext cx="322052" cy="20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C0E2165-31FA-95C7-59B3-636BA5A07D2A}"/>
              </a:ext>
            </a:extLst>
          </p:cNvPr>
          <p:cNvSpPr txBox="1">
            <a:spLocks/>
          </p:cNvSpPr>
          <p:nvPr/>
        </p:nvSpPr>
        <p:spPr>
          <a:xfrm>
            <a:off x="10057023" y="5156064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C809A05B-284A-0378-C61E-0D58D048EB15}"/>
              </a:ext>
            </a:extLst>
          </p:cNvPr>
          <p:cNvSpPr/>
          <p:nvPr/>
        </p:nvSpPr>
        <p:spPr>
          <a:xfrm>
            <a:off x="10660408" y="4628737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4A2976AF-E0B3-FF46-1317-326DB58D191B}"/>
              </a:ext>
            </a:extLst>
          </p:cNvPr>
          <p:cNvSpPr txBox="1">
            <a:spLocks/>
          </p:cNvSpPr>
          <p:nvPr/>
        </p:nvSpPr>
        <p:spPr>
          <a:xfrm>
            <a:off x="9982174" y="4037624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</p:spTree>
    <p:extLst>
      <p:ext uri="{BB962C8B-B14F-4D97-AF65-F5344CB8AC3E}">
        <p14:creationId xmlns:p14="http://schemas.microsoft.com/office/powerpoint/2010/main" val="1817357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A3D7-3E52-DAF9-796C-87F66C3E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CC7E86C-51C0-8AE9-5E62-33E62C03086B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8522559F-721F-4CBA-1AF8-A4985FA73797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F8C78F9-1646-68D8-DAFB-77EA52BDF3A7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6D6087-EFCD-6865-9B36-2DF3E878DF7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23075B98-C271-AEDB-A1DF-15B13BE3664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94D05D5-734F-C69E-AE5D-898E62E0426A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606BE3B-F2AC-CF91-599D-B43E7501AB5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7C8DEF-7539-80C4-36B6-85EF504B60F6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2F45460-CB08-21CF-6F23-270DC53D321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63467F5-60C5-8A30-FAF9-443DEA6E576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5B24A93-3FC0-CE0C-1577-0170E56D91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0C151C97-FFB1-74EC-0EB3-995E5A7B32B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642BF04-72E1-A133-099F-242F9CDE5A1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12182FEC-BADD-D706-EAD5-FEBA2D49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ED32B-33B3-CDDD-9CD5-1136EB0E844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2D336-E647-4B9C-234E-6F2741ADF995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50E1126-F590-D828-7F4C-2DDF97767CCF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FA2CA12-8315-82AF-B751-3D9A97B2C10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DB040D7-B669-27C0-A76D-7544D757AF4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82272B6-0718-EC0C-83C6-869961D6D6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C0587F-8A89-9BB5-84E8-EE28D574230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088187C6-292B-510F-2D65-A5C443BDA3E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CAA188B-BC64-1967-1F2B-7FE7F8843732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5A9F33A-D9F9-D475-30A3-3249B1F09A3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77DE169-35F2-75BF-6C91-DE3C807300D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BBFBDAB1-3B11-5075-9D3E-006FDA4EBA6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10E6ACCB-8020-32D5-C3E7-EF85A9A28B6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CB78707-1633-A795-2D33-10B2559807C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4F8151-CC6A-E290-9FC9-45BC39C1BB5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256E8B-D10F-2B18-4E19-A5F70F3FDF7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0AED7-C229-2CBF-DFC8-F7A3122B992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F492E7-A6D1-76C1-1CB6-F4491ABE6CED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EB5F-2874-1F6C-18FC-E06D89919601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ED0BD51-4E99-E1A1-ECDA-20F615DBEBDF}"/>
              </a:ext>
            </a:extLst>
          </p:cNvPr>
          <p:cNvSpPr txBox="1">
            <a:spLocks/>
          </p:cNvSpPr>
          <p:nvPr/>
        </p:nvSpPr>
        <p:spPr>
          <a:xfrm>
            <a:off x="1677766" y="4126231"/>
            <a:ext cx="1531159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⑤</a:t>
            </a:r>
            <a:r>
              <a:rPr lang="ko-KR" altLang="en-US" sz="1200" b="1">
                <a:latin typeface="+mn-ea"/>
              </a:rPr>
              <a:t>타입 심볼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소진됨</a:t>
            </a:r>
            <a:r>
              <a:rPr lang="en-US" altLang="ko-KR" sz="1200" b="1">
                <a:latin typeface="+mn-ea"/>
              </a:rPr>
              <a:t>!</a:t>
            </a:r>
            <a:endParaRPr lang="ko-KR" altLang="en-US" sz="1200" b="1">
              <a:latin typeface="+mn-ea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8D17A77-755B-8E09-9BAE-9F50113B6E30}"/>
              </a:ext>
            </a:extLst>
          </p:cNvPr>
          <p:cNvSpPr txBox="1">
            <a:spLocks/>
          </p:cNvSpPr>
          <p:nvPr/>
        </p:nvSpPr>
        <p:spPr>
          <a:xfrm>
            <a:off x="10130446" y="4229168"/>
            <a:ext cx="1729241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⑥</a:t>
            </a:r>
            <a:r>
              <a:rPr lang="ko-KR" altLang="en-US" sz="1200" b="1">
                <a:latin typeface="+mn-ea"/>
              </a:rPr>
              <a:t>매칭 알고리즘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및 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896568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3B27-A52C-6F62-884E-BDAEDEB7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F03813-B464-5255-D8C6-0CC166317660}"/>
              </a:ext>
            </a:extLst>
          </p:cNvPr>
          <p:cNvGrpSpPr/>
          <p:nvPr/>
        </p:nvGrpSpPr>
        <p:grpSpPr>
          <a:xfrm>
            <a:off x="7116705" y="2377945"/>
            <a:ext cx="1696047" cy="2963722"/>
            <a:chOff x="7302225" y="2858410"/>
            <a:chExt cx="1696047" cy="296372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63A998D-A0B1-C128-818B-575EA845BBBD}"/>
                </a:ext>
              </a:extLst>
            </p:cNvPr>
            <p:cNvSpPr/>
            <p:nvPr/>
          </p:nvSpPr>
          <p:spPr>
            <a:xfrm>
              <a:off x="7302225" y="2858410"/>
              <a:ext cx="1696047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7665C86-61B9-C5C8-2EBF-7E2314B7E375}"/>
                </a:ext>
              </a:extLst>
            </p:cNvPr>
            <p:cNvGrpSpPr/>
            <p:nvPr/>
          </p:nvGrpSpPr>
          <p:grpSpPr>
            <a:xfrm>
              <a:off x="7503654" y="3038319"/>
              <a:ext cx="1293189" cy="900000"/>
              <a:chOff x="8523851" y="1625702"/>
              <a:chExt cx="1080000" cy="90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5FCF87A-4173-50EE-4432-8D5B182C6F79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C46FD95-2768-963E-A4FF-72996D2407F9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944337B-C569-0140-851A-6C674BD12534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41BD0C8D-39FE-3CD4-4F0F-F61803E57157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610AFAC-FA4F-6150-6438-EAD14D728730}"/>
                </a:ext>
              </a:extLst>
            </p:cNvPr>
            <p:cNvGrpSpPr/>
            <p:nvPr/>
          </p:nvGrpSpPr>
          <p:grpSpPr>
            <a:xfrm>
              <a:off x="7503654" y="4085609"/>
              <a:ext cx="1293189" cy="1620000"/>
              <a:chOff x="8523851" y="2626812"/>
              <a:chExt cx="1080000" cy="1620000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2A51F3C3-456E-4B4B-21D9-346E9A972099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E208841C-A47B-2EBA-D5CC-1220AC9C7AC2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1D65E103-7536-6203-A988-669F86A7415E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061CA533-A973-756F-1C90-D241229143FF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0D9D3C5A-76F5-65F4-6D3E-887A2D9EBD01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F5F3DB6-1313-512D-5D86-42137697A523}"/>
              </a:ext>
            </a:extLst>
          </p:cNvPr>
          <p:cNvSpPr/>
          <p:nvPr/>
        </p:nvSpPr>
        <p:spPr>
          <a:xfrm>
            <a:off x="7009604" y="5474185"/>
            <a:ext cx="1910249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7F0125-FA96-6911-545B-7FB52083FFDF}"/>
              </a:ext>
            </a:extLst>
          </p:cNvPr>
          <p:cNvCxnSpPr>
            <a:cxnSpLocks/>
          </p:cNvCxnSpPr>
          <p:nvPr/>
        </p:nvCxnSpPr>
        <p:spPr>
          <a:xfrm>
            <a:off x="473548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A14B9C9-4B01-7C51-9D26-70D8701D3D95}"/>
              </a:ext>
            </a:extLst>
          </p:cNvPr>
          <p:cNvCxnSpPr>
            <a:cxnSpLocks/>
            <a:stCxn id="62" idx="4"/>
            <a:endCxn id="64" idx="0"/>
          </p:cNvCxnSpPr>
          <p:nvPr/>
        </p:nvCxnSpPr>
        <p:spPr>
          <a:xfrm>
            <a:off x="3313876" y="2961245"/>
            <a:ext cx="0" cy="1831725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D113B7-A132-7D16-A024-9B20A53BBED2}"/>
              </a:ext>
            </a:extLst>
          </p:cNvPr>
          <p:cNvSpPr/>
          <p:nvPr/>
        </p:nvSpPr>
        <p:spPr>
          <a:xfrm>
            <a:off x="2119435" y="3785306"/>
            <a:ext cx="558181" cy="53195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A9B909A-7919-025B-2575-12C0CBCFCFA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677616" y="4051283"/>
            <a:ext cx="1886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84699907-B567-C75E-53FB-A00E6A6391E1}"/>
              </a:ext>
            </a:extLst>
          </p:cNvPr>
          <p:cNvSpPr/>
          <p:nvPr/>
        </p:nvSpPr>
        <p:spPr>
          <a:xfrm>
            <a:off x="194484" y="2736473"/>
            <a:ext cx="735622" cy="5252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73DDDE9-509E-E5D6-7B47-7BEF024C4DF4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930106" y="2999077"/>
            <a:ext cx="56121" cy="359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BC1C7606-6FE4-A4C5-49E4-C12931641ECA}"/>
              </a:ext>
            </a:extLst>
          </p:cNvPr>
          <p:cNvSpPr/>
          <p:nvPr/>
        </p:nvSpPr>
        <p:spPr>
          <a:xfrm>
            <a:off x="3866646" y="2556217"/>
            <a:ext cx="55818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AEB26B0-3BD4-81EF-A52F-3D2943DB3E40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3805095" y="2788506"/>
            <a:ext cx="61551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2AD43CB-1514-931C-6502-C74C70B499B8}"/>
              </a:ext>
            </a:extLst>
          </p:cNvPr>
          <p:cNvSpPr/>
          <p:nvPr/>
        </p:nvSpPr>
        <p:spPr>
          <a:xfrm>
            <a:off x="986227" y="2882109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169C6EC-84B7-6BE9-3B17-296CB24F3524}"/>
              </a:ext>
            </a:extLst>
          </p:cNvPr>
          <p:cNvSpPr/>
          <p:nvPr/>
        </p:nvSpPr>
        <p:spPr>
          <a:xfrm>
            <a:off x="986227" y="3930723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F94E6AD-AA28-0EDF-8838-9CFD96E12ED0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856422" y="4051283"/>
            <a:ext cx="26301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A660BD06-F109-2593-8350-07AA2B60B862}"/>
              </a:ext>
            </a:extLst>
          </p:cNvPr>
          <p:cNvSpPr/>
          <p:nvPr/>
        </p:nvSpPr>
        <p:spPr>
          <a:xfrm>
            <a:off x="2866262" y="3878544"/>
            <a:ext cx="895227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I</a:t>
            </a:r>
            <a:endParaRPr lang="ko-KR" altLang="en-US" sz="9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6DFC897-D2EB-F5B4-CF90-94E6B8FA9C19}"/>
              </a:ext>
            </a:extLst>
          </p:cNvPr>
          <p:cNvSpPr/>
          <p:nvPr/>
        </p:nvSpPr>
        <p:spPr>
          <a:xfrm>
            <a:off x="2822657" y="2615767"/>
            <a:ext cx="982438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F</a:t>
            </a:r>
            <a:endParaRPr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8AC69FB-0C4A-1A76-A398-4ABCC22A9F31}"/>
              </a:ext>
            </a:extLst>
          </p:cNvPr>
          <p:cNvSpPr/>
          <p:nvPr/>
        </p:nvSpPr>
        <p:spPr>
          <a:xfrm>
            <a:off x="2988779" y="5311187"/>
            <a:ext cx="65019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E2CDAD5-D107-60B1-5CA9-F67218D9AB7C}"/>
              </a:ext>
            </a:extLst>
          </p:cNvPr>
          <p:cNvSpPr/>
          <p:nvPr/>
        </p:nvSpPr>
        <p:spPr>
          <a:xfrm>
            <a:off x="2822656" y="4792970"/>
            <a:ext cx="982439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M</a:t>
            </a:r>
            <a:endParaRPr lang="ko-KR" altLang="en-US" sz="9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7F14A71-4EFC-8359-3DE5-B5650C4843F4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>
            <a:off x="3313876" y="5138448"/>
            <a:ext cx="0" cy="1727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8FA365C-2282-B7FA-8E24-AA6B5B6B832E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1421325" y="3123229"/>
            <a:ext cx="0" cy="807494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74FF772-B936-1F24-90BF-B216F154E34E}"/>
              </a:ext>
            </a:extLst>
          </p:cNvPr>
          <p:cNvSpPr txBox="1"/>
          <p:nvPr/>
        </p:nvSpPr>
        <p:spPr>
          <a:xfrm>
            <a:off x="393206" y="1608840"/>
            <a:ext cx="4052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①</a:t>
            </a:r>
            <a:r>
              <a:rPr lang="ko-KR" altLang="en-US"/>
              <a:t>조립 부품</a:t>
            </a:r>
            <a:r>
              <a:rPr lang="en-US" altLang="ko-KR"/>
              <a:t> </a:t>
            </a:r>
            <a:r>
              <a:rPr lang="ko-KR" altLang="en-US"/>
              <a:t>정보 </a:t>
            </a:r>
            <a:r>
              <a:rPr lang="en-US" altLang="ko-KR"/>
              <a:t>+ </a:t>
            </a:r>
            <a:r>
              <a:rPr lang="ko-KR" altLang="en-US"/>
              <a:t>조립 목표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96761C-BD39-858C-51B1-F67E9DDD6C58}"/>
              </a:ext>
            </a:extLst>
          </p:cNvPr>
          <p:cNvSpPr/>
          <p:nvPr/>
        </p:nvSpPr>
        <p:spPr>
          <a:xfrm>
            <a:off x="5032137" y="5474185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C694F8-9AEB-97AA-045B-3385F36EC887}"/>
              </a:ext>
            </a:extLst>
          </p:cNvPr>
          <p:cNvCxnSpPr>
            <a:cxnSpLocks/>
          </p:cNvCxnSpPr>
          <p:nvPr/>
        </p:nvCxnSpPr>
        <p:spPr>
          <a:xfrm>
            <a:off x="939130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2AF6733-2621-6245-35A1-1CCF397C483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52BE5E2D-8273-3206-E3EA-BBFA6FC1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09262-FC42-294F-7B72-17290BBFE54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1132-94E5-18FE-6C21-E59ACF11083B}"/>
              </a:ext>
            </a:extLst>
          </p:cNvPr>
          <p:cNvSpPr txBox="1"/>
          <p:nvPr/>
        </p:nvSpPr>
        <p:spPr>
          <a:xfrm>
            <a:off x="5093426" y="1608840"/>
            <a:ext cx="3599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②</a:t>
            </a:r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2791B-A36A-51BD-BF5F-E9E3E3CD6657}"/>
              </a:ext>
            </a:extLst>
          </p:cNvPr>
          <p:cNvSpPr txBox="1"/>
          <p:nvPr/>
        </p:nvSpPr>
        <p:spPr>
          <a:xfrm>
            <a:off x="350982" y="716826"/>
            <a:ext cx="12542982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ea typeface="맑은 고딕"/>
              </a:rPr>
              <a:t>Planning </a:t>
            </a:r>
            <a:r>
              <a:rPr lang="ko-KR" altLang="en-US">
                <a:ea typeface="맑은 고딕"/>
              </a:rPr>
              <a:t>과정 개략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040D08B-34A6-5EAD-8175-D2FCB7BF1FFF}"/>
              </a:ext>
            </a:extLst>
          </p:cNvPr>
          <p:cNvSpPr/>
          <p:nvPr/>
        </p:nvSpPr>
        <p:spPr>
          <a:xfrm>
            <a:off x="5258527" y="2748661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C585CC-3541-9FCF-5FE4-B48B638FCFE7}"/>
              </a:ext>
            </a:extLst>
          </p:cNvPr>
          <p:cNvSpPr/>
          <p:nvPr/>
        </p:nvSpPr>
        <p:spPr>
          <a:xfrm>
            <a:off x="5420602" y="3368442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C35EE3-9315-3C8D-DA7D-16C328BA7DF2}"/>
              </a:ext>
            </a:extLst>
          </p:cNvPr>
          <p:cNvSpPr/>
          <p:nvPr/>
        </p:nvSpPr>
        <p:spPr>
          <a:xfrm>
            <a:off x="5420602" y="3763555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EC2D257-CD48-32FB-E22B-D34581922638}"/>
              </a:ext>
            </a:extLst>
          </p:cNvPr>
          <p:cNvSpPr/>
          <p:nvPr/>
        </p:nvSpPr>
        <p:spPr>
          <a:xfrm>
            <a:off x="5420602" y="415866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A76F7E-3A37-9BD6-650C-9813CE6197A9}"/>
              </a:ext>
            </a:extLst>
          </p:cNvPr>
          <p:cNvSpPr/>
          <p:nvPr/>
        </p:nvSpPr>
        <p:spPr>
          <a:xfrm>
            <a:off x="5420602" y="286532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2A4E62-317A-AD2D-52BE-5398D7BD02D3}"/>
              </a:ext>
            </a:extLst>
          </p:cNvPr>
          <p:cNvSpPr/>
          <p:nvPr/>
        </p:nvSpPr>
        <p:spPr>
          <a:xfrm>
            <a:off x="5420602" y="4661780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2E5051C-F716-A575-BEC7-D193F8365DF1}"/>
              </a:ext>
            </a:extLst>
          </p:cNvPr>
          <p:cNvGraphicFramePr>
            <a:graphicFrameLocks noGrp="1"/>
          </p:cNvGraphicFramePr>
          <p:nvPr/>
        </p:nvGraphicFramePr>
        <p:xfrm>
          <a:off x="9697455" y="222548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2E9359-1F3D-6506-054C-464A8B474F28}"/>
              </a:ext>
            </a:extLst>
          </p:cNvPr>
          <p:cNvGrpSpPr/>
          <p:nvPr/>
        </p:nvGrpSpPr>
        <p:grpSpPr>
          <a:xfrm>
            <a:off x="10411196" y="3850928"/>
            <a:ext cx="1404578" cy="1620000"/>
            <a:chOff x="8523851" y="2626812"/>
            <a:chExt cx="1080000" cy="16200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774D7AD-8DEC-314A-6535-C5EED2E9210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D3A99CA-F965-819F-15ED-BC57AFDE50C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DABFF47-86D9-23BA-C6E8-910D0E71B90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6D3595B-34B4-860B-611A-1B0B85713911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1B5B196-C8D7-EEBB-DB82-761ACA524A7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6F596A5-7F40-B209-ACF9-20D5E6472532}"/>
              </a:ext>
            </a:extLst>
          </p:cNvPr>
          <p:cNvGrpSpPr/>
          <p:nvPr/>
        </p:nvGrpSpPr>
        <p:grpSpPr>
          <a:xfrm>
            <a:off x="10411196" y="2759990"/>
            <a:ext cx="1404578" cy="900000"/>
            <a:chOff x="8523851" y="1625702"/>
            <a:chExt cx="1080000" cy="900000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EBD74C2-EC06-DFB7-4C77-0DAB23BC9D6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4CE143F-55AD-6725-69BB-51A99B8EA39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305C144C-08F1-564D-3B46-C3938814183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32D2B9D7-0E88-7503-80FD-1F6682BF5614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1946330-8596-D930-1498-AEB5FFB55694}"/>
              </a:ext>
            </a:extLst>
          </p:cNvPr>
          <p:cNvSpPr txBox="1"/>
          <p:nvPr/>
        </p:nvSpPr>
        <p:spPr>
          <a:xfrm>
            <a:off x="9622996" y="1608840"/>
            <a:ext cx="235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③</a:t>
            </a:r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385482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2BC3-A04B-1C81-D637-8D9B7B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25E4452C-9F55-203C-163F-13A43385A2F9}"/>
              </a:ext>
            </a:extLst>
          </p:cNvPr>
          <p:cNvSpPr txBox="1"/>
          <p:nvPr/>
        </p:nvSpPr>
        <p:spPr>
          <a:xfrm>
            <a:off x="8398940" y="3515079"/>
            <a:ext cx="33147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/>
              <a:t>{</a:t>
            </a:r>
            <a:r>
              <a:rPr lang="ko-KR" altLang="en-US" sz="1400"/>
              <a:t>도어 </a:t>
            </a:r>
            <a:r>
              <a:rPr lang="ko-KR" altLang="en-US" sz="1400" err="1"/>
              <a:t>체커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{nut type C,</a:t>
            </a:r>
            <a:r>
              <a:rPr lang="ko-KR" altLang="en-US" sz="1400"/>
              <a:t> </a:t>
            </a:r>
            <a:r>
              <a:rPr lang="ko-KR" altLang="en-US" sz="1400" err="1"/>
              <a:t>가조립</a:t>
            </a:r>
            <a:r>
              <a:rPr lang="ko-KR" altLang="en-US" sz="1400"/>
              <a:t> </a:t>
            </a:r>
            <a:r>
              <a:rPr lang="en-US" altLang="ko-KR" sz="1400"/>
              <a:t>1}, 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볼트</a:t>
            </a:r>
            <a:r>
              <a:rPr lang="en-US" altLang="ko-KR" sz="1400"/>
              <a:t> type D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endParaRPr lang="en-US" altLang="ko-KR" sz="1400"/>
          </a:p>
          <a:p>
            <a:endParaRPr lang="ko-KR" altLang="en-US" sz="140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3D71419-05D4-9B8B-4374-E4D03B7FB47F}"/>
              </a:ext>
            </a:extLst>
          </p:cNvPr>
          <p:cNvSpPr/>
          <p:nvPr/>
        </p:nvSpPr>
        <p:spPr>
          <a:xfrm>
            <a:off x="5397566" y="3537647"/>
            <a:ext cx="1752600" cy="1634493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DB6F3A9-C644-6E7C-27C7-5C9C3B4FB5D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77247" y="4354894"/>
            <a:ext cx="1620319" cy="7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732A310-B242-6485-7B0E-B9A8D492DA5C}"/>
              </a:ext>
            </a:extLst>
          </p:cNvPr>
          <p:cNvCxnSpPr>
            <a:cxnSpLocks/>
            <a:stCxn id="56" idx="3"/>
            <a:endCxn id="99" idx="1"/>
          </p:cNvCxnSpPr>
          <p:nvPr/>
        </p:nvCxnSpPr>
        <p:spPr>
          <a:xfrm flipV="1">
            <a:off x="7150166" y="4348682"/>
            <a:ext cx="1248774" cy="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F258BB4-B93A-6160-5BC7-04BEC4B93D65}"/>
              </a:ext>
            </a:extLst>
          </p:cNvPr>
          <p:cNvSpPr/>
          <p:nvPr/>
        </p:nvSpPr>
        <p:spPr>
          <a:xfrm>
            <a:off x="8398940" y="3404243"/>
            <a:ext cx="2381250" cy="188887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75C05AD-A14C-C021-7956-0560F9E98FF0}"/>
              </a:ext>
            </a:extLst>
          </p:cNvPr>
          <p:cNvSpPr/>
          <p:nvPr/>
        </p:nvSpPr>
        <p:spPr>
          <a:xfrm>
            <a:off x="8428670" y="3207101"/>
            <a:ext cx="1537277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공법서 형태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733794-F980-34F7-5C0F-3DBB7F6484EA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7DC7B6A-0871-D798-1480-8983CFD5EB7D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EAAD755-C018-AE5C-6BC2-F0D27E369C2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F992537-7DD6-9800-927F-86A026D45420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7650DBDE-5F17-BCB1-9DC4-9C1763D7479A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7F27381-BE69-160F-62A8-03960354BD0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6D6758E-FB9F-A686-B970-739A30980E73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E2E52A-3070-C155-DB00-90510FBA4320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25E9334-0111-460D-E14A-986DF31F903F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A2B238C-0487-D25D-6A78-5978EE75C418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C085242A-3653-9927-BA1B-422FE32D5713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82A8BE7C-EC5D-E1D3-F642-8ACD89CC2782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38DB4A4-2CD7-A603-D9ED-350E7D7E3AE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1">
            <a:extLst>
              <a:ext uri="{FF2B5EF4-FFF2-40B4-BE49-F238E27FC236}">
                <a16:creationId xmlns:a16="http://schemas.microsoft.com/office/drawing/2014/main" id="{32D886E4-F1CB-1244-C366-E677FB7A9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2FCD8-FF9D-FDA9-A604-4DBA4BD5E8DC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0C6A8-132A-743D-5D64-38BD3A39EFD1}"/>
              </a:ext>
            </a:extLst>
          </p:cNvPr>
          <p:cNvSpPr txBox="1"/>
          <p:nvPr/>
        </p:nvSpPr>
        <p:spPr>
          <a:xfrm>
            <a:off x="350982" y="30947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공법서 변환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71537E-B6A4-11BA-3F4B-B886FDDB6108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D8556E-D247-702B-5488-6345F9148AC4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6B69B0-ABEF-BD3D-60D0-2348D44945F0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BE66FD-E5F7-76CA-4BD4-C10112F961D4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0F7860-AD62-6C38-EBC3-7BB9AC8E394D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286355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2053</Words>
  <Application>Microsoft Office PowerPoint</Application>
  <PresentationFormat>와이드스크린</PresentationFormat>
  <Paragraphs>552</Paragraphs>
  <Slides>30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237</cp:revision>
  <dcterms:modified xsi:type="dcterms:W3CDTF">2025-11-21T05:54:21Z</dcterms:modified>
</cp:coreProperties>
</file>