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57"/>
  </p:notesMasterIdLst>
  <p:sldIdLst>
    <p:sldId id="256" r:id="rId3"/>
    <p:sldId id="257" r:id="rId4"/>
    <p:sldId id="343" r:id="rId5"/>
    <p:sldId id="2419" r:id="rId6"/>
    <p:sldId id="2420" r:id="rId7"/>
    <p:sldId id="2411" r:id="rId8"/>
    <p:sldId id="2412" r:id="rId9"/>
    <p:sldId id="2413" r:id="rId10"/>
    <p:sldId id="2414" r:id="rId11"/>
    <p:sldId id="2415" r:id="rId12"/>
    <p:sldId id="2410" r:id="rId13"/>
    <p:sldId id="2405" r:id="rId14"/>
    <p:sldId id="2406" r:id="rId15"/>
    <p:sldId id="2407" r:id="rId16"/>
    <p:sldId id="2408" r:id="rId17"/>
    <p:sldId id="2409" r:id="rId18"/>
    <p:sldId id="342" r:id="rId19"/>
    <p:sldId id="340" r:id="rId20"/>
    <p:sldId id="339" r:id="rId21"/>
    <p:sldId id="336" r:id="rId22"/>
    <p:sldId id="337" r:id="rId23"/>
    <p:sldId id="338" r:id="rId24"/>
    <p:sldId id="316" r:id="rId25"/>
    <p:sldId id="294" r:id="rId26"/>
    <p:sldId id="260" r:id="rId27"/>
    <p:sldId id="293" r:id="rId28"/>
    <p:sldId id="324" r:id="rId29"/>
    <p:sldId id="325" r:id="rId30"/>
    <p:sldId id="311" r:id="rId31"/>
    <p:sldId id="317" r:id="rId32"/>
    <p:sldId id="318" r:id="rId33"/>
    <p:sldId id="319" r:id="rId34"/>
    <p:sldId id="326" r:id="rId35"/>
    <p:sldId id="327" r:id="rId36"/>
    <p:sldId id="312" r:id="rId37"/>
    <p:sldId id="328" r:id="rId38"/>
    <p:sldId id="298" r:id="rId39"/>
    <p:sldId id="295" r:id="rId40"/>
    <p:sldId id="299" r:id="rId41"/>
    <p:sldId id="297" r:id="rId42"/>
    <p:sldId id="306" r:id="rId43"/>
    <p:sldId id="304" r:id="rId44"/>
    <p:sldId id="310" r:id="rId45"/>
    <p:sldId id="315" r:id="rId46"/>
    <p:sldId id="273" r:id="rId47"/>
    <p:sldId id="303" r:id="rId48"/>
    <p:sldId id="261" r:id="rId49"/>
    <p:sldId id="262" r:id="rId50"/>
    <p:sldId id="263" r:id="rId51"/>
    <p:sldId id="264" r:id="rId52"/>
    <p:sldId id="265" r:id="rId53"/>
    <p:sldId id="266" r:id="rId54"/>
    <p:sldId id="267" r:id="rId55"/>
    <p:sldId id="268" r:id="rId56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9A9"/>
    <a:srgbClr val="FFB7D1"/>
    <a:srgbClr val="FF85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6242" autoAdjust="0"/>
  </p:normalViewPr>
  <p:slideViewPr>
    <p:cSldViewPr snapToGrid="0">
      <p:cViewPr varScale="1">
        <p:scale>
          <a:sx n="104" d="100"/>
          <a:sy n="104" d="100"/>
        </p:scale>
        <p:origin x="114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tableStyles" Target="tableStyles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E6CCC-38E3-27D9-4410-C86FAD8C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E428DD-FEF9-78DB-14FC-593792764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96CA154-C9C5-07B6-BE48-A6A39EB522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B757FA-B9BB-317D-B7F6-64771525A3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0323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F0D1-1EB4-5E7B-72DD-1C2261D73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D1F651-F07C-A7B6-36B8-BACD68C76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44463" y="769938"/>
            <a:ext cx="681672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356958A-0B74-BBF0-D45E-E38DF747B7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1A66E8-266C-26D5-6A70-EFB46BDE8A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5590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BA0AB-9CC8-921E-A16C-A2C2D05A1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35F8C2-ADE1-2B70-142E-AA87F79FF0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F73C536-459F-793A-832B-2DEF2EFFA2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E84B34-4387-66C7-3409-EBB45C8EA5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7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7340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9B51C-C81C-F448-8BE7-5D767C2CA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A3FA1E-6220-7FDE-C80A-23DB138804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50BE24-A4B1-F4AD-FA3C-E30A79EAE8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54BD6B-3C96-EA72-554A-FAA183387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8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96282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427C-FD7E-15A1-0A29-DDEAE9C93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1633D6-8616-4682-048F-988C9E9D5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6FE688-9DCE-ECA1-C25F-9487F4CC63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7391227-0F5A-60DC-2400-973989584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9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4915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69752-9304-ED47-2955-7CAF80E18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6D4EE82-CE30-BF69-B6EC-08F59288F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C04B67-BE11-9149-BDA5-595AF75C7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7F52C-CA97-E5A3-7FA3-CCDF6D216A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10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09559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3ED8-4E74-0F4B-887E-C5F7FDDC1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DA147C4-B075-06C1-DDFD-94E736B9D4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3C1F110-1BD1-A65B-4AB9-E559571F8F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03E115-9B94-49B7-E592-861D184C1F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12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13559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8BE42-4EFD-77ED-46E8-2AC1FE3AB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BAC6E5-1DB7-4B71-CBA3-D2B815B7D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CCF097-B240-6BDB-4B0E-125EE6A5F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68709A-2B4B-E645-3366-8839BFDA2F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13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44065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59103-73B4-72C4-7305-5619D3E28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333694-D94D-2860-B561-BA5BCDA2C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F3CDE7-4306-3537-7C69-EBD2C5A2D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90B0B-D11A-2194-6953-A998BC4D4C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14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5306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9E1F4-C729-8337-019A-C5175F56A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11BD1AB-70B7-DC45-6BF8-7B972AE2E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28EED1-82C8-06D7-B5EB-67DA236AB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CE58E5-E9B5-0ED6-14B4-245CAFB719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15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67004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70A5F-1217-6FA8-BEB6-192DA7616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4A987C7-57DB-ECF3-1A33-1D60AA4555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82638" y="769938"/>
            <a:ext cx="5540375" cy="38354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CD3C19-E279-6255-53B6-DBE0444A08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350D253-D523-EE9B-269E-80A00B0CA9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>
                <a:solidFill>
                  <a:srgbClr val="000000"/>
                </a:solidFill>
              </a:rPr>
              <a:pPr>
                <a:defRPr/>
              </a:pPr>
              <a:t>16</a:t>
            </a:fld>
            <a:endParaRPr lang="en-US" altLang="ko-KR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94428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27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28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5066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C5CA4-E310-25C3-5463-76228848A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63E57-1802-1767-D671-B5C6F36B6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DCD3F1-D6E7-5B27-F0E7-467FB9256E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9BC1C5-C2C7-BF4D-1DEE-0249ACF93B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604988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45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46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2025-11-24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244748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7738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2025-11-24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microsoft.com/office/2007/relationships/hdphoto" Target="../media/hdphoto2.wdp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15.sv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8.svg"/><Relationship Id="rId11" Type="http://schemas.openxmlformats.org/officeDocument/2006/relationships/image" Target="../media/image12.png"/><Relationship Id="rId5" Type="http://schemas.openxmlformats.org/officeDocument/2006/relationships/image" Target="../media/image7.png"/><Relationship Id="rId15" Type="http://schemas.openxmlformats.org/officeDocument/2006/relationships/image" Target="../media/image14.png"/><Relationship Id="rId10" Type="http://schemas.microsoft.com/office/2007/relationships/hdphoto" Target="../media/hdphoto1.wdp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microsoft.com/office/2007/relationships/hdphoto" Target="../media/hdphoto3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9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7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4.wdp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6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5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7" Type="http://schemas.openxmlformats.org/officeDocument/2006/relationships/image" Target="../media/image29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8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7" Type="http://schemas.openxmlformats.org/officeDocument/2006/relationships/image" Target="../media/image21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8.xml"/><Relationship Id="rId6" Type="http://schemas.openxmlformats.org/officeDocument/2006/relationships/image" Target="../media/image2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8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8.xml"/><Relationship Id="rId4" Type="http://schemas.openxmlformats.org/officeDocument/2006/relationships/image" Target="../media/image2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2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3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40.sv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0858228"/>
              </p:ext>
            </p:extLst>
          </p:nvPr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EB23F-031C-BB1C-070E-0573F98E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BBB28F-08BF-2E99-6D32-D68ADFCE8B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F225C6C-33B5-0A82-50E4-AAF33A56581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25771B99-FA2D-2C8B-0BBE-000159873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7B15A07C-3C17-D214-5B63-7CDF2B2994E7}"/>
              </a:ext>
            </a:extLst>
          </p:cNvPr>
          <p:cNvGraphicFramePr>
            <a:graphicFrameLocks noGrp="1"/>
          </p:cNvGraphicFramePr>
          <p:nvPr/>
        </p:nvGraphicFramePr>
        <p:xfrm>
          <a:off x="6493885" y="4762683"/>
          <a:ext cx="1290660" cy="1703573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6545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4747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932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1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5595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2</a:t>
                      </a:r>
                      <a:endParaRPr lang="ko-KR" altLang="en-US" sz="8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068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/>
                        <a:t>3</a:t>
                      </a:r>
                      <a:endParaRPr lang="ko-KR" altLang="en-US" sz="8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b="1" dirty="0"/>
                        <a:t>⁝</a:t>
                      </a:r>
                      <a:endParaRPr lang="ko-KR" altLang="en-US" sz="8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D7689BF4-DAA1-DA1F-D276-D2ADEFAAFD94}"/>
              </a:ext>
            </a:extLst>
          </p:cNvPr>
          <p:cNvGrpSpPr/>
          <p:nvPr/>
        </p:nvGrpSpPr>
        <p:grpSpPr>
          <a:xfrm>
            <a:off x="6983978" y="5043252"/>
            <a:ext cx="783798" cy="517711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F9C5DA5B-1C5F-2FCC-06FC-3FB0341B334D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9AE8F636-85A6-A61E-21BA-824E16827A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EC56CFC9-4494-6A05-528F-5A628F13559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나사구멍</a:t>
                </a: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60E5AC-54B0-B2F7-A379-3E0562E9A45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  <a:endParaRPr lang="en-US" altLang="ko-KR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8225C8E0-E6EE-71D8-9855-7D65474FCC9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너트</a:t>
                </a:r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B4AD9699-444C-4F88-4A74-EBC1D49F22FC}"/>
              </a:ext>
            </a:extLst>
          </p:cNvPr>
          <p:cNvGrpSpPr/>
          <p:nvPr/>
        </p:nvGrpSpPr>
        <p:grpSpPr>
          <a:xfrm>
            <a:off x="7026062" y="5633478"/>
            <a:ext cx="715093" cy="485167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D185BAAA-F605-B6DD-3855-A78FD47FDFE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B7B58C63-3CA0-3521-AF1C-747926D4A56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A5155BA4-E65B-D14E-479B-68BCEB237FC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/>
                  <a:t>볼트</a:t>
                </a:r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68B94B6C-1562-3313-9C11-1A04EB1E5A99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ko-KR" altLang="en-US" sz="800" dirty="0" err="1"/>
                  <a:t>나사탭</a:t>
                </a:r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A2B4B0E2-6E43-A047-B54C-4B8400AA935D}"/>
              </a:ext>
            </a:extLst>
          </p:cNvPr>
          <p:cNvSpPr txBox="1"/>
          <p:nvPr/>
        </p:nvSpPr>
        <p:spPr>
          <a:xfrm>
            <a:off x="6266025" y="6477609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부품</a:t>
            </a:r>
            <a:r>
              <a:rPr lang="ko-KR" altLang="en-US" sz="1000" dirty="0"/>
              <a:t> 기준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C49A94FB-4B5C-9850-582E-F275D39A261E}"/>
              </a:ext>
            </a:extLst>
          </p:cNvPr>
          <p:cNvSpPr/>
          <p:nvPr/>
        </p:nvSpPr>
        <p:spPr>
          <a:xfrm>
            <a:off x="8442799" y="5535003"/>
            <a:ext cx="1138968" cy="560922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공법서 변환 </a:t>
            </a:r>
            <a:r>
              <a:rPr lang="ko-KR" altLang="en-US" sz="1200" b="1" dirty="0" err="1"/>
              <a:t>어뎁터</a:t>
            </a:r>
            <a:endParaRPr lang="ko-KR" altLang="en-US" sz="1200" b="1" dirty="0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BEFA1DFE-37F1-6CC1-EB2C-0F90BF529959}"/>
              </a:ext>
            </a:extLst>
          </p:cNvPr>
          <p:cNvGrpSpPr/>
          <p:nvPr/>
        </p:nvGrpSpPr>
        <p:grpSpPr>
          <a:xfrm>
            <a:off x="10139938" y="5006304"/>
            <a:ext cx="1606585" cy="1485109"/>
            <a:chOff x="9452164" y="3184556"/>
            <a:chExt cx="2475163" cy="2131186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A49AE89C-907B-31D9-EFF2-FF4A76B13682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>
                <a:gd name="adj" fmla="val 8886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221FEC13-0AC5-997E-F80C-37F8D3C4A769}"/>
                </a:ext>
              </a:extLst>
            </p:cNvPr>
            <p:cNvSpPr/>
            <p:nvPr/>
          </p:nvSpPr>
          <p:spPr>
            <a:xfrm>
              <a:off x="9452164" y="3184556"/>
              <a:ext cx="1614259" cy="35016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출력</a:t>
              </a:r>
              <a:endParaRPr lang="ko-KR" altLang="en-US" sz="1200" dirty="0"/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2274DD75-6C72-265C-85E6-06B046ED8550}"/>
                </a:ext>
              </a:extLst>
            </p:cNvPr>
            <p:cNvSpPr txBox="1"/>
            <p:nvPr/>
          </p:nvSpPr>
          <p:spPr>
            <a:xfrm>
              <a:off x="9546077" y="3560101"/>
              <a:ext cx="2207541" cy="175564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</a:t>
              </a:r>
              <a:r>
                <a:rPr lang="ko-KR" altLang="en-US" sz="1050" dirty="0"/>
                <a:t> </a:t>
              </a:r>
              <a:r>
                <a:rPr lang="ko-KR" altLang="en-US" sz="1050" b="1" dirty="0" err="1"/>
                <a:t>가조립</a:t>
              </a:r>
              <a:r>
                <a:rPr lang="ko-KR" altLang="en-US" sz="1050" b="1" dirty="0"/>
                <a:t>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}, 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너트</a:t>
              </a:r>
              <a:r>
                <a:rPr lang="en-US" altLang="ko-KR" sz="1050" dirty="0"/>
                <a:t>-C,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b="1" dirty="0"/>
                <a:t>잡음</a:t>
              </a:r>
              <a:r>
                <a:rPr lang="en-US" altLang="ko-KR" sz="1050" b="1" dirty="0"/>
                <a:t>/</a:t>
              </a:r>
              <a:r>
                <a:rPr lang="ko-KR" altLang="en-US" sz="1050" b="1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-D, </a:t>
              </a:r>
              <a:r>
                <a:rPr lang="ko-KR" altLang="en-US" sz="1050" b="1" dirty="0"/>
                <a:t>체결 </a:t>
              </a:r>
              <a:r>
                <a:rPr lang="en-US" altLang="ko-KR" sz="1050" b="1" dirty="0"/>
                <a:t>1</a:t>
              </a:r>
              <a:r>
                <a:rPr lang="en-US" altLang="ko-KR" sz="1050" dirty="0"/>
                <a:t>}</a:t>
              </a:r>
            </a:p>
          </p:txBody>
        </p:sp>
      </p:grp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0EDD64A6-776E-1E08-0F7B-937B2C8CEBAE}"/>
              </a:ext>
            </a:extLst>
          </p:cNvPr>
          <p:cNvSpPr/>
          <p:nvPr/>
        </p:nvSpPr>
        <p:spPr>
          <a:xfrm>
            <a:off x="6636289" y="2574828"/>
            <a:ext cx="4950570" cy="1885430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DB56A981-25D5-D084-5D77-1A7885666929}"/>
              </a:ext>
            </a:extLst>
          </p:cNvPr>
          <p:cNvGrpSpPr/>
          <p:nvPr/>
        </p:nvGrpSpPr>
        <p:grpSpPr>
          <a:xfrm>
            <a:off x="6678876" y="2660333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77E3E67B-ECAB-993F-F53E-C8BA95AC88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31A9C87-83B8-0088-8289-C24DC14A7C0E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3E029F4-E12F-86E0-F363-10F97D98CCE0}"/>
              </a:ext>
            </a:extLst>
          </p:cNvPr>
          <p:cNvSpPr/>
          <p:nvPr/>
        </p:nvSpPr>
        <p:spPr>
          <a:xfrm>
            <a:off x="6772559" y="310185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826D37E2-D6EC-0298-B634-280288E7EB17}"/>
              </a:ext>
            </a:extLst>
          </p:cNvPr>
          <p:cNvSpPr/>
          <p:nvPr/>
        </p:nvSpPr>
        <p:spPr>
          <a:xfrm>
            <a:off x="8130599" y="3081093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시스템</a:t>
            </a:r>
            <a:endParaRPr lang="en-US" altLang="ko-KR" sz="1000" dirty="0"/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5A94DC0-0B03-B81A-79F5-17E7829A669A}"/>
              </a:ext>
            </a:extLst>
          </p:cNvPr>
          <p:cNvSpPr/>
          <p:nvPr/>
        </p:nvSpPr>
        <p:spPr>
          <a:xfrm>
            <a:off x="9818487" y="3088501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5AD408CC-7E5F-561B-1AD7-38DCC80A5826}"/>
              </a:ext>
            </a:extLst>
          </p:cNvPr>
          <p:cNvSpPr/>
          <p:nvPr/>
        </p:nvSpPr>
        <p:spPr>
          <a:xfrm>
            <a:off x="5766691" y="2583442"/>
            <a:ext cx="362163" cy="207900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A2DFD61-E82A-882B-E16C-A3E4CCD1921B}"/>
              </a:ext>
            </a:extLst>
          </p:cNvPr>
          <p:cNvGrpSpPr/>
          <p:nvPr/>
        </p:nvGrpSpPr>
        <p:grpSpPr>
          <a:xfrm>
            <a:off x="9133561" y="1255515"/>
            <a:ext cx="1308643" cy="95530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BF5FF673-E3A9-D67A-519B-AB43BE9116A7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44FF6C79-0407-694E-9093-644378BD210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B5C3A193-3723-2636-5980-04A882BE704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846119C-1102-FF9F-6E04-700CF545FC0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55A9F666-3F6B-459A-A544-BF3B78308643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B4B1A0B3-A4FE-2130-95AD-BC05CBA6E933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AE4D99C4-D9F4-9BDA-6BC8-651F8CAC7E6B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773F15F1-C422-DBDD-AE63-EA60F8872957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7C88EBC-2B7C-63E4-6DB8-4C53A555A6D6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A55182B-4F66-8249-F4F8-3E0291E927E8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6A710B49-0A53-981D-C4A6-B0FF0A0FA82E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F80B14CA-E710-74F8-9306-13573B632A2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B4BFE94-9835-DB67-72AA-83117DC4B0AA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1C4B5E2E-1EEC-CDC0-1004-4A0B541A41B1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E316EDDD-E704-FFA1-06D6-3E58C3AC0BC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CDF4FB99-1CE1-7FD5-CAC5-9574E1139FD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01C6AAF-E223-AE89-C162-578CD6CD08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B9547FFA-CD54-7956-07CE-C2B9C5F8D7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F2E61AB7-4D2F-440D-2E52-4DD339F3BC4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FCE8E24F-7ED7-37CE-C419-58B85909E9B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B8E674FE-99E9-B88C-B683-A8D8E019458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636DB42F-B338-006F-D078-281C917486F4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D90E14DB-3AF2-A1B9-54F1-8253104C1921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775AD21-B7E3-292B-D14F-F88BBAC64F9C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666831A7-8A34-BCC5-944A-C61B7CD9D49C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DD9E799B-FDF5-70E3-A28A-8519ABD43C13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189E5D82-79A5-88B1-2070-B44C0ED49F97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8094A82-55D3-3DBC-C6FA-176AE524D1FE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FFA36AD0-5F06-BB1A-0EAB-29C9FB26141E}"/>
              </a:ext>
            </a:extLst>
          </p:cNvPr>
          <p:cNvGrpSpPr/>
          <p:nvPr/>
        </p:nvGrpSpPr>
        <p:grpSpPr>
          <a:xfrm>
            <a:off x="10405300" y="1272532"/>
            <a:ext cx="1525175" cy="999873"/>
            <a:chOff x="2438097" y="1177547"/>
            <a:chExt cx="1525175" cy="999873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D55E5CBA-D1C1-F7DD-3FD2-DDB49BB77F45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73704671-9775-4468-C329-D2FA0C960C50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00836A29-D738-00DC-E0BD-CBFB4BD952F7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68BB3E26-F247-9FBC-BA2E-D2546BF1602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437780D1-1E6B-D753-4B8D-120799764134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AD2FF627-F3BC-57EB-79B3-276374C891A8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0F8AADDD-7BFB-2C92-AF44-E0710868CEC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771E60E2-E01B-E854-DCD2-3BCCCFF9A6D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663F5D7-AB4A-775C-A907-C14F3AA47B6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54D9DA19-4E76-75F5-B11F-BCC195710231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44EC00D-7DA0-22F4-4B2E-600D21AF61DC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098DEE70-FB6F-3BB9-D6AB-06F31080771B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E85678F-4570-6C93-F29F-7AFB62A43BB3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D8D20DDD-733B-CB4C-76CB-AD12EEC1468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F1B5B7C-0567-1977-E43E-EC65DB2EDB75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67C0265C-4E06-97DC-356D-4190194698E3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FA71F3-C5D9-4896-6E82-181FB556054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E8CFFEF-43C8-6B5C-F729-9504918807BE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3B8C339C-1995-23C6-91FB-3E2B47B317AA}"/>
              </a:ext>
            </a:extLst>
          </p:cNvPr>
          <p:cNvSpPr/>
          <p:nvPr/>
        </p:nvSpPr>
        <p:spPr>
          <a:xfrm>
            <a:off x="7989543" y="5501591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8B61D2E5-4592-AD73-C096-F4F074C8964E}"/>
              </a:ext>
            </a:extLst>
          </p:cNvPr>
          <p:cNvSpPr/>
          <p:nvPr/>
        </p:nvSpPr>
        <p:spPr>
          <a:xfrm>
            <a:off x="9772123" y="5538693"/>
            <a:ext cx="314859" cy="590644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BCA8E2FA-10E5-7524-5584-904C110D0546}"/>
              </a:ext>
            </a:extLst>
          </p:cNvPr>
          <p:cNvGrpSpPr/>
          <p:nvPr/>
        </p:nvGrpSpPr>
        <p:grpSpPr>
          <a:xfrm>
            <a:off x="866677" y="5598359"/>
            <a:ext cx="2453484" cy="1170835"/>
            <a:chOff x="983719" y="5744659"/>
            <a:chExt cx="2453484" cy="1170835"/>
          </a:xfrm>
        </p:grpSpPr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10DF583E-DAD4-DD87-BFD3-C8D5D70F5DDE}"/>
                </a:ext>
              </a:extLst>
            </p:cNvPr>
            <p:cNvGrpSpPr/>
            <p:nvPr/>
          </p:nvGrpSpPr>
          <p:grpSpPr>
            <a:xfrm>
              <a:off x="1652753" y="5744659"/>
              <a:ext cx="1115416" cy="689120"/>
              <a:chOff x="1299418" y="1152609"/>
              <a:chExt cx="1544859" cy="1004487"/>
            </a:xfrm>
          </p:grpSpPr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BDEEB529-66A9-4C6A-33DC-1465E839E70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5204C805-AE50-3F9D-C67C-15C16060A445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18B34817-D281-AFCC-5C06-6351403A5AD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D3973ECB-ED2B-3D93-C4E0-387BDD564273}"/>
                    </a:ext>
                  </a:extLst>
                </p:cNvPr>
                <p:cNvCxnSpPr>
                  <a:cxnSpLocks/>
                  <a:endCxn id="6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6CE2A386-66FE-B560-1755-679A74C4814B}"/>
                    </a:ext>
                  </a:extLst>
                </p:cNvPr>
                <p:cNvCxnSpPr>
                  <a:cxnSpLocks/>
                  <a:stCxn id="63" idx="2"/>
                  <a:endCxn id="6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66" name="그룹 65">
                  <a:extLst>
                    <a:ext uri="{FF2B5EF4-FFF2-40B4-BE49-F238E27FC236}">
                      <a16:creationId xmlns:a16="http://schemas.microsoft.com/office/drawing/2014/main" id="{7FAC5876-EE0B-8FDA-AF8B-B27C90BB2EE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6239ACD3-EB06-349F-14CF-206E5374F1E3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13C37F3F-33FE-417F-DCB1-599A5034958A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69" name="타원 68">
                    <a:extLst>
                      <a:ext uri="{FF2B5EF4-FFF2-40B4-BE49-F238E27FC236}">
                        <a16:creationId xmlns:a16="http://schemas.microsoft.com/office/drawing/2014/main" id="{33CB3F0A-BE52-7B25-E721-D0A57588231F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D3E9B72-C401-6737-E0AB-4E0B9E5EE81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43" name="그룹 42">
                <a:extLst>
                  <a:ext uri="{FF2B5EF4-FFF2-40B4-BE49-F238E27FC236}">
                    <a16:creationId xmlns:a16="http://schemas.microsoft.com/office/drawing/2014/main" id="{EB4E7AF8-2298-5A97-4941-55CCDCC725A4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8FADD8F4-CDA5-E3B2-CF68-4BC81D11ED1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45" name="그룹 44">
                  <a:extLst>
                    <a:ext uri="{FF2B5EF4-FFF2-40B4-BE49-F238E27FC236}">
                      <a16:creationId xmlns:a16="http://schemas.microsoft.com/office/drawing/2014/main" id="{8018E97B-66A5-D5F9-03A2-ABB783D5D956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55" name="사각형: 둥근 모서리 54">
                    <a:extLst>
                      <a:ext uri="{FF2B5EF4-FFF2-40B4-BE49-F238E27FC236}">
                        <a16:creationId xmlns:a16="http://schemas.microsoft.com/office/drawing/2014/main" id="{8B90B604-C71C-776F-3A5E-B50900CC2E2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56" name="그룹 55">
                    <a:extLst>
                      <a:ext uri="{FF2B5EF4-FFF2-40B4-BE49-F238E27FC236}">
                        <a16:creationId xmlns:a16="http://schemas.microsoft.com/office/drawing/2014/main" id="{E292B3EE-8DA5-C40A-D5B6-12E687F31474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58" name="타원 57">
                      <a:extLst>
                        <a:ext uri="{FF2B5EF4-FFF2-40B4-BE49-F238E27FC236}">
                          <a16:creationId xmlns:a16="http://schemas.microsoft.com/office/drawing/2014/main" id="{DC0CC893-E9D4-0EEF-A6A5-3512315FD04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59" name="타원 58">
                      <a:extLst>
                        <a:ext uri="{FF2B5EF4-FFF2-40B4-BE49-F238E27FC236}">
                          <a16:creationId xmlns:a16="http://schemas.microsoft.com/office/drawing/2014/main" id="{7F87B82A-5DAE-28A0-5376-35CC812F44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61" name="타원 60">
                      <a:extLst>
                        <a:ext uri="{FF2B5EF4-FFF2-40B4-BE49-F238E27FC236}">
                          <a16:creationId xmlns:a16="http://schemas.microsoft.com/office/drawing/2014/main" id="{776A8B45-5C9E-ACF0-1119-EED3EDF726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57" name="타원 56">
                    <a:extLst>
                      <a:ext uri="{FF2B5EF4-FFF2-40B4-BE49-F238E27FC236}">
                        <a16:creationId xmlns:a16="http://schemas.microsoft.com/office/drawing/2014/main" id="{B8B5E895-45EA-3BDD-CBE0-4921C0AEC33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CA7ABA1C-4FCA-6A61-4176-2DB14E296BE7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7" name="타원 46">
                  <a:extLst>
                    <a:ext uri="{FF2B5EF4-FFF2-40B4-BE49-F238E27FC236}">
                      <a16:creationId xmlns:a16="http://schemas.microsoft.com/office/drawing/2014/main" id="{842FB5E7-A29D-A14B-10DF-0E689CC4A641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2B6EBE38-EA76-907B-AECD-60BCB4FAB956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6444955A-6419-BAF7-4C56-2057FE6A1490}"/>
                    </a:ext>
                  </a:extLst>
                </p:cNvPr>
                <p:cNvCxnSpPr>
                  <a:cxnSpLocks/>
                  <a:endCxn id="44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93CE63BD-4D5F-B607-F294-B86D9C0F04DD}"/>
                    </a:ext>
                  </a:extLst>
                </p:cNvPr>
                <p:cNvCxnSpPr>
                  <a:cxnSpLocks/>
                  <a:stCxn id="44" idx="7"/>
                  <a:endCxn id="46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D320B83D-54A0-6B90-147D-36E15B5D0D4B}"/>
                    </a:ext>
                  </a:extLst>
                </p:cNvPr>
                <p:cNvCxnSpPr>
                  <a:cxnSpLocks/>
                  <a:stCxn id="47" idx="1"/>
                  <a:endCxn id="44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5FCC92C8-08D9-992E-4333-508D7B8A3A82}"/>
                    </a:ext>
                  </a:extLst>
                </p:cNvPr>
                <p:cNvCxnSpPr>
                  <a:cxnSpLocks/>
                  <a:stCxn id="48" idx="7"/>
                  <a:endCxn id="44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809A77E-B459-87D2-D1B8-14E67DC66B3C}"/>
                </a:ext>
              </a:extLst>
            </p:cNvPr>
            <p:cNvSpPr txBox="1"/>
            <p:nvPr/>
          </p:nvSpPr>
          <p:spPr>
            <a:xfrm>
              <a:off x="983719" y="6515384"/>
              <a:ext cx="245348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엔드 아이템 리스트</a:t>
              </a:r>
              <a:r>
                <a:rPr lang="en-US" altLang="ko-KR" sz="1000" dirty="0"/>
                <a:t>, </a:t>
              </a:r>
              <a:r>
                <a:rPr lang="ko-KR" altLang="en-US" sz="1000" dirty="0"/>
                <a:t>이미 조립됨 여부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042F2813-73C8-5E1C-B491-FFD62AC86F8E}"/>
              </a:ext>
            </a:extLst>
          </p:cNvPr>
          <p:cNvGrpSpPr/>
          <p:nvPr/>
        </p:nvGrpSpPr>
        <p:grpSpPr>
          <a:xfrm>
            <a:off x="3574172" y="5656196"/>
            <a:ext cx="1525175" cy="1112998"/>
            <a:chOff x="3237674" y="5802496"/>
            <a:chExt cx="1525175" cy="1112998"/>
          </a:xfrm>
        </p:grpSpPr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49DB1571-30D5-A1B1-ABCE-F6B7C5EA32A7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5FA7601A-AE1C-E132-28EB-43AB3251695F}"/>
                  </a:ext>
                </a:extLst>
              </p:cNvPr>
              <p:cNvCxnSpPr>
                <a:cxnSpLocks/>
                <a:stCxn id="85" idx="4"/>
                <a:endCxn id="87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02E4499B-92C5-897C-03ED-6B29257B79B9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27390D7C-1E68-544D-43DA-A5F93EA4B30C}"/>
                  </a:ext>
                </a:extLst>
              </p:cNvPr>
              <p:cNvCxnSpPr>
                <a:cxnSpLocks/>
                <a:stCxn id="84" idx="2"/>
                <a:endCxn id="75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7" name="타원 76">
                <a:extLst>
                  <a:ext uri="{FF2B5EF4-FFF2-40B4-BE49-F238E27FC236}">
                    <a16:creationId xmlns:a16="http://schemas.microsoft.com/office/drawing/2014/main" id="{933A1B25-BEC1-842B-58CA-3974CF031A0B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8" name="직선 연결선 77">
                <a:extLst>
                  <a:ext uri="{FF2B5EF4-FFF2-40B4-BE49-F238E27FC236}">
                    <a16:creationId xmlns:a16="http://schemas.microsoft.com/office/drawing/2014/main" id="{EECBE6A5-972B-CBAC-8CE4-F845750C5993}"/>
                  </a:ext>
                </a:extLst>
              </p:cNvPr>
              <p:cNvCxnSpPr>
                <a:cxnSpLocks/>
                <a:stCxn id="81" idx="1"/>
                <a:endCxn id="77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9" name="타원 78">
                <a:extLst>
                  <a:ext uri="{FF2B5EF4-FFF2-40B4-BE49-F238E27FC236}">
                    <a16:creationId xmlns:a16="http://schemas.microsoft.com/office/drawing/2014/main" id="{E19BF645-92D8-F958-113D-51BCA33952B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ADB4C9A8-73D8-3A41-E8AB-07040F8D4810}"/>
                  </a:ext>
                </a:extLst>
              </p:cNvPr>
              <p:cNvCxnSpPr>
                <a:cxnSpLocks/>
                <a:stCxn id="85" idx="6"/>
                <a:endCxn id="79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31944D6C-55D3-D35D-C700-27915D0622F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2C33D43-C1E7-3912-4599-B23BD5A87FC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3" name="직선 연결선 82">
                <a:extLst>
                  <a:ext uri="{FF2B5EF4-FFF2-40B4-BE49-F238E27FC236}">
                    <a16:creationId xmlns:a16="http://schemas.microsoft.com/office/drawing/2014/main" id="{9BBB5865-EB01-BDA5-D09B-F4FB6B9C1719}"/>
                  </a:ext>
                </a:extLst>
              </p:cNvPr>
              <p:cNvCxnSpPr>
                <a:cxnSpLocks/>
                <a:stCxn id="82" idx="3"/>
                <a:endCxn id="75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4" name="타원 83">
                <a:extLst>
                  <a:ext uri="{FF2B5EF4-FFF2-40B4-BE49-F238E27FC236}">
                    <a16:creationId xmlns:a16="http://schemas.microsoft.com/office/drawing/2014/main" id="{C097AC0F-D5FF-0E2C-CB59-86BC2D9ED6E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5" name="타원 84">
                <a:extLst>
                  <a:ext uri="{FF2B5EF4-FFF2-40B4-BE49-F238E27FC236}">
                    <a16:creationId xmlns:a16="http://schemas.microsoft.com/office/drawing/2014/main" id="{833E47A3-1DDB-A67E-70DF-89E548C9A03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6" name="타원 85">
                <a:extLst>
                  <a:ext uri="{FF2B5EF4-FFF2-40B4-BE49-F238E27FC236}">
                    <a16:creationId xmlns:a16="http://schemas.microsoft.com/office/drawing/2014/main" id="{77EF08F6-CC56-C7DA-81AF-C885A84EDED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87" name="타원 86">
                <a:extLst>
                  <a:ext uri="{FF2B5EF4-FFF2-40B4-BE49-F238E27FC236}">
                    <a16:creationId xmlns:a16="http://schemas.microsoft.com/office/drawing/2014/main" id="{0252C6E9-5808-64F7-25D6-CF9E995CB213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88" name="직선 연결선 87">
                <a:extLst>
                  <a:ext uri="{FF2B5EF4-FFF2-40B4-BE49-F238E27FC236}">
                    <a16:creationId xmlns:a16="http://schemas.microsoft.com/office/drawing/2014/main" id="{C7B737CB-4351-D28D-A88E-B62EB518609E}"/>
                  </a:ext>
                </a:extLst>
              </p:cNvPr>
              <p:cNvCxnSpPr>
                <a:cxnSpLocks/>
                <a:stCxn id="87" idx="4"/>
                <a:endCxn id="86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직선 연결선 88">
                <a:extLst>
                  <a:ext uri="{FF2B5EF4-FFF2-40B4-BE49-F238E27FC236}">
                    <a16:creationId xmlns:a16="http://schemas.microsoft.com/office/drawing/2014/main" id="{6568852F-6102-71F0-0BBF-B99CCCBF4CD6}"/>
                  </a:ext>
                </a:extLst>
              </p:cNvPr>
              <p:cNvCxnSpPr>
                <a:cxnSpLocks/>
                <a:stCxn id="81" idx="2"/>
                <a:endCxn id="82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3C8018E3-1B65-D42B-0570-99A307B868DC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  <p:sp>
        <p:nvSpPr>
          <p:cNvPr id="125" name="화살표: 아래쪽 124">
            <a:extLst>
              <a:ext uri="{FF2B5EF4-FFF2-40B4-BE49-F238E27FC236}">
                <a16:creationId xmlns:a16="http://schemas.microsoft.com/office/drawing/2014/main" id="{E455347E-B1E1-CF75-BA62-2C1CADEAA406}"/>
              </a:ext>
            </a:extLst>
          </p:cNvPr>
          <p:cNvSpPr/>
          <p:nvPr/>
        </p:nvSpPr>
        <p:spPr>
          <a:xfrm>
            <a:off x="7245049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pic>
        <p:nvPicPr>
          <p:cNvPr id="133" name="그래픽 132" descr="데이터베이스 단색으로 채워진">
            <a:extLst>
              <a:ext uri="{FF2B5EF4-FFF2-40B4-BE49-F238E27FC236}">
                <a16:creationId xmlns:a16="http://schemas.microsoft.com/office/drawing/2014/main" id="{F4F59BF7-170A-00EF-C56B-47AA21BA4D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67293" y="1367718"/>
            <a:ext cx="648000" cy="696546"/>
          </a:xfrm>
          <a:prstGeom prst="rect">
            <a:avLst/>
          </a:prstGeom>
        </p:spPr>
      </p:pic>
      <p:sp>
        <p:nvSpPr>
          <p:cNvPr id="136" name="TextBox 135">
            <a:extLst>
              <a:ext uri="{FF2B5EF4-FFF2-40B4-BE49-F238E27FC236}">
                <a16:creationId xmlns:a16="http://schemas.microsoft.com/office/drawing/2014/main" id="{C6234533-58EF-E8E0-AD79-3EAF7B2A0E62}"/>
              </a:ext>
            </a:extLst>
          </p:cNvPr>
          <p:cNvSpPr txBox="1"/>
          <p:nvPr/>
        </p:nvSpPr>
        <p:spPr>
          <a:xfrm>
            <a:off x="6288088" y="2058912"/>
            <a:ext cx="143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부품 특성 정보 데이터</a:t>
            </a:r>
          </a:p>
        </p:txBody>
      </p:sp>
      <p:pic>
        <p:nvPicPr>
          <p:cNvPr id="144" name="그래픽 143" descr="데이터베이스 단색으로 채워진">
            <a:extLst>
              <a:ext uri="{FF2B5EF4-FFF2-40B4-BE49-F238E27FC236}">
                <a16:creationId xmlns:a16="http://schemas.microsoft.com/office/drawing/2014/main" id="{D1AAE338-8565-618B-5548-B48C1F97D1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129678" y="1361301"/>
            <a:ext cx="648000" cy="696546"/>
          </a:xfrm>
          <a:prstGeom prst="rect">
            <a:avLst/>
          </a:prstGeom>
        </p:spPr>
      </p:pic>
      <p:sp>
        <p:nvSpPr>
          <p:cNvPr id="146" name="TextBox 145">
            <a:extLst>
              <a:ext uri="{FF2B5EF4-FFF2-40B4-BE49-F238E27FC236}">
                <a16:creationId xmlns:a16="http://schemas.microsoft.com/office/drawing/2014/main" id="{15C3F830-3342-AB67-2E21-8B16C22F6349}"/>
              </a:ext>
            </a:extLst>
          </p:cNvPr>
          <p:cNvSpPr txBox="1"/>
          <p:nvPr/>
        </p:nvSpPr>
        <p:spPr>
          <a:xfrm>
            <a:off x="7651968" y="2054829"/>
            <a:ext cx="15297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조립 관계 정보 데이터</a:t>
            </a:r>
          </a:p>
        </p:txBody>
      </p:sp>
      <p:cxnSp>
        <p:nvCxnSpPr>
          <p:cNvPr id="270" name="직선 화살표 연결선 269">
            <a:extLst>
              <a:ext uri="{FF2B5EF4-FFF2-40B4-BE49-F238E27FC236}">
                <a16:creationId xmlns:a16="http://schemas.microsoft.com/office/drawing/2014/main" id="{F7F7A9EF-505B-CABA-1631-05486C33996D}"/>
              </a:ext>
            </a:extLst>
          </p:cNvPr>
          <p:cNvCxnSpPr>
            <a:cxnSpLocks/>
          </p:cNvCxnSpPr>
          <p:nvPr/>
        </p:nvCxnSpPr>
        <p:spPr>
          <a:xfrm>
            <a:off x="4122832" y="2305133"/>
            <a:ext cx="350000" cy="155250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직선 화살표 연결선 268">
            <a:extLst>
              <a:ext uri="{FF2B5EF4-FFF2-40B4-BE49-F238E27FC236}">
                <a16:creationId xmlns:a16="http://schemas.microsoft.com/office/drawing/2014/main" id="{2591751C-F12F-77DC-4E50-BE4C97BE1622}"/>
              </a:ext>
            </a:extLst>
          </p:cNvPr>
          <p:cNvCxnSpPr>
            <a:cxnSpLocks/>
          </p:cNvCxnSpPr>
          <p:nvPr/>
        </p:nvCxnSpPr>
        <p:spPr>
          <a:xfrm flipV="1">
            <a:off x="4259579" y="3101853"/>
            <a:ext cx="261012" cy="327147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직선 화살표 연결선 272">
            <a:extLst>
              <a:ext uri="{FF2B5EF4-FFF2-40B4-BE49-F238E27FC236}">
                <a16:creationId xmlns:a16="http://schemas.microsoft.com/office/drawing/2014/main" id="{303A9F44-B303-2007-4BF8-D11777711933}"/>
              </a:ext>
            </a:extLst>
          </p:cNvPr>
          <p:cNvCxnSpPr>
            <a:cxnSpLocks/>
          </p:cNvCxnSpPr>
          <p:nvPr/>
        </p:nvCxnSpPr>
        <p:spPr>
          <a:xfrm>
            <a:off x="2659503" y="2547692"/>
            <a:ext cx="1769840" cy="241366"/>
          </a:xfrm>
          <a:prstGeom prst="straightConnector1">
            <a:avLst/>
          </a:prstGeom>
          <a:ln w="2857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사각형: 둥근 모서리 230">
            <a:extLst>
              <a:ext uri="{FF2B5EF4-FFF2-40B4-BE49-F238E27FC236}">
                <a16:creationId xmlns:a16="http://schemas.microsoft.com/office/drawing/2014/main" id="{E40BE2B2-30B0-CB7D-1019-579AC7BA3900}"/>
              </a:ext>
            </a:extLst>
          </p:cNvPr>
          <p:cNvSpPr/>
          <p:nvPr/>
        </p:nvSpPr>
        <p:spPr>
          <a:xfrm>
            <a:off x="556780" y="3526279"/>
            <a:ext cx="3702799" cy="1639749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9" name="사각형: 둥근 모서리 228">
            <a:extLst>
              <a:ext uri="{FF2B5EF4-FFF2-40B4-BE49-F238E27FC236}">
                <a16:creationId xmlns:a16="http://schemas.microsoft.com/office/drawing/2014/main" id="{C4FC9954-D861-092C-045B-FEB1AB8A556B}"/>
              </a:ext>
            </a:extLst>
          </p:cNvPr>
          <p:cNvSpPr/>
          <p:nvPr/>
        </p:nvSpPr>
        <p:spPr>
          <a:xfrm>
            <a:off x="3025719" y="1403626"/>
            <a:ext cx="1043027" cy="1941745"/>
          </a:xfrm>
          <a:prstGeom prst="roundRect">
            <a:avLst>
              <a:gd name="adj" fmla="val 14874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4D735727-5163-2524-0F4E-0BD53373AEA1}"/>
              </a:ext>
            </a:extLst>
          </p:cNvPr>
          <p:cNvSpPr/>
          <p:nvPr/>
        </p:nvSpPr>
        <p:spPr>
          <a:xfrm>
            <a:off x="558538" y="1397673"/>
            <a:ext cx="2055792" cy="1941745"/>
          </a:xfrm>
          <a:prstGeom prst="roundRect">
            <a:avLst>
              <a:gd name="adj" fmla="val 8379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5D5DFCC0-83D1-60C4-313D-F56271CA7315}"/>
              </a:ext>
            </a:extLst>
          </p:cNvPr>
          <p:cNvGrpSpPr/>
          <p:nvPr/>
        </p:nvGrpSpPr>
        <p:grpSpPr>
          <a:xfrm>
            <a:off x="4371266" y="3372327"/>
            <a:ext cx="1047786" cy="1264552"/>
            <a:chOff x="7917849" y="1193508"/>
            <a:chExt cx="1067656" cy="1198726"/>
          </a:xfrm>
        </p:grpSpPr>
        <p:pic>
          <p:nvPicPr>
            <p:cNvPr id="36" name="그래픽 35" descr="데이터베이스 단색으로 채워진">
              <a:extLst>
                <a:ext uri="{FF2B5EF4-FFF2-40B4-BE49-F238E27FC236}">
                  <a16:creationId xmlns:a16="http://schemas.microsoft.com/office/drawing/2014/main" id="{5F81B6AE-601C-8860-55A6-2CE015654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F79F624-E526-F638-AF2D-8E79D1E279BB}"/>
                </a:ext>
              </a:extLst>
            </p:cNvPr>
            <p:cNvSpPr txBox="1"/>
            <p:nvPr/>
          </p:nvSpPr>
          <p:spPr>
            <a:xfrm>
              <a:off x="7917849" y="2012952"/>
              <a:ext cx="1067656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관계 정보 </a:t>
              </a:r>
              <a:endParaRPr lang="en-US" altLang="ko-KR" sz="1000" dirty="0"/>
            </a:p>
            <a:p>
              <a:pPr algn="ctr"/>
              <a:r>
                <a:rPr lang="ko-KR" altLang="en-US" sz="1000" dirty="0"/>
                <a:t>데이터</a:t>
              </a:r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6F226478-9B27-CBA0-4603-7506B386BD4B}"/>
              </a:ext>
            </a:extLst>
          </p:cNvPr>
          <p:cNvGrpSpPr/>
          <p:nvPr/>
        </p:nvGrpSpPr>
        <p:grpSpPr>
          <a:xfrm>
            <a:off x="4345819" y="1964040"/>
            <a:ext cx="1070854" cy="1270661"/>
            <a:chOff x="7903782" y="1193508"/>
            <a:chExt cx="1091161" cy="1204517"/>
          </a:xfrm>
        </p:grpSpPr>
        <p:pic>
          <p:nvPicPr>
            <p:cNvPr id="120" name="그래픽 119" descr="데이터베이스 단색으로 채워진">
              <a:extLst>
                <a:ext uri="{FF2B5EF4-FFF2-40B4-BE49-F238E27FC236}">
                  <a16:creationId xmlns:a16="http://schemas.microsoft.com/office/drawing/2014/main" id="{E6CA1161-6C74-AB50-32D6-899B21F7D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8444BBAD-AC80-2FBE-599F-1EEA2CC7971A}"/>
                </a:ext>
              </a:extLst>
            </p:cNvPr>
            <p:cNvSpPr txBox="1"/>
            <p:nvPr/>
          </p:nvSpPr>
          <p:spPr>
            <a:xfrm>
              <a:off x="7903782" y="2018743"/>
              <a:ext cx="1091161" cy="3792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부품 특성 정보 데이터</a:t>
              </a:r>
            </a:p>
          </p:txBody>
        </p:sp>
      </p:grpSp>
      <p:pic>
        <p:nvPicPr>
          <p:cNvPr id="174" name="그림 173" descr="공구, 레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4DA915-7549-74EB-2FCB-5E97C22B11E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05" b="89857" l="6771" r="93750">
                        <a14:foregroundMark x1="80208" y1="46301" x2="88229" y2="52029"/>
                        <a14:foregroundMark x1="93854" y1="48687" x2="92083" y2="52148"/>
                        <a14:foregroundMark x1="9063" y1="64320" x2="6771" y2="43675"/>
                        <a14:foregroundMark x1="27708" y1="62888" x2="28438" y2="63246"/>
                        <a14:foregroundMark x1="32500" y1="40334" x2="33438" y2="40931"/>
                        <a14:foregroundMark x1="24167" y1="31981" x2="24896" y2="32697"/>
                        <a14:foregroundMark x1="24792" y1="31623" x2="26042" y2="34010"/>
                        <a14:foregroundMark x1="26458" y1="34368" x2="27917" y2="4510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5856" y="3991236"/>
            <a:ext cx="1881704" cy="1354593"/>
          </a:xfrm>
          <a:prstGeom prst="rect">
            <a:avLst/>
          </a:prstGeom>
        </p:spPr>
      </p:pic>
      <p:sp>
        <p:nvSpPr>
          <p:cNvPr id="176" name="타원 175">
            <a:extLst>
              <a:ext uri="{FF2B5EF4-FFF2-40B4-BE49-F238E27FC236}">
                <a16:creationId xmlns:a16="http://schemas.microsoft.com/office/drawing/2014/main" id="{2B340DD1-4A94-2EE1-2498-55BE23BFBED5}"/>
              </a:ext>
            </a:extLst>
          </p:cNvPr>
          <p:cNvSpPr/>
          <p:nvPr/>
        </p:nvSpPr>
        <p:spPr>
          <a:xfrm>
            <a:off x="3176564" y="4235267"/>
            <a:ext cx="907524" cy="288369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latin typeface="+mj-ea"/>
                <a:ea typeface="+mj-ea"/>
              </a:rPr>
              <a:t>나사구멍</a:t>
            </a:r>
            <a:r>
              <a:rPr lang="en-US" altLang="ko-KR" sz="800" dirty="0">
                <a:latin typeface="+mj-ea"/>
                <a:ea typeface="+mj-ea"/>
              </a:rPr>
              <a:t>:</a:t>
            </a:r>
            <a:r>
              <a:rPr lang="ko-KR" altLang="en-US" sz="800" dirty="0">
                <a:latin typeface="+mj-ea"/>
                <a:ea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Ø8mm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7" name="타원 176">
            <a:extLst>
              <a:ext uri="{FF2B5EF4-FFF2-40B4-BE49-F238E27FC236}">
                <a16:creationId xmlns:a16="http://schemas.microsoft.com/office/drawing/2014/main" id="{212958BD-511D-7E84-26B3-66E4DB2973F8}"/>
              </a:ext>
            </a:extLst>
          </p:cNvPr>
          <p:cNvSpPr/>
          <p:nvPr/>
        </p:nvSpPr>
        <p:spPr>
          <a:xfrm>
            <a:off x="1527174" y="4488830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78" name="타원 177">
            <a:extLst>
              <a:ext uri="{FF2B5EF4-FFF2-40B4-BE49-F238E27FC236}">
                <a16:creationId xmlns:a16="http://schemas.microsoft.com/office/drawing/2014/main" id="{C2CD70DF-B2A2-D440-88F5-BA611FB49429}"/>
              </a:ext>
            </a:extLst>
          </p:cNvPr>
          <p:cNvSpPr/>
          <p:nvPr/>
        </p:nvSpPr>
        <p:spPr>
          <a:xfrm>
            <a:off x="1425489" y="479482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80" name="직선 화살표 연결선 179">
            <a:extLst>
              <a:ext uri="{FF2B5EF4-FFF2-40B4-BE49-F238E27FC236}">
                <a16:creationId xmlns:a16="http://schemas.microsoft.com/office/drawing/2014/main" id="{CAFE83D2-7702-78FE-F361-25DC93BD418B}"/>
              </a:ext>
            </a:extLst>
          </p:cNvPr>
          <p:cNvCxnSpPr>
            <a:cxnSpLocks/>
            <a:stCxn id="176" idx="4"/>
            <a:endCxn id="174" idx="3"/>
          </p:cNvCxnSpPr>
          <p:nvPr/>
        </p:nvCxnSpPr>
        <p:spPr>
          <a:xfrm flipH="1">
            <a:off x="2927560" y="4523636"/>
            <a:ext cx="702766" cy="144897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83" name="그림 182" descr="가방, 액세서리, 수하물 및 가방, 핸드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BBEF0F-6C96-E607-1B5A-DAD64A3B21E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5862" b="95172" l="9735" r="89381">
                        <a14:foregroundMark x1="16372" y1="89310" x2="59735" y2="88621"/>
                        <a14:foregroundMark x1="16814" y1="87586" x2="17699" y2="95517"/>
                        <a14:foregroundMark x1="37611" y1="46897" x2="36726" y2="43793"/>
                        <a14:foregroundMark x1="43363" y1="43793" x2="37168" y2="48276"/>
                        <a14:foregroundMark x1="39823" y1="43793" x2="35398" y2="47586"/>
                        <a14:foregroundMark x1="30973" y1="9655" x2="37168" y2="5862"/>
                        <a14:foregroundMark x1="42035" y1="5862" x2="68584" y2="7586"/>
                        <a14:foregroundMark x1="89381" y1="23793" x2="87611" y2="28966"/>
                        <a14:foregroundMark x1="43363" y1="11379" x2="76106" y2="22414"/>
                        <a14:foregroundMark x1="74336" y1="18276" x2="35841" y2="27241"/>
                        <a14:foregroundMark x1="36283" y1="13448" x2="67699" y2="23103"/>
                        <a14:foregroundMark x1="80088" y1="25172" x2="31416" y2="28276"/>
                        <a14:foregroundMark x1="31416" y1="28276" x2="78761" y2="25172"/>
                        <a14:foregroundMark x1="78761" y1="25172" x2="31858" y2="21724"/>
                        <a14:foregroundMark x1="31858" y1="21724" x2="72566" y2="13103"/>
                        <a14:foregroundMark x1="67699" y1="12069" x2="67257" y2="12414"/>
                        <a14:foregroundMark x1="65929" y1="13448" x2="46460" y2="14138"/>
                        <a14:foregroundMark x1="44690" y1="16207" x2="43805" y2="14483"/>
                        <a14:foregroundMark x1="41150" y1="16897" x2="37611" y2="179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4073" y="1466397"/>
            <a:ext cx="862751" cy="1107070"/>
          </a:xfrm>
          <a:prstGeom prst="rect">
            <a:avLst/>
          </a:prstGeom>
        </p:spPr>
      </p:pic>
      <p:pic>
        <p:nvPicPr>
          <p:cNvPr id="185" name="그림 184">
            <a:extLst>
              <a:ext uri="{FF2B5EF4-FFF2-40B4-BE49-F238E27FC236}">
                <a16:creationId xmlns:a16="http://schemas.microsoft.com/office/drawing/2014/main" id="{9DB6F65A-3BD8-B8FE-7E2E-045C8B3E5B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5761" b="99114" l="2134" r="96692">
                        <a14:foregroundMark x1="3949" y1="23338" x2="10352" y2="26145"/>
                        <a14:foregroundMark x1="10352" y1="26145" x2="10139" y2="26588"/>
                        <a14:foregroundMark x1="29456" y1="9453" x2="41622" y2="5318"/>
                        <a14:foregroundMark x1="41622" y1="5318" x2="35432" y2="10487"/>
                        <a14:foregroundMark x1="35432" y1="10487" x2="30950" y2="9453"/>
                        <a14:foregroundMark x1="40448" y1="4284" x2="47385" y2="3545"/>
                        <a14:foregroundMark x1="47385" y1="3545" x2="57204" y2="5908"/>
                        <a14:foregroundMark x1="57204" y1="5908" x2="61259" y2="10931"/>
                        <a14:foregroundMark x1="88367" y1="33235" x2="92529" y2="40030"/>
                        <a14:foregroundMark x1="92529" y1="40030" x2="94450" y2="52142"/>
                        <a14:foregroundMark x1="94450" y1="52142" x2="91249" y2="64106"/>
                        <a14:foregroundMark x1="91249" y1="64106" x2="86766" y2="71344"/>
                        <a14:foregroundMark x1="86766" y1="71344" x2="86980" y2="71787"/>
                        <a14:foregroundMark x1="94664" y1="41359" x2="93810" y2="53176"/>
                        <a14:foregroundMark x1="59232" y1="88626" x2="71291" y2="93501"/>
                        <a14:foregroundMark x1="71291" y1="93501" x2="72892" y2="92024"/>
                        <a14:foregroundMark x1="71825" y1="94535" x2="66702" y2="99261"/>
                        <a14:foregroundMark x1="38847" y1="76366" x2="39488" y2="79173"/>
                        <a14:foregroundMark x1="3735" y1="24077" x2="2668" y2="27326"/>
                        <a14:foregroundMark x1="2241" y1="27326" x2="3308" y2="25849"/>
                        <a14:foregroundMark x1="5550" y1="22304" x2="7257" y2="19498"/>
                        <a14:foregroundMark x1="73319" y1="16544" x2="77695" y2="22304"/>
                        <a14:foregroundMark x1="77695" y1="22304" x2="78869" y2="23043"/>
                        <a14:foregroundMark x1="96265" y1="44609" x2="96692" y2="54948"/>
                        <a14:foregroundMark x1="96692" y1="54948" x2="92850" y2="66765"/>
                      </a14:backgroundRemoval>
                    </a14:imgEffect>
                  </a14:imgLayer>
                </a14:imgProps>
              </a:ext>
            </a:extLst>
          </a:blip>
          <a:srcRect t="11721" r="75466" b="40201"/>
          <a:stretch>
            <a:fillRect/>
          </a:stretch>
        </p:blipFill>
        <p:spPr>
          <a:xfrm>
            <a:off x="3100908" y="1697317"/>
            <a:ext cx="889864" cy="1259949"/>
          </a:xfrm>
          <a:prstGeom prst="rect">
            <a:avLst/>
          </a:prstGeom>
        </p:spPr>
      </p:pic>
      <p:sp>
        <p:nvSpPr>
          <p:cNvPr id="187" name="타원 186">
            <a:extLst>
              <a:ext uri="{FF2B5EF4-FFF2-40B4-BE49-F238E27FC236}">
                <a16:creationId xmlns:a16="http://schemas.microsoft.com/office/drawing/2014/main" id="{B3BF982B-AC78-0514-8A9E-ADD37B113885}"/>
              </a:ext>
            </a:extLst>
          </p:cNvPr>
          <p:cNvSpPr/>
          <p:nvPr/>
        </p:nvSpPr>
        <p:spPr>
          <a:xfrm>
            <a:off x="3194164" y="2824259"/>
            <a:ext cx="718501" cy="422305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 lvl="0">
              <a:defRPr lang="en-US"/>
            </a:defPPr>
            <a:lvl1pPr marL="0" lv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lvl="1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lvl="2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lvl="3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lvl="4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lvl="5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lvl="6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lvl="7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lvl="8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sz="800" dirty="0" err="1">
                <a:latin typeface="+mj-ea"/>
              </a:rPr>
              <a:t>나사탭</a:t>
            </a:r>
            <a:r>
              <a:rPr lang="en-US" altLang="ko-KR" sz="800" dirty="0">
                <a:latin typeface="+mj-ea"/>
              </a:rPr>
              <a:t>:</a:t>
            </a:r>
            <a:r>
              <a:rPr lang="ko-KR" altLang="en-US" sz="800" dirty="0">
                <a:latin typeface="+mj-ea"/>
              </a:rPr>
              <a:t> </a:t>
            </a:r>
            <a:r>
              <a:rPr lang="en-US" altLang="ko-KR" sz="800" dirty="0">
                <a:latin typeface="+mj-ea"/>
                <a:ea typeface="+mj-ea"/>
              </a:rPr>
              <a:t>M8</a:t>
            </a:r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195" name="타원 194">
            <a:extLst>
              <a:ext uri="{FF2B5EF4-FFF2-40B4-BE49-F238E27FC236}">
                <a16:creationId xmlns:a16="http://schemas.microsoft.com/office/drawing/2014/main" id="{51176964-EBA9-7B75-A619-5CA0B1528DF4}"/>
              </a:ext>
            </a:extLst>
          </p:cNvPr>
          <p:cNvSpPr/>
          <p:nvPr/>
        </p:nvSpPr>
        <p:spPr>
          <a:xfrm>
            <a:off x="3558901" y="2234407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cxnSp>
        <p:nvCxnSpPr>
          <p:cNvPr id="197" name="직선 화살표 연결선 196">
            <a:extLst>
              <a:ext uri="{FF2B5EF4-FFF2-40B4-BE49-F238E27FC236}">
                <a16:creationId xmlns:a16="http://schemas.microsoft.com/office/drawing/2014/main" id="{BC06254F-A3F8-4197-CAAB-16BE826E7E08}"/>
              </a:ext>
            </a:extLst>
          </p:cNvPr>
          <p:cNvCxnSpPr>
            <a:cxnSpLocks/>
            <a:stCxn id="187" idx="0"/>
            <a:endCxn id="195" idx="3"/>
          </p:cNvCxnSpPr>
          <p:nvPr/>
        </p:nvCxnSpPr>
        <p:spPr>
          <a:xfrm flipV="1">
            <a:off x="3553415" y="2340336"/>
            <a:ext cx="29268" cy="483923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6" name="타원 215">
            <a:extLst>
              <a:ext uri="{FF2B5EF4-FFF2-40B4-BE49-F238E27FC236}">
                <a16:creationId xmlns:a16="http://schemas.microsoft.com/office/drawing/2014/main" id="{EEE701DA-B891-1B67-418C-5A924F9CFCD0}"/>
              </a:ext>
            </a:extLst>
          </p:cNvPr>
          <p:cNvSpPr/>
          <p:nvPr/>
        </p:nvSpPr>
        <p:spPr>
          <a:xfrm>
            <a:off x="1225438" y="2110304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sp>
        <p:nvSpPr>
          <p:cNvPr id="217" name="타원 216">
            <a:extLst>
              <a:ext uri="{FF2B5EF4-FFF2-40B4-BE49-F238E27FC236}">
                <a16:creationId xmlns:a16="http://schemas.microsoft.com/office/drawing/2014/main" id="{6B788017-67F0-3566-9073-06AB05A844C7}"/>
              </a:ext>
            </a:extLst>
          </p:cNvPr>
          <p:cNvSpPr/>
          <p:nvPr/>
        </p:nvSpPr>
        <p:spPr>
          <a:xfrm>
            <a:off x="1233349" y="1986905"/>
            <a:ext cx="162396" cy="124103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 dirty="0">
              <a:latin typeface="+mj-ea"/>
              <a:ea typeface="+mj-ea"/>
            </a:endParaRP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0C98B59-27DB-C419-B6EC-E817D10ECAB1}"/>
              </a:ext>
            </a:extLst>
          </p:cNvPr>
          <p:cNvCxnSpPr>
            <a:cxnSpLocks/>
            <a:stCxn id="187" idx="4"/>
            <a:endCxn id="176" idx="0"/>
          </p:cNvCxnSpPr>
          <p:nvPr/>
        </p:nvCxnSpPr>
        <p:spPr>
          <a:xfrm>
            <a:off x="3553415" y="3246564"/>
            <a:ext cx="76911" cy="988703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4543B8AA-9BFB-A355-148C-9ED1846D4ACC}"/>
              </a:ext>
            </a:extLst>
          </p:cNvPr>
          <p:cNvCxnSpPr>
            <a:cxnSpLocks/>
          </p:cNvCxnSpPr>
          <p:nvPr/>
        </p:nvCxnSpPr>
        <p:spPr>
          <a:xfrm>
            <a:off x="3591870" y="3532248"/>
            <a:ext cx="952587" cy="210613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1" name="직선 화살표 연결선 240">
            <a:extLst>
              <a:ext uri="{FF2B5EF4-FFF2-40B4-BE49-F238E27FC236}">
                <a16:creationId xmlns:a16="http://schemas.microsoft.com/office/drawing/2014/main" id="{28C816A5-DFD8-B15E-8F7F-9C76D87D3FB2}"/>
              </a:ext>
            </a:extLst>
          </p:cNvPr>
          <p:cNvCxnSpPr>
            <a:cxnSpLocks/>
          </p:cNvCxnSpPr>
          <p:nvPr/>
        </p:nvCxnSpPr>
        <p:spPr>
          <a:xfrm>
            <a:off x="1597407" y="3471450"/>
            <a:ext cx="2923184" cy="384072"/>
          </a:xfrm>
          <a:prstGeom prst="straightConnector1">
            <a:avLst/>
          </a:prstGeom>
          <a:ln w="19050">
            <a:solidFill>
              <a:srgbClr val="FF79A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타원 253">
            <a:extLst>
              <a:ext uri="{FF2B5EF4-FFF2-40B4-BE49-F238E27FC236}">
                <a16:creationId xmlns:a16="http://schemas.microsoft.com/office/drawing/2014/main" id="{0ABD4A73-178F-180A-29C5-221FBE1B5A90}"/>
              </a:ext>
            </a:extLst>
          </p:cNvPr>
          <p:cNvSpPr/>
          <p:nvPr/>
        </p:nvSpPr>
        <p:spPr>
          <a:xfrm>
            <a:off x="2642063" y="4577598"/>
            <a:ext cx="254757" cy="24784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00">
              <a:latin typeface="+mj-ea"/>
              <a:ea typeface="+mj-ea"/>
            </a:endParaRPr>
          </a:p>
        </p:txBody>
      </p:sp>
      <p:sp>
        <p:nvSpPr>
          <p:cNvPr id="288" name="화살표: 아래쪽 287">
            <a:extLst>
              <a:ext uri="{FF2B5EF4-FFF2-40B4-BE49-F238E27FC236}">
                <a16:creationId xmlns:a16="http://schemas.microsoft.com/office/drawing/2014/main" id="{621BE05F-202E-2E02-12F9-E70E8D838CA3}"/>
              </a:ext>
            </a:extLst>
          </p:cNvPr>
          <p:cNvSpPr/>
          <p:nvPr/>
        </p:nvSpPr>
        <p:spPr>
          <a:xfrm>
            <a:off x="10073710" y="2285169"/>
            <a:ext cx="900000" cy="364786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사용자</a:t>
            </a:r>
            <a:endParaRPr lang="en-US" altLang="ko-KR" sz="10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입력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9FD9664-0851-E127-9745-12552EB18C36}"/>
              </a:ext>
            </a:extLst>
          </p:cNvPr>
          <p:cNvSpPr/>
          <p:nvPr/>
        </p:nvSpPr>
        <p:spPr>
          <a:xfrm>
            <a:off x="6791174" y="4514656"/>
            <a:ext cx="686484" cy="186865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143" name="그룹 142">
            <a:extLst>
              <a:ext uri="{FF2B5EF4-FFF2-40B4-BE49-F238E27FC236}">
                <a16:creationId xmlns:a16="http://schemas.microsoft.com/office/drawing/2014/main" id="{E20EBCAC-C1F0-94A8-B91B-AF5FC62B81D9}"/>
              </a:ext>
            </a:extLst>
          </p:cNvPr>
          <p:cNvGrpSpPr/>
          <p:nvPr/>
        </p:nvGrpSpPr>
        <p:grpSpPr>
          <a:xfrm>
            <a:off x="6094047" y="877044"/>
            <a:ext cx="5842833" cy="5877564"/>
            <a:chOff x="6094047" y="847784"/>
            <a:chExt cx="5842833" cy="5877564"/>
          </a:xfrm>
        </p:grpSpPr>
        <p:sp>
          <p:nvSpPr>
            <p:cNvPr id="154" name="사각형: 둥근 모서리 153">
              <a:extLst>
                <a:ext uri="{FF2B5EF4-FFF2-40B4-BE49-F238E27FC236}">
                  <a16:creationId xmlns:a16="http://schemas.microsoft.com/office/drawing/2014/main" id="{DAE6A0D8-79D1-7FE8-ADE4-467540275A61}"/>
                </a:ext>
              </a:extLst>
            </p:cNvPr>
            <p:cNvSpPr/>
            <p:nvPr/>
          </p:nvSpPr>
          <p:spPr>
            <a:xfrm>
              <a:off x="6280528" y="1067674"/>
              <a:ext cx="5656352" cy="5657674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rgbClr val="92D05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DCA29CBF-4D3C-6A37-1ED4-4A3C2ABBE17D}"/>
                </a:ext>
              </a:extLst>
            </p:cNvPr>
            <p:cNvSpPr/>
            <p:nvPr/>
          </p:nvSpPr>
          <p:spPr>
            <a:xfrm>
              <a:off x="6094047" y="847784"/>
              <a:ext cx="1894384" cy="42866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공법서 생성 시스템 작동</a:t>
              </a:r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506A1500-22F1-5F93-1774-79F088F3A6D8}"/>
              </a:ext>
            </a:extLst>
          </p:cNvPr>
          <p:cNvGrpSpPr/>
          <p:nvPr/>
        </p:nvGrpSpPr>
        <p:grpSpPr>
          <a:xfrm>
            <a:off x="282078" y="846659"/>
            <a:ext cx="5276727" cy="4420213"/>
            <a:chOff x="282078" y="846659"/>
            <a:chExt cx="5276727" cy="4420213"/>
          </a:xfrm>
        </p:grpSpPr>
        <p:sp>
          <p:nvSpPr>
            <p:cNvPr id="98" name="사각형: 둥근 모서리 97">
              <a:extLst>
                <a:ext uri="{FF2B5EF4-FFF2-40B4-BE49-F238E27FC236}">
                  <a16:creationId xmlns:a16="http://schemas.microsoft.com/office/drawing/2014/main" id="{D98CB396-6E81-941B-EDA2-2C9A64043342}"/>
                </a:ext>
              </a:extLst>
            </p:cNvPr>
            <p:cNvSpPr/>
            <p:nvPr/>
          </p:nvSpPr>
          <p:spPr>
            <a:xfrm>
              <a:off x="441569" y="1067674"/>
              <a:ext cx="5117236" cy="4199198"/>
            </a:xfrm>
            <a:prstGeom prst="roundRect">
              <a:avLst>
                <a:gd name="adj" fmla="val 3596"/>
              </a:avLst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40041B31-9DBB-ED0A-B111-A89076D9B0D0}"/>
                </a:ext>
              </a:extLst>
            </p:cNvPr>
            <p:cNvSpPr/>
            <p:nvPr/>
          </p:nvSpPr>
          <p:spPr>
            <a:xfrm>
              <a:off x="282078" y="846659"/>
              <a:ext cx="1894384" cy="428668"/>
            </a:xfrm>
            <a:prstGeom prst="roundRect">
              <a:avLst/>
            </a:prstGeom>
            <a:ln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부품 조립 특성 </a:t>
              </a:r>
              <a:r>
                <a:rPr lang="en-US" altLang="ko-KR" sz="1200" dirty="0"/>
                <a:t>DB </a:t>
              </a:r>
              <a:r>
                <a:rPr lang="ko-KR" altLang="en-US" sz="1200" dirty="0"/>
                <a:t>구축</a:t>
              </a:r>
            </a:p>
          </p:txBody>
        </p:sp>
      </p:grpSp>
      <p:grpSp>
        <p:nvGrpSpPr>
          <p:cNvPr id="139" name="그룹 138">
            <a:extLst>
              <a:ext uri="{FF2B5EF4-FFF2-40B4-BE49-F238E27FC236}">
                <a16:creationId xmlns:a16="http://schemas.microsoft.com/office/drawing/2014/main" id="{2304F4AA-FC0C-9958-3E56-73578D219436}"/>
              </a:ext>
            </a:extLst>
          </p:cNvPr>
          <p:cNvGrpSpPr/>
          <p:nvPr/>
        </p:nvGrpSpPr>
        <p:grpSpPr>
          <a:xfrm>
            <a:off x="282078" y="5331999"/>
            <a:ext cx="5262224" cy="1422609"/>
            <a:chOff x="282078" y="5382536"/>
            <a:chExt cx="5262224" cy="1422609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F7C146F1-8581-68FD-29A1-EA276E5E40E9}"/>
                </a:ext>
              </a:extLst>
            </p:cNvPr>
            <p:cNvSpPr/>
            <p:nvPr/>
          </p:nvSpPr>
          <p:spPr>
            <a:xfrm>
              <a:off x="427066" y="5596870"/>
              <a:ext cx="5117236" cy="1208275"/>
            </a:xfrm>
            <a:prstGeom prst="roundRect">
              <a:avLst>
                <a:gd name="adj" fmla="val 12677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E999E92C-4457-EF90-6B24-9FF64F04A868}"/>
                </a:ext>
              </a:extLst>
            </p:cNvPr>
            <p:cNvSpPr/>
            <p:nvPr/>
          </p:nvSpPr>
          <p:spPr>
            <a:xfrm>
              <a:off x="282078" y="5382536"/>
              <a:ext cx="1083138" cy="428668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사용자 입력</a:t>
              </a:r>
            </a:p>
          </p:txBody>
        </p:sp>
      </p:grpSp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33381F69-A3FF-1C2C-48C3-D94F4CF1AF0D}"/>
              </a:ext>
            </a:extLst>
          </p:cNvPr>
          <p:cNvSpPr/>
          <p:nvPr/>
        </p:nvSpPr>
        <p:spPr>
          <a:xfrm>
            <a:off x="5757379" y="5711567"/>
            <a:ext cx="362163" cy="985759"/>
          </a:xfrm>
          <a:prstGeom prst="rightArrow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8D32EC6B-61B5-117D-5BAD-948A612AF56F}"/>
              </a:ext>
            </a:extLst>
          </p:cNvPr>
          <p:cNvSpPr txBox="1"/>
          <p:nvPr/>
        </p:nvSpPr>
        <p:spPr>
          <a:xfrm>
            <a:off x="10011093" y="6482777"/>
            <a:ext cx="181248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50" b="1" dirty="0"/>
              <a:t>동작</a:t>
            </a:r>
            <a:r>
              <a:rPr lang="ko-KR" altLang="en-US" sz="1000" dirty="0"/>
              <a:t> 기준 조립 순서 반환</a:t>
            </a:r>
          </a:p>
        </p:txBody>
      </p:sp>
      <p:pic>
        <p:nvPicPr>
          <p:cNvPr id="151" name="그래픽 150" descr="데이터베이스 단색으로 채워진">
            <a:extLst>
              <a:ext uri="{FF2B5EF4-FFF2-40B4-BE49-F238E27FC236}">
                <a16:creationId xmlns:a16="http://schemas.microsoft.com/office/drawing/2014/main" id="{1B5502A3-BEFA-928A-3D46-C80E39506D1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805919" y="4473673"/>
            <a:ext cx="406750" cy="437222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F0D408D8-22AC-D0E2-F18F-03821091B1E0}"/>
              </a:ext>
            </a:extLst>
          </p:cNvPr>
          <p:cNvSpPr txBox="1"/>
          <p:nvPr/>
        </p:nvSpPr>
        <p:spPr>
          <a:xfrm>
            <a:off x="8007495" y="4857658"/>
            <a:ext cx="20035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‘부품’</a:t>
            </a:r>
            <a:r>
              <a:rPr lang="en-US" altLang="ko-KR" sz="1000" b="1" dirty="0"/>
              <a:t>-’</a:t>
            </a:r>
            <a:r>
              <a:rPr lang="ko-KR" altLang="en-US" sz="1000" b="1" dirty="0"/>
              <a:t>동작’</a:t>
            </a:r>
            <a:r>
              <a:rPr lang="ko-KR" altLang="en-US" sz="1000" dirty="0"/>
              <a:t> 조립 기준 변환</a:t>
            </a:r>
          </a:p>
          <a:p>
            <a:pPr algn="ctr"/>
            <a:r>
              <a:rPr lang="ko-KR" altLang="en-US" sz="1000" dirty="0"/>
              <a:t>데이터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C9ADEDEF-7F26-C798-CD55-18576BD83932}"/>
              </a:ext>
            </a:extLst>
          </p:cNvPr>
          <p:cNvSpPr txBox="1"/>
          <p:nvPr/>
        </p:nvSpPr>
        <p:spPr>
          <a:xfrm>
            <a:off x="1297366" y="4864169"/>
            <a:ext cx="164347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/>
              <a:t>도어 </a:t>
            </a:r>
            <a:r>
              <a:rPr lang="ko-KR" altLang="en-US" sz="1000" b="1" dirty="0" err="1"/>
              <a:t>체커</a:t>
            </a:r>
            <a:endParaRPr lang="ko-KR" altLang="en-US" sz="1000" b="1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FDC209D5-1144-A732-95D4-FF457918F257}"/>
              </a:ext>
            </a:extLst>
          </p:cNvPr>
          <p:cNvSpPr txBox="1"/>
          <p:nvPr/>
        </p:nvSpPr>
        <p:spPr>
          <a:xfrm>
            <a:off x="1588983" y="1691972"/>
            <a:ext cx="9386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프론트 도어</a:t>
            </a: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31F13BF-8A35-A5EB-E283-CCAAF0074982}"/>
              </a:ext>
            </a:extLst>
          </p:cNvPr>
          <p:cNvSpPr txBox="1"/>
          <p:nvPr/>
        </p:nvSpPr>
        <p:spPr>
          <a:xfrm>
            <a:off x="3083506" y="1445449"/>
            <a:ext cx="907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b="1" dirty="0"/>
              <a:t>바디</a:t>
            </a:r>
            <a:r>
              <a:rPr lang="en-US" altLang="ko-KR" sz="1000" b="1" dirty="0"/>
              <a:t>(A-</a:t>
            </a:r>
            <a:r>
              <a:rPr lang="ko-KR" altLang="en-US" sz="1000" b="1" dirty="0"/>
              <a:t>필라</a:t>
            </a:r>
            <a:r>
              <a:rPr lang="en-US" altLang="ko-KR" sz="1000" b="1" dirty="0"/>
              <a:t>)</a:t>
            </a:r>
            <a:endParaRPr lang="ko-KR" altLang="en-US" sz="1000" b="1" dirty="0"/>
          </a:p>
        </p:txBody>
      </p:sp>
      <p:sp>
        <p:nvSpPr>
          <p:cNvPr id="172" name="화살표: 아래쪽 171">
            <a:extLst>
              <a:ext uri="{FF2B5EF4-FFF2-40B4-BE49-F238E27FC236}">
                <a16:creationId xmlns:a16="http://schemas.microsoft.com/office/drawing/2014/main" id="{E861BD9D-5C41-4A00-A313-D9C1544BFB9A}"/>
              </a:ext>
            </a:extLst>
          </p:cNvPr>
          <p:cNvSpPr/>
          <p:nvPr/>
        </p:nvSpPr>
        <p:spPr>
          <a:xfrm>
            <a:off x="8659212" y="5244029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cxnSp>
        <p:nvCxnSpPr>
          <p:cNvPr id="221" name="직선 화살표 연결선 220">
            <a:extLst>
              <a:ext uri="{FF2B5EF4-FFF2-40B4-BE49-F238E27FC236}">
                <a16:creationId xmlns:a16="http://schemas.microsoft.com/office/drawing/2014/main" id="{A2119C19-8CD4-E03A-77BF-535137C1A315}"/>
              </a:ext>
            </a:extLst>
          </p:cNvPr>
          <p:cNvCxnSpPr>
            <a:cxnSpLocks/>
            <a:stCxn id="200" idx="0"/>
            <a:endCxn id="216" idx="3"/>
          </p:cNvCxnSpPr>
          <p:nvPr/>
        </p:nvCxnSpPr>
        <p:spPr>
          <a:xfrm flipV="1">
            <a:off x="1112428" y="2216233"/>
            <a:ext cx="136792" cy="439932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19">
            <a:extLst>
              <a:ext uri="{FF2B5EF4-FFF2-40B4-BE49-F238E27FC236}">
                <a16:creationId xmlns:a16="http://schemas.microsoft.com/office/drawing/2014/main" id="{E79E21BA-0D74-B1AC-85EB-A376F1F9F3B7}"/>
              </a:ext>
            </a:extLst>
          </p:cNvPr>
          <p:cNvCxnSpPr>
            <a:cxnSpLocks/>
            <a:stCxn id="219" idx="0"/>
            <a:endCxn id="217" idx="5"/>
          </p:cNvCxnSpPr>
          <p:nvPr/>
        </p:nvCxnSpPr>
        <p:spPr>
          <a:xfrm flipH="1" flipV="1">
            <a:off x="1371963" y="2092834"/>
            <a:ext cx="703652" cy="563331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01" name="그룹 200">
            <a:extLst>
              <a:ext uri="{FF2B5EF4-FFF2-40B4-BE49-F238E27FC236}">
                <a16:creationId xmlns:a16="http://schemas.microsoft.com/office/drawing/2014/main" id="{F01AA422-DD1B-41B1-CE41-A9C40BE60D98}"/>
              </a:ext>
            </a:extLst>
          </p:cNvPr>
          <p:cNvGrpSpPr/>
          <p:nvPr/>
        </p:nvGrpSpPr>
        <p:grpSpPr>
          <a:xfrm>
            <a:off x="634073" y="2607007"/>
            <a:ext cx="1919896" cy="675591"/>
            <a:chOff x="634073" y="2607007"/>
            <a:chExt cx="1919896" cy="675591"/>
          </a:xfrm>
        </p:grpSpPr>
        <p:sp>
          <p:nvSpPr>
            <p:cNvPr id="155" name="사각형: 둥근 모서리 154">
              <a:extLst>
                <a:ext uri="{FF2B5EF4-FFF2-40B4-BE49-F238E27FC236}">
                  <a16:creationId xmlns:a16="http://schemas.microsoft.com/office/drawing/2014/main" id="{C7430F0A-09B7-F5AD-31C5-456DFFC89C89}"/>
                </a:ext>
              </a:extLst>
            </p:cNvPr>
            <p:cNvSpPr/>
            <p:nvPr/>
          </p:nvSpPr>
          <p:spPr>
            <a:xfrm>
              <a:off x="634073" y="2607007"/>
              <a:ext cx="1919896" cy="56333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99" name="그룹 198">
              <a:extLst>
                <a:ext uri="{FF2B5EF4-FFF2-40B4-BE49-F238E27FC236}">
                  <a16:creationId xmlns:a16="http://schemas.microsoft.com/office/drawing/2014/main" id="{23CD2E04-6CBA-9709-A454-C201EA3F37F9}"/>
                </a:ext>
              </a:extLst>
            </p:cNvPr>
            <p:cNvGrpSpPr/>
            <p:nvPr/>
          </p:nvGrpSpPr>
          <p:grpSpPr>
            <a:xfrm>
              <a:off x="691425" y="2656165"/>
              <a:ext cx="1805192" cy="406559"/>
              <a:chOff x="689827" y="2656165"/>
              <a:chExt cx="1805192" cy="406559"/>
            </a:xfrm>
          </p:grpSpPr>
          <p:sp>
            <p:nvSpPr>
              <p:cNvPr id="200" name="타원 199">
                <a:extLst>
                  <a:ext uri="{FF2B5EF4-FFF2-40B4-BE49-F238E27FC236}">
                    <a16:creationId xmlns:a16="http://schemas.microsoft.com/office/drawing/2014/main" id="{84337832-D1B6-2DC2-28FD-34617F85E2AA}"/>
                  </a:ext>
                </a:extLst>
              </p:cNvPr>
              <p:cNvSpPr/>
              <p:nvPr/>
            </p:nvSpPr>
            <p:spPr>
              <a:xfrm>
                <a:off x="689827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  <p:sp>
            <p:nvSpPr>
              <p:cNvPr id="219" name="타원 218">
                <a:extLst>
                  <a:ext uri="{FF2B5EF4-FFF2-40B4-BE49-F238E27FC236}">
                    <a16:creationId xmlns:a16="http://schemas.microsoft.com/office/drawing/2014/main" id="{59DB97D5-5A6A-E0C5-C2FF-FD4FDB7B3842}"/>
                  </a:ext>
                </a:extLst>
              </p:cNvPr>
              <p:cNvSpPr/>
              <p:nvPr/>
            </p:nvSpPr>
            <p:spPr>
              <a:xfrm>
                <a:off x="1653014" y="2656165"/>
                <a:ext cx="842005" cy="406559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800" dirty="0">
                    <a:latin typeface="+mj-ea"/>
                  </a:rPr>
                  <a:t>나사구멍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</a:rPr>
                  <a:t>Ø6mm</a:t>
                </a:r>
                <a:endParaRPr lang="ko-KR" altLang="en-US" sz="800" dirty="0">
                  <a:latin typeface="+mj-ea"/>
                </a:endParaRPr>
              </a:p>
            </p:txBody>
          </p:sp>
        </p:grpSp>
        <p:sp>
          <p:nvSpPr>
            <p:cNvPr id="162" name="사각형: 둥근 모서리 161">
              <a:extLst>
                <a:ext uri="{FF2B5EF4-FFF2-40B4-BE49-F238E27FC236}">
                  <a16:creationId xmlns:a16="http://schemas.microsoft.com/office/drawing/2014/main" id="{776ABD82-1AC6-1D7E-5E7F-F9A2BEFFC123}"/>
                </a:ext>
              </a:extLst>
            </p:cNvPr>
            <p:cNvSpPr/>
            <p:nvPr/>
          </p:nvSpPr>
          <p:spPr>
            <a:xfrm>
              <a:off x="991738" y="3087640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A-1</a:t>
              </a:r>
              <a:endParaRPr lang="ko-KR" altLang="en-US" sz="1000" dirty="0"/>
            </a:p>
          </p:txBody>
        </p:sp>
      </p:grp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A72BB67F-A7AB-2376-DDD5-C0F52BCC5EE6}"/>
              </a:ext>
            </a:extLst>
          </p:cNvPr>
          <p:cNvCxnSpPr>
            <a:cxnSpLocks/>
            <a:stCxn id="175" idx="4"/>
            <a:endCxn id="177" idx="7"/>
          </p:cNvCxnSpPr>
          <p:nvPr/>
        </p:nvCxnSpPr>
        <p:spPr>
          <a:xfrm flipH="1">
            <a:off x="1665788" y="4239594"/>
            <a:ext cx="322366" cy="267410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83BA7A31-ED99-A7A2-E9A2-1FD9510D259B}"/>
              </a:ext>
            </a:extLst>
          </p:cNvPr>
          <p:cNvCxnSpPr>
            <a:cxnSpLocks/>
            <a:stCxn id="179" idx="4"/>
            <a:endCxn id="178" idx="1"/>
          </p:cNvCxnSpPr>
          <p:nvPr/>
        </p:nvCxnSpPr>
        <p:spPr>
          <a:xfrm>
            <a:off x="1199889" y="4239594"/>
            <a:ext cx="249382" cy="573405"/>
          </a:xfrm>
          <a:prstGeom prst="straightConnector1">
            <a:avLst/>
          </a:prstGeom>
          <a:ln>
            <a:tailEnd type="triangle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C4EF39B7-53C0-0549-20E8-E5C2688CF9CF}"/>
              </a:ext>
            </a:extLst>
          </p:cNvPr>
          <p:cNvGrpSpPr/>
          <p:nvPr/>
        </p:nvGrpSpPr>
        <p:grpSpPr>
          <a:xfrm>
            <a:off x="763670" y="3714882"/>
            <a:ext cx="1660702" cy="573444"/>
            <a:chOff x="718867" y="3724459"/>
            <a:chExt cx="1660702" cy="573444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45BC8188-FD4D-0834-C389-3BA902DC2BC1}"/>
                </a:ext>
              </a:extLst>
            </p:cNvPr>
            <p:cNvSpPr/>
            <p:nvPr/>
          </p:nvSpPr>
          <p:spPr>
            <a:xfrm>
              <a:off x="718867" y="3828252"/>
              <a:ext cx="1660702" cy="469651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 dirty="0"/>
            </a:p>
          </p:txBody>
        </p: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4E46DC4A-8CA8-9663-8AD7-6F298A050159}"/>
                </a:ext>
              </a:extLst>
            </p:cNvPr>
            <p:cNvGrpSpPr/>
            <p:nvPr/>
          </p:nvGrpSpPr>
          <p:grpSpPr>
            <a:xfrm>
              <a:off x="800305" y="3975277"/>
              <a:ext cx="1497827" cy="273894"/>
              <a:chOff x="796605" y="3975277"/>
              <a:chExt cx="1497827" cy="273894"/>
            </a:xfrm>
          </p:grpSpPr>
          <p:sp>
            <p:nvSpPr>
              <p:cNvPr id="175" name="타원 174">
                <a:extLst>
                  <a:ext uri="{FF2B5EF4-FFF2-40B4-BE49-F238E27FC236}">
                    <a16:creationId xmlns:a16="http://schemas.microsoft.com/office/drawing/2014/main" id="{52DFABCE-3A37-E9BA-B6B4-6C73F137853B}"/>
                  </a:ext>
                </a:extLst>
              </p:cNvPr>
              <p:cNvSpPr/>
              <p:nvPr/>
            </p:nvSpPr>
            <p:spPr>
              <a:xfrm>
                <a:off x="1584870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85610B7-A13E-46F9-5261-5DEA2F32C362}"/>
                  </a:ext>
                </a:extLst>
              </p:cNvPr>
              <p:cNvSpPr/>
              <p:nvPr/>
            </p:nvSpPr>
            <p:spPr>
              <a:xfrm>
                <a:off x="796605" y="3975277"/>
                <a:ext cx="709562" cy="27389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 dirty="0">
                    <a:latin typeface="+mj-ea"/>
                  </a:rPr>
                  <a:t>나사</a:t>
                </a:r>
                <a:r>
                  <a:rPr lang="en-US" altLang="ko-KR" sz="800" dirty="0">
                    <a:latin typeface="+mj-ea"/>
                  </a:rPr>
                  <a:t>:</a:t>
                </a:r>
                <a:r>
                  <a:rPr lang="ko-KR" altLang="en-US" sz="800" dirty="0">
                    <a:latin typeface="+mj-ea"/>
                  </a:rPr>
                  <a:t> </a:t>
                </a:r>
                <a:r>
                  <a:rPr lang="en-US" altLang="ko-KR" sz="800" dirty="0">
                    <a:latin typeface="+mj-ea"/>
                    <a:ea typeface="+mj-ea"/>
                  </a:rPr>
                  <a:t>M6</a:t>
                </a:r>
                <a:endParaRPr lang="ko-KR" altLang="en-US" sz="8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49135B71-335B-1875-31D5-1B9142E62C9B}"/>
                </a:ext>
              </a:extLst>
            </p:cNvPr>
            <p:cNvSpPr/>
            <p:nvPr/>
          </p:nvSpPr>
          <p:spPr>
            <a:xfrm>
              <a:off x="946935" y="3724459"/>
              <a:ext cx="1204567" cy="194958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/>
                <a:t>조립부</a:t>
              </a:r>
              <a:r>
                <a:rPr lang="ko-KR" altLang="en-US" sz="1000" dirty="0"/>
                <a:t> </a:t>
              </a:r>
              <a:r>
                <a:rPr lang="en-US" altLang="ko-KR" sz="1000" dirty="0"/>
                <a:t>Type A-2</a:t>
              </a:r>
              <a:endParaRPr lang="ko-KR" altLang="en-US" sz="1000" dirty="0"/>
            </a:p>
          </p:txBody>
        </p:sp>
      </p:grpSp>
      <p:cxnSp>
        <p:nvCxnSpPr>
          <p:cNvPr id="192" name="직선 연결선 191">
            <a:extLst>
              <a:ext uri="{FF2B5EF4-FFF2-40B4-BE49-F238E27FC236}">
                <a16:creationId xmlns:a16="http://schemas.microsoft.com/office/drawing/2014/main" id="{50B94D23-341A-01A8-9076-51FFD5598530}"/>
              </a:ext>
            </a:extLst>
          </p:cNvPr>
          <p:cNvCxnSpPr>
            <a:cxnSpLocks/>
            <a:stCxn id="162" idx="2"/>
            <a:endCxn id="163" idx="0"/>
          </p:cNvCxnSpPr>
          <p:nvPr/>
        </p:nvCxnSpPr>
        <p:spPr>
          <a:xfrm>
            <a:off x="1594022" y="3282598"/>
            <a:ext cx="0" cy="432284"/>
          </a:xfrm>
          <a:prstGeom prst="line">
            <a:avLst/>
          </a:prstGeom>
          <a:ln w="38100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C77C6D8-8EF2-84DF-6679-103630CC1902}"/>
              </a:ext>
            </a:extLst>
          </p:cNvPr>
          <p:cNvSpPr txBox="1"/>
          <p:nvPr/>
        </p:nvSpPr>
        <p:spPr>
          <a:xfrm>
            <a:off x="2218618" y="3838230"/>
            <a:ext cx="14375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/>
              <a:t>※</a:t>
            </a:r>
            <a:r>
              <a:rPr lang="ko-KR" altLang="en-US" sz="1000" b="1" dirty="0"/>
              <a:t>복잡한 관계는 묶어서 단순화</a:t>
            </a:r>
          </a:p>
        </p:txBody>
      </p:sp>
    </p:spTree>
    <p:extLst>
      <p:ext uri="{BB962C8B-B14F-4D97-AF65-F5344CB8AC3E}">
        <p14:creationId xmlns:p14="http://schemas.microsoft.com/office/powerpoint/2010/main" val="36426462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1B6DC-8913-1638-D15F-9121BC2B5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D004BF97-3B6B-C06A-EA0A-19AA3AD62CFD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1F6268C6-27DA-FFB8-B3F2-FF8C6055747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D6E343E2-7917-961D-4994-C2DBC4B912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066C4537-AD07-B7C8-1586-E10B326A569B}"/>
              </a:ext>
            </a:extLst>
          </p:cNvPr>
          <p:cNvSpPr/>
          <p:nvPr/>
        </p:nvSpPr>
        <p:spPr>
          <a:xfrm>
            <a:off x="1107883" y="6317044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부품 리스트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C740DF2-4893-B2C1-6516-AA0EAED433D7}"/>
              </a:ext>
            </a:extLst>
          </p:cNvPr>
          <p:cNvSpPr/>
          <p:nvPr/>
        </p:nvSpPr>
        <p:spPr>
          <a:xfrm>
            <a:off x="790822" y="1025236"/>
            <a:ext cx="2331140" cy="5190836"/>
          </a:xfrm>
          <a:prstGeom prst="roundRect">
            <a:avLst>
              <a:gd name="adj" fmla="val 3566"/>
            </a:avLst>
          </a:prstGeom>
          <a:noFill/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32F3871-E2C5-EFB0-65C6-142B115C9BCE}"/>
              </a:ext>
            </a:extLst>
          </p:cNvPr>
          <p:cNvSpPr/>
          <p:nvPr/>
        </p:nvSpPr>
        <p:spPr>
          <a:xfrm>
            <a:off x="9126013" y="6317044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6" name="그룹 205">
            <a:extLst>
              <a:ext uri="{FF2B5EF4-FFF2-40B4-BE49-F238E27FC236}">
                <a16:creationId xmlns:a16="http://schemas.microsoft.com/office/drawing/2014/main" id="{0AD00301-180B-D9D5-2D55-6EF70B30DCC0}"/>
              </a:ext>
            </a:extLst>
          </p:cNvPr>
          <p:cNvGrpSpPr/>
          <p:nvPr/>
        </p:nvGrpSpPr>
        <p:grpSpPr>
          <a:xfrm>
            <a:off x="4993137" y="1652323"/>
            <a:ext cx="2205725" cy="3193038"/>
            <a:chOff x="4437764" y="1926653"/>
            <a:chExt cx="2205725" cy="3193038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C469EE83-B0A4-1CFF-3684-206E5AA44CC1}"/>
                </a:ext>
              </a:extLst>
            </p:cNvPr>
            <p:cNvSpPr/>
            <p:nvPr/>
          </p:nvSpPr>
          <p:spPr>
            <a:xfrm>
              <a:off x="4437764" y="3849594"/>
              <a:ext cx="2205725" cy="1270097"/>
            </a:xfrm>
            <a:prstGeom prst="roundRect">
              <a:avLst>
                <a:gd name="adj" fmla="val 1204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/>
                <a:t>조립 가능 후보 확인 시스템</a:t>
              </a:r>
            </a:p>
          </p:txBody>
        </p:sp>
        <p:grpSp>
          <p:nvGrpSpPr>
            <p:cNvPr id="205" name="그룹 204">
              <a:extLst>
                <a:ext uri="{FF2B5EF4-FFF2-40B4-BE49-F238E27FC236}">
                  <a16:creationId xmlns:a16="http://schemas.microsoft.com/office/drawing/2014/main" id="{F8F07980-159E-986D-65B8-CA1081CFAD57}"/>
                </a:ext>
              </a:extLst>
            </p:cNvPr>
            <p:cNvGrpSpPr/>
            <p:nvPr/>
          </p:nvGrpSpPr>
          <p:grpSpPr>
            <a:xfrm>
              <a:off x="4449562" y="1926653"/>
              <a:ext cx="2182129" cy="1835164"/>
              <a:chOff x="4437764" y="1926653"/>
              <a:chExt cx="2182129" cy="1835164"/>
            </a:xfrm>
          </p:grpSpPr>
          <p:grpSp>
            <p:nvGrpSpPr>
              <p:cNvPr id="196" name="그룹 195">
                <a:extLst>
                  <a:ext uri="{FF2B5EF4-FFF2-40B4-BE49-F238E27FC236}">
                    <a16:creationId xmlns:a16="http://schemas.microsoft.com/office/drawing/2014/main" id="{492BD65A-EDCB-571F-FB99-338DDA9D57B9}"/>
                  </a:ext>
                </a:extLst>
              </p:cNvPr>
              <p:cNvGrpSpPr/>
              <p:nvPr/>
            </p:nvGrpSpPr>
            <p:grpSpPr>
              <a:xfrm>
                <a:off x="4437764" y="1926653"/>
                <a:ext cx="1070854" cy="1270661"/>
                <a:chOff x="7903782" y="1193508"/>
                <a:chExt cx="1091161" cy="1204517"/>
              </a:xfrm>
            </p:grpSpPr>
            <p:pic>
              <p:nvPicPr>
                <p:cNvPr id="197" name="그래픽 196" descr="데이터베이스 단색으로 채워진">
                  <a:extLst>
                    <a:ext uri="{FF2B5EF4-FFF2-40B4-BE49-F238E27FC236}">
                      <a16:creationId xmlns:a16="http://schemas.microsoft.com/office/drawing/2014/main" id="{924516C2-D56E-509F-2046-2149C66DBEE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8" name="TextBox 197">
                  <a:extLst>
                    <a:ext uri="{FF2B5EF4-FFF2-40B4-BE49-F238E27FC236}">
                      <a16:creationId xmlns:a16="http://schemas.microsoft.com/office/drawing/2014/main" id="{0A51FCC8-6938-35AF-C2BE-2EB4DEA93931}"/>
                    </a:ext>
                  </a:extLst>
                </p:cNvPr>
                <p:cNvSpPr txBox="1"/>
                <p:nvPr/>
              </p:nvSpPr>
              <p:spPr>
                <a:xfrm>
                  <a:off x="7903782" y="2018743"/>
                  <a:ext cx="1091161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부품 특성 정보 데이터</a:t>
                  </a:r>
                </a:p>
              </p:txBody>
            </p:sp>
          </p:grpSp>
          <p:sp>
            <p:nvSpPr>
              <p:cNvPr id="201" name="화살표: 아래쪽 200">
                <a:extLst>
                  <a:ext uri="{FF2B5EF4-FFF2-40B4-BE49-F238E27FC236}">
                    <a16:creationId xmlns:a16="http://schemas.microsoft.com/office/drawing/2014/main" id="{FCF066AA-5C43-5CE3-CCC1-4981A7B5D6E3}"/>
                  </a:ext>
                </a:extLst>
              </p:cNvPr>
              <p:cNvSpPr/>
              <p:nvPr/>
            </p:nvSpPr>
            <p:spPr>
              <a:xfrm>
                <a:off x="4523191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  <p:grpSp>
            <p:nvGrpSpPr>
              <p:cNvPr id="193" name="그룹 192">
                <a:extLst>
                  <a:ext uri="{FF2B5EF4-FFF2-40B4-BE49-F238E27FC236}">
                    <a16:creationId xmlns:a16="http://schemas.microsoft.com/office/drawing/2014/main" id="{7C12795D-7B2E-D346-AA58-1B207C618373}"/>
                  </a:ext>
                </a:extLst>
              </p:cNvPr>
              <p:cNvGrpSpPr/>
              <p:nvPr/>
            </p:nvGrpSpPr>
            <p:grpSpPr>
              <a:xfrm>
                <a:off x="5572107" y="1929707"/>
                <a:ext cx="1047786" cy="1264552"/>
                <a:chOff x="7917849" y="1193508"/>
                <a:chExt cx="1067656" cy="1198726"/>
              </a:xfrm>
            </p:grpSpPr>
            <p:pic>
              <p:nvPicPr>
                <p:cNvPr id="194" name="그래픽 193" descr="데이터베이스 단색으로 채워진">
                  <a:extLst>
                    <a:ext uri="{FF2B5EF4-FFF2-40B4-BE49-F238E27FC236}">
                      <a16:creationId xmlns:a16="http://schemas.microsoft.com/office/drawing/2014/main" id="{A250BC87-D2C8-65AC-9607-46F53E7FD03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992163" y="1193508"/>
                  <a:ext cx="914400" cy="914400"/>
                </a:xfrm>
                <a:prstGeom prst="rect">
                  <a:avLst/>
                </a:prstGeom>
              </p:spPr>
            </p:pic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9658341C-8B79-0A8B-2BC1-10E26B18BA5D}"/>
                    </a:ext>
                  </a:extLst>
                </p:cNvPr>
                <p:cNvSpPr txBox="1"/>
                <p:nvPr/>
              </p:nvSpPr>
              <p:spPr>
                <a:xfrm>
                  <a:off x="7917849" y="2012952"/>
                  <a:ext cx="1067656" cy="37928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ko-KR" altLang="en-US" sz="1000" dirty="0"/>
                    <a:t>조립 관계 정보 </a:t>
                  </a:r>
                  <a:endParaRPr lang="en-US" altLang="ko-KR" sz="1000" dirty="0"/>
                </a:p>
                <a:p>
                  <a:pPr algn="ctr"/>
                  <a:r>
                    <a:rPr lang="ko-KR" altLang="en-US" sz="1000" dirty="0"/>
                    <a:t>데이터</a:t>
                  </a:r>
                </a:p>
              </p:txBody>
            </p:sp>
          </p:grpSp>
          <p:sp>
            <p:nvSpPr>
              <p:cNvPr id="202" name="화살표: 아래쪽 201">
                <a:extLst>
                  <a:ext uri="{FF2B5EF4-FFF2-40B4-BE49-F238E27FC236}">
                    <a16:creationId xmlns:a16="http://schemas.microsoft.com/office/drawing/2014/main" id="{401150B2-B7DC-8B57-BBB0-76D76411D655}"/>
                  </a:ext>
                </a:extLst>
              </p:cNvPr>
              <p:cNvSpPr/>
              <p:nvPr/>
            </p:nvSpPr>
            <p:spPr>
              <a:xfrm>
                <a:off x="5646000" y="3324043"/>
                <a:ext cx="900000" cy="437774"/>
              </a:xfrm>
              <a:prstGeom prst="downArrow">
                <a:avLst>
                  <a:gd name="adj1" fmla="val 78046"/>
                  <a:gd name="adj2" fmla="val 26961"/>
                </a:avLst>
              </a:prstGeom>
              <a:solidFill>
                <a:srgbClr val="FFB7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000" dirty="0">
                    <a:solidFill>
                      <a:sysClr val="windowText" lastClr="000000"/>
                    </a:solidFill>
                  </a:rPr>
                  <a:t>데이터 참조</a:t>
                </a:r>
              </a:p>
            </p:txBody>
          </p:sp>
        </p:grpSp>
      </p:grpSp>
      <p:sp>
        <p:nvSpPr>
          <p:cNvPr id="207" name="화살표: 오른쪽 206">
            <a:extLst>
              <a:ext uri="{FF2B5EF4-FFF2-40B4-BE49-F238E27FC236}">
                <a16:creationId xmlns:a16="http://schemas.microsoft.com/office/drawing/2014/main" id="{A444A25B-C4B4-9EEC-29B1-C50A9EA25206}"/>
              </a:ext>
            </a:extLst>
          </p:cNvPr>
          <p:cNvSpPr/>
          <p:nvPr/>
        </p:nvSpPr>
        <p:spPr>
          <a:xfrm>
            <a:off x="36973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화살표: 오른쪽 207">
            <a:extLst>
              <a:ext uri="{FF2B5EF4-FFF2-40B4-BE49-F238E27FC236}">
                <a16:creationId xmlns:a16="http://schemas.microsoft.com/office/drawing/2014/main" id="{E4A20EB7-CACD-72EC-AFDE-BC85D7A5DE93}"/>
              </a:ext>
            </a:extLst>
          </p:cNvPr>
          <p:cNvSpPr/>
          <p:nvPr/>
        </p:nvSpPr>
        <p:spPr>
          <a:xfrm>
            <a:off x="7774231" y="4011115"/>
            <a:ext cx="720437" cy="639814"/>
          </a:xfrm>
          <a:prstGeom prst="rightArrow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3FEF0434-63ED-6AC0-0FF9-A22ADE4ADC82}"/>
              </a:ext>
            </a:extLst>
          </p:cNvPr>
          <p:cNvSpPr txBox="1"/>
          <p:nvPr/>
        </p:nvSpPr>
        <p:spPr>
          <a:xfrm>
            <a:off x="3993540" y="5159273"/>
            <a:ext cx="41350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부품의 특성 정보</a:t>
            </a:r>
            <a:r>
              <a:rPr lang="en-US" altLang="ko-KR" dirty="0"/>
              <a:t>, </a:t>
            </a:r>
            <a:r>
              <a:rPr lang="ko-KR" altLang="en-US" dirty="0"/>
              <a:t>조립 관계 정보로 </a:t>
            </a:r>
            <a:br>
              <a:rPr lang="en-US" altLang="ko-KR" dirty="0"/>
            </a:br>
            <a:r>
              <a:rPr lang="ko-KR" altLang="en-US" dirty="0"/>
              <a:t>주어진 부품 리스트에서 가능한 </a:t>
            </a:r>
            <a:br>
              <a:rPr lang="en-US" altLang="ko-KR" dirty="0"/>
            </a:br>
            <a:r>
              <a:rPr lang="ko-KR" altLang="en-US" dirty="0"/>
              <a:t>조립의 경우의 수를 파악하는 시스템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C6D6C85-607B-107E-634F-F3B2D5859A5D}"/>
              </a:ext>
            </a:extLst>
          </p:cNvPr>
          <p:cNvGrpSpPr/>
          <p:nvPr/>
        </p:nvGrpSpPr>
        <p:grpSpPr>
          <a:xfrm>
            <a:off x="1188029" y="1642338"/>
            <a:ext cx="1536726" cy="3972618"/>
            <a:chOff x="1219118" y="1569200"/>
            <a:chExt cx="684000" cy="259406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5FCDCAC7-715C-25F4-3938-5D4DCA1D9656}"/>
                </a:ext>
              </a:extLst>
            </p:cNvPr>
            <p:cNvSpPr/>
            <p:nvPr/>
          </p:nvSpPr>
          <p:spPr>
            <a:xfrm>
              <a:off x="1219118" y="1569200"/>
              <a:ext cx="684000" cy="304304"/>
            </a:xfrm>
            <a:prstGeom prst="roundRect">
              <a:avLst/>
            </a:prstGeom>
            <a:solidFill>
              <a:srgbClr val="E9713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프론트 도어</a:t>
              </a:r>
            </a:p>
          </p:txBody>
        </p:sp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B49787B8-0E85-B5C4-E256-581162CA6267}"/>
                </a:ext>
              </a:extLst>
            </p:cNvPr>
            <p:cNvSpPr/>
            <p:nvPr/>
          </p:nvSpPr>
          <p:spPr>
            <a:xfrm>
              <a:off x="1219118" y="2027153"/>
              <a:ext cx="684000" cy="304304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 래치</a:t>
              </a: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6989DED2-DF02-14E6-CB6B-49826F5724B0}"/>
                </a:ext>
              </a:extLst>
            </p:cNvPr>
            <p:cNvSpPr/>
            <p:nvPr/>
          </p:nvSpPr>
          <p:spPr>
            <a:xfrm>
              <a:off x="1219118" y="2485106"/>
              <a:ext cx="684000" cy="304304"/>
            </a:xfrm>
            <a:prstGeom prst="roundRect">
              <a:avLst/>
            </a:prstGeom>
            <a:solidFill>
              <a:srgbClr val="0F9ED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도어</a:t>
              </a:r>
              <a:endParaRPr lang="en-US" altLang="ko-KR" sz="1000" dirty="0"/>
            </a:p>
            <a:p>
              <a:pPr algn="ctr"/>
              <a:r>
                <a:rPr lang="ko-KR" altLang="en-US" sz="1000" dirty="0" err="1"/>
                <a:t>체커</a:t>
              </a:r>
              <a:endParaRPr lang="ko-KR" altLang="en-US" sz="1000" dirty="0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6212EF0-A240-9AA6-DC82-F5A79199B88C}"/>
                </a:ext>
              </a:extLst>
            </p:cNvPr>
            <p:cNvSpPr/>
            <p:nvPr/>
          </p:nvSpPr>
          <p:spPr>
            <a:xfrm>
              <a:off x="1219118" y="3401012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2</a:t>
              </a:r>
              <a:endParaRPr lang="ko-KR" altLang="en-US" sz="1000" dirty="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C41FEAE6-6DA8-E3F7-789D-B93856D42955}"/>
                </a:ext>
              </a:extLst>
            </p:cNvPr>
            <p:cNvSpPr/>
            <p:nvPr/>
          </p:nvSpPr>
          <p:spPr>
            <a:xfrm>
              <a:off x="1219118" y="2943059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볼트</a:t>
              </a:r>
              <a:r>
                <a:rPr lang="en-US" altLang="ko-KR" sz="1000" dirty="0"/>
                <a:t>1</a:t>
              </a:r>
              <a:endParaRPr lang="ko-KR" altLang="en-US" sz="1000" dirty="0"/>
            </a:p>
          </p:txBody>
        </p:sp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8AD6B29F-5F6C-E3AB-9114-02E646C7EEA0}"/>
                </a:ext>
              </a:extLst>
            </p:cNvPr>
            <p:cNvSpPr/>
            <p:nvPr/>
          </p:nvSpPr>
          <p:spPr>
            <a:xfrm>
              <a:off x="1219118" y="3858963"/>
              <a:ext cx="684000" cy="304304"/>
            </a:xfrm>
            <a:prstGeom prst="roundRect">
              <a:avLst/>
            </a:prstGeom>
            <a:solidFill>
              <a:srgbClr val="A02B9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/>
                <a:t>바디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F30D20CC-D087-244C-AB82-16A50C99AEA4}"/>
              </a:ext>
            </a:extLst>
          </p:cNvPr>
          <p:cNvGrpSpPr/>
          <p:nvPr/>
        </p:nvGrpSpPr>
        <p:grpSpPr>
          <a:xfrm>
            <a:off x="9070038" y="1019633"/>
            <a:ext cx="2331140" cy="5190836"/>
            <a:chOff x="9070038" y="1019633"/>
            <a:chExt cx="2331140" cy="5190836"/>
          </a:xfrm>
        </p:grpSpPr>
        <p:sp>
          <p:nvSpPr>
            <p:cNvPr id="185" name="사각형: 둥근 모서리 184">
              <a:extLst>
                <a:ext uri="{FF2B5EF4-FFF2-40B4-BE49-F238E27FC236}">
                  <a16:creationId xmlns:a16="http://schemas.microsoft.com/office/drawing/2014/main" id="{925FD709-ECCD-BA70-4F5C-CE44494D1341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4416BE64-02EA-78A3-B971-B4065FA9D201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84" name="사각형: 둥근 모서리 83">
                <a:extLst>
                  <a:ext uri="{FF2B5EF4-FFF2-40B4-BE49-F238E27FC236}">
                    <a16:creationId xmlns:a16="http://schemas.microsoft.com/office/drawing/2014/main" id="{671BC6AE-8C04-E637-BA86-47940658D6C9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2" name="그룹 21">
                <a:extLst>
                  <a:ext uri="{FF2B5EF4-FFF2-40B4-BE49-F238E27FC236}">
                    <a16:creationId xmlns:a16="http://schemas.microsoft.com/office/drawing/2014/main" id="{AE7BEF8C-C4A1-004F-9735-C925B58CAFDB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171" name="그룹 170">
                  <a:extLst>
                    <a:ext uri="{FF2B5EF4-FFF2-40B4-BE49-F238E27FC236}">
                      <a16:creationId xmlns:a16="http://schemas.microsoft.com/office/drawing/2014/main" id="{826CBD42-9313-133A-7B20-E56BA45AA3ED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113" name="사각형: 둥근 모서리 112">
                    <a:extLst>
                      <a:ext uri="{FF2B5EF4-FFF2-40B4-BE49-F238E27FC236}">
                        <a16:creationId xmlns:a16="http://schemas.microsoft.com/office/drawing/2014/main" id="{851A09BB-B457-E6B0-7D8D-715C49B7B1DB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114" name="사각형: 둥근 모서리 113">
                    <a:extLst>
                      <a:ext uri="{FF2B5EF4-FFF2-40B4-BE49-F238E27FC236}">
                        <a16:creationId xmlns:a16="http://schemas.microsoft.com/office/drawing/2014/main" id="{CC9B2640-79F3-4A70-137C-A5D2970585E8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70" name="그룹 169">
                  <a:extLst>
                    <a:ext uri="{FF2B5EF4-FFF2-40B4-BE49-F238E27FC236}">
                      <a16:creationId xmlns:a16="http://schemas.microsoft.com/office/drawing/2014/main" id="{50EE3B09-EE88-3F61-563E-4BBD63E66F41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115" name="사각형: 둥근 모서리 114">
                    <a:extLst>
                      <a:ext uri="{FF2B5EF4-FFF2-40B4-BE49-F238E27FC236}">
                        <a16:creationId xmlns:a16="http://schemas.microsoft.com/office/drawing/2014/main" id="{AF08073F-89BA-C15D-1041-BF80D57A5001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116" name="사각형: 둥근 모서리 115">
                    <a:extLst>
                      <a:ext uri="{FF2B5EF4-FFF2-40B4-BE49-F238E27FC236}">
                        <a16:creationId xmlns:a16="http://schemas.microsoft.com/office/drawing/2014/main" id="{23A8BDF6-71CB-5163-05CB-8DF55BA60CA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4A0970B1-7DB1-61E0-7D22-35EB191A98AE}"/>
                    </a:ext>
                  </a:extLst>
                </p:cNvPr>
                <p:cNvCxnSpPr>
                  <a:stCxn id="113" idx="2"/>
                  <a:endCxn id="115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49985E59-3506-870E-CE44-CD3851C7A9E0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126" name="사각형: 둥근 모서리 125">
                <a:extLst>
                  <a:ext uri="{FF2B5EF4-FFF2-40B4-BE49-F238E27FC236}">
                    <a16:creationId xmlns:a16="http://schemas.microsoft.com/office/drawing/2014/main" id="{D5C1752E-F944-9EB4-EE55-8E3DC3DFAE04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5F3EC10E-D699-C53E-5F7A-DC5BB89D21A6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160" name="그룹 159">
                  <a:extLst>
                    <a:ext uri="{FF2B5EF4-FFF2-40B4-BE49-F238E27FC236}">
                      <a16:creationId xmlns:a16="http://schemas.microsoft.com/office/drawing/2014/main" id="{F70499BC-9F93-388E-CB1A-DAA26773C937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161" name="사각형: 둥근 모서리 160">
                    <a:extLst>
                      <a:ext uri="{FF2B5EF4-FFF2-40B4-BE49-F238E27FC236}">
                        <a16:creationId xmlns:a16="http://schemas.microsoft.com/office/drawing/2014/main" id="{53B9FC24-C58A-E301-F597-4FD1E6F19FAC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62" name="타원 161">
                    <a:extLst>
                      <a:ext uri="{FF2B5EF4-FFF2-40B4-BE49-F238E27FC236}">
                        <a16:creationId xmlns:a16="http://schemas.microsoft.com/office/drawing/2014/main" id="{9A2AD718-1B95-16ED-8CC3-DEB487E5F881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163" name="그룹 162">
                  <a:extLst>
                    <a:ext uri="{FF2B5EF4-FFF2-40B4-BE49-F238E27FC236}">
                      <a16:creationId xmlns:a16="http://schemas.microsoft.com/office/drawing/2014/main" id="{25BDFA1C-CF7E-97BD-DB8D-859F0F39DEFD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164" name="사각형: 둥근 모서리 163">
                    <a:extLst>
                      <a:ext uri="{FF2B5EF4-FFF2-40B4-BE49-F238E27FC236}">
                        <a16:creationId xmlns:a16="http://schemas.microsoft.com/office/drawing/2014/main" id="{F7A09756-A8D2-1C45-9638-E26177F0DB12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165" name="타원 164">
                    <a:extLst>
                      <a:ext uri="{FF2B5EF4-FFF2-40B4-BE49-F238E27FC236}">
                        <a16:creationId xmlns:a16="http://schemas.microsoft.com/office/drawing/2014/main" id="{B0DE5F9C-CCCB-3F47-FDF3-B98724CC67CB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7DA208F4-CC18-CC69-3DCC-58612ED2F65D}"/>
                    </a:ext>
                  </a:extLst>
                </p:cNvPr>
                <p:cNvCxnSpPr>
                  <a:cxnSpLocks/>
                  <a:stCxn id="162" idx="0"/>
                  <a:endCxn id="165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F112EF51-F1E2-FF03-F091-C2BBE1E89517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117" name="사각형: 둥근 모서리 116">
                <a:extLst>
                  <a:ext uri="{FF2B5EF4-FFF2-40B4-BE49-F238E27FC236}">
                    <a16:creationId xmlns:a16="http://schemas.microsoft.com/office/drawing/2014/main" id="{F30427D5-BE78-3CBB-3DD2-DF3438C4CCEB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3" name="그룹 22">
                <a:extLst>
                  <a:ext uri="{FF2B5EF4-FFF2-40B4-BE49-F238E27FC236}">
                    <a16:creationId xmlns:a16="http://schemas.microsoft.com/office/drawing/2014/main" id="{A3555EF7-2C64-EF15-BEF1-1B62A904DDD8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3BD06A6B-43A5-16A1-4310-3117512238D1}"/>
                    </a:ext>
                  </a:extLst>
                </p:cNvPr>
                <p:cNvCxnSpPr>
                  <a:cxnSpLocks/>
                  <a:stCxn id="118" idx="2"/>
                  <a:endCxn id="124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69" name="그룹 168">
                  <a:extLst>
                    <a:ext uri="{FF2B5EF4-FFF2-40B4-BE49-F238E27FC236}">
                      <a16:creationId xmlns:a16="http://schemas.microsoft.com/office/drawing/2014/main" id="{E1EE4DB7-D602-51B4-73FB-C5DED42FC409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118" name="사각형: 둥근 모서리 117">
                    <a:extLst>
                      <a:ext uri="{FF2B5EF4-FFF2-40B4-BE49-F238E27FC236}">
                        <a16:creationId xmlns:a16="http://schemas.microsoft.com/office/drawing/2014/main" id="{11FD6A84-0A5F-46A7-6C80-5105D54C4ECC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119" name="사각형: 둥근 모서리 118">
                    <a:extLst>
                      <a:ext uri="{FF2B5EF4-FFF2-40B4-BE49-F238E27FC236}">
                        <a16:creationId xmlns:a16="http://schemas.microsoft.com/office/drawing/2014/main" id="{DBF73087-35CA-3C98-4C69-D8F28090D2F9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168" name="그룹 167">
                  <a:extLst>
                    <a:ext uri="{FF2B5EF4-FFF2-40B4-BE49-F238E27FC236}">
                      <a16:creationId xmlns:a16="http://schemas.microsoft.com/office/drawing/2014/main" id="{28E15987-E5E4-A412-56E0-A8ED47C9792F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122" name="사각형: 둥근 모서리 121">
                    <a:extLst>
                      <a:ext uri="{FF2B5EF4-FFF2-40B4-BE49-F238E27FC236}">
                        <a16:creationId xmlns:a16="http://schemas.microsoft.com/office/drawing/2014/main" id="{904CA58B-6425-519A-22D3-8D2AF29F75E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123" name="사각형: 둥근 모서리 122">
                    <a:extLst>
                      <a:ext uri="{FF2B5EF4-FFF2-40B4-BE49-F238E27FC236}">
                        <a16:creationId xmlns:a16="http://schemas.microsoft.com/office/drawing/2014/main" id="{4EA6F637-4526-75D1-D802-6B6EE5873A1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167" name="그룹 166">
                  <a:extLst>
                    <a:ext uri="{FF2B5EF4-FFF2-40B4-BE49-F238E27FC236}">
                      <a16:creationId xmlns:a16="http://schemas.microsoft.com/office/drawing/2014/main" id="{4897EC63-5B60-F14C-EB28-90C2A55E0A60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124" name="타원 123">
                    <a:extLst>
                      <a:ext uri="{FF2B5EF4-FFF2-40B4-BE49-F238E27FC236}">
                        <a16:creationId xmlns:a16="http://schemas.microsoft.com/office/drawing/2014/main" id="{5BC1573F-43D6-6D33-607A-092B3438EC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25" name="사각형: 둥근 모서리 124">
                    <a:extLst>
                      <a:ext uri="{FF2B5EF4-FFF2-40B4-BE49-F238E27FC236}">
                        <a16:creationId xmlns:a16="http://schemas.microsoft.com/office/drawing/2014/main" id="{20F7E668-3BE0-65B1-2CED-8FD26B94D296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3A425DA-02A9-A7A0-5F4C-ADA31E00D2B6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135" name="사각형: 둥근 모서리 134">
                <a:extLst>
                  <a:ext uri="{FF2B5EF4-FFF2-40B4-BE49-F238E27FC236}">
                    <a16:creationId xmlns:a16="http://schemas.microsoft.com/office/drawing/2014/main" id="{69913C0E-A16F-7837-6234-AEC5B1DE2D83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BC7279A2-104F-A119-CA72-084A203725EB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962F0A08-7235-EDDF-14F0-CEE2314A98D6}"/>
                    </a:ext>
                  </a:extLst>
                </p:cNvPr>
                <p:cNvCxnSpPr>
                  <a:cxnSpLocks/>
                  <a:endCxn id="142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44" name="그룹 143">
                  <a:extLst>
                    <a:ext uri="{FF2B5EF4-FFF2-40B4-BE49-F238E27FC236}">
                      <a16:creationId xmlns:a16="http://schemas.microsoft.com/office/drawing/2014/main" id="{3D004A95-E413-6595-5E7F-F1B5154CF232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138" name="타원 137">
                    <a:extLst>
                      <a:ext uri="{FF2B5EF4-FFF2-40B4-BE49-F238E27FC236}">
                        <a16:creationId xmlns:a16="http://schemas.microsoft.com/office/drawing/2014/main" id="{D6C9E988-E050-3A71-7600-C2C294F1F335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39" name="사각형: 둥근 모서리 138">
                    <a:extLst>
                      <a:ext uri="{FF2B5EF4-FFF2-40B4-BE49-F238E27FC236}">
                        <a16:creationId xmlns:a16="http://schemas.microsoft.com/office/drawing/2014/main" id="{9DDB1BB0-010C-3387-19D2-139A6F6151E1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145" name="그룹 144">
                  <a:extLst>
                    <a:ext uri="{FF2B5EF4-FFF2-40B4-BE49-F238E27FC236}">
                      <a16:creationId xmlns:a16="http://schemas.microsoft.com/office/drawing/2014/main" id="{D79A55CA-D01B-BF77-D176-1EB13DABE16C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140" name="타원 139">
                    <a:extLst>
                      <a:ext uri="{FF2B5EF4-FFF2-40B4-BE49-F238E27FC236}">
                        <a16:creationId xmlns:a16="http://schemas.microsoft.com/office/drawing/2014/main" id="{F2A91E52-673B-13C5-F1F8-BAEB434EC6BD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141" name="사각형: 둥근 모서리 140">
                    <a:extLst>
                      <a:ext uri="{FF2B5EF4-FFF2-40B4-BE49-F238E27FC236}">
                        <a16:creationId xmlns:a16="http://schemas.microsoft.com/office/drawing/2014/main" id="{C4880EF3-9326-71D5-B1D1-BE70B11B4599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146" name="그룹 145">
                  <a:extLst>
                    <a:ext uri="{FF2B5EF4-FFF2-40B4-BE49-F238E27FC236}">
                      <a16:creationId xmlns:a16="http://schemas.microsoft.com/office/drawing/2014/main" id="{E7B4D66D-297A-B061-742F-DBE43B4D59F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142" name="타원 141">
                    <a:extLst>
                      <a:ext uri="{FF2B5EF4-FFF2-40B4-BE49-F238E27FC236}">
                        <a16:creationId xmlns:a16="http://schemas.microsoft.com/office/drawing/2014/main" id="{5F21F427-9DBF-03E3-A040-F7893C2FD25F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143" name="사각형: 둥근 모서리 142">
                    <a:extLst>
                      <a:ext uri="{FF2B5EF4-FFF2-40B4-BE49-F238E27FC236}">
                        <a16:creationId xmlns:a16="http://schemas.microsoft.com/office/drawing/2014/main" id="{69F30893-D471-6731-DE3A-0EFE2729A905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4154590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E72B4-F7B8-8A37-9708-8DD661901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TextBox 189">
            <a:extLst>
              <a:ext uri="{FF2B5EF4-FFF2-40B4-BE49-F238E27FC236}">
                <a16:creationId xmlns:a16="http://schemas.microsoft.com/office/drawing/2014/main" id="{8A12BCAF-5395-A1B9-063F-A28F026E6F27}"/>
              </a:ext>
            </a:extLst>
          </p:cNvPr>
          <p:cNvSpPr txBox="1"/>
          <p:nvPr/>
        </p:nvSpPr>
        <p:spPr>
          <a:xfrm>
            <a:off x="350981" y="309479"/>
            <a:ext cx="93472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 개별 요소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가능 후보 확인 시스템</a:t>
            </a:r>
          </a:p>
        </p:txBody>
      </p:sp>
      <p:cxnSp>
        <p:nvCxnSpPr>
          <p:cNvPr id="191" name="직선 연결선 190">
            <a:extLst>
              <a:ext uri="{FF2B5EF4-FFF2-40B4-BE49-F238E27FC236}">
                <a16:creationId xmlns:a16="http://schemas.microsoft.com/office/drawing/2014/main" id="{8C007ACC-3F39-AD83-97C9-CCD2DF4D2CE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직사각형 1">
            <a:extLst>
              <a:ext uri="{FF2B5EF4-FFF2-40B4-BE49-F238E27FC236}">
                <a16:creationId xmlns:a16="http://schemas.microsoft.com/office/drawing/2014/main" id="{EA44B779-72F7-94F1-96F5-10AA84961B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AA00E86A-2066-2297-4FF8-B2AFB3B6AD58}"/>
              </a:ext>
            </a:extLst>
          </p:cNvPr>
          <p:cNvSpPr/>
          <p:nvPr/>
        </p:nvSpPr>
        <p:spPr>
          <a:xfrm>
            <a:off x="8324612" y="1600279"/>
            <a:ext cx="2975427" cy="472246"/>
          </a:xfrm>
          <a:prstGeom prst="wedgeRoundRectCallout">
            <a:avLst>
              <a:gd name="adj1" fmla="val -28625"/>
              <a:gd name="adj2" fmla="val 31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간단한 조립</a:t>
            </a:r>
          </a:p>
        </p:txBody>
      </p:sp>
      <p:sp>
        <p:nvSpPr>
          <p:cNvPr id="11" name="말풍선: 모서리가 둥근 사각형 10">
            <a:extLst>
              <a:ext uri="{FF2B5EF4-FFF2-40B4-BE49-F238E27FC236}">
                <a16:creationId xmlns:a16="http://schemas.microsoft.com/office/drawing/2014/main" id="{1DDAF2AC-8CAA-6B11-D00E-7E5049262A5D}"/>
              </a:ext>
            </a:extLst>
          </p:cNvPr>
          <p:cNvSpPr/>
          <p:nvPr/>
        </p:nvSpPr>
        <p:spPr>
          <a:xfrm>
            <a:off x="8324612" y="2895750"/>
            <a:ext cx="3413346" cy="472246"/>
          </a:xfrm>
          <a:prstGeom prst="wedgeRoundRectCallout">
            <a:avLst>
              <a:gd name="adj1" fmla="val -33110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중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간섭 우려</a:t>
            </a:r>
          </a:p>
        </p:txBody>
      </p:sp>
      <p:sp>
        <p:nvSpPr>
          <p:cNvPr id="14" name="말풍선: 모서리가 둥근 사각형 13">
            <a:extLst>
              <a:ext uri="{FF2B5EF4-FFF2-40B4-BE49-F238E27FC236}">
                <a16:creationId xmlns:a16="http://schemas.microsoft.com/office/drawing/2014/main" id="{AE16725C-492B-E377-36D0-EB5F0CCF2E94}"/>
              </a:ext>
            </a:extLst>
          </p:cNvPr>
          <p:cNvSpPr/>
          <p:nvPr/>
        </p:nvSpPr>
        <p:spPr>
          <a:xfrm>
            <a:off x="8324611" y="4204527"/>
            <a:ext cx="3765795" cy="472246"/>
          </a:xfrm>
          <a:prstGeom prst="wedgeRoundRectCallout">
            <a:avLst>
              <a:gd name="adj1" fmla="val -36134"/>
              <a:gd name="adj2" fmla="val -7793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가능하나 </a:t>
            </a:r>
            <a:r>
              <a:rPr lang="ko-KR" altLang="en-US" sz="1200" b="1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목표와 불일치</a:t>
            </a:r>
          </a:p>
        </p:txBody>
      </p:sp>
      <p:sp>
        <p:nvSpPr>
          <p:cNvPr id="15" name="말풍선: 모서리가 둥근 사각형 14">
            <a:extLst>
              <a:ext uri="{FF2B5EF4-FFF2-40B4-BE49-F238E27FC236}">
                <a16:creationId xmlns:a16="http://schemas.microsoft.com/office/drawing/2014/main" id="{6FA2391B-6762-FCB2-3703-91F53D59DA47}"/>
              </a:ext>
            </a:extLst>
          </p:cNvPr>
          <p:cNvSpPr/>
          <p:nvPr/>
        </p:nvSpPr>
        <p:spPr>
          <a:xfrm>
            <a:off x="8324612" y="5422690"/>
            <a:ext cx="2689100" cy="472246"/>
          </a:xfrm>
          <a:prstGeom prst="wedgeRoundRectCallout">
            <a:avLst>
              <a:gd name="adj1" fmla="val -16871"/>
              <a:gd name="adj2" fmla="val 13722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후보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</a:t>
            </a:r>
            <a:r>
              <a:rPr lang="en-US" altLang="ko-KR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, </a:t>
            </a:r>
            <a:r>
              <a:rPr lang="ko-KR" altLang="en-US" sz="1200" kern="0" dirty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조립 가능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7A3AC3C2-A5FE-C578-CB35-2478F85E48F3}"/>
              </a:ext>
            </a:extLst>
          </p:cNvPr>
          <p:cNvSpPr/>
          <p:nvPr/>
        </p:nvSpPr>
        <p:spPr>
          <a:xfrm>
            <a:off x="4894957" y="397536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/>
              <a:t>조립 후보 평가 시스템</a:t>
            </a:r>
            <a:endParaRPr lang="en-US" altLang="ko-KR" sz="1600" dirty="0"/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5C18889B-81D3-B83E-4515-1452913566E7}"/>
              </a:ext>
            </a:extLst>
          </p:cNvPr>
          <p:cNvSpPr/>
          <p:nvPr/>
        </p:nvSpPr>
        <p:spPr>
          <a:xfrm>
            <a:off x="748693" y="6346748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b="1" dirty="0">
                <a:solidFill>
                  <a:schemeClr val="bg2">
                    <a:lumMod val="25000"/>
                  </a:schemeClr>
                </a:solidFill>
              </a:rPr>
              <a:t>조립 후보 리스트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A79AA73-4329-7649-39A5-AE1419766A14}"/>
              </a:ext>
            </a:extLst>
          </p:cNvPr>
          <p:cNvGrpSpPr/>
          <p:nvPr/>
        </p:nvGrpSpPr>
        <p:grpSpPr>
          <a:xfrm>
            <a:off x="692718" y="1049337"/>
            <a:ext cx="2331140" cy="5190836"/>
            <a:chOff x="9070038" y="1019633"/>
            <a:chExt cx="2331140" cy="51908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EB6C6D31-09F4-CC3E-2968-80EB52414EED}"/>
                </a:ext>
              </a:extLst>
            </p:cNvPr>
            <p:cNvSpPr/>
            <p:nvPr/>
          </p:nvSpPr>
          <p:spPr>
            <a:xfrm>
              <a:off x="9070038" y="1019633"/>
              <a:ext cx="2331140" cy="5190836"/>
            </a:xfrm>
            <a:prstGeom prst="roundRect">
              <a:avLst>
                <a:gd name="adj" fmla="val 3566"/>
              </a:avLst>
            </a:prstGeom>
            <a:noFill/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31" name="그룹 30">
              <a:extLst>
                <a:ext uri="{FF2B5EF4-FFF2-40B4-BE49-F238E27FC236}">
                  <a16:creationId xmlns:a16="http://schemas.microsoft.com/office/drawing/2014/main" id="{83615283-6D9E-9E03-CE4E-4AE501FE349A}"/>
                </a:ext>
              </a:extLst>
            </p:cNvPr>
            <p:cNvGrpSpPr/>
            <p:nvPr/>
          </p:nvGrpSpPr>
          <p:grpSpPr>
            <a:xfrm>
              <a:off x="9133527" y="1093519"/>
              <a:ext cx="2204162" cy="996639"/>
              <a:chOff x="9133527" y="1093519"/>
              <a:chExt cx="2204162" cy="996639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D766545A-21C7-66EA-8D73-C6F5F63AE1AD}"/>
                  </a:ext>
                </a:extLst>
              </p:cNvPr>
              <p:cNvSpPr/>
              <p:nvPr/>
            </p:nvSpPr>
            <p:spPr>
              <a:xfrm>
                <a:off x="9133527" y="1093519"/>
                <a:ext cx="2204162" cy="996639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BE6AAB29-05CF-00E6-365E-DC0B2965D417}"/>
                  </a:ext>
                </a:extLst>
              </p:cNvPr>
              <p:cNvGrpSpPr/>
              <p:nvPr/>
            </p:nvGrpSpPr>
            <p:grpSpPr>
              <a:xfrm>
                <a:off x="9249790" y="1212394"/>
                <a:ext cx="1971636" cy="758889"/>
                <a:chOff x="9249790" y="1212394"/>
                <a:chExt cx="1971636" cy="758889"/>
              </a:xfrm>
            </p:grpSpPr>
            <p:grpSp>
              <p:nvGrpSpPr>
                <p:cNvPr id="73" name="그룹 72">
                  <a:extLst>
                    <a:ext uri="{FF2B5EF4-FFF2-40B4-BE49-F238E27FC236}">
                      <a16:creationId xmlns:a16="http://schemas.microsoft.com/office/drawing/2014/main" id="{8885C0BC-24B9-A738-B14B-F3118E3400C8}"/>
                    </a:ext>
                  </a:extLst>
                </p:cNvPr>
                <p:cNvGrpSpPr/>
                <p:nvPr/>
              </p:nvGrpSpPr>
              <p:grpSpPr>
                <a:xfrm>
                  <a:off x="9249790" y="1212394"/>
                  <a:ext cx="1971636" cy="320257"/>
                  <a:chOff x="4649054" y="810783"/>
                  <a:chExt cx="1971636" cy="360000"/>
                </a:xfrm>
              </p:grpSpPr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EEC486C-860B-BC56-8BE8-2FC907E46C86}"/>
                      </a:ext>
                    </a:extLst>
                  </p:cNvPr>
                  <p:cNvSpPr/>
                  <p:nvPr/>
                </p:nvSpPr>
                <p:spPr>
                  <a:xfrm>
                    <a:off x="5432690" y="810783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A-1 </a:t>
                    </a:r>
                    <a:endParaRPr lang="ko-KR" altLang="en-US" sz="1000" dirty="0"/>
                  </a:p>
                </p:txBody>
              </p:sp>
              <p:sp>
                <p:nvSpPr>
                  <p:cNvPr id="79" name="사각형: 둥근 모서리 78">
                    <a:extLst>
                      <a:ext uri="{FF2B5EF4-FFF2-40B4-BE49-F238E27FC236}">
                        <a16:creationId xmlns:a16="http://schemas.microsoft.com/office/drawing/2014/main" id="{FC13B789-AB75-4BAF-16AC-3E0F92E09C04}"/>
                      </a:ext>
                    </a:extLst>
                  </p:cNvPr>
                  <p:cNvSpPr/>
                  <p:nvPr/>
                </p:nvSpPr>
                <p:spPr>
                  <a:xfrm>
                    <a:off x="4649054" y="810783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74" name="그룹 73">
                  <a:extLst>
                    <a:ext uri="{FF2B5EF4-FFF2-40B4-BE49-F238E27FC236}">
                      <a16:creationId xmlns:a16="http://schemas.microsoft.com/office/drawing/2014/main" id="{2FD61E82-DA9B-3692-91E8-A847D061B0D8}"/>
                    </a:ext>
                  </a:extLst>
                </p:cNvPr>
                <p:cNvGrpSpPr/>
                <p:nvPr/>
              </p:nvGrpSpPr>
              <p:grpSpPr>
                <a:xfrm>
                  <a:off x="9249790" y="1651026"/>
                  <a:ext cx="1971636" cy="320257"/>
                  <a:chOff x="4649054" y="1303849"/>
                  <a:chExt cx="1971636" cy="360000"/>
                </a:xfrm>
              </p:grpSpPr>
              <p:sp>
                <p:nvSpPr>
                  <p:cNvPr id="76" name="사각형: 둥근 모서리 75">
                    <a:extLst>
                      <a:ext uri="{FF2B5EF4-FFF2-40B4-BE49-F238E27FC236}">
                        <a16:creationId xmlns:a16="http://schemas.microsoft.com/office/drawing/2014/main" id="{8CF8CD31-D5CD-4813-1AF1-D3F8E29EAF9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303849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A-2 </a:t>
                    </a:r>
                    <a:endParaRPr lang="ko-KR" altLang="en-US" sz="1000" dirty="0"/>
                  </a:p>
                </p:txBody>
              </p:sp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9F4B8188-3B5B-2F40-FC2F-E0E65129819F}"/>
                      </a:ext>
                    </a:extLst>
                  </p:cNvPr>
                  <p:cNvSpPr/>
                  <p:nvPr/>
                </p:nvSpPr>
                <p:spPr>
                  <a:xfrm>
                    <a:off x="4649054" y="1303849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  <a:endParaRPr lang="ko-KR" altLang="en-US" sz="1000" dirty="0"/>
                  </a:p>
                </p:txBody>
              </p:sp>
            </p:grp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1765E3CA-C871-C658-EBF4-14FEA12E1CED}"/>
                    </a:ext>
                  </a:extLst>
                </p:cNvPr>
                <p:cNvCxnSpPr>
                  <a:stCxn id="78" idx="2"/>
                  <a:endCxn id="76" idx="0"/>
                </p:cNvCxnSpPr>
                <p:nvPr/>
              </p:nvCxnSpPr>
              <p:spPr>
                <a:xfrm>
                  <a:off x="10627426" y="1532651"/>
                  <a:ext cx="0" cy="118375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FDA7FF84-81EB-3A5C-D678-F7F251417DC4}"/>
                </a:ext>
              </a:extLst>
            </p:cNvPr>
            <p:cNvGrpSpPr/>
            <p:nvPr/>
          </p:nvGrpSpPr>
          <p:grpSpPr>
            <a:xfrm>
              <a:off x="9133527" y="3725979"/>
              <a:ext cx="2204162" cy="954834"/>
              <a:chOff x="9133527" y="3725979"/>
              <a:chExt cx="2204162" cy="954834"/>
            </a:xfrm>
          </p:grpSpPr>
          <p:sp>
            <p:nvSpPr>
              <p:cNvPr id="62" name="사각형: 둥근 모서리 61">
                <a:extLst>
                  <a:ext uri="{FF2B5EF4-FFF2-40B4-BE49-F238E27FC236}">
                    <a16:creationId xmlns:a16="http://schemas.microsoft.com/office/drawing/2014/main" id="{9D8B8A1D-7555-64AF-848D-6FEFE7C8A5CE}"/>
                  </a:ext>
                </a:extLst>
              </p:cNvPr>
              <p:cNvSpPr/>
              <p:nvPr/>
            </p:nvSpPr>
            <p:spPr>
              <a:xfrm>
                <a:off x="9133527" y="3725979"/>
                <a:ext cx="2204162" cy="954834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3" name="그룹 62">
                <a:extLst>
                  <a:ext uri="{FF2B5EF4-FFF2-40B4-BE49-F238E27FC236}">
                    <a16:creationId xmlns:a16="http://schemas.microsoft.com/office/drawing/2014/main" id="{5DD2D59B-26E1-3C3D-B225-3D251BD8ADE4}"/>
                  </a:ext>
                </a:extLst>
              </p:cNvPr>
              <p:cNvGrpSpPr/>
              <p:nvPr/>
            </p:nvGrpSpPr>
            <p:grpSpPr>
              <a:xfrm>
                <a:off x="9249790" y="3831675"/>
                <a:ext cx="1971636" cy="743433"/>
                <a:chOff x="9249790" y="3831675"/>
                <a:chExt cx="1971636" cy="743433"/>
              </a:xfrm>
            </p:grpSpPr>
            <p:grpSp>
              <p:nvGrpSpPr>
                <p:cNvPr id="64" name="그룹 63">
                  <a:extLst>
                    <a:ext uri="{FF2B5EF4-FFF2-40B4-BE49-F238E27FC236}">
                      <a16:creationId xmlns:a16="http://schemas.microsoft.com/office/drawing/2014/main" id="{43F8E40F-AD95-D045-71BB-B6C815DDB4DD}"/>
                    </a:ext>
                  </a:extLst>
                </p:cNvPr>
                <p:cNvGrpSpPr/>
                <p:nvPr/>
              </p:nvGrpSpPr>
              <p:grpSpPr>
                <a:xfrm>
                  <a:off x="9249790" y="4254852"/>
                  <a:ext cx="1971636" cy="320256"/>
                  <a:chOff x="744758" y="3198858"/>
                  <a:chExt cx="1971636" cy="360000"/>
                </a:xfrm>
              </p:grpSpPr>
              <p:sp>
                <p:nvSpPr>
                  <p:cNvPr id="69" name="사각형: 둥근 모서리 68">
                    <a:extLst>
                      <a:ext uri="{FF2B5EF4-FFF2-40B4-BE49-F238E27FC236}">
                        <a16:creationId xmlns:a16="http://schemas.microsoft.com/office/drawing/2014/main" id="{63B9A0DB-9BDC-9E7E-B3A2-D341A540E688}"/>
                      </a:ext>
                    </a:extLst>
                  </p:cNvPr>
                  <p:cNvSpPr/>
                  <p:nvPr/>
                </p:nvSpPr>
                <p:spPr>
                  <a:xfrm>
                    <a:off x="744758" y="3198858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70" name="타원 69">
                    <a:extLst>
                      <a:ext uri="{FF2B5EF4-FFF2-40B4-BE49-F238E27FC236}">
                        <a16:creationId xmlns:a16="http://schemas.microsoft.com/office/drawing/2014/main" id="{56D0751A-4961-61DD-619B-AAFFF8741010}"/>
                      </a:ext>
                    </a:extLst>
                  </p:cNvPr>
                  <p:cNvSpPr/>
                  <p:nvPr/>
                </p:nvSpPr>
                <p:spPr>
                  <a:xfrm>
                    <a:off x="1528394" y="3198858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Female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grpSp>
              <p:nvGrpSpPr>
                <p:cNvPr id="65" name="그룹 64">
                  <a:extLst>
                    <a:ext uri="{FF2B5EF4-FFF2-40B4-BE49-F238E27FC236}">
                      <a16:creationId xmlns:a16="http://schemas.microsoft.com/office/drawing/2014/main" id="{7B03A309-9C2F-0451-CE8E-C5190AA233E6}"/>
                    </a:ext>
                  </a:extLst>
                </p:cNvPr>
                <p:cNvGrpSpPr/>
                <p:nvPr/>
              </p:nvGrpSpPr>
              <p:grpSpPr>
                <a:xfrm>
                  <a:off x="9249790" y="3831675"/>
                  <a:ext cx="1971636" cy="320256"/>
                  <a:chOff x="744758" y="267180"/>
                  <a:chExt cx="1971636" cy="360000"/>
                </a:xfrm>
              </p:grpSpPr>
              <p:sp>
                <p:nvSpPr>
                  <p:cNvPr id="67" name="사각형: 둥근 모서리 66">
                    <a:extLst>
                      <a:ext uri="{FF2B5EF4-FFF2-40B4-BE49-F238E27FC236}">
                        <a16:creationId xmlns:a16="http://schemas.microsoft.com/office/drawing/2014/main" id="{9E21F612-2885-9761-D4D6-FB717B3AF7ED}"/>
                      </a:ext>
                    </a:extLst>
                  </p:cNvPr>
                  <p:cNvSpPr/>
                  <p:nvPr/>
                </p:nvSpPr>
                <p:spPr>
                  <a:xfrm>
                    <a:off x="744758" y="267180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  <p:sp>
                <p:nvSpPr>
                  <p:cNvPr id="68" name="타원 67">
                    <a:extLst>
                      <a:ext uri="{FF2B5EF4-FFF2-40B4-BE49-F238E27FC236}">
                        <a16:creationId xmlns:a16="http://schemas.microsoft.com/office/drawing/2014/main" id="{8E4AE110-18D3-0B4C-A737-2F2C4D03AAF6}"/>
                      </a:ext>
                    </a:extLst>
                  </p:cNvPr>
                  <p:cNvSpPr/>
                  <p:nvPr/>
                </p:nvSpPr>
                <p:spPr>
                  <a:xfrm>
                    <a:off x="1528394" y="267180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도어 래치 커넥터 </a:t>
                    </a:r>
                    <a:r>
                      <a:rPr lang="en-US" altLang="ko-KR" sz="1000" dirty="0">
                        <a:latin typeface="+mj-ea"/>
                      </a:rPr>
                      <a:t>Male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</p:grpSp>
            <p:cxnSp>
              <p:nvCxnSpPr>
                <p:cNvPr id="66" name="직선 연결선 65">
                  <a:extLst>
                    <a:ext uri="{FF2B5EF4-FFF2-40B4-BE49-F238E27FC236}">
                      <a16:creationId xmlns:a16="http://schemas.microsoft.com/office/drawing/2014/main" id="{21E4F99A-3FB2-175D-B0C2-AE79389172FB}"/>
                    </a:ext>
                  </a:extLst>
                </p:cNvPr>
                <p:cNvCxnSpPr>
                  <a:cxnSpLocks/>
                  <a:stCxn id="70" idx="0"/>
                  <a:endCxn id="68" idx="4"/>
                </p:cNvCxnSpPr>
                <p:nvPr/>
              </p:nvCxnSpPr>
              <p:spPr>
                <a:xfrm flipV="1">
                  <a:off x="10627426" y="4151937"/>
                  <a:ext cx="0" cy="10291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3" name="그룹 32">
              <a:extLst>
                <a:ext uri="{FF2B5EF4-FFF2-40B4-BE49-F238E27FC236}">
                  <a16:creationId xmlns:a16="http://schemas.microsoft.com/office/drawing/2014/main" id="{3483AA89-35AF-CA5D-D4B2-F631335DE98B}"/>
                </a:ext>
              </a:extLst>
            </p:cNvPr>
            <p:cNvGrpSpPr/>
            <p:nvPr/>
          </p:nvGrpSpPr>
          <p:grpSpPr>
            <a:xfrm>
              <a:off x="9133527" y="2187491"/>
              <a:ext cx="2204162" cy="1441156"/>
              <a:chOff x="9133527" y="2187491"/>
              <a:chExt cx="2204162" cy="1441156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9CC3319F-B675-49B1-5F64-21E4ECDA23FC}"/>
                  </a:ext>
                </a:extLst>
              </p:cNvPr>
              <p:cNvSpPr/>
              <p:nvPr/>
            </p:nvSpPr>
            <p:spPr>
              <a:xfrm>
                <a:off x="9133527" y="2187491"/>
                <a:ext cx="2204162" cy="1441156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50" name="그룹 49">
                <a:extLst>
                  <a:ext uri="{FF2B5EF4-FFF2-40B4-BE49-F238E27FC236}">
                    <a16:creationId xmlns:a16="http://schemas.microsoft.com/office/drawing/2014/main" id="{9936677B-EBCD-D242-617F-201BA282CEAA}"/>
                  </a:ext>
                </a:extLst>
              </p:cNvPr>
              <p:cNvGrpSpPr/>
              <p:nvPr/>
            </p:nvGrpSpPr>
            <p:grpSpPr>
              <a:xfrm>
                <a:off x="9249790" y="2317915"/>
                <a:ext cx="1971636" cy="1180308"/>
                <a:chOff x="9249790" y="2317915"/>
                <a:chExt cx="1971636" cy="1180308"/>
              </a:xfrm>
            </p:grpSpPr>
            <p:cxnSp>
              <p:nvCxnSpPr>
                <p:cNvPr id="51" name="직선 연결선 50">
                  <a:extLst>
                    <a:ext uri="{FF2B5EF4-FFF2-40B4-BE49-F238E27FC236}">
                      <a16:creationId xmlns:a16="http://schemas.microsoft.com/office/drawing/2014/main" id="{3A227E43-17D8-F35B-47DA-BA7D03BF5820}"/>
                    </a:ext>
                  </a:extLst>
                </p:cNvPr>
                <p:cNvCxnSpPr>
                  <a:cxnSpLocks/>
                  <a:stCxn id="60" idx="2"/>
                  <a:endCxn id="55" idx="0"/>
                </p:cNvCxnSpPr>
                <p:nvPr/>
              </p:nvCxnSpPr>
              <p:spPr>
                <a:xfrm>
                  <a:off x="10627426" y="2638173"/>
                  <a:ext cx="0" cy="539792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52" name="그룹 51">
                  <a:extLst>
                    <a:ext uri="{FF2B5EF4-FFF2-40B4-BE49-F238E27FC236}">
                      <a16:creationId xmlns:a16="http://schemas.microsoft.com/office/drawing/2014/main" id="{7A1F5021-EFFC-E965-CF8E-0101B03BEACB}"/>
                    </a:ext>
                  </a:extLst>
                </p:cNvPr>
                <p:cNvGrpSpPr/>
                <p:nvPr/>
              </p:nvGrpSpPr>
              <p:grpSpPr>
                <a:xfrm>
                  <a:off x="9249790" y="2317915"/>
                  <a:ext cx="1971636" cy="320257"/>
                  <a:chOff x="4649054" y="1981046"/>
                  <a:chExt cx="1971636" cy="360000"/>
                </a:xfrm>
              </p:grpSpPr>
              <p:sp>
                <p:nvSpPr>
                  <p:cNvPr id="60" name="사각형: 둥근 모서리 59">
                    <a:extLst>
                      <a:ext uri="{FF2B5EF4-FFF2-40B4-BE49-F238E27FC236}">
                        <a16:creationId xmlns:a16="http://schemas.microsoft.com/office/drawing/2014/main" id="{CFC9A058-DABD-AB4C-0191-C7B422F3D0A6}"/>
                      </a:ext>
                    </a:extLst>
                  </p:cNvPr>
                  <p:cNvSpPr/>
                  <p:nvPr/>
                </p:nvSpPr>
                <p:spPr>
                  <a:xfrm>
                    <a:off x="5432690" y="1981046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/>
                      <a:t>Type B-1 </a:t>
                    </a:r>
                    <a:endParaRPr lang="ko-KR" altLang="en-US" sz="1000" dirty="0"/>
                  </a:p>
                </p:txBody>
              </p:sp>
              <p:sp>
                <p:nvSpPr>
                  <p:cNvPr id="61" name="사각형: 둥근 모서리 60">
                    <a:extLst>
                      <a:ext uri="{FF2B5EF4-FFF2-40B4-BE49-F238E27FC236}">
                        <a16:creationId xmlns:a16="http://schemas.microsoft.com/office/drawing/2014/main" id="{236D3564-61D4-FA98-0C53-5BB71C78AD5B}"/>
                      </a:ext>
                    </a:extLst>
                  </p:cNvPr>
                  <p:cNvSpPr/>
                  <p:nvPr/>
                </p:nvSpPr>
                <p:spPr>
                  <a:xfrm>
                    <a:off x="4649054" y="1981046"/>
                    <a:ext cx="684000" cy="360000"/>
                  </a:xfrm>
                  <a:prstGeom prst="roundRect">
                    <a:avLst/>
                  </a:prstGeom>
                  <a:solidFill>
                    <a:srgbClr val="E9713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프론트 도어</a:t>
                    </a:r>
                  </a:p>
                </p:txBody>
              </p:sp>
            </p:grpSp>
            <p:grpSp>
              <p:nvGrpSpPr>
                <p:cNvPr id="53" name="그룹 52">
                  <a:extLst>
                    <a:ext uri="{FF2B5EF4-FFF2-40B4-BE49-F238E27FC236}">
                      <a16:creationId xmlns:a16="http://schemas.microsoft.com/office/drawing/2014/main" id="{D07A465E-AE06-F5F2-CD48-F90EFBFD3B2A}"/>
                    </a:ext>
                  </a:extLst>
                </p:cNvPr>
                <p:cNvGrpSpPr/>
                <p:nvPr/>
              </p:nvGrpSpPr>
              <p:grpSpPr>
                <a:xfrm>
                  <a:off x="9249790" y="2745776"/>
                  <a:ext cx="1971636" cy="320257"/>
                  <a:chOff x="4649054" y="2462005"/>
                  <a:chExt cx="1971636" cy="360000"/>
                </a:xfrm>
              </p:grpSpPr>
              <p:sp>
                <p:nvSpPr>
                  <p:cNvPr id="58" name="사각형: 둥근 모서리 57">
                    <a:extLst>
                      <a:ext uri="{FF2B5EF4-FFF2-40B4-BE49-F238E27FC236}">
                        <a16:creationId xmlns:a16="http://schemas.microsoft.com/office/drawing/2014/main" id="{0AC3FD05-BF91-052A-4F66-25AC41ADCB01}"/>
                      </a:ext>
                    </a:extLst>
                  </p:cNvPr>
                  <p:cNvSpPr/>
                  <p:nvPr/>
                </p:nvSpPr>
                <p:spPr>
                  <a:xfrm>
                    <a:off x="4649054" y="2462005"/>
                    <a:ext cx="684000" cy="360000"/>
                  </a:xfrm>
                  <a:prstGeom prst="round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도어 래치</a:t>
                    </a:r>
                  </a:p>
                </p:txBody>
              </p:sp>
              <p:sp>
                <p:nvSpPr>
                  <p:cNvPr id="59" name="사각형: 둥근 모서리 58">
                    <a:extLst>
                      <a:ext uri="{FF2B5EF4-FFF2-40B4-BE49-F238E27FC236}">
                        <a16:creationId xmlns:a16="http://schemas.microsoft.com/office/drawing/2014/main" id="{9DBA49BF-65E1-F0B4-2EC4-8E27B1489B62}"/>
                      </a:ext>
                    </a:extLst>
                  </p:cNvPr>
                  <p:cNvSpPr/>
                  <p:nvPr/>
                </p:nvSpPr>
                <p:spPr>
                  <a:xfrm>
                    <a:off x="5432690" y="2462005"/>
                    <a:ext cx="1188000" cy="360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/>
                      <a:t>조립부</a:t>
                    </a:r>
                    <a:r>
                      <a:rPr lang="ko-KR" altLang="en-US" sz="1000" dirty="0"/>
                      <a:t> </a:t>
                    </a:r>
                    <a:r>
                      <a:rPr lang="en-US" altLang="ko-KR" sz="1000" dirty="0"/>
                      <a:t>Type B-2 </a:t>
                    </a:r>
                    <a:endParaRPr lang="ko-KR" altLang="en-US" sz="1000" dirty="0"/>
                  </a:p>
                </p:txBody>
              </p:sp>
            </p:grpSp>
            <p:grpSp>
              <p:nvGrpSpPr>
                <p:cNvPr id="54" name="그룹 53">
                  <a:extLst>
                    <a:ext uri="{FF2B5EF4-FFF2-40B4-BE49-F238E27FC236}">
                      <a16:creationId xmlns:a16="http://schemas.microsoft.com/office/drawing/2014/main" id="{46DEF12C-E1B2-0087-1540-3101B6FD9A57}"/>
                    </a:ext>
                  </a:extLst>
                </p:cNvPr>
                <p:cNvGrpSpPr/>
                <p:nvPr/>
              </p:nvGrpSpPr>
              <p:grpSpPr>
                <a:xfrm>
                  <a:off x="9249790" y="3177966"/>
                  <a:ext cx="1971636" cy="320257"/>
                  <a:chOff x="4649054" y="2947826"/>
                  <a:chExt cx="1971636" cy="360000"/>
                </a:xfrm>
              </p:grpSpPr>
              <p:sp>
                <p:nvSpPr>
                  <p:cNvPr id="55" name="타원 54">
                    <a:extLst>
                      <a:ext uri="{FF2B5EF4-FFF2-40B4-BE49-F238E27FC236}">
                        <a16:creationId xmlns:a16="http://schemas.microsoft.com/office/drawing/2014/main" id="{7D6876DD-E525-8BEA-D0D6-BB4AC30C9126}"/>
                      </a:ext>
                    </a:extLst>
                  </p:cNvPr>
                  <p:cNvSpPr/>
                  <p:nvPr/>
                </p:nvSpPr>
                <p:spPr>
                  <a:xfrm>
                    <a:off x="5432690" y="2947826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M4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57" name="사각형: 둥근 모서리 56">
                    <a:extLst>
                      <a:ext uri="{FF2B5EF4-FFF2-40B4-BE49-F238E27FC236}">
                        <a16:creationId xmlns:a16="http://schemas.microsoft.com/office/drawing/2014/main" id="{6C911DBA-F1BD-EBAC-0422-95CB19CA865C}"/>
                      </a:ext>
                    </a:extLst>
                  </p:cNvPr>
                  <p:cNvSpPr/>
                  <p:nvPr/>
                </p:nvSpPr>
                <p:spPr>
                  <a:xfrm>
                    <a:off x="4649054" y="2947826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2</a:t>
                    </a:r>
                    <a:endParaRPr lang="ko-KR" altLang="en-US" sz="1000" dirty="0"/>
                  </a:p>
                </p:txBody>
              </p:sp>
            </p:grpSp>
          </p:grpSp>
        </p:grpSp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370C2F87-0877-CE14-A565-222466574C5B}"/>
                </a:ext>
              </a:extLst>
            </p:cNvPr>
            <p:cNvGrpSpPr/>
            <p:nvPr/>
          </p:nvGrpSpPr>
          <p:grpSpPr>
            <a:xfrm>
              <a:off x="9133527" y="4778146"/>
              <a:ext cx="2204162" cy="1365327"/>
              <a:chOff x="9133527" y="4778146"/>
              <a:chExt cx="2204162" cy="1365327"/>
            </a:xfrm>
          </p:grpSpPr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629C2E9E-92A2-44BD-EBAF-4C31CE33977B}"/>
                  </a:ext>
                </a:extLst>
              </p:cNvPr>
              <p:cNvSpPr/>
              <p:nvPr/>
            </p:nvSpPr>
            <p:spPr>
              <a:xfrm>
                <a:off x="9133527" y="4778146"/>
                <a:ext cx="2204162" cy="1365327"/>
              </a:xfrm>
              <a:prstGeom prst="roundRect">
                <a:avLst>
                  <a:gd name="adj" fmla="val 6191"/>
                </a:avLst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4A3BF30-7895-ABF3-4971-C0A75EF5276A}"/>
                  </a:ext>
                </a:extLst>
              </p:cNvPr>
              <p:cNvGrpSpPr/>
              <p:nvPr/>
            </p:nvGrpSpPr>
            <p:grpSpPr>
              <a:xfrm>
                <a:off x="9249790" y="4875255"/>
                <a:ext cx="1971636" cy="1171117"/>
                <a:chOff x="9249790" y="4875255"/>
                <a:chExt cx="1971636" cy="1171117"/>
              </a:xfrm>
            </p:grpSpPr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AB2D2B6C-6885-8498-D0F5-380D4F34441D}"/>
                    </a:ext>
                  </a:extLst>
                </p:cNvPr>
                <p:cNvCxnSpPr>
                  <a:cxnSpLocks/>
                  <a:endCxn id="41" idx="0"/>
                </p:cNvCxnSpPr>
                <p:nvPr/>
              </p:nvCxnSpPr>
              <p:spPr>
                <a:xfrm>
                  <a:off x="10627426" y="5195511"/>
                  <a:ext cx="0" cy="530597"/>
                </a:xfrm>
                <a:prstGeom prst="line">
                  <a:avLst/>
                </a:prstGeom>
                <a:ln w="57150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8" name="그룹 37">
                  <a:extLst>
                    <a:ext uri="{FF2B5EF4-FFF2-40B4-BE49-F238E27FC236}">
                      <a16:creationId xmlns:a16="http://schemas.microsoft.com/office/drawing/2014/main" id="{5D0439E4-8610-A5A1-19D7-8FC50E49B737}"/>
                    </a:ext>
                  </a:extLst>
                </p:cNvPr>
                <p:cNvGrpSpPr/>
                <p:nvPr/>
              </p:nvGrpSpPr>
              <p:grpSpPr>
                <a:xfrm>
                  <a:off x="9249790" y="4875255"/>
                  <a:ext cx="1971636" cy="320257"/>
                  <a:chOff x="4661776" y="4732921"/>
                  <a:chExt cx="1971636" cy="360000"/>
                </a:xfrm>
              </p:grpSpPr>
              <p:sp>
                <p:nvSpPr>
                  <p:cNvPr id="47" name="타원 46">
                    <a:extLst>
                      <a:ext uri="{FF2B5EF4-FFF2-40B4-BE49-F238E27FC236}">
                        <a16:creationId xmlns:a16="http://schemas.microsoft.com/office/drawing/2014/main" id="{73408C24-68C0-05B4-0373-F82CBAEFB058}"/>
                      </a:ext>
                    </a:extLst>
                  </p:cNvPr>
                  <p:cNvSpPr/>
                  <p:nvPr/>
                </p:nvSpPr>
                <p:spPr>
                  <a:xfrm>
                    <a:off x="5445412" y="4732921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>
                        <a:latin typeface="+mj-ea"/>
                      </a:rPr>
                      <a:t>나사구멍</a:t>
                    </a:r>
                    <a:r>
                      <a:rPr lang="en-US" altLang="ko-KR" sz="1000">
                        <a:latin typeface="+mj-ea"/>
                      </a:rPr>
                      <a:t>:</a:t>
                    </a:r>
                    <a:r>
                      <a:rPr lang="ko-KR" altLang="en-US" sz="1000">
                        <a:latin typeface="+mj-ea"/>
                      </a:rPr>
                      <a:t> </a:t>
                    </a:r>
                    <a:r>
                      <a:rPr lang="en-US" altLang="ko-KR" sz="1000">
                        <a:latin typeface="+mj-ea"/>
                      </a:rPr>
                      <a:t>Ø8mm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8" name="사각형: 둥근 모서리 47">
                    <a:extLst>
                      <a:ext uri="{FF2B5EF4-FFF2-40B4-BE49-F238E27FC236}">
                        <a16:creationId xmlns:a16="http://schemas.microsoft.com/office/drawing/2014/main" id="{0D4DCDEE-73E6-5899-2264-0779EDDF7C57}"/>
                      </a:ext>
                    </a:extLst>
                  </p:cNvPr>
                  <p:cNvSpPr/>
                  <p:nvPr/>
                </p:nvSpPr>
                <p:spPr>
                  <a:xfrm>
                    <a:off x="4661776" y="4732921"/>
                    <a:ext cx="684000" cy="360000"/>
                  </a:xfrm>
                  <a:prstGeom prst="roundRect">
                    <a:avLst/>
                  </a:prstGeom>
                  <a:solidFill>
                    <a:srgbClr val="0F9ED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도어</a:t>
                    </a:r>
                    <a:endParaRPr lang="en-US" altLang="ko-KR" sz="1000"/>
                  </a:p>
                  <a:p>
                    <a:pPr algn="ctr"/>
                    <a:r>
                      <a:rPr lang="ko-KR" altLang="en-US" sz="1000"/>
                      <a:t>체커</a:t>
                    </a:r>
                  </a:p>
                </p:txBody>
              </p:sp>
            </p:grpSp>
            <p:grpSp>
              <p:nvGrpSpPr>
                <p:cNvPr id="39" name="그룹 38">
                  <a:extLst>
                    <a:ext uri="{FF2B5EF4-FFF2-40B4-BE49-F238E27FC236}">
                      <a16:creationId xmlns:a16="http://schemas.microsoft.com/office/drawing/2014/main" id="{16D96074-E57C-AF3B-989A-FF032F23AD50}"/>
                    </a:ext>
                  </a:extLst>
                </p:cNvPr>
                <p:cNvGrpSpPr/>
                <p:nvPr/>
              </p:nvGrpSpPr>
              <p:grpSpPr>
                <a:xfrm>
                  <a:off x="9249790" y="5300682"/>
                  <a:ext cx="1971636" cy="320257"/>
                  <a:chOff x="4649054" y="5218927"/>
                  <a:chExt cx="1971636" cy="360000"/>
                </a:xfrm>
              </p:grpSpPr>
              <p:sp>
                <p:nvSpPr>
                  <p:cNvPr id="43" name="타원 42">
                    <a:extLst>
                      <a:ext uri="{FF2B5EF4-FFF2-40B4-BE49-F238E27FC236}">
                        <a16:creationId xmlns:a16="http://schemas.microsoft.com/office/drawing/2014/main" id="{B711267E-A468-FC81-7FC3-989A90A59F85}"/>
                      </a:ext>
                    </a:extLst>
                  </p:cNvPr>
                  <p:cNvSpPr/>
                  <p:nvPr/>
                </p:nvSpPr>
                <p:spPr>
                  <a:xfrm>
                    <a:off x="5432690" y="5218927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 err="1">
                        <a:latin typeface="+mj-ea"/>
                      </a:rPr>
                      <a:t>나사탭</a:t>
                    </a:r>
                    <a:r>
                      <a:rPr lang="en-US" altLang="ko-KR" sz="1000" dirty="0">
                        <a:latin typeface="+mj-ea"/>
                      </a:rPr>
                      <a:t>:</a:t>
                    </a:r>
                    <a:r>
                      <a:rPr lang="ko-KR" altLang="en-US" sz="1000" dirty="0">
                        <a:latin typeface="+mj-ea"/>
                      </a:rPr>
                      <a:t> </a:t>
                    </a:r>
                    <a:r>
                      <a:rPr lang="en-US" altLang="ko-KR" sz="1000" dirty="0">
                        <a:latin typeface="+mj-ea"/>
                      </a:rPr>
                      <a:t>M8</a:t>
                    </a:r>
                    <a:endParaRPr lang="ko-KR" altLang="en-US" sz="1000" dirty="0">
                      <a:latin typeface="+mj-ea"/>
                    </a:endParaRPr>
                  </a:p>
                </p:txBody>
              </p:sp>
              <p:sp>
                <p:nvSpPr>
                  <p:cNvPr id="44" name="사각형: 둥근 모서리 43">
                    <a:extLst>
                      <a:ext uri="{FF2B5EF4-FFF2-40B4-BE49-F238E27FC236}">
                        <a16:creationId xmlns:a16="http://schemas.microsoft.com/office/drawing/2014/main" id="{8F6E412D-0D82-EC0D-E580-BE604F0BD5D2}"/>
                      </a:ext>
                    </a:extLst>
                  </p:cNvPr>
                  <p:cNvSpPr/>
                  <p:nvPr/>
                </p:nvSpPr>
                <p:spPr>
                  <a:xfrm>
                    <a:off x="4649054" y="5218927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/>
                      <a:t>바디</a:t>
                    </a:r>
                  </a:p>
                </p:txBody>
              </p:sp>
            </p:grpSp>
            <p:grpSp>
              <p:nvGrpSpPr>
                <p:cNvPr id="40" name="그룹 39">
                  <a:extLst>
                    <a:ext uri="{FF2B5EF4-FFF2-40B4-BE49-F238E27FC236}">
                      <a16:creationId xmlns:a16="http://schemas.microsoft.com/office/drawing/2014/main" id="{006D19E0-DE5E-18D1-6FB7-CDF8D031F3DB}"/>
                    </a:ext>
                  </a:extLst>
                </p:cNvPr>
                <p:cNvGrpSpPr/>
                <p:nvPr/>
              </p:nvGrpSpPr>
              <p:grpSpPr>
                <a:xfrm>
                  <a:off x="9249790" y="5726115"/>
                  <a:ext cx="1971636" cy="320257"/>
                  <a:chOff x="4649054" y="5689365"/>
                  <a:chExt cx="1971636" cy="360000"/>
                </a:xfrm>
              </p:grpSpPr>
              <p:sp>
                <p:nvSpPr>
                  <p:cNvPr id="41" name="타원 40">
                    <a:extLst>
                      <a:ext uri="{FF2B5EF4-FFF2-40B4-BE49-F238E27FC236}">
                        <a16:creationId xmlns:a16="http://schemas.microsoft.com/office/drawing/2014/main" id="{0C36115C-C0AB-7104-A4F7-C3789901A5BA}"/>
                      </a:ext>
                    </a:extLst>
                  </p:cNvPr>
                  <p:cNvSpPr/>
                  <p:nvPr/>
                </p:nvSpPr>
                <p:spPr>
                  <a:xfrm>
                    <a:off x="5432690" y="5689365"/>
                    <a:ext cx="1188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ko-KR" altLang="en-US" sz="1000" dirty="0"/>
                      <a:t>나사</a:t>
                    </a:r>
                    <a:r>
                      <a:rPr lang="en-US" altLang="ko-KR" sz="1000"/>
                      <a:t>: M8</a:t>
                    </a:r>
                    <a:endParaRPr lang="ko-KR" altLang="en-US" sz="1000" dirty="0"/>
                  </a:p>
                </p:txBody>
              </p:sp>
              <p:sp>
                <p:nvSpPr>
                  <p:cNvPr id="42" name="사각형: 둥근 모서리 41">
                    <a:extLst>
                      <a:ext uri="{FF2B5EF4-FFF2-40B4-BE49-F238E27FC236}">
                        <a16:creationId xmlns:a16="http://schemas.microsoft.com/office/drawing/2014/main" id="{F7E26163-7D9D-9097-0215-85293E7EA794}"/>
                      </a:ext>
                    </a:extLst>
                  </p:cNvPr>
                  <p:cNvSpPr/>
                  <p:nvPr/>
                </p:nvSpPr>
                <p:spPr>
                  <a:xfrm>
                    <a:off x="4649054" y="5689365"/>
                    <a:ext cx="684000" cy="360000"/>
                  </a:xfrm>
                  <a:prstGeom prst="roundRect">
                    <a:avLst/>
                  </a:prstGeom>
                  <a:solidFill>
                    <a:srgbClr val="A02B9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ko-KR" altLang="en-US" sz="1000" dirty="0"/>
                      <a:t>볼트</a:t>
                    </a:r>
                    <a:r>
                      <a:rPr lang="en-US" altLang="ko-KR" sz="1000"/>
                      <a:t>1</a:t>
                    </a:r>
                    <a:endParaRPr lang="ko-KR" altLang="en-US" sz="1000" dirty="0"/>
                  </a:p>
                </p:txBody>
              </p:sp>
            </p:grpSp>
          </p:grpSp>
        </p:grp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A6F6FEED-A235-E749-464A-FFD015555AD6}"/>
              </a:ext>
            </a:extLst>
          </p:cNvPr>
          <p:cNvSpPr txBox="1"/>
          <p:nvPr/>
        </p:nvSpPr>
        <p:spPr>
          <a:xfrm>
            <a:off x="3140121" y="5994522"/>
            <a:ext cx="51874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상태</a:t>
            </a:r>
            <a:r>
              <a:rPr lang="en-US" altLang="ko-KR" dirty="0"/>
              <a:t>, </a:t>
            </a:r>
            <a:r>
              <a:rPr lang="ko-KR" altLang="en-US" dirty="0"/>
              <a:t>조립 </a:t>
            </a:r>
            <a:r>
              <a:rPr lang="ko-KR" altLang="en-US" dirty="0" err="1"/>
              <a:t>목표등</a:t>
            </a:r>
            <a:r>
              <a:rPr lang="ko-KR" altLang="en-US" dirty="0"/>
              <a:t> 사용자 입력을 바탕으로 </a:t>
            </a:r>
            <a:r>
              <a:rPr lang="en-US" altLang="ko-KR" dirty="0"/>
              <a:t> </a:t>
            </a:r>
            <a:br>
              <a:rPr lang="en-US" altLang="ko-KR" dirty="0"/>
            </a:br>
            <a:r>
              <a:rPr lang="ko-KR" altLang="en-US" dirty="0"/>
              <a:t>조립 후보가 사용자의 목적에 부합하는지 평가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F845B16D-F21E-2B6C-E223-3FFE76B49742}"/>
              </a:ext>
            </a:extLst>
          </p:cNvPr>
          <p:cNvGrpSpPr/>
          <p:nvPr/>
        </p:nvGrpSpPr>
        <p:grpSpPr>
          <a:xfrm>
            <a:off x="3654005" y="1597283"/>
            <a:ext cx="1897124" cy="1281009"/>
            <a:chOff x="567997" y="1152609"/>
            <a:chExt cx="1734024" cy="1326750"/>
          </a:xfrm>
        </p:grpSpPr>
        <p:grpSp>
          <p:nvGrpSpPr>
            <p:cNvPr id="82" name="그룹 81">
              <a:extLst>
                <a:ext uri="{FF2B5EF4-FFF2-40B4-BE49-F238E27FC236}">
                  <a16:creationId xmlns:a16="http://schemas.microsoft.com/office/drawing/2014/main" id="{6234EB17-7B1C-DB17-938A-A20F7BCBFCFF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85" name="그룹 84">
                <a:extLst>
                  <a:ext uri="{FF2B5EF4-FFF2-40B4-BE49-F238E27FC236}">
                    <a16:creationId xmlns:a16="http://schemas.microsoft.com/office/drawing/2014/main" id="{13EA04B9-31B7-0CF0-A73B-9B6B20167517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102" name="타원 101">
                  <a:extLst>
                    <a:ext uri="{FF2B5EF4-FFF2-40B4-BE49-F238E27FC236}">
                      <a16:creationId xmlns:a16="http://schemas.microsoft.com/office/drawing/2014/main" id="{B68645E5-D55C-7C07-5446-9A501BDDFE72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103" name="타원 102">
                  <a:extLst>
                    <a:ext uri="{FF2B5EF4-FFF2-40B4-BE49-F238E27FC236}">
                      <a16:creationId xmlns:a16="http://schemas.microsoft.com/office/drawing/2014/main" id="{803E309F-28ED-6C39-B8A1-1A591789B2A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104" name="직선 연결선 103">
                  <a:extLst>
                    <a:ext uri="{FF2B5EF4-FFF2-40B4-BE49-F238E27FC236}">
                      <a16:creationId xmlns:a16="http://schemas.microsoft.com/office/drawing/2014/main" id="{3BC58A23-6F72-DEFA-021D-742BEE2FE5AF}"/>
                    </a:ext>
                  </a:extLst>
                </p:cNvPr>
                <p:cNvCxnSpPr>
                  <a:cxnSpLocks/>
                  <a:endCxn id="102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5" name="직선 연결선 104">
                  <a:extLst>
                    <a:ext uri="{FF2B5EF4-FFF2-40B4-BE49-F238E27FC236}">
                      <a16:creationId xmlns:a16="http://schemas.microsoft.com/office/drawing/2014/main" id="{AF9DF3A3-57F0-D0CA-0522-436118EDCDB6}"/>
                    </a:ext>
                  </a:extLst>
                </p:cNvPr>
                <p:cNvCxnSpPr>
                  <a:cxnSpLocks/>
                  <a:stCxn id="103" idx="2"/>
                  <a:endCxn id="102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06" name="그룹 105">
                  <a:extLst>
                    <a:ext uri="{FF2B5EF4-FFF2-40B4-BE49-F238E27FC236}">
                      <a16:creationId xmlns:a16="http://schemas.microsoft.com/office/drawing/2014/main" id="{A9ECCD5F-76C8-34CC-7176-24CEB536B11C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07" name="사각형: 둥근 모서리 106">
                    <a:extLst>
                      <a:ext uri="{FF2B5EF4-FFF2-40B4-BE49-F238E27FC236}">
                        <a16:creationId xmlns:a16="http://schemas.microsoft.com/office/drawing/2014/main" id="{61E14D91-E873-DD96-8363-81D47AE6A08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08" name="타원 107">
                    <a:extLst>
                      <a:ext uri="{FF2B5EF4-FFF2-40B4-BE49-F238E27FC236}">
                        <a16:creationId xmlns:a16="http://schemas.microsoft.com/office/drawing/2014/main" id="{E2126F1A-2EB2-010F-4C1F-2B8015DAC22B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09" name="타원 108">
                    <a:extLst>
                      <a:ext uri="{FF2B5EF4-FFF2-40B4-BE49-F238E27FC236}">
                        <a16:creationId xmlns:a16="http://schemas.microsoft.com/office/drawing/2014/main" id="{7B6177B3-3AF7-3355-C704-8469B4F21425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10" name="타원 109">
                    <a:extLst>
                      <a:ext uri="{FF2B5EF4-FFF2-40B4-BE49-F238E27FC236}">
                        <a16:creationId xmlns:a16="http://schemas.microsoft.com/office/drawing/2014/main" id="{5920BCB7-7697-D92F-B3E0-A51D192112DB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86" name="그룹 85">
                <a:extLst>
                  <a:ext uri="{FF2B5EF4-FFF2-40B4-BE49-F238E27FC236}">
                    <a16:creationId xmlns:a16="http://schemas.microsoft.com/office/drawing/2014/main" id="{9B95DEB5-B7C1-A8CB-BABD-AFE0E8FEAD9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F6BD9151-1E91-D5BE-15BA-EA3FAA10C637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88" name="그룹 87">
                  <a:extLst>
                    <a:ext uri="{FF2B5EF4-FFF2-40B4-BE49-F238E27FC236}">
                      <a16:creationId xmlns:a16="http://schemas.microsoft.com/office/drawing/2014/main" id="{DE258A60-9BE1-4A3D-9071-25564311F674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96" name="사각형: 둥근 모서리 95">
                    <a:extLst>
                      <a:ext uri="{FF2B5EF4-FFF2-40B4-BE49-F238E27FC236}">
                        <a16:creationId xmlns:a16="http://schemas.microsoft.com/office/drawing/2014/main" id="{60399860-F751-C53D-570F-0C74B9A3AB7A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97" name="그룹 96">
                    <a:extLst>
                      <a:ext uri="{FF2B5EF4-FFF2-40B4-BE49-F238E27FC236}">
                        <a16:creationId xmlns:a16="http://schemas.microsoft.com/office/drawing/2014/main" id="{F5244E3D-E1A4-D529-EC73-B6ACA3371C0E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99" name="타원 98">
                      <a:extLst>
                        <a:ext uri="{FF2B5EF4-FFF2-40B4-BE49-F238E27FC236}">
                          <a16:creationId xmlns:a16="http://schemas.microsoft.com/office/drawing/2014/main" id="{BE3A01EA-5408-73DC-8833-7E9CD140A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00" name="타원 99">
                      <a:extLst>
                        <a:ext uri="{FF2B5EF4-FFF2-40B4-BE49-F238E27FC236}">
                          <a16:creationId xmlns:a16="http://schemas.microsoft.com/office/drawing/2014/main" id="{1E2DED07-9860-3CC6-FC55-4311AE4979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101" name="타원 100">
                      <a:extLst>
                        <a:ext uri="{FF2B5EF4-FFF2-40B4-BE49-F238E27FC236}">
                          <a16:creationId xmlns:a16="http://schemas.microsoft.com/office/drawing/2014/main" id="{A3EBF573-D095-4895-5D9B-661C16E759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98" name="타원 97">
                    <a:extLst>
                      <a:ext uri="{FF2B5EF4-FFF2-40B4-BE49-F238E27FC236}">
                        <a16:creationId xmlns:a16="http://schemas.microsoft.com/office/drawing/2014/main" id="{80302C9A-1CC8-0004-E35F-0CBF4F981FC8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323B128E-DB62-6CCE-873F-91F953B5E4B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90" name="타원 89">
                  <a:extLst>
                    <a:ext uri="{FF2B5EF4-FFF2-40B4-BE49-F238E27FC236}">
                      <a16:creationId xmlns:a16="http://schemas.microsoft.com/office/drawing/2014/main" id="{3374CC87-50BF-FEA6-F54B-A1802BD8673C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91" name="타원 90">
                  <a:extLst>
                    <a:ext uri="{FF2B5EF4-FFF2-40B4-BE49-F238E27FC236}">
                      <a16:creationId xmlns:a16="http://schemas.microsoft.com/office/drawing/2014/main" id="{B23642D6-97F2-F312-056C-94DCE0833B9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2" name="직선 연결선 91">
                  <a:extLst>
                    <a:ext uri="{FF2B5EF4-FFF2-40B4-BE49-F238E27FC236}">
                      <a16:creationId xmlns:a16="http://schemas.microsoft.com/office/drawing/2014/main" id="{2F7D654D-C39A-64E2-4453-B055F13B1C95}"/>
                    </a:ext>
                  </a:extLst>
                </p:cNvPr>
                <p:cNvCxnSpPr>
                  <a:cxnSpLocks/>
                  <a:endCxn id="8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D5F15480-5F1A-481F-43C4-0F1427FBA8F7}"/>
                    </a:ext>
                  </a:extLst>
                </p:cNvPr>
                <p:cNvCxnSpPr>
                  <a:cxnSpLocks/>
                  <a:stCxn id="87" idx="7"/>
                  <a:endCxn id="8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4" name="직선 연결선 93">
                  <a:extLst>
                    <a:ext uri="{FF2B5EF4-FFF2-40B4-BE49-F238E27FC236}">
                      <a16:creationId xmlns:a16="http://schemas.microsoft.com/office/drawing/2014/main" id="{4301DC8E-101A-970C-AF08-F3786F78B6BE}"/>
                    </a:ext>
                  </a:extLst>
                </p:cNvPr>
                <p:cNvCxnSpPr>
                  <a:cxnSpLocks/>
                  <a:stCxn id="90" idx="1"/>
                  <a:endCxn id="8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5" name="직선 연결선 94">
                  <a:extLst>
                    <a:ext uri="{FF2B5EF4-FFF2-40B4-BE49-F238E27FC236}">
                      <a16:creationId xmlns:a16="http://schemas.microsoft.com/office/drawing/2014/main" id="{E7300074-7383-40C4-106D-1DC6D319C312}"/>
                    </a:ext>
                  </a:extLst>
                </p:cNvPr>
                <p:cNvCxnSpPr>
                  <a:cxnSpLocks/>
                  <a:stCxn id="91" idx="7"/>
                  <a:endCxn id="8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98B3A3F3-FE8D-32BA-E106-387DB881302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grpSp>
        <p:nvGrpSpPr>
          <p:cNvPr id="111" name="그룹 110">
            <a:extLst>
              <a:ext uri="{FF2B5EF4-FFF2-40B4-BE49-F238E27FC236}">
                <a16:creationId xmlns:a16="http://schemas.microsoft.com/office/drawing/2014/main" id="{056B4056-BC18-2301-A515-FEDEA778A86A}"/>
              </a:ext>
            </a:extLst>
          </p:cNvPr>
          <p:cNvGrpSpPr/>
          <p:nvPr/>
        </p:nvGrpSpPr>
        <p:grpSpPr>
          <a:xfrm>
            <a:off x="5608126" y="1614217"/>
            <a:ext cx="2211028" cy="1340779"/>
            <a:chOff x="2438097" y="1177547"/>
            <a:chExt cx="1525175" cy="999873"/>
          </a:xfrm>
        </p:grpSpPr>
        <p:grpSp>
          <p:nvGrpSpPr>
            <p:cNvPr id="112" name="그룹 111">
              <a:extLst>
                <a:ext uri="{FF2B5EF4-FFF2-40B4-BE49-F238E27FC236}">
                  <a16:creationId xmlns:a16="http://schemas.microsoft.com/office/drawing/2014/main" id="{69639126-D02C-A595-1599-588E9CDB41A3}"/>
                </a:ext>
              </a:extLst>
            </p:cNvPr>
            <p:cNvGrpSpPr/>
            <p:nvPr/>
          </p:nvGrpSpPr>
          <p:grpSpPr>
            <a:xfrm>
              <a:off x="2598255" y="1177547"/>
              <a:ext cx="1204859" cy="669888"/>
              <a:chOff x="2567856" y="1152608"/>
              <a:chExt cx="1577232" cy="802664"/>
            </a:xfrm>
          </p:grpSpPr>
          <p:cxnSp>
            <p:nvCxnSpPr>
              <p:cNvPr id="121" name="직선 연결선 120">
                <a:extLst>
                  <a:ext uri="{FF2B5EF4-FFF2-40B4-BE49-F238E27FC236}">
                    <a16:creationId xmlns:a16="http://schemas.microsoft.com/office/drawing/2014/main" id="{589CFCDB-5FBB-4CF8-86E8-249E7ABA2587}"/>
                  </a:ext>
                </a:extLst>
              </p:cNvPr>
              <p:cNvCxnSpPr>
                <a:cxnSpLocks/>
                <a:stCxn id="147" idx="4"/>
                <a:endCxn id="149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81F120D-2C56-E965-D7DB-30D294760DC2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28" name="직선 연결선 127">
                <a:extLst>
                  <a:ext uri="{FF2B5EF4-FFF2-40B4-BE49-F238E27FC236}">
                    <a16:creationId xmlns:a16="http://schemas.microsoft.com/office/drawing/2014/main" id="{C1C2D976-1A34-2A93-FEF6-0581E8E26221}"/>
                  </a:ext>
                </a:extLst>
              </p:cNvPr>
              <p:cNvCxnSpPr>
                <a:cxnSpLocks/>
                <a:stCxn id="137" idx="2"/>
                <a:endCxn id="127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9" name="타원 128">
                <a:extLst>
                  <a:ext uri="{FF2B5EF4-FFF2-40B4-BE49-F238E27FC236}">
                    <a16:creationId xmlns:a16="http://schemas.microsoft.com/office/drawing/2014/main" id="{3C5E1760-42AE-1167-E6AE-6860F7D9BB4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0" name="직선 연결선 129">
                <a:extLst>
                  <a:ext uri="{FF2B5EF4-FFF2-40B4-BE49-F238E27FC236}">
                    <a16:creationId xmlns:a16="http://schemas.microsoft.com/office/drawing/2014/main" id="{97DD36D3-DBF9-3354-29A4-13FF0B129591}"/>
                  </a:ext>
                </a:extLst>
              </p:cNvPr>
              <p:cNvCxnSpPr>
                <a:cxnSpLocks/>
                <a:stCxn id="133" idx="1"/>
                <a:endCxn id="129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CF410E4F-E4E3-B473-C6C3-8E531F777BD4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C8699574-C883-603B-9371-12B8C242CBC4}"/>
                  </a:ext>
                </a:extLst>
              </p:cNvPr>
              <p:cNvCxnSpPr>
                <a:cxnSpLocks/>
                <a:stCxn id="147" idx="6"/>
                <a:endCxn id="131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4E19B-083E-1811-F6E5-601BB439CB03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AC7508-3646-6476-2D51-4C9A5E8D9DE7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C439E6FD-9663-0453-4885-08EF1C8B34D4}"/>
                  </a:ext>
                </a:extLst>
              </p:cNvPr>
              <p:cNvCxnSpPr>
                <a:cxnSpLocks/>
                <a:stCxn id="134" idx="3"/>
                <a:endCxn id="127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타원 136">
                <a:extLst>
                  <a:ext uri="{FF2B5EF4-FFF2-40B4-BE49-F238E27FC236}">
                    <a16:creationId xmlns:a16="http://schemas.microsoft.com/office/drawing/2014/main" id="{6796E6AC-CF2B-BCA1-07D8-9B669C45EAD4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7" name="타원 146">
                <a:extLst>
                  <a:ext uri="{FF2B5EF4-FFF2-40B4-BE49-F238E27FC236}">
                    <a16:creationId xmlns:a16="http://schemas.microsoft.com/office/drawing/2014/main" id="{5FB45106-401B-0EE9-D5C2-0C89675D404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8" name="타원 147">
                <a:extLst>
                  <a:ext uri="{FF2B5EF4-FFF2-40B4-BE49-F238E27FC236}">
                    <a16:creationId xmlns:a16="http://schemas.microsoft.com/office/drawing/2014/main" id="{D9D38C62-5F50-F061-21DC-4766C385F4FD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9" name="타원 148">
                <a:extLst>
                  <a:ext uri="{FF2B5EF4-FFF2-40B4-BE49-F238E27FC236}">
                    <a16:creationId xmlns:a16="http://schemas.microsoft.com/office/drawing/2014/main" id="{E561A5A0-A0E1-7A04-EF9A-2C58554FEC27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50" name="직선 연결선 149">
                <a:extLst>
                  <a:ext uri="{FF2B5EF4-FFF2-40B4-BE49-F238E27FC236}">
                    <a16:creationId xmlns:a16="http://schemas.microsoft.com/office/drawing/2014/main" id="{80A0079A-4A07-A689-42A2-0E2FB6603EF0}"/>
                  </a:ext>
                </a:extLst>
              </p:cNvPr>
              <p:cNvCxnSpPr>
                <a:cxnSpLocks/>
                <a:stCxn id="149" idx="4"/>
                <a:endCxn id="148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직선 연결선 150">
                <a:extLst>
                  <a:ext uri="{FF2B5EF4-FFF2-40B4-BE49-F238E27FC236}">
                    <a16:creationId xmlns:a16="http://schemas.microsoft.com/office/drawing/2014/main" id="{B393BB03-C4B2-7216-4236-C70394B45EEE}"/>
                  </a:ext>
                </a:extLst>
              </p:cNvPr>
              <p:cNvCxnSpPr>
                <a:cxnSpLocks/>
                <a:stCxn id="133" idx="2"/>
                <a:endCxn id="134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5435110-0FF5-2AD4-69DD-5DA6FF8271F3}"/>
                </a:ext>
              </a:extLst>
            </p:cNvPr>
            <p:cNvSpPr txBox="1"/>
            <p:nvPr/>
          </p:nvSpPr>
          <p:spPr>
            <a:xfrm>
              <a:off x="2438097" y="1931199"/>
              <a:ext cx="152517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sp>
        <p:nvSpPr>
          <p:cNvPr id="152" name="화살표: 아래쪽 151">
            <a:extLst>
              <a:ext uri="{FF2B5EF4-FFF2-40B4-BE49-F238E27FC236}">
                <a16:creationId xmlns:a16="http://schemas.microsoft.com/office/drawing/2014/main" id="{49378E8B-C30E-A6E0-3BB0-D9898023AA10}"/>
              </a:ext>
            </a:extLst>
          </p:cNvPr>
          <p:cNvSpPr/>
          <p:nvPr/>
        </p:nvSpPr>
        <p:spPr>
          <a:xfrm>
            <a:off x="5019675" y="3067319"/>
            <a:ext cx="1219516" cy="664773"/>
          </a:xfrm>
          <a:prstGeom prst="downArrow">
            <a:avLst>
              <a:gd name="adj1" fmla="val 62562"/>
              <a:gd name="adj2" fmla="val 32543"/>
            </a:avLst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사용자 입력</a:t>
            </a:r>
          </a:p>
        </p:txBody>
      </p:sp>
    </p:spTree>
    <p:extLst>
      <p:ext uri="{BB962C8B-B14F-4D97-AF65-F5344CB8AC3E}">
        <p14:creationId xmlns:p14="http://schemas.microsoft.com/office/powerpoint/2010/main" val="2621925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1C9FA-FC68-6624-A351-1826327C9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927F3542-23EB-480E-11A3-27E3033FB6A7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CEEC7649-7E32-7D96-3A28-150B206AE9BD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1B7847F0-DA56-A52A-F285-BCB11784CD29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F35EC5D2-D21D-DDCC-728B-A12DBC561337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2FFFBEDF-7D86-71C2-A63D-6156A252AE49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 dirty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79387C36-EA26-9EF5-C8F6-0C511E47F43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9CCAA5-551E-9618-B64E-B960DE178F88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FD4C29C-A9CD-A15E-849B-4A627029925B}"/>
              </a:ext>
            </a:extLst>
          </p:cNvPr>
          <p:cNvGrpSpPr/>
          <p:nvPr/>
        </p:nvGrpSpPr>
        <p:grpSpPr>
          <a:xfrm>
            <a:off x="3606938" y="3043788"/>
            <a:ext cx="1680588" cy="814694"/>
            <a:chOff x="3550164" y="2797805"/>
            <a:chExt cx="1780883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19F4B48-A3F3-F00B-B262-65A421072637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E3FA1BC8-5FB0-11C0-E82F-8ECAAD1FD481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3406FB61-255F-500B-2BE7-0BAA605869A7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0ADB7BB4-ACB1-FBFA-3E84-8BB2EC45FA84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5EB80C6-67B6-9350-1432-514302FFE420}"/>
                </a:ext>
              </a:extLst>
            </p:cNvPr>
            <p:cNvSpPr txBox="1"/>
            <p:nvPr/>
          </p:nvSpPr>
          <p:spPr>
            <a:xfrm>
              <a:off x="3550164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F9A5C85-243F-E4FD-FEB9-290838391637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744F6A3-90BB-8DA1-F90F-545A34F57303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F43A823-7E68-8095-1130-4A06BDFABB42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4D1A5824-31E0-5A6A-45FD-DC45DAEB08C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EDEE84E3-CE3D-DF57-20E2-3E08144A870C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051F855-78CD-69C0-11B9-1551AE08E668}"/>
                </a:ext>
              </a:extLst>
            </p:cNvPr>
            <p:cNvSpPr txBox="1"/>
            <p:nvPr/>
          </p:nvSpPr>
          <p:spPr>
            <a:xfrm>
              <a:off x="6084609" y="2797805"/>
              <a:ext cx="177422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6F451DD-4A23-90FB-19AB-753FFDF17899}"/>
              </a:ext>
            </a:extLst>
          </p:cNvPr>
          <p:cNvGrpSpPr/>
          <p:nvPr/>
        </p:nvGrpSpPr>
        <p:grpSpPr>
          <a:xfrm>
            <a:off x="8909828" y="2996048"/>
            <a:ext cx="1680588" cy="814694"/>
            <a:chOff x="6081277" y="2797805"/>
            <a:chExt cx="1780883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1AF654A-2758-4582-5AFB-E8FA1C94FB14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F324A34-0BFF-2FEC-C149-DBD413EF1526}"/>
                </a:ext>
              </a:extLst>
            </p:cNvPr>
            <p:cNvSpPr/>
            <p:nvPr/>
          </p:nvSpPr>
          <p:spPr>
            <a:xfrm>
              <a:off x="6149423" y="3190825"/>
              <a:ext cx="962748" cy="360000"/>
            </a:xfrm>
            <a:prstGeom prst="roundRect">
              <a:avLst/>
            </a:prstGeom>
            <a:solidFill>
              <a:srgbClr val="ED7D31"/>
            </a:solidFill>
            <a:ln>
              <a:noFill/>
            </a:ln>
            <a:effectLst/>
          </p:spPr>
          <p:txBody>
            <a:bodyPr lIns="0" rIns="0" rtlCol="0" anchor="ctr"/>
            <a:lstStyle/>
            <a:p>
              <a:pPr algn="ctr" defTabSz="457212">
                <a:defRPr/>
              </a:pPr>
              <a:r>
                <a:rPr lang="pt-BR" altLang="ko-KR" sz="14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HDL ASSY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1B16E8D-AA79-4155-C651-7F503B44CD5D}"/>
                </a:ext>
              </a:extLst>
            </p:cNvPr>
            <p:cNvSpPr txBox="1"/>
            <p:nvPr/>
          </p:nvSpPr>
          <p:spPr>
            <a:xfrm>
              <a:off x="6081277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51DE62DC-DFCD-15E6-BCA3-1D4978CFBB39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9BD5ADF3-0053-F44C-2DF9-5256504A9CFE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CDEB84F4-1072-9B26-44F1-6C9DB6F48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lang="en-US" altLang="ko-KR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 생성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717ED118-82E3-0068-21C7-2F5440DF02C0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137ACF1F-0F68-40E1-C032-5706EFA6D24C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2A95C332-3777-575E-57D4-EAE4BFDF6728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C7A02F63-4288-06FE-0779-A76BEE4A6ED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C193DA74-09C5-DA5B-784D-A4B5B635C4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7" name="사각형: 둥근 모서리 48">
            <a:extLst>
              <a:ext uri="{FF2B5EF4-FFF2-40B4-BE49-F238E27FC236}">
                <a16:creationId xmlns:a16="http://schemas.microsoft.com/office/drawing/2014/main" id="{A579A978-524D-53E4-6BA6-AAF3B33D2502}"/>
              </a:ext>
            </a:extLst>
          </p:cNvPr>
          <p:cNvSpPr/>
          <p:nvPr/>
        </p:nvSpPr>
        <p:spPr>
          <a:xfrm>
            <a:off x="9959723" y="3389068"/>
            <a:ext cx="566387" cy="360000"/>
          </a:xfrm>
          <a:prstGeom prst="roundRect">
            <a:avLst/>
          </a:prstGeom>
          <a:solidFill>
            <a:srgbClr val="4472C4"/>
          </a:solidFill>
          <a:ln>
            <a:noFill/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위치</a:t>
            </a:r>
            <a:endParaRPr lang="en-US" altLang="ko-KR" sz="1000" b="1" kern="0">
              <a:solidFill>
                <a:prstClr val="white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결정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FB968-F848-35BD-0154-1321BC5A8F2C}"/>
              </a:ext>
            </a:extLst>
          </p:cNvPr>
          <p:cNvSpPr txBox="1"/>
          <p:nvPr/>
        </p:nvSpPr>
        <p:spPr>
          <a:xfrm>
            <a:off x="1143000" y="4560946"/>
            <a:ext cx="9906000" cy="888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‘HDL ASSY’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부품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후보들을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E776EE68-A7E2-D905-98A2-88472446FF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 dirty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3" name="AutoShape 176">
            <a:extLst>
              <a:ext uri="{FF2B5EF4-FFF2-40B4-BE49-F238E27FC236}">
                <a16:creationId xmlns:a16="http://schemas.microsoft.com/office/drawing/2014/main" id="{32CB0F3E-9EEA-336E-BD14-91A4CD8061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F9472E4-CAF0-DCEA-BDAB-F24B5B2F14A3}"/>
              </a:ext>
            </a:extLst>
          </p:cNvPr>
          <p:cNvGrpSpPr/>
          <p:nvPr/>
        </p:nvGrpSpPr>
        <p:grpSpPr>
          <a:xfrm>
            <a:off x="10376054" y="1657100"/>
            <a:ext cx="1525175" cy="1112998"/>
            <a:chOff x="3237674" y="5802496"/>
            <a:chExt cx="1525175" cy="1112998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BFEE322-06AC-9492-6FCC-4657AE5B2392}"/>
                </a:ext>
              </a:extLst>
            </p:cNvPr>
            <p:cNvGrpSpPr/>
            <p:nvPr/>
          </p:nvGrpSpPr>
          <p:grpSpPr>
            <a:xfrm>
              <a:off x="3397832" y="5802496"/>
              <a:ext cx="1204859" cy="669888"/>
              <a:chOff x="2567856" y="1152608"/>
              <a:chExt cx="1577232" cy="802664"/>
            </a:xfrm>
          </p:grpSpPr>
          <p:cxnSp>
            <p:nvCxnSpPr>
              <p:cNvPr id="28" name="직선 연결선 27">
                <a:extLst>
                  <a:ext uri="{FF2B5EF4-FFF2-40B4-BE49-F238E27FC236}">
                    <a16:creationId xmlns:a16="http://schemas.microsoft.com/office/drawing/2014/main" id="{9E7B3621-F591-5A99-7F00-914157E293E7}"/>
                  </a:ext>
                </a:extLst>
              </p:cNvPr>
              <p:cNvCxnSpPr>
                <a:cxnSpLocks/>
                <a:stCxn id="48" idx="4"/>
                <a:endCxn id="51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2AE77792-C93B-02A5-8874-C07711020AF8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30" name="직선 연결선 29">
                <a:extLst>
                  <a:ext uri="{FF2B5EF4-FFF2-40B4-BE49-F238E27FC236}">
                    <a16:creationId xmlns:a16="http://schemas.microsoft.com/office/drawing/2014/main" id="{39907394-F343-8E7A-77C1-7BA4F50A089C}"/>
                  </a:ext>
                </a:extLst>
              </p:cNvPr>
              <p:cNvCxnSpPr>
                <a:cxnSpLocks/>
                <a:stCxn id="46" idx="2"/>
                <a:endCxn id="29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B9C644A9-FD72-B4B3-8D31-3422E5DC789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674E47B1-3A81-F630-3DDD-1870E50DFBDF}"/>
                  </a:ext>
                </a:extLst>
              </p:cNvPr>
              <p:cNvCxnSpPr>
                <a:cxnSpLocks/>
                <a:stCxn id="42" idx="1"/>
                <a:endCxn id="31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74116C74-EC5E-1612-BFF0-B65160C7A7A5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25354943-DC12-D22B-C7D5-753E6BEFCF25}"/>
                  </a:ext>
                </a:extLst>
              </p:cNvPr>
              <p:cNvCxnSpPr>
                <a:cxnSpLocks/>
                <a:stCxn id="48" idx="6"/>
                <a:endCxn id="40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C6B2AFC4-7D01-EC02-B482-E5F9710C7029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3" name="사각형: 둥근 모서리 42">
                <a:extLst>
                  <a:ext uri="{FF2B5EF4-FFF2-40B4-BE49-F238E27FC236}">
                    <a16:creationId xmlns:a16="http://schemas.microsoft.com/office/drawing/2014/main" id="{D45CFAF4-6D1B-0C8B-EC38-BF9010D6C6BD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45" name="직선 연결선 44">
                <a:extLst>
                  <a:ext uri="{FF2B5EF4-FFF2-40B4-BE49-F238E27FC236}">
                    <a16:creationId xmlns:a16="http://schemas.microsoft.com/office/drawing/2014/main" id="{B41B0025-E741-B56A-61BB-BFE1E460AA76}"/>
                  </a:ext>
                </a:extLst>
              </p:cNvPr>
              <p:cNvCxnSpPr>
                <a:cxnSpLocks/>
                <a:stCxn id="43" idx="3"/>
                <a:endCxn id="29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6" name="타원 45">
                <a:extLst>
                  <a:ext uri="{FF2B5EF4-FFF2-40B4-BE49-F238E27FC236}">
                    <a16:creationId xmlns:a16="http://schemas.microsoft.com/office/drawing/2014/main" id="{3092191B-2435-F44F-5218-5C8814AC1945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1EADB10E-DCD8-D2A9-B86C-7743DF28913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7527117C-AADA-93D2-6099-94498E10C6A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21A8D454-26DA-7F26-D86B-65A91437C8C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05B63AF7-5868-2B92-3D07-146C8FA5EA4F}"/>
                  </a:ext>
                </a:extLst>
              </p:cNvPr>
              <p:cNvCxnSpPr>
                <a:cxnSpLocks/>
                <a:stCxn id="51" idx="4"/>
                <a:endCxn id="49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D454D3C9-4878-BD87-81E4-F83455BA1813}"/>
                  </a:ext>
                </a:extLst>
              </p:cNvPr>
              <p:cNvCxnSpPr>
                <a:cxnSpLocks/>
                <a:stCxn id="42" idx="2"/>
                <a:endCxn id="43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D29E32F-AF15-6259-CEA6-F2F312369363}"/>
                </a:ext>
              </a:extLst>
            </p:cNvPr>
            <p:cNvSpPr txBox="1"/>
            <p:nvPr/>
          </p:nvSpPr>
          <p:spPr>
            <a:xfrm>
              <a:off x="3237674" y="6515384"/>
              <a:ext cx="152517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조립 목표 상태 입력</a:t>
              </a:r>
              <a:endParaRPr lang="en-US" altLang="ko-KR" sz="1000" dirty="0"/>
            </a:p>
            <a:p>
              <a:pPr algn="ctr"/>
              <a:r>
                <a:rPr lang="en-US" altLang="ko-KR" sz="1000" dirty="0"/>
                <a:t>(</a:t>
              </a:r>
              <a:r>
                <a:rPr lang="ko-KR" altLang="en-US" sz="1000" dirty="0"/>
                <a:t>차량의 최종 목표 상태</a:t>
              </a:r>
              <a:r>
                <a:rPr lang="en-US" altLang="ko-KR" sz="1000" dirty="0"/>
                <a:t>)</a:t>
              </a:r>
              <a:endParaRPr lang="ko-KR" altLang="en-US" sz="1000" dirty="0"/>
            </a:p>
          </p:txBody>
        </p:sp>
      </p:grpSp>
    </p:spTree>
    <p:extLst>
      <p:ext uri="{BB962C8B-B14F-4D97-AF65-F5344CB8AC3E}">
        <p14:creationId xmlns:p14="http://schemas.microsoft.com/office/powerpoint/2010/main" val="22516837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8D548-60ED-4835-EFD1-225CA09A1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6A64E89E-CB4B-2F10-2103-CD58E3B78212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92C12AE6-4A47-7844-3003-DF1768791639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849E981-6AFC-A802-F97A-0547E892B678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7F4BD4DC-B3EE-1838-7699-FB0728BB2B93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93955FA7-5D91-879E-9FB8-5DB759C3302C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8704F7C2-B396-3E1C-55DE-D7A1F757B97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43328D3-DB1F-8ACB-5F29-3B44AC22AB9E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2B4B800C-0CC3-7DFB-9EC5-148A9ABC94E1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64A4E97-C3BE-F40D-D331-160BCC689311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90718EFC-27E4-3828-4011-3FBD9DEF5AFB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13461755-E3B9-E1E4-866D-99D5265C3E3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E8908546-B074-F31A-1D96-A84E1DAFF50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733D9D-2D3D-4660-6FD8-B28270443227}"/>
                </a:ext>
              </a:extLst>
            </p:cNvPr>
            <p:cNvSpPr txBox="1"/>
            <p:nvPr/>
          </p:nvSpPr>
          <p:spPr>
            <a:xfrm>
              <a:off x="3550165" y="2797805"/>
              <a:ext cx="1780881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0938C6E-DFC2-BA8A-CADA-CF995DA720EA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9ED6671-4BAC-E14D-A790-42637409414E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745C4B6-0BF8-E1BA-FB5A-F13E6A6CA6D4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AEA060E2-C613-F40C-FB3F-2F04235052B5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8E0707F9-4089-C85C-20F4-E3A32AF2969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3AAFB34-500E-F26F-63D9-CF329C947434}"/>
                </a:ext>
              </a:extLst>
            </p:cNvPr>
            <p:cNvSpPr txBox="1"/>
            <p:nvPr/>
          </p:nvSpPr>
          <p:spPr>
            <a:xfrm>
              <a:off x="6082943" y="2797805"/>
              <a:ext cx="1777552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3365B87-2F57-1286-F6FB-9B01B04E7B85}"/>
              </a:ext>
            </a:extLst>
          </p:cNvPr>
          <p:cNvGrpSpPr/>
          <p:nvPr/>
        </p:nvGrpSpPr>
        <p:grpSpPr>
          <a:xfrm>
            <a:off x="8908260" y="2996048"/>
            <a:ext cx="1683728" cy="814694"/>
            <a:chOff x="6079613" y="2797805"/>
            <a:chExt cx="1784210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1392F44-8F8B-7626-EF2C-676F932DDB4C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CE371425-585D-7924-6774-5037AA06A66F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3C86A7C9-3E38-721C-6E09-86BA905C2A6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0B2A71D0-5648-CAAC-F32F-CFF721B74B3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A0AC4C2-34D1-7000-55E9-1121845A519E}"/>
                </a:ext>
              </a:extLst>
            </p:cNvPr>
            <p:cNvSpPr txBox="1"/>
            <p:nvPr/>
          </p:nvSpPr>
          <p:spPr>
            <a:xfrm>
              <a:off x="6079613" y="2797805"/>
              <a:ext cx="178421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02229A28-D7E5-A908-02F3-51E9FBCB3223}"/>
              </a:ext>
            </a:extLst>
          </p:cNvPr>
          <p:cNvGrpSpPr/>
          <p:nvPr/>
        </p:nvGrpSpPr>
        <p:grpSpPr>
          <a:xfrm>
            <a:off x="1614490" y="1760757"/>
            <a:ext cx="2474491" cy="1041937"/>
            <a:chOff x="280988" y="1633755"/>
            <a:chExt cx="2474491" cy="1041937"/>
          </a:xfrm>
        </p:grpSpPr>
        <p:sp>
          <p:nvSpPr>
            <p:cNvPr id="15" name="Google Shape;260;p11">
              <a:extLst>
                <a:ext uri="{FF2B5EF4-FFF2-40B4-BE49-F238E27FC236}">
                  <a16:creationId xmlns:a16="http://schemas.microsoft.com/office/drawing/2014/main" id="{40538EFA-D54A-723A-64D3-C641D5F18D75}"/>
                </a:ext>
              </a:extLst>
            </p:cNvPr>
            <p:cNvSpPr/>
            <p:nvPr/>
          </p:nvSpPr>
          <p:spPr>
            <a:xfrm>
              <a:off x="789206" y="2076637"/>
              <a:ext cx="1966273" cy="599055"/>
            </a:xfrm>
            <a:prstGeom prst="rect">
              <a:avLst/>
            </a:prstGeom>
            <a:solidFill>
              <a:srgbClr val="E3F1D9"/>
            </a:solidFill>
            <a:ln w="19050" cap="flat" cmpd="sng">
              <a:solidFill>
                <a:srgbClr val="54813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 defTabSz="914423">
                <a:defRPr/>
              </a:pPr>
              <a:r>
                <a:rPr lang="en-US" altLang="ko-KR" sz="1600" b="1">
                  <a:solidFill>
                    <a:srgbClr val="0C0C0C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  <a:cs typeface="Malgun Gothic Semilight" panose="020B0502040204020203" pitchFamily="50" charset="-127"/>
                </a:rPr>
                <a:t>Open LLM</a:t>
              </a:r>
              <a:endParaRPr lang="en-US" altLang="ko-KR" sz="700">
                <a:latin typeface="Hyundai Sans Text Pro Regular" panose="020B0504040000000000" pitchFamily="34" charset="-127"/>
                <a:ea typeface="Hyundai Sans Text Pro Regular" panose="020B0504040000000000" pitchFamily="34" charset="-127"/>
                <a:cs typeface="Malgun Gothic Semilight" panose="020B0502040204020203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7C0A3398-E4D2-E6A8-D92C-680A785E1AFB}"/>
                </a:ext>
              </a:extLst>
            </p:cNvPr>
            <p:cNvGrpSpPr/>
            <p:nvPr/>
          </p:nvGrpSpPr>
          <p:grpSpPr>
            <a:xfrm>
              <a:off x="280988" y="1633755"/>
              <a:ext cx="756967" cy="756967"/>
              <a:chOff x="280988" y="1633755"/>
              <a:chExt cx="756967" cy="756967"/>
            </a:xfrm>
          </p:grpSpPr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511BBFD4-DD57-533E-0BDD-DCBAEDA0DA66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0" name="그래픽 19" descr="CMD 터미널 단색으로 채워진">
                <a:extLst>
                  <a:ext uri="{FF2B5EF4-FFF2-40B4-BE49-F238E27FC236}">
                    <a16:creationId xmlns:a16="http://schemas.microsoft.com/office/drawing/2014/main" id="{2C545D79-6383-40A3-EBC5-825D827A9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EB28AADF-2792-9638-4FB4-4DE74435D56D}"/>
              </a:ext>
            </a:extLst>
          </p:cNvPr>
          <p:cNvSpPr/>
          <p:nvPr/>
        </p:nvSpPr>
        <p:spPr>
          <a:xfrm>
            <a:off x="3416781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8" name="말풍선: 모서리가 둥근 사각형 27">
            <a:extLst>
              <a:ext uri="{FF2B5EF4-FFF2-40B4-BE49-F238E27FC236}">
                <a16:creationId xmlns:a16="http://schemas.microsoft.com/office/drawing/2014/main" id="{E536CF50-D423-1444-EFAC-F65F685B4326}"/>
              </a:ext>
            </a:extLst>
          </p:cNvPr>
          <p:cNvSpPr/>
          <p:nvPr/>
        </p:nvSpPr>
        <p:spPr>
          <a:xfrm>
            <a:off x="5986758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8DDF7F0C-765D-BBB9-FF9A-41A0C2549D39}"/>
              </a:ext>
            </a:extLst>
          </p:cNvPr>
          <p:cNvSpPr/>
          <p:nvPr/>
        </p:nvSpPr>
        <p:spPr>
          <a:xfrm>
            <a:off x="8775219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 👎 👎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cxnSp>
        <p:nvCxnSpPr>
          <p:cNvPr id="33" name="Google Shape;294;p20">
            <a:extLst>
              <a:ext uri="{FF2B5EF4-FFF2-40B4-BE49-F238E27FC236}">
                <a16:creationId xmlns:a16="http://schemas.microsoft.com/office/drawing/2014/main" id="{7F570C7D-2917-A88D-EF93-C14F06124BA2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AFD131F7-C91B-89BE-1B09-1BEF3EB17306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AutoShape 176">
            <a:extLst>
              <a:ext uri="{FF2B5EF4-FFF2-40B4-BE49-F238E27FC236}">
                <a16:creationId xmlns:a16="http://schemas.microsoft.com/office/drawing/2014/main" id="{AAC2BBBF-FFBA-6C78-0ABA-C027C0141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 엔진 </a:t>
            </a:r>
            <a:r>
              <a:rPr lang="en-US" altLang="ko-KR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: Step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후보 평가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5FEC538-ADF1-E6A6-C9E7-C2A6BDC25A10}"/>
              </a:ext>
            </a:extLst>
          </p:cNvPr>
          <p:cNvSpPr txBox="1"/>
          <p:nvPr/>
        </p:nvSpPr>
        <p:spPr>
          <a:xfrm>
            <a:off x="1143000" y="5366909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후보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Step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들에 대해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16" name="Rectangle 685">
            <a:extLst>
              <a:ext uri="{FF2B5EF4-FFF2-40B4-BE49-F238E27FC236}">
                <a16:creationId xmlns:a16="http://schemas.microsoft.com/office/drawing/2014/main" id="{671B972E-3DB0-2EE1-AF06-6EFF3E8B1DB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9" name="AutoShape 176">
            <a:extLst>
              <a:ext uri="{FF2B5EF4-FFF2-40B4-BE49-F238E27FC236}">
                <a16:creationId xmlns:a16="http://schemas.microsoft.com/office/drawing/2014/main" id="{017D83B9-4CCB-2D19-FFC4-C3CAF2132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024944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0286F-11AA-7E5F-AD30-8A39D697E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A36BCF87-D639-361D-F7DA-A4C2CF75E485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8FB2C881-685F-1C7F-94A7-B14F03787BC5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BE11B50-0D1B-8EAD-60AC-FE6C8751DB27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31873D98-0842-38E5-E623-73ADE1BBABC1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37712D92-4164-520E-0F97-5C9C6BEB6F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A1345772-3428-1D90-1348-41B7CBA65DB3}"/>
              </a:ext>
            </a:extLst>
          </p:cNvPr>
          <p:cNvGrpSpPr/>
          <p:nvPr/>
        </p:nvGrpSpPr>
        <p:grpSpPr>
          <a:xfrm>
            <a:off x="1754805" y="1634385"/>
            <a:ext cx="8835613" cy="3265010"/>
            <a:chOff x="611803" y="1634385"/>
            <a:chExt cx="8835613" cy="3265010"/>
          </a:xfrm>
        </p:grpSpPr>
        <p:cxnSp>
          <p:nvCxnSpPr>
            <p:cNvPr id="53" name="Google Shape;307;p20">
              <a:extLst>
                <a:ext uri="{FF2B5EF4-FFF2-40B4-BE49-F238E27FC236}">
                  <a16:creationId xmlns:a16="http://schemas.microsoft.com/office/drawing/2014/main" id="{C9DC1E9C-B1EE-0B3B-627A-9AAD2C6A98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0393" y="3858482"/>
              <a:ext cx="283840" cy="288000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294;p20">
              <a:extLst>
                <a:ext uri="{FF2B5EF4-FFF2-40B4-BE49-F238E27FC236}">
                  <a16:creationId xmlns:a16="http://schemas.microsoft.com/office/drawing/2014/main" id="{2FE952DB-A636-1B06-80A4-7AE69B2698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6774" y="2380023"/>
              <a:ext cx="1588374" cy="663765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" name="Google Shape;295;p20">
              <a:extLst>
                <a:ext uri="{FF2B5EF4-FFF2-40B4-BE49-F238E27FC236}">
                  <a16:creationId xmlns:a16="http://schemas.microsoft.com/office/drawing/2014/main" id="{CEA31B24-F91A-66DB-1F1C-3D639ECF9233}"/>
                </a:ext>
              </a:extLst>
            </p:cNvPr>
            <p:cNvCxnSpPr>
              <a:cxnSpLocks/>
            </p:cNvCxnSpPr>
            <p:nvPr/>
          </p:nvCxnSpPr>
          <p:spPr>
            <a:xfrm>
              <a:off x="5874209" y="2487166"/>
              <a:ext cx="1572" cy="531458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296;p20">
              <a:extLst>
                <a:ext uri="{FF2B5EF4-FFF2-40B4-BE49-F238E27FC236}">
                  <a16:creationId xmlns:a16="http://schemas.microsoft.com/office/drawing/2014/main" id="{83254902-3A02-2296-5E4D-EFC9BD5567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1975" y="3600058"/>
              <a:ext cx="615187" cy="54740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03;p20">
              <a:extLst>
                <a:ext uri="{FF2B5EF4-FFF2-40B4-BE49-F238E27FC236}">
                  <a16:creationId xmlns:a16="http://schemas.microsoft.com/office/drawing/2014/main" id="{E51FCCDC-5F4A-639D-686A-EAB1112F70C1}"/>
                </a:ext>
              </a:extLst>
            </p:cNvPr>
            <p:cNvCxnSpPr>
              <a:cxnSpLocks/>
              <a:endCxn id="131" idx="0"/>
            </p:cNvCxnSpPr>
            <p:nvPr/>
          </p:nvCxnSpPr>
          <p:spPr>
            <a:xfrm>
              <a:off x="6632651" y="3872280"/>
              <a:ext cx="88478" cy="21242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" name="Google Shape;309;p20">
              <a:extLst>
                <a:ext uri="{FF2B5EF4-FFF2-40B4-BE49-F238E27FC236}">
                  <a16:creationId xmlns:a16="http://schemas.microsoft.com/office/drawing/2014/main" id="{EBCE8C97-D0E2-1AB1-6BDF-50D43DA067CC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5025147" y="3871754"/>
              <a:ext cx="129701" cy="21294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B005E59E-C587-C2C8-3CFF-3799201B6FA8}"/>
                </a:ext>
              </a:extLst>
            </p:cNvPr>
            <p:cNvGrpSpPr/>
            <p:nvPr/>
          </p:nvGrpSpPr>
          <p:grpSpPr>
            <a:xfrm>
              <a:off x="5034702" y="1634385"/>
              <a:ext cx="1680587" cy="813811"/>
              <a:chOff x="4622299" y="1462393"/>
              <a:chExt cx="1780882" cy="813811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DBB08067-FA62-63D6-DF37-D357BB6937A7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81D12C2-2E12-6434-4D39-24AC437EF527}"/>
                  </a:ext>
                </a:extLst>
              </p:cNvPr>
              <p:cNvGrpSpPr/>
              <p:nvPr/>
            </p:nvGrpSpPr>
            <p:grpSpPr>
              <a:xfrm>
                <a:off x="4690442" y="1848031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0D1CF4C5-F9F0-B09E-EA93-75CB7A904D2A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준비</a:t>
                  </a:r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8E98803F-D51F-11E9-414A-BAAE30EB6061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0836C722-A447-0A34-5F7D-2C315E9A8ABD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8DE1C672-ABD7-1934-6442-96652873F7D2}"/>
                </a:ext>
              </a:extLst>
            </p:cNvPr>
            <p:cNvGrpSpPr/>
            <p:nvPr/>
          </p:nvGrpSpPr>
          <p:grpSpPr>
            <a:xfrm>
              <a:off x="2463939" y="3043788"/>
              <a:ext cx="1680587" cy="814694"/>
              <a:chOff x="3550165" y="2797805"/>
              <a:chExt cx="1780882" cy="814694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CF5A804F-B013-5C0F-9522-B2D13E29B7B9}"/>
                  </a:ext>
                </a:extLst>
              </p:cNvPr>
              <p:cNvSpPr/>
              <p:nvPr/>
            </p:nvSpPr>
            <p:spPr bwMode="auto">
              <a:xfrm>
                <a:off x="3550165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96A14D4B-1D8B-975D-C80D-A79E6448C52F}"/>
                  </a:ext>
                </a:extLst>
              </p:cNvPr>
              <p:cNvGrpSpPr/>
              <p:nvPr/>
            </p:nvGrpSpPr>
            <p:grpSpPr>
              <a:xfrm>
                <a:off x="3618310" y="3184326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5441FF74-C298-A2CE-9D79-A6CE640C22F6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000F7903-767C-50E3-D128-9E310518CCB7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8C2B6F94-0600-022F-02C0-E51C03DA6EC7}"/>
                  </a:ext>
                </a:extLst>
              </p:cNvPr>
              <p:cNvSpPr txBox="1"/>
              <p:nvPr/>
            </p:nvSpPr>
            <p:spPr>
              <a:xfrm>
                <a:off x="3557346" y="2797805"/>
                <a:ext cx="176651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CC12E579-6B1B-5160-0BF5-EEFE89C7F438}"/>
                </a:ext>
              </a:extLst>
            </p:cNvPr>
            <p:cNvGrpSpPr/>
            <p:nvPr/>
          </p:nvGrpSpPr>
          <p:grpSpPr>
            <a:xfrm>
              <a:off x="5034701" y="3018624"/>
              <a:ext cx="1680588" cy="814694"/>
              <a:chOff x="6081277" y="2797805"/>
              <a:chExt cx="1780883" cy="814694"/>
            </a:xfrm>
          </p:grpSpPr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D70FDAEF-CBA5-37FB-96C6-EFA08E1E7556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B8FF5520-F16D-D58D-A7D3-BE190FC24404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CB239779-D549-4018-9925-0358C39CD6F4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065532FF-BB90-EBFF-C77E-0664CACB1101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E9A97890-0405-CCBF-AC69-10C595D949D1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CC7C44FE-DA68-47D6-3070-D4ABAFCEB749}"/>
                </a:ext>
              </a:extLst>
            </p:cNvPr>
            <p:cNvGrpSpPr/>
            <p:nvPr/>
          </p:nvGrpSpPr>
          <p:grpSpPr>
            <a:xfrm>
              <a:off x="611803" y="4084701"/>
              <a:ext cx="1657960" cy="814694"/>
              <a:chOff x="3329804" y="4756575"/>
              <a:chExt cx="1756905" cy="814694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EB0521A5-4353-274A-F67D-0B832502A66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9F79924-1B82-6AA4-DF83-2593FF20A9DF}"/>
                  </a:ext>
                </a:extLst>
              </p:cNvPr>
              <p:cNvSpPr txBox="1"/>
              <p:nvPr/>
            </p:nvSpPr>
            <p:spPr>
              <a:xfrm>
                <a:off x="3329804" y="4756575"/>
                <a:ext cx="1756905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1-1</a:t>
                </a: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DEEE79F-B01C-C8D4-2E59-FDD3C547852E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848B2220-EFA7-B440-B50B-CACA07F06E8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4F1E31C7-3FAB-6E0C-C97A-64C64D1A9304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BE277313-36CC-541C-0349-D82D0B9B7F45}"/>
                </a:ext>
              </a:extLst>
            </p:cNvPr>
            <p:cNvGrpSpPr/>
            <p:nvPr/>
          </p:nvGrpSpPr>
          <p:grpSpPr>
            <a:xfrm>
              <a:off x="2523144" y="4084701"/>
              <a:ext cx="1557074" cy="814694"/>
              <a:chOff x="3383257" y="4756575"/>
              <a:chExt cx="1649998" cy="814694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652DE7F2-69FA-AEFE-EDFD-EB1DDB6ADAE9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DEA782C-7F2A-8BD5-F556-72AD80922C5D}"/>
                  </a:ext>
                </a:extLst>
              </p:cNvPr>
              <p:cNvSpPr txBox="1"/>
              <p:nvPr/>
            </p:nvSpPr>
            <p:spPr>
              <a:xfrm>
                <a:off x="3383257" y="4756575"/>
                <a:ext cx="1649998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1-2</a:t>
                </a: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125DD828-354F-723D-F92E-2D790B56D678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3304B342-E77A-3979-89AE-27AECD92A5E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3B4496BA-2199-E535-82AF-CB6AE1F71172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</p:grp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1FB23EB-31A6-11DE-E974-B62FCFDF46B0}"/>
                </a:ext>
              </a:extLst>
            </p:cNvPr>
            <p:cNvGrpSpPr/>
            <p:nvPr/>
          </p:nvGrpSpPr>
          <p:grpSpPr>
            <a:xfrm>
              <a:off x="4252996" y="4084701"/>
              <a:ext cx="1544302" cy="814694"/>
              <a:chOff x="3390024" y="4756575"/>
              <a:chExt cx="1636464" cy="814694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471D7B44-E300-6453-2B65-39824FBBB8B4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3EF0881-9738-411A-FC3F-26A880D02D89}"/>
                  </a:ext>
                </a:extLst>
              </p:cNvPr>
              <p:cNvSpPr txBox="1"/>
              <p:nvPr/>
            </p:nvSpPr>
            <p:spPr>
              <a:xfrm>
                <a:off x="3390024" y="4756575"/>
                <a:ext cx="163646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2-1</a:t>
                </a: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A6E1004C-263A-C29C-0728-DADFC573CC30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EE86C27C-9F66-B7CF-C7D5-808C3DD98E16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24" name="사각형: 둥근 모서리 123">
                  <a:extLst>
                    <a:ext uri="{FF2B5EF4-FFF2-40B4-BE49-F238E27FC236}">
                      <a16:creationId xmlns:a16="http://schemas.microsoft.com/office/drawing/2014/main" id="{E0C995A4-B3D1-9AF4-73DF-3CF40DE99866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</p:grpSp>
        </p:grp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373CF319-D50E-9C1C-A1D5-7AD4B21C7E6B}"/>
                </a:ext>
              </a:extLst>
            </p:cNvPr>
            <p:cNvGrpSpPr/>
            <p:nvPr/>
          </p:nvGrpSpPr>
          <p:grpSpPr>
            <a:xfrm>
              <a:off x="5940993" y="4084701"/>
              <a:ext cx="1560271" cy="814694"/>
              <a:chOff x="3381564" y="4756575"/>
              <a:chExt cx="1653384" cy="81469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51BE32CA-A409-753C-5029-868930115B4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A7CB5CD6-0368-6996-46E4-FC64687CEB36}"/>
                  </a:ext>
                </a:extLst>
              </p:cNvPr>
              <p:cNvSpPr txBox="1"/>
              <p:nvPr/>
            </p:nvSpPr>
            <p:spPr>
              <a:xfrm>
                <a:off x="3381564" y="4756575"/>
                <a:ext cx="165338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2-2</a:t>
                </a: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4DB926BC-C21B-7671-55A3-16CE6FC0FB8F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5CDD0BC1-EAA8-A1B4-F449-0AF0F9625DC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34" name="사각형: 둥근 모서리 133">
                  <a:extLst>
                    <a:ext uri="{FF2B5EF4-FFF2-40B4-BE49-F238E27FC236}">
                      <a16:creationId xmlns:a16="http://schemas.microsoft.com/office/drawing/2014/main" id="{E100B2F2-4081-28C3-CAA1-C1C4EC68AEFD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0A34B9D4-C8CD-C42E-EB22-3E40505371BB}"/>
                </a:ext>
              </a:extLst>
            </p:cNvPr>
            <p:cNvGrpSpPr/>
            <p:nvPr/>
          </p:nvGrpSpPr>
          <p:grpSpPr>
            <a:xfrm>
              <a:off x="7766828" y="2996048"/>
              <a:ext cx="1680588" cy="814694"/>
              <a:chOff x="6081277" y="2797805"/>
              <a:chExt cx="1780883" cy="814694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7E82E3FD-A46F-ADE7-52A8-219CA43D0424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D74CB1F3-9C65-B4BF-A791-BD7060E2EB90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A8D7C800-7FC3-E633-F0CD-D44D3850705E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37A30CB1-BEF6-206B-A3F7-420E7A0B80FE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7FAA6F4-723A-291D-8D88-A7C0EF064066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3</a:t>
                </a:r>
              </a:p>
            </p:txBody>
          </p:sp>
        </p:grpSp>
        <p:cxnSp>
          <p:nvCxnSpPr>
            <p:cNvPr id="34" name="Google Shape;294;p20">
              <a:extLst>
                <a:ext uri="{FF2B5EF4-FFF2-40B4-BE49-F238E27FC236}">
                  <a16:creationId xmlns:a16="http://schemas.microsoft.com/office/drawing/2014/main" id="{2FCD4588-3905-04B4-F7A2-EDB66FEA5939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6715289" y="2386842"/>
              <a:ext cx="1891833" cy="609206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7" name="Google Shape;295;p20">
              <a:extLst>
                <a:ext uri="{FF2B5EF4-FFF2-40B4-BE49-F238E27FC236}">
                  <a16:creationId xmlns:a16="http://schemas.microsoft.com/office/drawing/2014/main" id="{E8116BF9-BD1E-804B-EBE2-34B0D59A53CD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8606336" y="3849178"/>
              <a:ext cx="786" cy="40713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4B92699-5D93-385B-05F3-AAF0C9A38EAB}"/>
                </a:ext>
              </a:extLst>
            </p:cNvPr>
            <p:cNvGrpSpPr/>
            <p:nvPr/>
          </p:nvGrpSpPr>
          <p:grpSpPr>
            <a:xfrm>
              <a:off x="8036793" y="4256309"/>
              <a:ext cx="1140658" cy="471479"/>
              <a:chOff x="8303614" y="4440472"/>
              <a:chExt cx="1140658" cy="471479"/>
            </a:xfrm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B6FC842-880A-46FA-509D-13C71D3528D8}"/>
                  </a:ext>
                </a:extLst>
              </p:cNvPr>
              <p:cNvSpPr/>
              <p:nvPr/>
            </p:nvSpPr>
            <p:spPr>
              <a:xfrm>
                <a:off x="8303614" y="4440472"/>
                <a:ext cx="1140658" cy="471479"/>
              </a:xfrm>
              <a:prstGeom prst="roundRect">
                <a:avLst/>
              </a:prstGeom>
              <a:solidFill>
                <a:schemeClr val="accent3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 defTabSz="457212">
                  <a:defRPr/>
                </a:pPr>
                <a:r>
                  <a:rPr lang="ko-KR" altLang="en-US" sz="1100" b="1" kern="0">
                    <a:solidFill>
                      <a:srgbClr val="000000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생성 중단</a:t>
                </a:r>
                <a:endParaRPr lang="pt-BR" altLang="ko-KR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58" name="곱하기 기호 57">
                <a:extLst>
                  <a:ext uri="{FF2B5EF4-FFF2-40B4-BE49-F238E27FC236}">
                    <a16:creationId xmlns:a16="http://schemas.microsoft.com/office/drawing/2014/main" id="{4E49C853-ED03-4516-33D4-B2587A0A36DE}"/>
                  </a:ext>
                </a:extLst>
              </p:cNvPr>
              <p:cNvSpPr/>
              <p:nvPr/>
            </p:nvSpPr>
            <p:spPr bwMode="auto">
              <a:xfrm>
                <a:off x="8338410" y="4496143"/>
                <a:ext cx="355232" cy="360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</p:grpSp>
      </p:grpSp>
      <p:sp>
        <p:nvSpPr>
          <p:cNvPr id="6" name="AutoShape 176">
            <a:extLst>
              <a:ext uri="{FF2B5EF4-FFF2-40B4-BE49-F238E27FC236}">
                <a16:creationId xmlns:a16="http://schemas.microsoft.com/office/drawing/2014/main" id="{310CB0CA-F937-8794-FADA-46CA708CDA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평가 결과 반영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95CF9062-24D1-3F4E-0959-637C793270CD}"/>
              </a:ext>
            </a:extLst>
          </p:cNvPr>
          <p:cNvSpPr/>
          <p:nvPr/>
        </p:nvSpPr>
        <p:spPr bwMode="auto">
          <a:xfrm>
            <a:off x="1815856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결과가 좋았던 후보들의 </a:t>
            </a:r>
            <a:r>
              <a:rPr lang="ko-KR" altLang="en-US" sz="1400" b="1" kern="0">
                <a:solidFill>
                  <a:srgbClr val="0070C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다음 동작 생성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CFE7FC1-E085-786C-2E75-213CCE489F73}"/>
              </a:ext>
            </a:extLst>
          </p:cNvPr>
          <p:cNvSpPr/>
          <p:nvPr/>
        </p:nvSpPr>
        <p:spPr bwMode="auto">
          <a:xfrm>
            <a:off x="7245549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 좋지 못한 후보의 </a:t>
            </a:r>
            <a:r>
              <a:rPr lang="ko-KR" altLang="en-US" sz="1400" b="1" kern="0">
                <a:solidFill>
                  <a:srgbClr val="C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동작 생성 중단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19280C15-890B-7E41-7FF2-01CAAA8FE2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2" name="AutoShape 176">
            <a:extLst>
              <a:ext uri="{FF2B5EF4-FFF2-40B4-BE49-F238E27FC236}">
                <a16:creationId xmlns:a16="http://schemas.microsoft.com/office/drawing/2014/main" id="{483B35E7-5718-E46D-0476-8CD1E3379C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253422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112CE-37C1-DBB7-3E14-79C0B8C31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488A5280-84D8-7A04-BFF7-FD3D517040F1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5A00E9CD-D23D-0FBF-55EC-68863FA5949F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4F686F95-4A31-C539-1C29-64D646467200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D335A281-11D8-A2AA-C2F9-BA4224FF33E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4711B881-43EB-33FE-7075-E71A4BA327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3BD3D1C6-E9C0-7E9E-184E-8C3F98F830DC}"/>
              </a:ext>
            </a:extLst>
          </p:cNvPr>
          <p:cNvCxnSpPr>
            <a:cxnSpLocks/>
          </p:cNvCxnSpPr>
          <p:nvPr/>
        </p:nvCxnSpPr>
        <p:spPr>
          <a:xfrm flipH="1">
            <a:off x="4163393" y="3858482"/>
            <a:ext cx="283840" cy="28800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9E2E08B2-C037-DEE0-2DF9-F2AB58B0CB26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30E7EA0E-A8F6-13CE-D6A6-D20FA7E40CAC}"/>
              </a:ext>
            </a:extLst>
          </p:cNvPr>
          <p:cNvCxnSpPr>
            <a:cxnSpLocks/>
          </p:cNvCxnSpPr>
          <p:nvPr/>
        </p:nvCxnSpPr>
        <p:spPr>
          <a:xfrm flipH="1">
            <a:off x="2984976" y="3600059"/>
            <a:ext cx="615187" cy="54740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7D186F93-65E4-FACE-F121-A0A2FAB1B997}"/>
              </a:ext>
            </a:extLst>
          </p:cNvPr>
          <p:cNvCxnSpPr>
            <a:cxnSpLocks/>
            <a:endCxn id="140" idx="0"/>
          </p:cNvCxnSpPr>
          <p:nvPr/>
        </p:nvCxnSpPr>
        <p:spPr>
          <a:xfrm>
            <a:off x="2583783" y="4904431"/>
            <a:ext cx="930450" cy="44251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18BD376B-14A7-A046-216C-17841FECDCF6}"/>
              </a:ext>
            </a:extLst>
          </p:cNvPr>
          <p:cNvCxnSpPr>
            <a:cxnSpLocks/>
            <a:endCxn id="149" idx="0"/>
          </p:cNvCxnSpPr>
          <p:nvPr/>
        </p:nvCxnSpPr>
        <p:spPr>
          <a:xfrm flipH="1">
            <a:off x="7016138" y="4914729"/>
            <a:ext cx="303590" cy="4322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67E568C6-EE07-B683-B3E6-ADA2F48FE135}"/>
              </a:ext>
            </a:extLst>
          </p:cNvPr>
          <p:cNvCxnSpPr>
            <a:cxnSpLocks/>
          </p:cNvCxnSpPr>
          <p:nvPr/>
        </p:nvCxnSpPr>
        <p:spPr>
          <a:xfrm>
            <a:off x="7775651" y="3872281"/>
            <a:ext cx="88474" cy="21242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A2F45995-DBCD-617C-B549-7720A589102E}"/>
              </a:ext>
            </a:extLst>
          </p:cNvPr>
          <p:cNvCxnSpPr>
            <a:cxnSpLocks/>
          </p:cNvCxnSpPr>
          <p:nvPr/>
        </p:nvCxnSpPr>
        <p:spPr>
          <a:xfrm flipH="1">
            <a:off x="6168148" y="3871755"/>
            <a:ext cx="129700" cy="21294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3E893A80-684A-E961-5AF3-687520433FEA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945FE5CE-5C9E-4C17-0D58-89390DEBD5BD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3F05C27A-5A65-08A8-D972-A7B84C6756F6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19A5CB3F-9871-6BF7-4A2F-621B5EDB64CB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9F980295-D59B-1550-46AF-67E9E22AA5D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C4334C6-DB73-25C4-6027-D79F470F9929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133C669E-F4F3-5BA7-FFF5-68B94371046E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74D74D4D-DE22-F275-3800-8F69FFADC8FF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2F7ADB1B-7B85-5EF7-B476-675BD79BDA19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C4D776EF-C182-5C9E-672D-670372A4544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C7805D42-CEAD-090D-DF46-6637E879096B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FDEE788-8904-8558-86F9-83913B767D39}"/>
                </a:ext>
              </a:extLst>
            </p:cNvPr>
            <p:cNvSpPr txBox="1"/>
            <p:nvPr/>
          </p:nvSpPr>
          <p:spPr>
            <a:xfrm>
              <a:off x="3579736" y="2797805"/>
              <a:ext cx="172173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6CA934C9-1A05-7E51-FBFC-5237F18C3632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C97FEB0A-40E5-8E13-910E-A9ED374C2A67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74C3E72B-F88F-F907-CD6D-B08AEAC4DBD0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ECEB0CED-1EB1-54FB-FD42-59FB22CAC4E9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C29856CA-6112-B967-C20D-E2FEF78BB88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A0BDA2A-FCB3-8D01-D1A0-2B53FD4FFFC5}"/>
                </a:ext>
              </a:extLst>
            </p:cNvPr>
            <p:cNvSpPr txBox="1"/>
            <p:nvPr/>
          </p:nvSpPr>
          <p:spPr>
            <a:xfrm>
              <a:off x="6152092" y="2797805"/>
              <a:ext cx="163925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85BABEC-4FCD-1AE7-D207-B040E01E2E72}"/>
              </a:ext>
            </a:extLst>
          </p:cNvPr>
          <p:cNvGrpSpPr/>
          <p:nvPr/>
        </p:nvGrpSpPr>
        <p:grpSpPr>
          <a:xfrm>
            <a:off x="1890218" y="4142429"/>
            <a:ext cx="1387132" cy="756966"/>
            <a:chOff x="3473299" y="4814303"/>
            <a:chExt cx="1469914" cy="756966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9DA7ECA7-B06C-01D0-A810-6E1B22802AAD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5A262CF1-9257-09C6-ADF2-C70F8268B59C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753DBCA1-0B58-6580-FF79-5BD250D670E8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778E5813-1975-2CBB-AA02-F310CC238294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08BCA9A-1EC3-3B56-DEF0-C657035E28BC}"/>
              </a:ext>
            </a:extLst>
          </p:cNvPr>
          <p:cNvGrpSpPr/>
          <p:nvPr/>
        </p:nvGrpSpPr>
        <p:grpSpPr>
          <a:xfrm>
            <a:off x="3751116" y="4142429"/>
            <a:ext cx="1387132" cy="756966"/>
            <a:chOff x="3473299" y="4814303"/>
            <a:chExt cx="1469914" cy="756966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E2BCA182-806E-F476-CA6F-1AA63B281E8E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3B140A4C-24E2-406F-2565-C9485DA3DA5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191F57A4-8E5C-F6AD-58C2-6A704343A8E2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7813DB74-3805-CB86-6BA4-CD1325BC4BFA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16AC5F4F-1703-F0CA-F0AE-CDF9BC2A4A02}"/>
              </a:ext>
            </a:extLst>
          </p:cNvPr>
          <p:cNvGrpSpPr/>
          <p:nvPr/>
        </p:nvGrpSpPr>
        <p:grpSpPr>
          <a:xfrm>
            <a:off x="5474582" y="4142429"/>
            <a:ext cx="1387132" cy="756966"/>
            <a:chOff x="3473299" y="4814303"/>
            <a:chExt cx="1469914" cy="756966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97902252-EBCF-C1A1-B344-F4B87C3F9721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C43672A7-39DF-AF5A-07DF-0FE5E69FDCEC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78C88A2C-F1D8-F2AF-0851-F1450AB79384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39B839C-CEE6-5243-1098-2850000AC9C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1FFC6DBF-EDD4-4637-AEEE-5814FFBCAEF9}"/>
              </a:ext>
            </a:extLst>
          </p:cNvPr>
          <p:cNvGrpSpPr/>
          <p:nvPr/>
        </p:nvGrpSpPr>
        <p:grpSpPr>
          <a:xfrm>
            <a:off x="7170559" y="4142429"/>
            <a:ext cx="1387132" cy="756966"/>
            <a:chOff x="3473299" y="4814303"/>
            <a:chExt cx="1469914" cy="756966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3A3220F6-8FED-B77A-B701-D77E691C3182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4C581C19-A776-182A-A280-BAACEF546E2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4139FCD3-9D8A-E0BF-139B-E65A12257139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25CED003-25E5-A7F2-E7B0-112B3FB3331B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198B5D3A-ADC6-4242-01DB-0D67E12F1E1D}"/>
              </a:ext>
            </a:extLst>
          </p:cNvPr>
          <p:cNvGrpSpPr/>
          <p:nvPr/>
        </p:nvGrpSpPr>
        <p:grpSpPr>
          <a:xfrm>
            <a:off x="2512378" y="5346945"/>
            <a:ext cx="2003710" cy="814694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8D22BE17-214E-E426-5FEA-0E8ABE52D9E2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68C54E5E-858B-6428-7728-A59E1DCC4FC4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4EDA40B-5CC2-0C6B-17EC-8ECBFC6E8C4A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F3221E15-2B40-F034-457E-626547C340C6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781429E3-6FE9-4910-0A76-C82CEB657C49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E219B13A-06A5-286D-ECE4-3149D237C0A8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F4F62EC5-D89D-887E-0755-2939C2DFFA4E}"/>
              </a:ext>
            </a:extLst>
          </p:cNvPr>
          <p:cNvGrpSpPr/>
          <p:nvPr/>
        </p:nvGrpSpPr>
        <p:grpSpPr>
          <a:xfrm>
            <a:off x="6014283" y="5346945"/>
            <a:ext cx="2003710" cy="814694"/>
            <a:chOff x="419658" y="4683249"/>
            <a:chExt cx="2123289" cy="814694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C422FD5F-9BD4-0B9B-DE51-87AD064B6732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243F6753-720A-4BA5-A3AC-435A6F07CA1E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F51FF863-54E3-112F-5D52-91523FC5EB72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17A8198C-DC56-E47E-6347-5EA00C2BB650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5EE49358-ECAF-AA92-2E21-4F183054B0D4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D2A3851C-8AC6-D249-5498-AF27CBF6D80C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9111EB1E-9E07-EFD1-5743-D06A3B3F9F37}"/>
              </a:ext>
            </a:extLst>
          </p:cNvPr>
          <p:cNvGrpSpPr/>
          <p:nvPr/>
        </p:nvGrpSpPr>
        <p:grpSpPr>
          <a:xfrm>
            <a:off x="8909831" y="2996048"/>
            <a:ext cx="1680587" cy="814694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D5F69223-7FF4-6CD4-FAD3-780A0BD9AE6C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DC7758CD-1494-1C96-A54A-FEDF436A89AD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1225F94E-C7F9-357E-80BE-CCDD3DC04202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5FFCD2FA-B023-B92F-D796-B5EA94E9A2E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E56982-DE87-37B6-9A4B-2E2DDF428E85}"/>
                </a:ext>
              </a:extLst>
            </p:cNvPr>
            <p:cNvSpPr txBox="1"/>
            <p:nvPr/>
          </p:nvSpPr>
          <p:spPr>
            <a:xfrm>
              <a:off x="6082110" y="2797805"/>
              <a:ext cx="1779217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41E9AA50-14DD-60E7-EECF-28BBF1C380D9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749336" y="3849178"/>
            <a:ext cx="786" cy="40713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CEF06C6-6D88-4CCA-9CE5-9873470E7E80}"/>
              </a:ext>
            </a:extLst>
          </p:cNvPr>
          <p:cNvGrpSpPr/>
          <p:nvPr/>
        </p:nvGrpSpPr>
        <p:grpSpPr>
          <a:xfrm>
            <a:off x="9179793" y="4256311"/>
            <a:ext cx="1140658" cy="471479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E98CA2CF-3A50-0F96-13DC-C0A9520CCE94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1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1C029878-A098-D524-C499-1B7C2E2205C7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" name="Google Shape;294;p20">
            <a:extLst>
              <a:ext uri="{FF2B5EF4-FFF2-40B4-BE49-F238E27FC236}">
                <a16:creationId xmlns:a16="http://schemas.microsoft.com/office/drawing/2014/main" id="{06750D07-23D5-9F21-6E12-F9E64424F94F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" name="Google Shape;294;p20">
            <a:extLst>
              <a:ext uri="{FF2B5EF4-FFF2-40B4-BE49-F238E27FC236}">
                <a16:creationId xmlns:a16="http://schemas.microsoft.com/office/drawing/2014/main" id="{1421EFCB-47AB-F922-4E32-A66236E08D14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697D2F3E-7BC0-AF07-B8CF-30B79E81C46C}"/>
              </a:ext>
            </a:extLst>
          </p:cNvPr>
          <p:cNvSpPr txBox="1"/>
          <p:nvPr/>
        </p:nvSpPr>
        <p:spPr>
          <a:xfrm>
            <a:off x="1754803" y="4084702"/>
            <a:ext cx="165796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BC252E-D75D-DFDE-BC62-C467E3F7D25D}"/>
              </a:ext>
            </a:extLst>
          </p:cNvPr>
          <p:cNvSpPr txBox="1"/>
          <p:nvPr/>
        </p:nvSpPr>
        <p:spPr>
          <a:xfrm>
            <a:off x="3666145" y="4084702"/>
            <a:ext cx="155707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BE4C40-8FA2-F564-AF21-D333184D552C}"/>
              </a:ext>
            </a:extLst>
          </p:cNvPr>
          <p:cNvSpPr txBox="1"/>
          <p:nvPr/>
        </p:nvSpPr>
        <p:spPr>
          <a:xfrm>
            <a:off x="5367513" y="4084702"/>
            <a:ext cx="160127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453B21F-94B7-9940-D94F-FFFD16DCD828}"/>
              </a:ext>
            </a:extLst>
          </p:cNvPr>
          <p:cNvSpPr txBox="1"/>
          <p:nvPr/>
        </p:nvSpPr>
        <p:spPr>
          <a:xfrm>
            <a:off x="7005459" y="4084702"/>
            <a:ext cx="1717332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2-2</a:t>
            </a:r>
          </a:p>
        </p:txBody>
      </p:sp>
      <p:sp>
        <p:nvSpPr>
          <p:cNvPr id="29" name="AutoShape 176">
            <a:extLst>
              <a:ext uri="{FF2B5EF4-FFF2-40B4-BE49-F238E27FC236}">
                <a16:creationId xmlns:a16="http://schemas.microsoft.com/office/drawing/2014/main" id="{F88A1585-CB6A-19C6-D1DA-21513856C4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3" name="Rectangle 685">
            <a:extLst>
              <a:ext uri="{FF2B5EF4-FFF2-40B4-BE49-F238E27FC236}">
                <a16:creationId xmlns:a16="http://schemas.microsoft.com/office/drawing/2014/main" id="{15A29929-D1E5-C418-292B-DAC2063D00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6" name="AutoShape 176">
            <a:extLst>
              <a:ext uri="{FF2B5EF4-FFF2-40B4-BE49-F238E27FC236}">
                <a16:creationId xmlns:a16="http://schemas.microsoft.com/office/drawing/2014/main" id="{B6E36158-7470-757A-803F-80092C317D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33684294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CA13A-BF9A-8B4D-5AB2-01480BAC0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EAE03574-B6B2-44C0-4354-85063DDD6157}"/>
              </a:ext>
            </a:extLst>
          </p:cNvPr>
          <p:cNvCxnSpPr>
            <a:cxnSpLocks/>
          </p:cNvCxnSpPr>
          <p:nvPr/>
        </p:nvCxnSpPr>
        <p:spPr>
          <a:xfrm flipH="1">
            <a:off x="4084147" y="3645298"/>
            <a:ext cx="270513" cy="26039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6278FE0F-3BF5-422B-6A6F-8A9C98DEB259}"/>
              </a:ext>
            </a:extLst>
          </p:cNvPr>
          <p:cNvCxnSpPr>
            <a:cxnSpLocks/>
          </p:cNvCxnSpPr>
          <p:nvPr/>
        </p:nvCxnSpPr>
        <p:spPr>
          <a:xfrm flipH="1">
            <a:off x="4531621" y="2349070"/>
            <a:ext cx="1513796" cy="60014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B7F4BE86-7F81-4DB8-4128-861A3BFFCFCA}"/>
              </a:ext>
            </a:extLst>
          </p:cNvPr>
          <p:cNvCxnSpPr>
            <a:cxnSpLocks/>
          </p:cNvCxnSpPr>
          <p:nvPr/>
        </p:nvCxnSpPr>
        <p:spPr>
          <a:xfrm>
            <a:off x="6803968" y="2405424"/>
            <a:ext cx="1498" cy="48051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FD532D25-BAA8-FC69-AA78-0F456FA343A1}"/>
              </a:ext>
            </a:extLst>
          </p:cNvPr>
          <p:cNvCxnSpPr>
            <a:cxnSpLocks/>
          </p:cNvCxnSpPr>
          <p:nvPr/>
        </p:nvCxnSpPr>
        <p:spPr>
          <a:xfrm flipH="1">
            <a:off x="2961058" y="3411644"/>
            <a:ext cx="586302" cy="49493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83776C9A-505E-25F0-A21E-CAB650CD5769}"/>
              </a:ext>
            </a:extLst>
          </p:cNvPr>
          <p:cNvCxnSpPr>
            <a:cxnSpLocks/>
          </p:cNvCxnSpPr>
          <p:nvPr/>
        </p:nvCxnSpPr>
        <p:spPr>
          <a:xfrm>
            <a:off x="2578704" y="4349692"/>
            <a:ext cx="886763" cy="40009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779CFBC5-1DA9-22DC-6C6B-3BD6AE80E404}"/>
              </a:ext>
            </a:extLst>
          </p:cNvPr>
          <p:cNvCxnSpPr>
            <a:cxnSpLocks/>
          </p:cNvCxnSpPr>
          <p:nvPr/>
        </p:nvCxnSpPr>
        <p:spPr>
          <a:xfrm flipH="1">
            <a:off x="6802947" y="4359002"/>
            <a:ext cx="289337" cy="39078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607244F0-0A25-C7C5-C4C0-69397517F7AF}"/>
              </a:ext>
            </a:extLst>
          </p:cNvPr>
          <p:cNvCxnSpPr>
            <a:cxnSpLocks/>
            <a:endCxn id="131" idx="0"/>
          </p:cNvCxnSpPr>
          <p:nvPr/>
        </p:nvCxnSpPr>
        <p:spPr>
          <a:xfrm>
            <a:off x="7526799" y="3657774"/>
            <a:ext cx="84320" cy="19206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45F11672-9B45-F7AB-AEDE-33B07C68AABE}"/>
              </a:ext>
            </a:extLst>
          </p:cNvPr>
          <p:cNvCxnSpPr>
            <a:cxnSpLocks/>
            <a:endCxn id="121" idx="0"/>
          </p:cNvCxnSpPr>
          <p:nvPr/>
        </p:nvCxnSpPr>
        <p:spPr>
          <a:xfrm flipH="1">
            <a:off x="5994773" y="3657298"/>
            <a:ext cx="123609" cy="19253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576AB42-4A9A-378C-7A0C-53F03DCA735B}"/>
              </a:ext>
            </a:extLst>
          </p:cNvPr>
          <p:cNvGrpSpPr/>
          <p:nvPr/>
        </p:nvGrpSpPr>
        <p:grpSpPr>
          <a:xfrm>
            <a:off x="6003880" y="1634384"/>
            <a:ext cx="1601679" cy="735807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BEA3A506-4AB4-5709-BA01-FA341134A392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054037D9-866E-A579-782A-9F0B025178B1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86F1745B-35DB-7C8C-011B-3C7A0ACACC0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E3C95420-B811-4C6D-B042-CBDE1C46E89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2DC9013-2FEF-2FF3-4B91-0EBAE93FF3BB}"/>
                </a:ext>
              </a:extLst>
            </p:cNvPr>
            <p:cNvSpPr txBox="1"/>
            <p:nvPr/>
          </p:nvSpPr>
          <p:spPr>
            <a:xfrm>
              <a:off x="4776116" y="1462393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C61965E8-B23F-5394-1A0B-6BD819E222A4}"/>
              </a:ext>
            </a:extLst>
          </p:cNvPr>
          <p:cNvGrpSpPr/>
          <p:nvPr/>
        </p:nvGrpSpPr>
        <p:grpSpPr>
          <a:xfrm>
            <a:off x="3553821" y="2908695"/>
            <a:ext cx="1601679" cy="736605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C71E26B9-71DD-A0BF-255D-F559B4FA8C77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96F48FF2-6383-8E74-9839-49610140A261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9010ABF6-0242-75DE-C8B0-D84CB44725F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CFF8577E-86E9-8FB7-4994-99001554058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DE9773A-FDB4-DD5A-32C5-1ECCCD398E4A}"/>
                </a:ext>
              </a:extLst>
            </p:cNvPr>
            <p:cNvSpPr txBox="1"/>
            <p:nvPr/>
          </p:nvSpPr>
          <p:spPr>
            <a:xfrm>
              <a:off x="3703982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5388ECB6-9EF7-1146-E6F3-4F1BB9F73897}"/>
              </a:ext>
            </a:extLst>
          </p:cNvPr>
          <p:cNvGrpSpPr/>
          <p:nvPr/>
        </p:nvGrpSpPr>
        <p:grpSpPr>
          <a:xfrm>
            <a:off x="6003880" y="2885943"/>
            <a:ext cx="1601679" cy="736605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99316CB-513F-3F1C-5E46-B7B792ED1334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1C2A802E-EF3A-05E0-5612-6765FC5746CB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F2720F25-C2D0-3A8F-3F6E-31F55619DE1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892B3CAA-2E3E-61A8-DF14-E6FE7341424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D72F393-1E71-7156-065D-524637891B99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06CDC53-F18E-8319-1A48-23B8E0A7C1F6}"/>
              </a:ext>
            </a:extLst>
          </p:cNvPr>
          <p:cNvGrpSpPr/>
          <p:nvPr/>
        </p:nvGrpSpPr>
        <p:grpSpPr>
          <a:xfrm>
            <a:off x="1917701" y="3849835"/>
            <a:ext cx="1322004" cy="736605"/>
            <a:chOff x="3473298" y="4756575"/>
            <a:chExt cx="1469916" cy="81469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37FB637-796C-59DF-D1A3-40E037D5EF00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07D3CEE-3EE4-82F1-42E2-C96CBD79CE2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5C48C198-E7A6-29D6-8F83-64940EC6399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FBC5077A-2D8A-FF7D-00A1-D006184E4C79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669516EF-5484-2E1B-4221-F89610960050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E812837-3ED6-5C6C-FA08-233DBC5A9776}"/>
              </a:ext>
            </a:extLst>
          </p:cNvPr>
          <p:cNvGrpSpPr/>
          <p:nvPr/>
        </p:nvGrpSpPr>
        <p:grpSpPr>
          <a:xfrm>
            <a:off x="3691226" y="3849835"/>
            <a:ext cx="1322004" cy="736605"/>
            <a:chOff x="3473298" y="4756575"/>
            <a:chExt cx="1469916" cy="8146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B5FF2864-C95F-DBFD-51B2-C438E3ADD169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4029E3E-5456-050E-9F39-C03A4DB1534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70B1979C-2059-6474-2729-08B57B59768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64ACD2F8-7E0D-B39C-D8C3-EAAF6927B92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AA2CA06-A9AC-1E7D-D205-E1B1A39EBAF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72C0CFF7-D26D-E10B-50F8-B5C4DCAA4E93}"/>
              </a:ext>
            </a:extLst>
          </p:cNvPr>
          <p:cNvGrpSpPr/>
          <p:nvPr/>
        </p:nvGrpSpPr>
        <p:grpSpPr>
          <a:xfrm>
            <a:off x="5333770" y="3849835"/>
            <a:ext cx="1322004" cy="736605"/>
            <a:chOff x="3473298" y="4756575"/>
            <a:chExt cx="1469916" cy="814694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E16D81E5-1A6F-9040-7755-A0CDF47C1288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B9BF2DEF-6B65-9F06-0390-4D8A2EAC687E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453F72AB-6DB5-1B46-E3B9-F0F63297D9D3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51D77DD2-6037-8BA0-E60F-749C416D1266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3C89A38C-B55A-278C-EADA-0D05A89C191D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7086B493-04B9-A8A8-B6D3-7524537BB8BF}"/>
              </a:ext>
            </a:extLst>
          </p:cNvPr>
          <p:cNvGrpSpPr/>
          <p:nvPr/>
        </p:nvGrpSpPr>
        <p:grpSpPr>
          <a:xfrm>
            <a:off x="6950117" y="3849835"/>
            <a:ext cx="1322004" cy="736605"/>
            <a:chOff x="3473298" y="4756575"/>
            <a:chExt cx="1469916" cy="814694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410B5B11-0C23-0500-1E23-1CF1E5CFE8A5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10CC90CE-2692-A09C-1BF5-2FA20BB980FC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04CF2E8C-9786-5789-1F65-4D0DF0E1CFE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EBB0C15E-3B76-D6E6-4B0D-626DF205EBA8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C1F497BE-FE6F-BBD8-64C5-D6DB3C9041BB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A1ED3DF-CB5E-5FC9-F8FD-4B24F4C7B3B7}"/>
              </a:ext>
            </a:extLst>
          </p:cNvPr>
          <p:cNvGrpSpPr/>
          <p:nvPr/>
        </p:nvGrpSpPr>
        <p:grpSpPr>
          <a:xfrm>
            <a:off x="2510651" y="4749792"/>
            <a:ext cx="1909630" cy="736605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6E3C4BC1-6F93-AF1C-2252-F4DB1CF2BEE1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99E3206E-74B8-FB3D-5F8A-F3EB0E2C529D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01055F03-CE54-9801-2E7F-150CF4A70B0B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47E11BE6-8DA5-D5AE-C08E-6DD3585A0B01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BAD36931-F9D7-47AC-4E67-54AC70C2AC11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08CA6A26-F1F7-5744-4998-261349F57BD1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DCAE5575-2663-6A24-283B-E228C59331B6}"/>
              </a:ext>
            </a:extLst>
          </p:cNvPr>
          <p:cNvSpPr/>
          <p:nvPr/>
        </p:nvSpPr>
        <p:spPr bwMode="auto">
          <a:xfrm>
            <a:off x="5848131" y="4801985"/>
            <a:ext cx="1909630" cy="684410"/>
          </a:xfrm>
          <a:prstGeom prst="roundRect">
            <a:avLst>
              <a:gd name="adj" fmla="val 10205"/>
            </a:avLst>
          </a:prstGeom>
          <a:solidFill>
            <a:srgbClr val="FFE599"/>
          </a:solidFill>
          <a:ln w="19050" cap="flat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2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6DE5688-6A57-62FB-7416-33A6E790D632}"/>
              </a:ext>
            </a:extLst>
          </p:cNvPr>
          <p:cNvSpPr txBox="1"/>
          <p:nvPr/>
        </p:nvSpPr>
        <p:spPr>
          <a:xfrm>
            <a:off x="6141944" y="4749792"/>
            <a:ext cx="132200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7E213757-8D39-D2F2-BD3B-2F3C92A5F5AB}"/>
              </a:ext>
            </a:extLst>
          </p:cNvPr>
          <p:cNvGrpSpPr/>
          <p:nvPr/>
        </p:nvGrpSpPr>
        <p:grpSpPr>
          <a:xfrm>
            <a:off x="5986617" y="5078937"/>
            <a:ext cx="1632661" cy="325494"/>
            <a:chOff x="573617" y="5047290"/>
            <a:chExt cx="1815333" cy="360000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3B8AA2D4-312C-58A8-E2CB-9FAE6D23D741}"/>
                </a:ext>
              </a:extLst>
            </p:cNvPr>
            <p:cNvSpPr/>
            <p:nvPr/>
          </p:nvSpPr>
          <p:spPr>
            <a:xfrm>
              <a:off x="573617" y="5047290"/>
              <a:ext cx="504000" cy="360000"/>
            </a:xfrm>
            <a:prstGeom prst="roundRect">
              <a:avLst/>
            </a:prstGeom>
            <a:solidFill>
              <a:srgbClr val="5B9BD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사양</a:t>
              </a:r>
              <a:endParaRPr lang="en-US" altLang="ko-KR" sz="9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확인</a:t>
              </a:r>
            </a:p>
          </p:txBody>
        </p:sp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5AA1EDE4-914C-7613-DCAC-14B93B308321}"/>
                </a:ext>
              </a:extLst>
            </p:cNvPr>
            <p:cNvSpPr/>
            <p:nvPr/>
          </p:nvSpPr>
          <p:spPr>
            <a:xfrm>
              <a:off x="1229283" y="5047290"/>
              <a:ext cx="504000" cy="360000"/>
            </a:xfrm>
            <a:prstGeom prst="roundRect">
              <a:avLst/>
            </a:prstGeom>
            <a:solidFill>
              <a:srgbClr val="BF90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삽입</a:t>
              </a:r>
            </a:p>
          </p:txBody>
        </p:sp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154E8749-CFE3-F238-CDC2-28514E4FFAEE}"/>
                </a:ext>
              </a:extLst>
            </p:cNvPr>
            <p:cNvSpPr/>
            <p:nvPr/>
          </p:nvSpPr>
          <p:spPr>
            <a:xfrm>
              <a:off x="1884950" y="5047290"/>
              <a:ext cx="504000" cy="360000"/>
            </a:xfrm>
            <a:prstGeom prst="roundRect">
              <a:avLst/>
            </a:prstGeom>
            <a:solidFill>
              <a:srgbClr val="70AD47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끼움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622ABBB-AFC8-758B-7F0D-156B781F6A42}"/>
              </a:ext>
            </a:extLst>
          </p:cNvPr>
          <p:cNvGrpSpPr/>
          <p:nvPr/>
        </p:nvGrpSpPr>
        <p:grpSpPr>
          <a:xfrm>
            <a:off x="8607726" y="2865530"/>
            <a:ext cx="1601679" cy="736605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1F2B2034-8BDC-06FE-2A7A-D404C116C271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7B6B3489-161F-7559-B106-0891E8F98EA5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7E062921-302C-7246-8BB8-31FB823CC93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82B95AC-1AEF-9BDA-4051-66864B60B173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9D56D72-AC54-DE0E-2CF2-630452143775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cxnSp>
        <p:nvCxnSpPr>
          <p:cNvPr id="34" name="Google Shape;294;p20">
            <a:extLst>
              <a:ext uri="{FF2B5EF4-FFF2-40B4-BE49-F238E27FC236}">
                <a16:creationId xmlns:a16="http://schemas.microsoft.com/office/drawing/2014/main" id="{60F185E7-A252-0653-8D8A-34280C951D7D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619278" y="2308551"/>
            <a:ext cx="1789286" cy="55697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F557585D-9EA3-688F-CE91-F8CD0098F1C0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407815" y="3636885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E6F710F4-8B33-1BC9-4AED-6788084FF2F0}"/>
              </a:ext>
            </a:extLst>
          </p:cNvPr>
          <p:cNvGrpSpPr/>
          <p:nvPr/>
        </p:nvGrpSpPr>
        <p:grpSpPr>
          <a:xfrm>
            <a:off x="8865015" y="4004994"/>
            <a:ext cx="1087101" cy="426287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CF586BA-ABFF-1A86-7A2D-05982D8053B7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0BEB4C3D-EBA1-20BB-D431-C14A760B3377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CD1776E7-FB98-0D49-F3E6-68F2281DF236}"/>
              </a:ext>
            </a:extLst>
          </p:cNvPr>
          <p:cNvGrpSpPr/>
          <p:nvPr/>
        </p:nvGrpSpPr>
        <p:grpSpPr>
          <a:xfrm>
            <a:off x="5516962" y="5763349"/>
            <a:ext cx="2571969" cy="736605"/>
            <a:chOff x="5086131" y="5763347"/>
            <a:chExt cx="2571969" cy="736605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02802720-0106-6D25-DEF8-26ABB1A2C64A}"/>
                </a:ext>
              </a:extLst>
            </p:cNvPr>
            <p:cNvSpPr/>
            <p:nvPr/>
          </p:nvSpPr>
          <p:spPr bwMode="auto">
            <a:xfrm>
              <a:off x="5086131" y="5815542"/>
              <a:ext cx="2571969" cy="684410"/>
            </a:xfrm>
            <a:prstGeom prst="roundRect">
              <a:avLst>
                <a:gd name="adj" fmla="val 10205"/>
              </a:avLst>
            </a:prstGeom>
            <a:solidFill>
              <a:srgbClr val="DAE6F2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E4936A-F144-6200-B9C8-0E028E793F3C}"/>
                </a:ext>
              </a:extLst>
            </p:cNvPr>
            <p:cNvSpPr txBox="1"/>
            <p:nvPr/>
          </p:nvSpPr>
          <p:spPr>
            <a:xfrm>
              <a:off x="5711113" y="5763347"/>
              <a:ext cx="1322004" cy="33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Final Result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E8B19291-567D-97D2-1FEB-0AD731BCF620}"/>
                </a:ext>
              </a:extLst>
            </p:cNvPr>
            <p:cNvGrpSpPr/>
            <p:nvPr/>
          </p:nvGrpSpPr>
          <p:grpSpPr>
            <a:xfrm>
              <a:off x="5260939" y="6096067"/>
              <a:ext cx="2222353" cy="325494"/>
              <a:chOff x="5276279" y="6096067"/>
              <a:chExt cx="2222353" cy="325494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4795EC81-B19E-56FF-1E6D-DA4F16D36878}"/>
                  </a:ext>
                </a:extLst>
              </p:cNvPr>
              <p:cNvSpPr/>
              <p:nvPr/>
            </p:nvSpPr>
            <p:spPr>
              <a:xfrm>
                <a:off x="5276279" y="6096067"/>
                <a:ext cx="453284" cy="325494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16E55C0E-464D-56B7-5DDC-A99A0376D321}"/>
                  </a:ext>
                </a:extLst>
              </p:cNvPr>
              <p:cNvSpPr/>
              <p:nvPr/>
            </p:nvSpPr>
            <p:spPr>
              <a:xfrm>
                <a:off x="5865968" y="6096067"/>
                <a:ext cx="453284" cy="325494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E18DCCC1-FFA0-5BEB-2021-6D18FD68B7D8}"/>
                  </a:ext>
                </a:extLst>
              </p:cNvPr>
              <p:cNvSpPr/>
              <p:nvPr/>
            </p:nvSpPr>
            <p:spPr>
              <a:xfrm>
                <a:off x="6455658" y="6096067"/>
                <a:ext cx="453284" cy="325494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044B05E2-3A8D-C07A-015E-C14E2EDC615F}"/>
                  </a:ext>
                </a:extLst>
              </p:cNvPr>
              <p:cNvSpPr/>
              <p:nvPr/>
            </p:nvSpPr>
            <p:spPr>
              <a:xfrm>
                <a:off x="7045348" y="6096067"/>
                <a:ext cx="453284" cy="325494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E4FB0F54-03F9-A8EA-30F2-61B49B5FC51C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3484361" y="5517888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CBCA4E75-58C8-7B43-0BC2-7CB5435C378E}"/>
              </a:ext>
            </a:extLst>
          </p:cNvPr>
          <p:cNvGrpSpPr/>
          <p:nvPr/>
        </p:nvGrpSpPr>
        <p:grpSpPr>
          <a:xfrm>
            <a:off x="2941561" y="5885997"/>
            <a:ext cx="1087101" cy="426287"/>
            <a:chOff x="8303614" y="4440472"/>
            <a:chExt cx="1140658" cy="47147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B9F7A573-5D7F-782A-620E-B0A95D7EF1F0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4" name="곱하기 기호 53">
              <a:extLst>
                <a:ext uri="{FF2B5EF4-FFF2-40B4-BE49-F238E27FC236}">
                  <a16:creationId xmlns:a16="http://schemas.microsoft.com/office/drawing/2014/main" id="{50195BF4-C832-5F75-FBCD-705F3B9613F0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68" name="Google Shape;295;p20">
            <a:extLst>
              <a:ext uri="{FF2B5EF4-FFF2-40B4-BE49-F238E27FC236}">
                <a16:creationId xmlns:a16="http://schemas.microsoft.com/office/drawing/2014/main" id="{A450D451-C030-0509-3C2A-D14A1F285FAD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6802946" y="5486395"/>
            <a:ext cx="1" cy="27695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E3D866AF-9D16-FAFF-B96C-EA4D3A78E9B4}"/>
              </a:ext>
            </a:extLst>
          </p:cNvPr>
          <p:cNvGrpSpPr/>
          <p:nvPr/>
        </p:nvGrpSpPr>
        <p:grpSpPr>
          <a:xfrm>
            <a:off x="1539831" y="1410083"/>
            <a:ext cx="2175688" cy="950987"/>
            <a:chOff x="119679" y="1983056"/>
            <a:chExt cx="2175688" cy="950987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1ED5BFF5-9C5C-4E43-2EE5-9BFE445F0CE1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415FE15F-5A98-13C0-CC46-C198B437A0D8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84" name="원통형 83">
                <a:extLst>
                  <a:ext uri="{FF2B5EF4-FFF2-40B4-BE49-F238E27FC236}">
                    <a16:creationId xmlns:a16="http://schemas.microsoft.com/office/drawing/2014/main" id="{880378BA-CA4E-E4FA-3986-4144B4270217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87" name="그래픽 86" descr="데이터베이스 단색으로 채워진">
                <a:extLst>
                  <a:ext uri="{FF2B5EF4-FFF2-40B4-BE49-F238E27FC236}">
                    <a16:creationId xmlns:a16="http://schemas.microsoft.com/office/drawing/2014/main" id="{80D737BE-FAE7-0B8A-890A-EEB1D7F0C1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BD2BD8C9-1B3B-ABBB-BC4D-EF3FB3C01A44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0AC43154-602B-0DC1-23C7-516F78745D8A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93" name="그래픽 92" descr="CMD 터미널 단색으로 채워진">
                <a:extLst>
                  <a:ext uri="{FF2B5EF4-FFF2-40B4-BE49-F238E27FC236}">
                    <a16:creationId xmlns:a16="http://schemas.microsoft.com/office/drawing/2014/main" id="{607D1EBD-DE20-02DB-F57E-F67B6A0FD3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4" name="Rectangle 685">
            <a:extLst>
              <a:ext uri="{FF2B5EF4-FFF2-40B4-BE49-F238E27FC236}">
                <a16:creationId xmlns:a16="http://schemas.microsoft.com/office/drawing/2014/main" id="{FBCF96F0-9A17-0962-31F2-E608165E1F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9" name="AutoShape 176">
            <a:extLst>
              <a:ext uri="{FF2B5EF4-FFF2-40B4-BE49-F238E27FC236}">
                <a16:creationId xmlns:a16="http://schemas.microsoft.com/office/drawing/2014/main" id="{B3929262-D777-404C-25D7-405C3539A1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3339780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9012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954E9-A7DA-19BF-9B6C-835FB09AA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D6532048-6542-7FFD-33ED-EF4A0349E8B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BB37469-640C-38AB-6181-975A22E8331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2C38D06-06D7-8EE7-A68B-0EBAD1D003A8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04C4DA4-525B-1074-8C14-6A6055EB840E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DB8A72BC-987D-A3C7-6364-476246BBD20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 dirty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DF632A44-303F-53EA-7EE9-80831C79D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EE728F2-04E8-9E3C-A84C-2B21371FE6EB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5A90533-1657-4E82-1A4C-789001960C3B}"/>
              </a:ext>
            </a:extLst>
          </p:cNvPr>
          <p:cNvGrpSpPr/>
          <p:nvPr/>
        </p:nvGrpSpPr>
        <p:grpSpPr>
          <a:xfrm>
            <a:off x="3606938" y="3043788"/>
            <a:ext cx="1680588" cy="814694"/>
            <a:chOff x="3550164" y="2797805"/>
            <a:chExt cx="1780883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84286B5-9697-B746-6C2E-C1FD92279E7D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760E1D-846F-4151-94A8-E628FD5CFE8D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646E79B1-F6FE-CB3F-85FF-62A3EC4EA8D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5E5FFF87-78E0-0DFC-D8D9-4428AB188560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790545B-5312-8F57-CF13-07FADDB8F4E3}"/>
                </a:ext>
              </a:extLst>
            </p:cNvPr>
            <p:cNvSpPr txBox="1"/>
            <p:nvPr/>
          </p:nvSpPr>
          <p:spPr>
            <a:xfrm>
              <a:off x="3550164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69EFECC1-EB8B-969D-E05E-574DA4406665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F627F88C-2EE7-DA21-E879-90B2975C9439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6B76BAD7-F197-FD0D-3A25-1D1156260748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5703169C-3A8C-973D-A530-E448733A787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33B6CD47-9E2B-5872-3CD8-6E2DF08A68F4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E347861-9AAA-635E-78E3-F9551A8F44B1}"/>
                </a:ext>
              </a:extLst>
            </p:cNvPr>
            <p:cNvSpPr txBox="1"/>
            <p:nvPr/>
          </p:nvSpPr>
          <p:spPr>
            <a:xfrm>
              <a:off x="6084609" y="2797805"/>
              <a:ext cx="177422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655368-A3E4-F7DD-D533-2E24CB2B4513}"/>
              </a:ext>
            </a:extLst>
          </p:cNvPr>
          <p:cNvGrpSpPr/>
          <p:nvPr/>
        </p:nvGrpSpPr>
        <p:grpSpPr>
          <a:xfrm>
            <a:off x="8909828" y="2996048"/>
            <a:ext cx="1680588" cy="814694"/>
            <a:chOff x="6081277" y="2797805"/>
            <a:chExt cx="1780883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2CB61564-BC21-8DD7-113F-B0828B8A35C0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2B37ABDA-7171-E224-C1AC-A07F981854EE}"/>
                </a:ext>
              </a:extLst>
            </p:cNvPr>
            <p:cNvSpPr/>
            <p:nvPr/>
          </p:nvSpPr>
          <p:spPr>
            <a:xfrm>
              <a:off x="6149423" y="3190825"/>
              <a:ext cx="962748" cy="360000"/>
            </a:xfrm>
            <a:prstGeom prst="roundRect">
              <a:avLst/>
            </a:prstGeom>
            <a:solidFill>
              <a:srgbClr val="ED7D31"/>
            </a:solidFill>
            <a:ln>
              <a:noFill/>
            </a:ln>
            <a:effectLst/>
          </p:spPr>
          <p:txBody>
            <a:bodyPr lIns="0" rIns="0" rtlCol="0" anchor="ctr"/>
            <a:lstStyle/>
            <a:p>
              <a:pPr algn="ctr" defTabSz="457212">
                <a:defRPr/>
              </a:pPr>
              <a:r>
                <a:rPr lang="pt-BR" altLang="ko-KR" sz="14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HDL ASSY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03F3102-519E-E6C4-FE0B-1D864413B068}"/>
                </a:ext>
              </a:extLst>
            </p:cNvPr>
            <p:cNvSpPr txBox="1"/>
            <p:nvPr/>
          </p:nvSpPr>
          <p:spPr>
            <a:xfrm>
              <a:off x="6081277" y="2797805"/>
              <a:ext cx="178088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68" name="Google Shape;294;p20">
            <a:extLst>
              <a:ext uri="{FF2B5EF4-FFF2-40B4-BE49-F238E27FC236}">
                <a16:creationId xmlns:a16="http://schemas.microsoft.com/office/drawing/2014/main" id="{9C191517-9137-340E-33DC-C271765CBF3F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74" name="Google Shape;294;p20">
            <a:extLst>
              <a:ext uri="{FF2B5EF4-FFF2-40B4-BE49-F238E27FC236}">
                <a16:creationId xmlns:a16="http://schemas.microsoft.com/office/drawing/2014/main" id="{45756E43-19AF-3646-61F7-30DB7E2AB352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" name="AutoShape 176">
            <a:extLst>
              <a:ext uri="{FF2B5EF4-FFF2-40B4-BE49-F238E27FC236}">
                <a16:creationId xmlns:a16="http://schemas.microsoft.com/office/drawing/2014/main" id="{E389D8F3-D9BB-D689-78FC-56C7DF52E2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① </a:t>
            </a:r>
            <a:r>
              <a:rPr lang="en-US" altLang="ko-KR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kumimoji="0" lang="en-US" altLang="ko-KR" sz="1600" kern="0" dirty="0">
                <a:solidFill>
                  <a:prstClr val="black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</a:t>
            </a:r>
            <a:r>
              <a:rPr lang="ko-KR" altLang="en-US" sz="1600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 생성 </a:t>
            </a:r>
            <a:r>
              <a:rPr lang="ko-KR" altLang="en-US" sz="1600" dirty="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단계</a:t>
            </a:r>
            <a:endParaRPr lang="en-US" altLang="ko-KR" sz="1600" dirty="0">
              <a:solidFill>
                <a:srgbClr val="00000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1F6F1B94-0715-B811-9432-EF57ED81ECBF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CACD5C33-CFA1-81E7-DF1E-B4582654032B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E80AD66E-D580-D0EC-38F9-2A7C9AB51130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21" name="원통형 20">
                <a:extLst>
                  <a:ext uri="{FF2B5EF4-FFF2-40B4-BE49-F238E27FC236}">
                    <a16:creationId xmlns:a16="http://schemas.microsoft.com/office/drawing/2014/main" id="{14E0C664-FDEB-DFC4-A122-6ECD372AB244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chemeClr val="accent2"/>
                  </a:buClr>
                  <a:buSzPct val="80000"/>
                </a:pPr>
                <a:endParaRPr lang="ko-KR" altLang="en-US"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4" name="그래픽 23" descr="데이터베이스 단색으로 채워진">
                <a:extLst>
                  <a:ext uri="{FF2B5EF4-FFF2-40B4-BE49-F238E27FC236}">
                    <a16:creationId xmlns:a16="http://schemas.microsoft.com/office/drawing/2014/main" id="{4DD13F4F-1289-9D88-BAA2-4DCB2F55F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sp>
        <p:nvSpPr>
          <p:cNvPr id="27" name="사각형: 둥근 모서리 48">
            <a:extLst>
              <a:ext uri="{FF2B5EF4-FFF2-40B4-BE49-F238E27FC236}">
                <a16:creationId xmlns:a16="http://schemas.microsoft.com/office/drawing/2014/main" id="{09F44A58-B361-BA54-C056-A58982E9FF8B}"/>
              </a:ext>
            </a:extLst>
          </p:cNvPr>
          <p:cNvSpPr/>
          <p:nvPr/>
        </p:nvSpPr>
        <p:spPr>
          <a:xfrm>
            <a:off x="9959723" y="3389068"/>
            <a:ext cx="566387" cy="360000"/>
          </a:xfrm>
          <a:prstGeom prst="roundRect">
            <a:avLst/>
          </a:prstGeom>
          <a:solidFill>
            <a:srgbClr val="4472C4"/>
          </a:solidFill>
          <a:ln>
            <a:noFill/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위치</a:t>
            </a:r>
            <a:endParaRPr lang="en-US" altLang="ko-KR" sz="1000" b="1" kern="0">
              <a:solidFill>
                <a:prstClr val="white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  <a:p>
            <a:pPr algn="ctr" defTabSz="457212">
              <a:defRPr/>
            </a:pPr>
            <a:r>
              <a:rPr lang="ko-KR" altLang="en-US" sz="10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결정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2C1D13-DDF4-C88E-BD99-64D70AAFF226}"/>
              </a:ext>
            </a:extLst>
          </p:cNvPr>
          <p:cNvSpPr txBox="1"/>
          <p:nvPr/>
        </p:nvSpPr>
        <p:spPr>
          <a:xfrm>
            <a:off x="1143000" y="4560946"/>
            <a:ext cx="9906000" cy="888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INPUT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들어온 </a:t>
            </a:r>
            <a:r>
              <a:rPr lang="en-US" altLang="ko-KR" b="1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‘HDL ASSY’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에 대해</a:t>
            </a:r>
            <a:endParaRPr lang="en-US" altLang="ko-KR"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첫 번째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Step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으로 올 수 있는 부품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동작 후보들을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455330D1-5FAA-5E27-272D-2B4DD927C1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 dirty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 dirty="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 dirty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3" name="AutoShape 176">
            <a:extLst>
              <a:ext uri="{FF2B5EF4-FFF2-40B4-BE49-F238E27FC236}">
                <a16:creationId xmlns:a16="http://schemas.microsoft.com/office/drawing/2014/main" id="{4A7CFD8C-CBC4-AB7E-6735-D717DD602E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 dirty="0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52647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73B22-BC9A-D09A-3F32-63454B66E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Google Shape;295;p20">
            <a:extLst>
              <a:ext uri="{FF2B5EF4-FFF2-40B4-BE49-F238E27FC236}">
                <a16:creationId xmlns:a16="http://schemas.microsoft.com/office/drawing/2014/main" id="{010C0CD4-D689-D0B5-F770-1ED8191D12E0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1A4F7DD5-8B22-F4B3-1C60-A588788C433F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413F711F-A21F-3F47-3DB6-827B76C8471C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D024993B-0EE4-067F-C9DC-B187ED80642F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4965F91C-4AF5-0D05-6904-0FDA5DF452F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14147A89-47DF-EC63-DD59-7EE1D40673D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16B27F7-E618-4BF6-B3D7-9B49574C6500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A913471-B340-2B87-4EE6-10D7EA2C86A2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38D00973-2E8A-4B3D-E431-EAEEA10EC784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DA8124C7-A87D-9607-A24C-84530DFE225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23" name="사각형: 둥근 모서리 22">
                <a:extLst>
                  <a:ext uri="{FF2B5EF4-FFF2-40B4-BE49-F238E27FC236}">
                    <a16:creationId xmlns:a16="http://schemas.microsoft.com/office/drawing/2014/main" id="{1734F8B4-C7CF-2A51-65FF-0A5FE9C349F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26" name="사각형: 둥근 모서리 25">
                <a:extLst>
                  <a:ext uri="{FF2B5EF4-FFF2-40B4-BE49-F238E27FC236}">
                    <a16:creationId xmlns:a16="http://schemas.microsoft.com/office/drawing/2014/main" id="{00F4CD52-B4C8-0664-15F7-4DF23DAB453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F53741B-7F0D-522B-EF44-1B488A1ACBA5}"/>
                </a:ext>
              </a:extLst>
            </p:cNvPr>
            <p:cNvSpPr txBox="1"/>
            <p:nvPr/>
          </p:nvSpPr>
          <p:spPr>
            <a:xfrm>
              <a:off x="3550165" y="2797805"/>
              <a:ext cx="1780881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F178DA45-CC11-AE5C-9133-98BB41A702F4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3D1E31D2-D6A6-7D46-1D74-ADC5CB5308F5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2EFB7B74-E87F-69EC-788E-8754BEDA3FD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3A402C76-7ADA-803D-DF16-6252F612880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B4E2D392-8CEF-8E48-5119-30DFA1CDD6F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E559F3B-FE9F-ADC7-6DE2-87B8CEFB89E1}"/>
                </a:ext>
              </a:extLst>
            </p:cNvPr>
            <p:cNvSpPr txBox="1"/>
            <p:nvPr/>
          </p:nvSpPr>
          <p:spPr>
            <a:xfrm>
              <a:off x="6082943" y="2797805"/>
              <a:ext cx="1777552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9BA9E2D2-86BC-8DC0-9A97-800FFC139528}"/>
              </a:ext>
            </a:extLst>
          </p:cNvPr>
          <p:cNvGrpSpPr/>
          <p:nvPr/>
        </p:nvGrpSpPr>
        <p:grpSpPr>
          <a:xfrm>
            <a:off x="8908260" y="2996048"/>
            <a:ext cx="1683728" cy="814694"/>
            <a:chOff x="6079613" y="2797805"/>
            <a:chExt cx="1784210" cy="814694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5C85AC1A-5036-17C5-EFEB-08FAEEFFE263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4DA1B3AC-BC12-4C44-5929-0034CEB759B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49" name="사각형: 둥근 모서리 48">
                <a:extLst>
                  <a:ext uri="{FF2B5EF4-FFF2-40B4-BE49-F238E27FC236}">
                    <a16:creationId xmlns:a16="http://schemas.microsoft.com/office/drawing/2014/main" id="{264250A6-4C0C-C424-E517-4ACCD1980DCF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50" name="사각형: 둥근 모서리 49">
                <a:extLst>
                  <a:ext uri="{FF2B5EF4-FFF2-40B4-BE49-F238E27FC236}">
                    <a16:creationId xmlns:a16="http://schemas.microsoft.com/office/drawing/2014/main" id="{5DFB83A0-EB6C-7489-0DC9-A27D2EB0E162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B0A31AF-C227-E058-3E22-F06A45F671B4}"/>
                </a:ext>
              </a:extLst>
            </p:cNvPr>
            <p:cNvSpPr txBox="1"/>
            <p:nvPr/>
          </p:nvSpPr>
          <p:spPr>
            <a:xfrm>
              <a:off x="6079613" y="2797805"/>
              <a:ext cx="1784210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A349DD5E-C5FB-B71B-DB7B-949496B298BB}"/>
              </a:ext>
            </a:extLst>
          </p:cNvPr>
          <p:cNvGrpSpPr/>
          <p:nvPr/>
        </p:nvGrpSpPr>
        <p:grpSpPr>
          <a:xfrm>
            <a:off x="1614490" y="1760757"/>
            <a:ext cx="2474491" cy="1041937"/>
            <a:chOff x="280988" y="1633755"/>
            <a:chExt cx="2474491" cy="1041937"/>
          </a:xfrm>
        </p:grpSpPr>
        <p:sp>
          <p:nvSpPr>
            <p:cNvPr id="15" name="Google Shape;260;p11">
              <a:extLst>
                <a:ext uri="{FF2B5EF4-FFF2-40B4-BE49-F238E27FC236}">
                  <a16:creationId xmlns:a16="http://schemas.microsoft.com/office/drawing/2014/main" id="{F93C9C28-19AA-396D-219D-4A465B8DFC1E}"/>
                </a:ext>
              </a:extLst>
            </p:cNvPr>
            <p:cNvSpPr/>
            <p:nvPr/>
          </p:nvSpPr>
          <p:spPr>
            <a:xfrm>
              <a:off x="789206" y="2076637"/>
              <a:ext cx="1966273" cy="599055"/>
            </a:xfrm>
            <a:prstGeom prst="rect">
              <a:avLst/>
            </a:prstGeom>
            <a:solidFill>
              <a:srgbClr val="E3F1D9"/>
            </a:solidFill>
            <a:ln w="19050" cap="flat" cmpd="sng">
              <a:solidFill>
                <a:srgbClr val="548135"/>
              </a:solidFill>
              <a:prstDash val="solid"/>
              <a:round/>
              <a:headEnd type="none" w="sm" len="sm"/>
              <a:tailEnd type="none" w="sm" len="sm"/>
            </a:ln>
            <a:effectLst>
              <a:outerShdw blurRad="50800" dist="38100" dir="2700000" algn="tl" rotWithShape="0">
                <a:srgbClr val="000000">
                  <a:alpha val="400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 defTabSz="914423">
                <a:defRPr/>
              </a:pPr>
              <a:r>
                <a:rPr lang="en-US" altLang="ko-KR" sz="1600" b="1">
                  <a:solidFill>
                    <a:srgbClr val="0C0C0C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  <a:cs typeface="Malgun Gothic Semilight" panose="020B0502040204020203" pitchFamily="50" charset="-127"/>
                </a:rPr>
                <a:t>Open LLM</a:t>
              </a:r>
              <a:endParaRPr lang="en-US" altLang="ko-KR" sz="700">
                <a:latin typeface="Hyundai Sans Text Pro Regular" panose="020B0504040000000000" pitchFamily="34" charset="-127"/>
                <a:ea typeface="Hyundai Sans Text Pro Regular" panose="020B0504040000000000" pitchFamily="34" charset="-127"/>
                <a:cs typeface="Malgun Gothic Semilight" panose="020B0502040204020203" pitchFamily="50" charset="-127"/>
              </a:endParaRPr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3F6EAB72-125D-F460-0E9A-D47B5CA901CA}"/>
                </a:ext>
              </a:extLst>
            </p:cNvPr>
            <p:cNvGrpSpPr/>
            <p:nvPr/>
          </p:nvGrpSpPr>
          <p:grpSpPr>
            <a:xfrm>
              <a:off x="280988" y="1633755"/>
              <a:ext cx="756967" cy="756967"/>
              <a:chOff x="280988" y="1633755"/>
              <a:chExt cx="756967" cy="756967"/>
            </a:xfrm>
          </p:grpSpPr>
          <p:sp>
            <p:nvSpPr>
              <p:cNvPr id="21" name="사각형: 둥근 모서리 20">
                <a:extLst>
                  <a:ext uri="{FF2B5EF4-FFF2-40B4-BE49-F238E27FC236}">
                    <a16:creationId xmlns:a16="http://schemas.microsoft.com/office/drawing/2014/main" id="{D32E0597-41DB-4BF2-DF6A-F39BB22EAF6F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20" name="그래픽 19" descr="CMD 터미널 단색으로 채워진">
                <a:extLst>
                  <a:ext uri="{FF2B5EF4-FFF2-40B4-BE49-F238E27FC236}">
                    <a16:creationId xmlns:a16="http://schemas.microsoft.com/office/drawing/2014/main" id="{619EBFA0-4697-E5D7-E12C-DDEC8254C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27" name="말풍선: 모서리가 둥근 사각형 26">
            <a:extLst>
              <a:ext uri="{FF2B5EF4-FFF2-40B4-BE49-F238E27FC236}">
                <a16:creationId xmlns:a16="http://schemas.microsoft.com/office/drawing/2014/main" id="{897725E2-5645-259E-4B5C-6014BF948314}"/>
              </a:ext>
            </a:extLst>
          </p:cNvPr>
          <p:cNvSpPr/>
          <p:nvPr/>
        </p:nvSpPr>
        <p:spPr>
          <a:xfrm>
            <a:off x="3416781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👍👍👍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8" name="말풍선: 모서리가 둥근 사각형 27">
            <a:extLst>
              <a:ext uri="{FF2B5EF4-FFF2-40B4-BE49-F238E27FC236}">
                <a16:creationId xmlns:a16="http://schemas.microsoft.com/office/drawing/2014/main" id="{FC9D3C5A-A785-E28E-CF81-19D81A87DB99}"/>
              </a:ext>
            </a:extLst>
          </p:cNvPr>
          <p:cNvSpPr/>
          <p:nvPr/>
        </p:nvSpPr>
        <p:spPr>
          <a:xfrm>
            <a:off x="5986758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👍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29" name="말풍선: 모서리가 둥근 사각형 28">
            <a:extLst>
              <a:ext uri="{FF2B5EF4-FFF2-40B4-BE49-F238E27FC236}">
                <a16:creationId xmlns:a16="http://schemas.microsoft.com/office/drawing/2014/main" id="{8090FC15-572E-1A73-530E-86253CA1C317}"/>
              </a:ext>
            </a:extLst>
          </p:cNvPr>
          <p:cNvSpPr/>
          <p:nvPr/>
        </p:nvSpPr>
        <p:spPr>
          <a:xfrm>
            <a:off x="8775219" y="4187275"/>
            <a:ext cx="2060902" cy="472246"/>
          </a:xfrm>
          <a:prstGeom prst="wedgeRoundRectCallout">
            <a:avLst>
              <a:gd name="adj1" fmla="val -9856"/>
              <a:gd name="adj2" fmla="val -103629"/>
              <a:gd name="adj3" fmla="val 16667"/>
            </a:avLst>
          </a:prstGeom>
          <a:solidFill>
            <a:srgbClr val="FDFCCC"/>
          </a:solidFill>
          <a:ln w="28575">
            <a:solidFill>
              <a:schemeClr val="bg2">
                <a:lumMod val="40000"/>
                <a:lumOff val="60000"/>
              </a:schemeClr>
            </a:solidFill>
          </a:ln>
          <a:effectLst/>
        </p:spPr>
        <p:txBody>
          <a:bodyPr rtlCol="0" anchor="ctr"/>
          <a:lstStyle/>
          <a:p>
            <a:pPr algn="ctr" defTabSz="457212">
              <a:defRPr/>
            </a:pP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LLM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결과 </a:t>
            </a:r>
            <a:r>
              <a:rPr lang="en-US" altLang="ko-KR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: </a:t>
            </a:r>
            <a:r>
              <a:rPr lang="ko-KR" altLang="en-US" sz="12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👎 👎 👎</a:t>
            </a:r>
            <a:endParaRPr lang="ko-KR" altLang="en-US" sz="1200" kern="0">
              <a:solidFill>
                <a:srgbClr val="000000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cxnSp>
        <p:nvCxnSpPr>
          <p:cNvPr id="33" name="Google Shape;294;p20">
            <a:extLst>
              <a:ext uri="{FF2B5EF4-FFF2-40B4-BE49-F238E27FC236}">
                <a16:creationId xmlns:a16="http://schemas.microsoft.com/office/drawing/2014/main" id="{EEFA91C0-F0E3-D4AD-ED4E-8EC4AB2F15BB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1F67E2E-F0B9-FFCC-0C60-EDF0A2599C13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" name="AutoShape 176">
            <a:extLst>
              <a:ext uri="{FF2B5EF4-FFF2-40B4-BE49-F238E27FC236}">
                <a16:creationId xmlns:a16="http://schemas.microsoft.com/office/drawing/2014/main" id="{A779CE2E-BA16-DE95-5C16-28ABD3B9D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②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평가 엔진 </a:t>
            </a:r>
            <a:r>
              <a:rPr lang="en-US" altLang="ko-KR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: Step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후보 평가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34FDB3-8B39-0A77-56BA-5CBC0D3C3F99}"/>
              </a:ext>
            </a:extLst>
          </p:cNvPr>
          <p:cNvSpPr txBox="1"/>
          <p:nvPr/>
        </p:nvSpPr>
        <p:spPr>
          <a:xfrm>
            <a:off x="1143000" y="5366909"/>
            <a:ext cx="9906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Rule-Model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제안한 후보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Step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들에 대해 </a:t>
            </a:r>
            <a:r>
              <a:rPr lang="en-US" altLang="ko-KR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이 평가</a:t>
            </a:r>
          </a:p>
        </p:txBody>
      </p:sp>
      <p:sp>
        <p:nvSpPr>
          <p:cNvPr id="16" name="Rectangle 685">
            <a:extLst>
              <a:ext uri="{FF2B5EF4-FFF2-40B4-BE49-F238E27FC236}">
                <a16:creationId xmlns:a16="http://schemas.microsoft.com/office/drawing/2014/main" id="{817975F0-206F-22B9-8F13-4329807000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19" name="AutoShape 176">
            <a:extLst>
              <a:ext uri="{FF2B5EF4-FFF2-40B4-BE49-F238E27FC236}">
                <a16:creationId xmlns:a16="http://schemas.microsoft.com/office/drawing/2014/main" id="{C13C3709-B8AD-6BA4-CFFF-A3C184EE89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2416989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F19E3-B66C-153C-032D-5CE74E5ED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CFEB6C44-551D-3A1C-5C43-2FE36273BA31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131F5AA9-D493-7750-BC57-910D77D2E55D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7140BCAC-3C58-97DE-7ADE-B345CCC7496F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DD3130F4-C85A-6976-57BB-00702232A64A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155CFDA7-8440-8E3A-B790-1B32C9B61B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3EC6E6F-1897-E384-9905-F8423DD51913}"/>
              </a:ext>
            </a:extLst>
          </p:cNvPr>
          <p:cNvGrpSpPr/>
          <p:nvPr/>
        </p:nvGrpSpPr>
        <p:grpSpPr>
          <a:xfrm>
            <a:off x="1754805" y="1634385"/>
            <a:ext cx="8835613" cy="3265010"/>
            <a:chOff x="611803" y="1634385"/>
            <a:chExt cx="8835613" cy="3265010"/>
          </a:xfrm>
        </p:grpSpPr>
        <p:cxnSp>
          <p:nvCxnSpPr>
            <p:cNvPr id="53" name="Google Shape;307;p20">
              <a:extLst>
                <a:ext uri="{FF2B5EF4-FFF2-40B4-BE49-F238E27FC236}">
                  <a16:creationId xmlns:a16="http://schemas.microsoft.com/office/drawing/2014/main" id="{34FBD794-48ED-FA06-5645-43C97AB9B1C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020393" y="3858482"/>
              <a:ext cx="283840" cy="288000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0" name="Google Shape;294;p20">
              <a:extLst>
                <a:ext uri="{FF2B5EF4-FFF2-40B4-BE49-F238E27FC236}">
                  <a16:creationId xmlns:a16="http://schemas.microsoft.com/office/drawing/2014/main" id="{0B681FC6-502B-EAE5-3860-F07B950EF4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436774" y="2380023"/>
              <a:ext cx="1588374" cy="663765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1" name="Google Shape;295;p20">
              <a:extLst>
                <a:ext uri="{FF2B5EF4-FFF2-40B4-BE49-F238E27FC236}">
                  <a16:creationId xmlns:a16="http://schemas.microsoft.com/office/drawing/2014/main" id="{8089EBE8-870A-718D-D00F-4D61D7AAEDD9}"/>
                </a:ext>
              </a:extLst>
            </p:cNvPr>
            <p:cNvCxnSpPr>
              <a:cxnSpLocks/>
            </p:cNvCxnSpPr>
            <p:nvPr/>
          </p:nvCxnSpPr>
          <p:spPr>
            <a:xfrm>
              <a:off x="5874209" y="2487166"/>
              <a:ext cx="1572" cy="531458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2" name="Google Shape;296;p20">
              <a:extLst>
                <a:ext uri="{FF2B5EF4-FFF2-40B4-BE49-F238E27FC236}">
                  <a16:creationId xmlns:a16="http://schemas.microsoft.com/office/drawing/2014/main" id="{ED981858-FDD5-5741-054D-23CF2CCC66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41975" y="3600058"/>
              <a:ext cx="615187" cy="54740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48" name="Google Shape;303;p20">
              <a:extLst>
                <a:ext uri="{FF2B5EF4-FFF2-40B4-BE49-F238E27FC236}">
                  <a16:creationId xmlns:a16="http://schemas.microsoft.com/office/drawing/2014/main" id="{B1F592A0-5AEC-A88A-7565-1789BB120122}"/>
                </a:ext>
              </a:extLst>
            </p:cNvPr>
            <p:cNvCxnSpPr>
              <a:cxnSpLocks/>
              <a:endCxn id="131" idx="0"/>
            </p:cNvCxnSpPr>
            <p:nvPr/>
          </p:nvCxnSpPr>
          <p:spPr>
            <a:xfrm>
              <a:off x="6632651" y="3872280"/>
              <a:ext cx="88478" cy="21242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5" name="Google Shape;309;p20">
              <a:extLst>
                <a:ext uri="{FF2B5EF4-FFF2-40B4-BE49-F238E27FC236}">
                  <a16:creationId xmlns:a16="http://schemas.microsoft.com/office/drawing/2014/main" id="{0A72E3C6-A155-1334-9CD6-F56B8868CB0F}"/>
                </a:ext>
              </a:extLst>
            </p:cNvPr>
            <p:cNvCxnSpPr>
              <a:cxnSpLocks/>
              <a:endCxn id="121" idx="0"/>
            </p:cNvCxnSpPr>
            <p:nvPr/>
          </p:nvCxnSpPr>
          <p:spPr>
            <a:xfrm flipH="1">
              <a:off x="5025147" y="3871754"/>
              <a:ext cx="129701" cy="212947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3076203E-E7FB-4E13-1D79-B9DE8FD82BBE}"/>
                </a:ext>
              </a:extLst>
            </p:cNvPr>
            <p:cNvGrpSpPr/>
            <p:nvPr/>
          </p:nvGrpSpPr>
          <p:grpSpPr>
            <a:xfrm>
              <a:off x="5034702" y="1634385"/>
              <a:ext cx="1680587" cy="813811"/>
              <a:chOff x="4622299" y="1462393"/>
              <a:chExt cx="1780882" cy="813811"/>
            </a:xfrm>
          </p:grpSpPr>
          <p:sp>
            <p:nvSpPr>
              <p:cNvPr id="56" name="사각형: 둥근 모서리 55">
                <a:extLst>
                  <a:ext uri="{FF2B5EF4-FFF2-40B4-BE49-F238E27FC236}">
                    <a16:creationId xmlns:a16="http://schemas.microsoft.com/office/drawing/2014/main" id="{5D97F507-81FD-2CFA-9F2C-200003716B85}"/>
                  </a:ext>
                </a:extLst>
              </p:cNvPr>
              <p:cNvSpPr/>
              <p:nvPr/>
            </p:nvSpPr>
            <p:spPr bwMode="auto">
              <a:xfrm>
                <a:off x="4622299" y="1519238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7BB2A922-E63F-5B65-6A34-5B73AF50F41C}"/>
                  </a:ext>
                </a:extLst>
              </p:cNvPr>
              <p:cNvGrpSpPr/>
              <p:nvPr/>
            </p:nvGrpSpPr>
            <p:grpSpPr>
              <a:xfrm>
                <a:off x="4690442" y="1848031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24" name="사각형: 둥근 모서리 23">
                  <a:extLst>
                    <a:ext uri="{FF2B5EF4-FFF2-40B4-BE49-F238E27FC236}">
                      <a16:creationId xmlns:a16="http://schemas.microsoft.com/office/drawing/2014/main" id="{41CA5E40-F53B-0129-8F5D-35127546E217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chemeClr val="bg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준비</a:t>
                  </a:r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A371E447-8E18-D39A-2232-105A781F8EB6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FEC96DFD-68DE-158C-11DB-F31165E3883E}"/>
                  </a:ext>
                </a:extLst>
              </p:cNvPr>
              <p:cNvSpPr txBox="1"/>
              <p:nvPr/>
            </p:nvSpPr>
            <p:spPr>
              <a:xfrm>
                <a:off x="4776116" y="1462393"/>
                <a:ext cx="147324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Initial state</a:t>
                </a:r>
              </a:p>
            </p:txBody>
          </p:sp>
        </p:grp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84781700-0330-B2C9-9B94-4F8E97D6DA13}"/>
                </a:ext>
              </a:extLst>
            </p:cNvPr>
            <p:cNvGrpSpPr/>
            <p:nvPr/>
          </p:nvGrpSpPr>
          <p:grpSpPr>
            <a:xfrm>
              <a:off x="2463939" y="3043788"/>
              <a:ext cx="1680587" cy="814694"/>
              <a:chOff x="3550165" y="2797805"/>
              <a:chExt cx="1780882" cy="814694"/>
            </a:xfrm>
          </p:grpSpPr>
          <p:sp>
            <p:nvSpPr>
              <p:cNvPr id="63" name="사각형: 둥근 모서리 62">
                <a:extLst>
                  <a:ext uri="{FF2B5EF4-FFF2-40B4-BE49-F238E27FC236}">
                    <a16:creationId xmlns:a16="http://schemas.microsoft.com/office/drawing/2014/main" id="{79082F82-905B-F169-C8DD-671EBE3B3088}"/>
                  </a:ext>
                </a:extLst>
              </p:cNvPr>
              <p:cNvSpPr/>
              <p:nvPr/>
            </p:nvSpPr>
            <p:spPr bwMode="auto">
              <a:xfrm>
                <a:off x="3550165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64" name="그룹 63">
                <a:extLst>
                  <a:ext uri="{FF2B5EF4-FFF2-40B4-BE49-F238E27FC236}">
                    <a16:creationId xmlns:a16="http://schemas.microsoft.com/office/drawing/2014/main" id="{4FA88C75-3F0B-C51E-8C95-529019A47792}"/>
                  </a:ext>
                </a:extLst>
              </p:cNvPr>
              <p:cNvGrpSpPr/>
              <p:nvPr/>
            </p:nvGrpSpPr>
            <p:grpSpPr>
              <a:xfrm>
                <a:off x="3618310" y="3184326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19B526B0-E7EB-19FA-FFCD-AEC07D7AC4D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67" name="사각형: 둥근 모서리 66">
                  <a:extLst>
                    <a:ext uri="{FF2B5EF4-FFF2-40B4-BE49-F238E27FC236}">
                      <a16:creationId xmlns:a16="http://schemas.microsoft.com/office/drawing/2014/main" id="{B23609DB-7FA4-E2CA-8CBC-F85F0FE797A8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8B4CA94-A4C5-28E3-7BED-C689B5594FDF}"/>
                  </a:ext>
                </a:extLst>
              </p:cNvPr>
              <p:cNvSpPr txBox="1"/>
              <p:nvPr/>
            </p:nvSpPr>
            <p:spPr>
              <a:xfrm>
                <a:off x="3557346" y="2797805"/>
                <a:ext cx="1766518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</a:t>
                </a:r>
              </a:p>
            </p:txBody>
          </p:sp>
        </p:grpSp>
        <p:grpSp>
          <p:nvGrpSpPr>
            <p:cNvPr id="85" name="그룹 84">
              <a:extLst>
                <a:ext uri="{FF2B5EF4-FFF2-40B4-BE49-F238E27FC236}">
                  <a16:creationId xmlns:a16="http://schemas.microsoft.com/office/drawing/2014/main" id="{35B2DAB5-89F2-C629-882F-8F704218083E}"/>
                </a:ext>
              </a:extLst>
            </p:cNvPr>
            <p:cNvGrpSpPr/>
            <p:nvPr/>
          </p:nvGrpSpPr>
          <p:grpSpPr>
            <a:xfrm>
              <a:off x="5034701" y="3018624"/>
              <a:ext cx="1680588" cy="814694"/>
              <a:chOff x="6081277" y="2797805"/>
              <a:chExt cx="1780883" cy="814694"/>
            </a:xfrm>
          </p:grpSpPr>
          <p:sp>
            <p:nvSpPr>
              <p:cNvPr id="69" name="사각형: 둥근 모서리 68">
                <a:extLst>
                  <a:ext uri="{FF2B5EF4-FFF2-40B4-BE49-F238E27FC236}">
                    <a16:creationId xmlns:a16="http://schemas.microsoft.com/office/drawing/2014/main" id="{04ECB439-7CDB-8CBF-B1C1-C2DD490A6FE2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E7912660-F91C-4D25-0C92-C2CB176D3B9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AFDC3876-62E3-3D45-53BC-E2C129546722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55817719-8C17-09D9-C880-8872E7350F3A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5EDFAC9-4729-66DA-14DE-E9F8C9764FE9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</a:t>
                </a:r>
              </a:p>
            </p:txBody>
          </p:sp>
        </p:grp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9D41F3D2-6537-AD96-759B-52FD76DC0996}"/>
                </a:ext>
              </a:extLst>
            </p:cNvPr>
            <p:cNvGrpSpPr/>
            <p:nvPr/>
          </p:nvGrpSpPr>
          <p:grpSpPr>
            <a:xfrm>
              <a:off x="611803" y="4084701"/>
              <a:ext cx="1657960" cy="814694"/>
              <a:chOff x="3329804" y="4756575"/>
              <a:chExt cx="1756905" cy="814694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77BA45C-1B8B-81BB-6580-8D361263B902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C9A02F2-F87C-603D-248B-52BEC2614DB6}"/>
                  </a:ext>
                </a:extLst>
              </p:cNvPr>
              <p:cNvSpPr txBox="1"/>
              <p:nvPr/>
            </p:nvSpPr>
            <p:spPr>
              <a:xfrm>
                <a:off x="3329804" y="4756575"/>
                <a:ext cx="1756905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1-1</a:t>
                </a:r>
              </a:p>
            </p:txBody>
          </p: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A840ADD7-0817-5342-22F7-B30237A0B69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6" name="사각형: 둥근 모서리 15">
                  <a:extLst>
                    <a:ext uri="{FF2B5EF4-FFF2-40B4-BE49-F238E27FC236}">
                      <a16:creationId xmlns:a16="http://schemas.microsoft.com/office/drawing/2014/main" id="{77F9570D-55F8-1FDB-647F-03AA7E821F09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17A047D5-CD08-8554-2C49-1689B7AF4888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7E46BAD3-317F-79D0-399F-BAB357E89372}"/>
                </a:ext>
              </a:extLst>
            </p:cNvPr>
            <p:cNvGrpSpPr/>
            <p:nvPr/>
          </p:nvGrpSpPr>
          <p:grpSpPr>
            <a:xfrm>
              <a:off x="2523144" y="4084701"/>
              <a:ext cx="1557074" cy="814694"/>
              <a:chOff x="3383257" y="4756575"/>
              <a:chExt cx="1649998" cy="814694"/>
            </a:xfrm>
          </p:grpSpPr>
          <p:sp>
            <p:nvSpPr>
              <p:cNvPr id="28" name="사각형: 둥근 모서리 27">
                <a:extLst>
                  <a:ext uri="{FF2B5EF4-FFF2-40B4-BE49-F238E27FC236}">
                    <a16:creationId xmlns:a16="http://schemas.microsoft.com/office/drawing/2014/main" id="{4364F860-0951-6EAE-CF07-6205FBE58659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27D0B2E-5F79-2121-B34C-61CDD93602C4}"/>
                  </a:ext>
                </a:extLst>
              </p:cNvPr>
              <p:cNvSpPr txBox="1"/>
              <p:nvPr/>
            </p:nvSpPr>
            <p:spPr>
              <a:xfrm>
                <a:off x="3383257" y="4756575"/>
                <a:ext cx="1649998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1-2</a:t>
                </a:r>
              </a:p>
            </p:txBody>
          </p:sp>
          <p:grpSp>
            <p:nvGrpSpPr>
              <p:cNvPr id="30" name="그룹 29">
                <a:extLst>
                  <a:ext uri="{FF2B5EF4-FFF2-40B4-BE49-F238E27FC236}">
                    <a16:creationId xmlns:a16="http://schemas.microsoft.com/office/drawing/2014/main" id="{7FDF85FE-C6A4-5312-4C82-9EB0EE6242C3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31" name="사각형: 둥근 모서리 30">
                  <a:extLst>
                    <a:ext uri="{FF2B5EF4-FFF2-40B4-BE49-F238E27FC236}">
                      <a16:creationId xmlns:a16="http://schemas.microsoft.com/office/drawing/2014/main" id="{9843FC59-A0FC-4E0E-5181-A79928B0C3A7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87645412-2A6A-EF94-FF4A-2D0A4178C731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</p:grpSp>
        </p:grpSp>
        <p:grpSp>
          <p:nvGrpSpPr>
            <p:cNvPr id="119" name="그룹 118">
              <a:extLst>
                <a:ext uri="{FF2B5EF4-FFF2-40B4-BE49-F238E27FC236}">
                  <a16:creationId xmlns:a16="http://schemas.microsoft.com/office/drawing/2014/main" id="{1E7ABB9A-D027-0CA8-6D9A-33FF70F6E353}"/>
                </a:ext>
              </a:extLst>
            </p:cNvPr>
            <p:cNvGrpSpPr/>
            <p:nvPr/>
          </p:nvGrpSpPr>
          <p:grpSpPr>
            <a:xfrm>
              <a:off x="4252996" y="4084701"/>
              <a:ext cx="1544302" cy="814694"/>
              <a:chOff x="3390024" y="4756575"/>
              <a:chExt cx="1636464" cy="814694"/>
            </a:xfrm>
          </p:grpSpPr>
          <p:sp>
            <p:nvSpPr>
              <p:cNvPr id="120" name="사각형: 둥근 모서리 119">
                <a:extLst>
                  <a:ext uri="{FF2B5EF4-FFF2-40B4-BE49-F238E27FC236}">
                    <a16:creationId xmlns:a16="http://schemas.microsoft.com/office/drawing/2014/main" id="{72C4A794-0E75-32F0-E594-50FAABE8E934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49B2EFF-76A0-8704-9EAD-604AB052A859}"/>
                  </a:ext>
                </a:extLst>
              </p:cNvPr>
              <p:cNvSpPr txBox="1"/>
              <p:nvPr/>
            </p:nvSpPr>
            <p:spPr>
              <a:xfrm>
                <a:off x="3390024" y="4756575"/>
                <a:ext cx="163646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2-1</a:t>
                </a:r>
              </a:p>
            </p:txBody>
          </p:sp>
          <p:grpSp>
            <p:nvGrpSpPr>
              <p:cNvPr id="122" name="그룹 121">
                <a:extLst>
                  <a:ext uri="{FF2B5EF4-FFF2-40B4-BE49-F238E27FC236}">
                    <a16:creationId xmlns:a16="http://schemas.microsoft.com/office/drawing/2014/main" id="{BE9D4232-473D-56DD-9B8D-37AE0B641DF2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23" name="사각형: 둥근 모서리 122">
                  <a:extLst>
                    <a:ext uri="{FF2B5EF4-FFF2-40B4-BE49-F238E27FC236}">
                      <a16:creationId xmlns:a16="http://schemas.microsoft.com/office/drawing/2014/main" id="{B270984D-7556-975C-26C0-C78722EA6B5F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24" name="사각형: 둥근 모서리 123">
                  <a:extLst>
                    <a:ext uri="{FF2B5EF4-FFF2-40B4-BE49-F238E27FC236}">
                      <a16:creationId xmlns:a16="http://schemas.microsoft.com/office/drawing/2014/main" id="{A2BD8334-F87E-2CA6-CDB1-97AD538FE645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FFC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잡음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en-US" altLang="ko-KR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/</a:t>
                  </a: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쥠</a:t>
                  </a:r>
                </a:p>
              </p:txBody>
            </p:sp>
          </p:grpSp>
        </p:grp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898F0935-FFF7-2E19-2B9F-1B9B3F7A838F}"/>
                </a:ext>
              </a:extLst>
            </p:cNvPr>
            <p:cNvGrpSpPr/>
            <p:nvPr/>
          </p:nvGrpSpPr>
          <p:grpSpPr>
            <a:xfrm>
              <a:off x="5940993" y="4084701"/>
              <a:ext cx="1560271" cy="814694"/>
              <a:chOff x="3381564" y="4756575"/>
              <a:chExt cx="1653384" cy="814694"/>
            </a:xfrm>
          </p:grpSpPr>
          <p:sp>
            <p:nvSpPr>
              <p:cNvPr id="130" name="사각형: 둥근 모서리 129">
                <a:extLst>
                  <a:ext uri="{FF2B5EF4-FFF2-40B4-BE49-F238E27FC236}">
                    <a16:creationId xmlns:a16="http://schemas.microsoft.com/office/drawing/2014/main" id="{42208A8A-D8D9-785F-DFCB-35B6C438C978}"/>
                  </a:ext>
                </a:extLst>
              </p:cNvPr>
              <p:cNvSpPr/>
              <p:nvPr/>
            </p:nvSpPr>
            <p:spPr bwMode="auto">
              <a:xfrm>
                <a:off x="3473299" y="4814303"/>
                <a:ext cx="1469914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525F6B60-CAFF-D015-C1E4-746181D08EB6}"/>
                  </a:ext>
                </a:extLst>
              </p:cNvPr>
              <p:cNvSpPr txBox="1"/>
              <p:nvPr/>
            </p:nvSpPr>
            <p:spPr>
              <a:xfrm>
                <a:off x="3381564" y="4756575"/>
                <a:ext cx="1653384" cy="3377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1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2-2</a:t>
                </a:r>
              </a:p>
            </p:txBody>
          </p:sp>
          <p:grpSp>
            <p:nvGrpSpPr>
              <p:cNvPr id="132" name="그룹 131">
                <a:extLst>
                  <a:ext uri="{FF2B5EF4-FFF2-40B4-BE49-F238E27FC236}">
                    <a16:creationId xmlns:a16="http://schemas.microsoft.com/office/drawing/2014/main" id="{7F28E8DB-A74D-D1B0-392C-7578FD1F67E4}"/>
                  </a:ext>
                </a:extLst>
              </p:cNvPr>
              <p:cNvGrpSpPr/>
              <p:nvPr/>
            </p:nvGrpSpPr>
            <p:grpSpPr>
              <a:xfrm>
                <a:off x="3627257" y="5120616"/>
                <a:ext cx="1161998" cy="360000"/>
                <a:chOff x="3607123" y="5111159"/>
                <a:chExt cx="1161998" cy="360000"/>
              </a:xfrm>
            </p:grpSpPr>
            <p:sp>
              <p:nvSpPr>
                <p:cNvPr id="133" name="사각형: 둥근 모서리 132">
                  <a:extLst>
                    <a:ext uri="{FF2B5EF4-FFF2-40B4-BE49-F238E27FC236}">
                      <a16:creationId xmlns:a16="http://schemas.microsoft.com/office/drawing/2014/main" id="{44FC10EB-29F6-7717-C2B7-F0A66B106E58}"/>
                    </a:ext>
                  </a:extLst>
                </p:cNvPr>
                <p:cNvSpPr/>
                <p:nvPr/>
              </p:nvSpPr>
              <p:spPr>
                <a:xfrm>
                  <a:off x="3607123" y="5111159"/>
                  <a:ext cx="504000" cy="360000"/>
                </a:xfrm>
                <a:prstGeom prst="roundRect">
                  <a:avLst/>
                </a:prstGeom>
                <a:solidFill>
                  <a:srgbClr val="5B9BD5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사양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확인</a:t>
                  </a:r>
                </a:p>
              </p:txBody>
            </p:sp>
            <p:sp>
              <p:nvSpPr>
                <p:cNvPr id="134" name="사각형: 둥근 모서리 133">
                  <a:extLst>
                    <a:ext uri="{FF2B5EF4-FFF2-40B4-BE49-F238E27FC236}">
                      <a16:creationId xmlns:a16="http://schemas.microsoft.com/office/drawing/2014/main" id="{57D7BCDC-1FBA-7C8E-922B-D1A038F09BDB}"/>
                    </a:ext>
                  </a:extLst>
                </p:cNvPr>
                <p:cNvSpPr/>
                <p:nvPr/>
              </p:nvSpPr>
              <p:spPr>
                <a:xfrm>
                  <a:off x="4265121" y="5111159"/>
                  <a:ext cx="504000" cy="360000"/>
                </a:xfrm>
                <a:prstGeom prst="roundRect">
                  <a:avLst/>
                </a:prstGeom>
                <a:solidFill>
                  <a:srgbClr val="BF9000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삽입</a:t>
                  </a:r>
                </a:p>
              </p:txBody>
            </p:sp>
          </p:grpSp>
        </p:grpSp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2AD2E180-7476-0365-ADFE-F71C04537597}"/>
                </a:ext>
              </a:extLst>
            </p:cNvPr>
            <p:cNvGrpSpPr/>
            <p:nvPr/>
          </p:nvGrpSpPr>
          <p:grpSpPr>
            <a:xfrm>
              <a:off x="7766828" y="2996048"/>
              <a:ext cx="1680588" cy="814694"/>
              <a:chOff x="6081277" y="2797805"/>
              <a:chExt cx="1780883" cy="814694"/>
            </a:xfrm>
          </p:grpSpPr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83C6C690-D489-8326-5D2D-4827EBF1604D}"/>
                  </a:ext>
                </a:extLst>
              </p:cNvPr>
              <p:cNvSpPr/>
              <p:nvPr/>
            </p:nvSpPr>
            <p:spPr bwMode="auto">
              <a:xfrm>
                <a:off x="6081278" y="2855533"/>
                <a:ext cx="1780882" cy="756966"/>
              </a:xfrm>
              <a:prstGeom prst="roundRect">
                <a:avLst>
                  <a:gd name="adj" fmla="val 10205"/>
                </a:avLst>
              </a:prstGeom>
              <a:solidFill>
                <a:srgbClr val="FFE599"/>
              </a:solidFill>
              <a:ln w="19050" cap="flat" cmpd="sng" algn="ctr">
                <a:solidFill>
                  <a:schemeClr val="bg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en-US" altLang="ko-KR" sz="14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49EF49FB-7DC8-2BA9-8823-14D50F9BB378}"/>
                  </a:ext>
                </a:extLst>
              </p:cNvPr>
              <p:cNvGrpSpPr/>
              <p:nvPr/>
            </p:nvGrpSpPr>
            <p:grpSpPr>
              <a:xfrm>
                <a:off x="6149423" y="3190825"/>
                <a:ext cx="1644593" cy="360000"/>
                <a:chOff x="-3601596" y="1878778"/>
                <a:chExt cx="1644593" cy="360000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2B45C2DE-4BFD-2FF7-450A-522EC769D5BA}"/>
                    </a:ext>
                  </a:extLst>
                </p:cNvPr>
                <p:cNvSpPr/>
                <p:nvPr/>
              </p:nvSpPr>
              <p:spPr>
                <a:xfrm>
                  <a:off x="-2557191" y="1878778"/>
                  <a:ext cx="600188" cy="360000"/>
                </a:xfrm>
                <a:prstGeom prst="roundRect">
                  <a:avLst/>
                </a:prstGeom>
                <a:solidFill>
                  <a:srgbClr val="4472C4"/>
                </a:solidFill>
                <a:ln>
                  <a:noFill/>
                </a:ln>
                <a:effectLst/>
              </p:spPr>
              <p:txBody>
                <a:bodyPr rtlCol="0" anchor="ctr"/>
                <a:lstStyle/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위치</a:t>
                  </a:r>
                  <a:endPara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endParaRPr>
                </a:p>
                <a:p>
                  <a:pPr algn="ctr" defTabSz="457212">
                    <a:defRPr/>
                  </a:pPr>
                  <a:r>
                    <a:rPr lang="ko-KR" altLang="en-US" sz="10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결정</a:t>
                  </a:r>
                </a:p>
              </p:txBody>
            </p:sp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7B8CF0C8-7FF1-1329-3FB4-5D288458B882}"/>
                    </a:ext>
                  </a:extLst>
                </p:cNvPr>
                <p:cNvSpPr/>
                <p:nvPr/>
              </p:nvSpPr>
              <p:spPr>
                <a:xfrm>
                  <a:off x="-3601596" y="1878778"/>
                  <a:ext cx="962748" cy="360000"/>
                </a:xfrm>
                <a:prstGeom prst="roundRect">
                  <a:avLst/>
                </a:prstGeom>
                <a:solidFill>
                  <a:srgbClr val="ED7D31"/>
                </a:solidFill>
                <a:ln>
                  <a:noFill/>
                </a:ln>
                <a:effectLst/>
              </p:spPr>
              <p:txBody>
                <a:bodyPr lIns="0" rIns="0" rtlCol="0" anchor="ctr"/>
                <a:lstStyle/>
                <a:p>
                  <a:pPr algn="ctr" defTabSz="457212">
                    <a:defRPr/>
                  </a:pPr>
                  <a:r>
                    <a:rPr lang="pt-BR" altLang="ko-KR" sz="1400" b="1" kern="0">
                      <a:solidFill>
                        <a:prstClr val="white"/>
                      </a:solidFill>
                      <a:latin typeface="Hyundai Sans Text Pro Regular" panose="020B0504040000000000" pitchFamily="34" charset="-127"/>
                      <a:ea typeface="Hyundai Sans Text Pro Regular" panose="020B0504040000000000" pitchFamily="34" charset="-127"/>
                    </a:rPr>
                    <a:t>HDL ASSY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2579F00-3846-CCEA-4DE6-D3FA784BF76E}"/>
                  </a:ext>
                </a:extLst>
              </p:cNvPr>
              <p:cNvSpPr txBox="1"/>
              <p:nvPr/>
            </p:nvSpPr>
            <p:spPr>
              <a:xfrm>
                <a:off x="6081277" y="2797805"/>
                <a:ext cx="1780883" cy="3600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3339" indent="-33339" algn="ctr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r>
                  <a:rPr lang="en-US" altLang="ko-KR" sz="1200" b="1" kern="0">
                    <a:solidFill>
                      <a:prstClr val="black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Generated Step 3</a:t>
                </a:r>
              </a:p>
            </p:txBody>
          </p:sp>
        </p:grpSp>
        <p:cxnSp>
          <p:nvCxnSpPr>
            <p:cNvPr id="34" name="Google Shape;294;p20">
              <a:extLst>
                <a:ext uri="{FF2B5EF4-FFF2-40B4-BE49-F238E27FC236}">
                  <a16:creationId xmlns:a16="http://schemas.microsoft.com/office/drawing/2014/main" id="{3F6F0D6C-7E79-CB67-CE7A-CD51A34D0A6F}"/>
                </a:ext>
              </a:extLst>
            </p:cNvPr>
            <p:cNvCxnSpPr>
              <a:cxnSpLocks/>
              <a:endCxn id="12" idx="0"/>
            </p:cNvCxnSpPr>
            <p:nvPr/>
          </p:nvCxnSpPr>
          <p:spPr>
            <a:xfrm>
              <a:off x="6715289" y="2386842"/>
              <a:ext cx="1891833" cy="609206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7" name="Google Shape;295;p20">
              <a:extLst>
                <a:ext uri="{FF2B5EF4-FFF2-40B4-BE49-F238E27FC236}">
                  <a16:creationId xmlns:a16="http://schemas.microsoft.com/office/drawing/2014/main" id="{B07532D6-CF43-C102-5F58-5FD46FAC60D5}"/>
                </a:ext>
              </a:extLst>
            </p:cNvPr>
            <p:cNvCxnSpPr>
              <a:cxnSpLocks/>
              <a:endCxn id="59" idx="0"/>
            </p:cNvCxnSpPr>
            <p:nvPr/>
          </p:nvCxnSpPr>
          <p:spPr>
            <a:xfrm>
              <a:off x="8606336" y="3849178"/>
              <a:ext cx="786" cy="407131"/>
            </a:xfrm>
            <a:prstGeom prst="straightConnector1">
              <a:avLst/>
            </a:prstGeom>
            <a:noFill/>
            <a:ln w="9525" cap="flat" cmpd="sng">
              <a:solidFill>
                <a:srgbClr val="1A1A1A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EBD61087-BBCA-DCC1-877F-4E496DF7B8DE}"/>
                </a:ext>
              </a:extLst>
            </p:cNvPr>
            <p:cNvGrpSpPr/>
            <p:nvPr/>
          </p:nvGrpSpPr>
          <p:grpSpPr>
            <a:xfrm>
              <a:off x="8036793" y="4256309"/>
              <a:ext cx="1140658" cy="471479"/>
              <a:chOff x="8303614" y="4440472"/>
              <a:chExt cx="1140658" cy="471479"/>
            </a:xfrm>
          </p:grpSpPr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849A81D0-EAC7-91D2-35F7-3EB0DF341048}"/>
                  </a:ext>
                </a:extLst>
              </p:cNvPr>
              <p:cNvSpPr/>
              <p:nvPr/>
            </p:nvSpPr>
            <p:spPr>
              <a:xfrm>
                <a:off x="8303614" y="4440472"/>
                <a:ext cx="1140658" cy="471479"/>
              </a:xfrm>
              <a:prstGeom prst="roundRect">
                <a:avLst/>
              </a:prstGeom>
              <a:solidFill>
                <a:schemeClr val="accent3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r" defTabSz="457212">
                  <a:defRPr/>
                </a:pPr>
                <a:r>
                  <a:rPr lang="ko-KR" altLang="en-US" sz="1100" b="1" kern="0">
                    <a:solidFill>
                      <a:srgbClr val="000000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생성 중단</a:t>
                </a:r>
                <a:endParaRPr lang="pt-BR" altLang="ko-KR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sp>
            <p:nvSpPr>
              <p:cNvPr id="58" name="곱하기 기호 57">
                <a:extLst>
                  <a:ext uri="{FF2B5EF4-FFF2-40B4-BE49-F238E27FC236}">
                    <a16:creationId xmlns:a16="http://schemas.microsoft.com/office/drawing/2014/main" id="{0970C9A8-69C7-FAFC-030D-AB9C08B4111A}"/>
                  </a:ext>
                </a:extLst>
              </p:cNvPr>
              <p:cNvSpPr/>
              <p:nvPr/>
            </p:nvSpPr>
            <p:spPr bwMode="auto">
              <a:xfrm>
                <a:off x="8338410" y="4496143"/>
                <a:ext cx="355232" cy="360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  <a:headEnd type="none" w="med" len="med"/>
                <a:tailEnd type="none" w="med" len="med"/>
              </a:ln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</p:grpSp>
      </p:grpSp>
      <p:sp>
        <p:nvSpPr>
          <p:cNvPr id="6" name="AutoShape 176">
            <a:extLst>
              <a:ext uri="{FF2B5EF4-FFF2-40B4-BE49-F238E27FC236}">
                <a16:creationId xmlns:a16="http://schemas.microsoft.com/office/drawing/2014/main" id="{4C568787-1763-622F-4FED-5E3C786955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③ </a:t>
            </a:r>
            <a:r>
              <a:rPr lang="en-US" altLang="ko-KR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LLM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평가 결과 반영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0C7043-1286-8D90-E346-9409FA927B30}"/>
              </a:ext>
            </a:extLst>
          </p:cNvPr>
          <p:cNvSpPr/>
          <p:nvPr/>
        </p:nvSpPr>
        <p:spPr bwMode="auto">
          <a:xfrm>
            <a:off x="1815856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결과가 좋았던 후보들의 </a:t>
            </a:r>
            <a:r>
              <a:rPr lang="ko-KR" altLang="en-US" sz="1400" b="1" kern="0">
                <a:solidFill>
                  <a:srgbClr val="0070C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다음 동작 생성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0DB42BB-638B-3D1C-735E-CEAD9695D6B4}"/>
              </a:ext>
            </a:extLst>
          </p:cNvPr>
          <p:cNvSpPr/>
          <p:nvPr/>
        </p:nvSpPr>
        <p:spPr bwMode="auto">
          <a:xfrm>
            <a:off x="7245549" y="5242232"/>
            <a:ext cx="3322393" cy="472246"/>
          </a:xfrm>
          <a:prstGeom prst="roundRect">
            <a:avLst/>
          </a:prstGeom>
          <a:solidFill>
            <a:srgbClr val="FDFCCC"/>
          </a:solidFill>
          <a:ln>
            <a:solidFill>
              <a:srgbClr val="CCCCCC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5735" tIns="47870" rIns="95735" bIns="47870" numCol="1" rtlCol="0" anchor="ctr" anchorCtr="0" compatLnSpc="1">
            <a:prstTxWarp prst="textNoShape">
              <a:avLst/>
            </a:prstTxWarp>
          </a:bodyPr>
          <a:lstStyle/>
          <a:p>
            <a:pPr algn="ctr" defTabSz="457212">
              <a:defRPr/>
            </a:pPr>
            <a:r>
              <a:rPr lang="ko-KR" altLang="en-US" sz="1400" b="1" kern="0">
                <a:solidFill>
                  <a:schemeClr val="tx1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평가 결과 좋지 못한 후보의 </a:t>
            </a:r>
            <a:r>
              <a:rPr lang="ko-KR" altLang="en-US" sz="1400" b="1" kern="0">
                <a:solidFill>
                  <a:srgbClr val="C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동작 생성 중단</a:t>
            </a:r>
          </a:p>
        </p:txBody>
      </p:sp>
      <p:sp>
        <p:nvSpPr>
          <p:cNvPr id="9" name="Rectangle 685">
            <a:extLst>
              <a:ext uri="{FF2B5EF4-FFF2-40B4-BE49-F238E27FC236}">
                <a16:creationId xmlns:a16="http://schemas.microsoft.com/office/drawing/2014/main" id="{1DDAF1BB-9B48-4BA4-0B18-79A576876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2" name="AutoShape 176">
            <a:extLst>
              <a:ext uri="{FF2B5EF4-FFF2-40B4-BE49-F238E27FC236}">
                <a16:creationId xmlns:a16="http://schemas.microsoft.com/office/drawing/2014/main" id="{0A422F97-FB24-7C1D-D7FC-34B221A3B8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26901619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EE60E-D37D-C413-93F2-5656000A3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그룹 154">
            <a:extLst>
              <a:ext uri="{FF2B5EF4-FFF2-40B4-BE49-F238E27FC236}">
                <a16:creationId xmlns:a16="http://schemas.microsoft.com/office/drawing/2014/main" id="{DA51B8A9-C34E-B045-CB1E-2379BFBAB684}"/>
              </a:ext>
            </a:extLst>
          </p:cNvPr>
          <p:cNvGrpSpPr/>
          <p:nvPr/>
        </p:nvGrpSpPr>
        <p:grpSpPr>
          <a:xfrm>
            <a:off x="1739906" y="1906084"/>
            <a:ext cx="2230582" cy="902330"/>
            <a:chOff x="496184" y="5500685"/>
            <a:chExt cx="1492031" cy="701423"/>
          </a:xfrm>
        </p:grpSpPr>
        <p:sp>
          <p:nvSpPr>
            <p:cNvPr id="156" name="사각형: 둥근 모서리 155">
              <a:extLst>
                <a:ext uri="{FF2B5EF4-FFF2-40B4-BE49-F238E27FC236}">
                  <a16:creationId xmlns:a16="http://schemas.microsoft.com/office/drawing/2014/main" id="{E126A737-0F7C-FC87-0D49-E9806910E69A}"/>
                </a:ext>
              </a:extLst>
            </p:cNvPr>
            <p:cNvSpPr/>
            <p:nvPr/>
          </p:nvSpPr>
          <p:spPr>
            <a:xfrm>
              <a:off x="731081" y="5749188"/>
              <a:ext cx="1257134" cy="452920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en-US" altLang="ko-KR" sz="1600" b="1">
                  <a:solidFill>
                    <a:srgbClr val="0070C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Rule-Model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en-US" altLang="ko-KR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Step Generation</a:t>
              </a:r>
            </a:p>
          </p:txBody>
        </p:sp>
        <p:grpSp>
          <p:nvGrpSpPr>
            <p:cNvPr id="157" name="그룹 156">
              <a:extLst>
                <a:ext uri="{FF2B5EF4-FFF2-40B4-BE49-F238E27FC236}">
                  <a16:creationId xmlns:a16="http://schemas.microsoft.com/office/drawing/2014/main" id="{24A05BB1-724D-8996-09B0-277C9F035CE5}"/>
                </a:ext>
              </a:extLst>
            </p:cNvPr>
            <p:cNvGrpSpPr/>
            <p:nvPr/>
          </p:nvGrpSpPr>
          <p:grpSpPr>
            <a:xfrm>
              <a:off x="496184" y="5500685"/>
              <a:ext cx="428618" cy="428618"/>
              <a:chOff x="496184" y="5500685"/>
              <a:chExt cx="428618" cy="428618"/>
            </a:xfrm>
          </p:grpSpPr>
          <p:sp>
            <p:nvSpPr>
              <p:cNvPr id="158" name="원통형 157">
                <a:extLst>
                  <a:ext uri="{FF2B5EF4-FFF2-40B4-BE49-F238E27FC236}">
                    <a16:creationId xmlns:a16="http://schemas.microsoft.com/office/drawing/2014/main" id="{EAB4FA63-B969-3689-8B3B-EB9A186A1C1F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159" name="그래픽 158" descr="데이터베이스 단색으로 채워진">
                <a:extLst>
                  <a:ext uri="{FF2B5EF4-FFF2-40B4-BE49-F238E27FC236}">
                    <a16:creationId xmlns:a16="http://schemas.microsoft.com/office/drawing/2014/main" id="{EDA0E707-9211-D17A-7E8C-1E1C1EA82F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</p:grpSp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3CF8D182-B8C8-1FC0-DFCB-3C16AFB49F1E}"/>
              </a:ext>
            </a:extLst>
          </p:cNvPr>
          <p:cNvCxnSpPr>
            <a:cxnSpLocks/>
          </p:cNvCxnSpPr>
          <p:nvPr/>
        </p:nvCxnSpPr>
        <p:spPr>
          <a:xfrm flipH="1">
            <a:off x="4163393" y="3858482"/>
            <a:ext cx="283840" cy="288000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22E38E6A-1C94-4D34-0568-37382D9E8F0B}"/>
              </a:ext>
            </a:extLst>
          </p:cNvPr>
          <p:cNvCxnSpPr>
            <a:cxnSpLocks/>
          </p:cNvCxnSpPr>
          <p:nvPr/>
        </p:nvCxnSpPr>
        <p:spPr>
          <a:xfrm>
            <a:off x="7017209" y="2487166"/>
            <a:ext cx="1572" cy="53145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FE460695-FC55-84DB-7992-A7537EAABAE7}"/>
              </a:ext>
            </a:extLst>
          </p:cNvPr>
          <p:cNvCxnSpPr>
            <a:cxnSpLocks/>
          </p:cNvCxnSpPr>
          <p:nvPr/>
        </p:nvCxnSpPr>
        <p:spPr>
          <a:xfrm flipH="1">
            <a:off x="2984976" y="3600059"/>
            <a:ext cx="615187" cy="54740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0DFF8FBC-3B44-9278-CEC3-336C49ACBB3B}"/>
              </a:ext>
            </a:extLst>
          </p:cNvPr>
          <p:cNvCxnSpPr>
            <a:cxnSpLocks/>
            <a:endCxn id="140" idx="0"/>
          </p:cNvCxnSpPr>
          <p:nvPr/>
        </p:nvCxnSpPr>
        <p:spPr>
          <a:xfrm>
            <a:off x="2583783" y="4904431"/>
            <a:ext cx="930450" cy="442514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035D3908-7FB2-4523-1CAB-44E5CFBD417E}"/>
              </a:ext>
            </a:extLst>
          </p:cNvPr>
          <p:cNvCxnSpPr>
            <a:cxnSpLocks/>
            <a:endCxn id="149" idx="0"/>
          </p:cNvCxnSpPr>
          <p:nvPr/>
        </p:nvCxnSpPr>
        <p:spPr>
          <a:xfrm flipH="1">
            <a:off x="7016138" y="4914729"/>
            <a:ext cx="303590" cy="43221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067E96D8-85DE-CFC9-FA07-210A9AA33297}"/>
              </a:ext>
            </a:extLst>
          </p:cNvPr>
          <p:cNvCxnSpPr>
            <a:cxnSpLocks/>
          </p:cNvCxnSpPr>
          <p:nvPr/>
        </p:nvCxnSpPr>
        <p:spPr>
          <a:xfrm>
            <a:off x="7775651" y="3872281"/>
            <a:ext cx="88474" cy="21242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4FBB46F8-2C48-9918-E854-BA44E238374E}"/>
              </a:ext>
            </a:extLst>
          </p:cNvPr>
          <p:cNvCxnSpPr>
            <a:cxnSpLocks/>
          </p:cNvCxnSpPr>
          <p:nvPr/>
        </p:nvCxnSpPr>
        <p:spPr>
          <a:xfrm flipH="1">
            <a:off x="6168148" y="3871755"/>
            <a:ext cx="129700" cy="21294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52712A40-C97F-2315-5604-45CA1A13AF89}"/>
              </a:ext>
            </a:extLst>
          </p:cNvPr>
          <p:cNvGrpSpPr/>
          <p:nvPr/>
        </p:nvGrpSpPr>
        <p:grpSpPr>
          <a:xfrm>
            <a:off x="6177704" y="1634386"/>
            <a:ext cx="1680587" cy="813811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0BD1FA38-FCC0-844E-554D-7BC1D86917CB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6EC8C98-20F3-0E71-E6FC-DFDA4601102A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7E4B33D2-9525-8C26-708B-7D5D2EBCB09A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22CE9A24-CA59-BAAE-E4A8-2F6C99153565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252DE8D-D388-A0E5-5982-C0878379723E}"/>
                </a:ext>
              </a:extLst>
            </p:cNvPr>
            <p:cNvSpPr txBox="1"/>
            <p:nvPr/>
          </p:nvSpPr>
          <p:spPr>
            <a:xfrm>
              <a:off x="4776116" y="1462393"/>
              <a:ext cx="147324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45951AF0-F6D4-1BBF-E321-2B7956D50700}"/>
              </a:ext>
            </a:extLst>
          </p:cNvPr>
          <p:cNvGrpSpPr/>
          <p:nvPr/>
        </p:nvGrpSpPr>
        <p:grpSpPr>
          <a:xfrm>
            <a:off x="3606941" y="3043788"/>
            <a:ext cx="1680587" cy="814694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C5D107D-1A99-631B-8486-74078F1BAB86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1C57D874-135A-F56D-4112-3FDA2DA03927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75C3AAAE-B1A0-ED1B-8051-4746F3C94BC8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EABCBE82-4869-A58C-B887-2F560B6BC47C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1C3DD63-C3F5-2C1A-1A6C-21338B622D34}"/>
                </a:ext>
              </a:extLst>
            </p:cNvPr>
            <p:cNvSpPr txBox="1"/>
            <p:nvPr/>
          </p:nvSpPr>
          <p:spPr>
            <a:xfrm>
              <a:off x="3579736" y="2797805"/>
              <a:ext cx="1721738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1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01E3A3D4-27D8-1FA4-EB43-CF036073FC6D}"/>
              </a:ext>
            </a:extLst>
          </p:cNvPr>
          <p:cNvGrpSpPr/>
          <p:nvPr/>
        </p:nvGrpSpPr>
        <p:grpSpPr>
          <a:xfrm>
            <a:off x="6177704" y="3018624"/>
            <a:ext cx="1680587" cy="814694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B410814-AF2E-9BE1-90CB-D9C79E158E4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E43C25B7-D2C8-6D4D-1861-216223D3295E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84476185-7FE8-B877-0807-2BD85250205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CB6ECEBD-B780-A7C4-4751-CADCAFAF97AA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C7C107-E06F-7B7F-A857-BEEE4EF78950}"/>
                </a:ext>
              </a:extLst>
            </p:cNvPr>
            <p:cNvSpPr txBox="1"/>
            <p:nvPr/>
          </p:nvSpPr>
          <p:spPr>
            <a:xfrm>
              <a:off x="6152092" y="2797805"/>
              <a:ext cx="1639253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2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393FD030-44F4-57FE-38FE-F66A48C13403}"/>
              </a:ext>
            </a:extLst>
          </p:cNvPr>
          <p:cNvGrpSpPr/>
          <p:nvPr/>
        </p:nvGrpSpPr>
        <p:grpSpPr>
          <a:xfrm>
            <a:off x="1890218" y="4142429"/>
            <a:ext cx="1387132" cy="756966"/>
            <a:chOff x="3473299" y="4814303"/>
            <a:chExt cx="1469914" cy="756966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75320349-0508-326E-19C4-0BB74DE0B76D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561B395-F49F-5D41-E593-4C9130EE241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84F5518-32CF-C086-2FD1-FA720C08E912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2A5BD6A7-2E35-3CFC-7DAA-B9F70EC1E436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9C354736-EB40-79B1-1446-BD49C8B6ABE8}"/>
              </a:ext>
            </a:extLst>
          </p:cNvPr>
          <p:cNvGrpSpPr/>
          <p:nvPr/>
        </p:nvGrpSpPr>
        <p:grpSpPr>
          <a:xfrm>
            <a:off x="3751116" y="4142429"/>
            <a:ext cx="1387132" cy="756966"/>
            <a:chOff x="3473299" y="4814303"/>
            <a:chExt cx="1469914" cy="756966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340AB7E1-F25E-D235-E44B-7C7B4412C0C6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551C643E-898F-3CAE-65EA-150F8C853129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281CC213-DB4D-6941-00DB-8C284210C19C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39D0D942-729F-6E27-8A6A-745BB18DF74D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C0FA8D73-5E21-E77A-31F1-6448493749D3}"/>
              </a:ext>
            </a:extLst>
          </p:cNvPr>
          <p:cNvGrpSpPr/>
          <p:nvPr/>
        </p:nvGrpSpPr>
        <p:grpSpPr>
          <a:xfrm>
            <a:off x="5474582" y="4142429"/>
            <a:ext cx="1387132" cy="756966"/>
            <a:chOff x="3473299" y="4814303"/>
            <a:chExt cx="1469914" cy="756966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40BA72A6-2A05-C45F-655B-6BEC7EF0B5F5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80F9417B-2A99-5CB1-A0B7-0203A0ED956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2932016C-ACEC-DCD9-C17D-E5AD3127F1E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F8252AEC-9CE2-EE6C-E050-E5E8F012E94C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C242FF1A-3B5F-281D-DE45-4B0E053FBFE1}"/>
              </a:ext>
            </a:extLst>
          </p:cNvPr>
          <p:cNvGrpSpPr/>
          <p:nvPr/>
        </p:nvGrpSpPr>
        <p:grpSpPr>
          <a:xfrm>
            <a:off x="7170559" y="4142429"/>
            <a:ext cx="1387132" cy="756966"/>
            <a:chOff x="3473299" y="4814303"/>
            <a:chExt cx="1469914" cy="756966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AC2902E1-FE13-8140-4F5B-0AB247FFA38E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E1981016-90F9-9B7C-78DA-1775826CD510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D147E718-AB3D-4F17-1E76-84BDB142E0D4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93FDD20E-2277-712C-7260-AB43F2A69514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877BE5E-4B47-E445-448E-2010157E06DB}"/>
              </a:ext>
            </a:extLst>
          </p:cNvPr>
          <p:cNvGrpSpPr/>
          <p:nvPr/>
        </p:nvGrpSpPr>
        <p:grpSpPr>
          <a:xfrm>
            <a:off x="2512378" y="5346945"/>
            <a:ext cx="2003710" cy="814694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30421D64-A5A6-1743-E6BE-2535DAA1FCDF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85402ECD-FDB5-44A8-4380-CB3A2059D041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44197389-FF75-83A8-770B-0985C85C8E1F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1CA51BB3-6C73-256E-7E5E-143C7E5ED83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067E8ED1-3854-F9A5-3F33-296D32A122C8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2D847044-40A0-5C08-5742-7E6F3C67F4EF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8DD1C915-3D0B-D76C-A03F-B33C831FBB95}"/>
              </a:ext>
            </a:extLst>
          </p:cNvPr>
          <p:cNvGrpSpPr/>
          <p:nvPr/>
        </p:nvGrpSpPr>
        <p:grpSpPr>
          <a:xfrm>
            <a:off x="6014283" y="5346945"/>
            <a:ext cx="2003710" cy="814694"/>
            <a:chOff x="419658" y="4683249"/>
            <a:chExt cx="2123289" cy="814694"/>
          </a:xfrm>
        </p:grpSpPr>
        <p:sp>
          <p:nvSpPr>
            <p:cNvPr id="148" name="사각형: 둥근 모서리 147">
              <a:extLst>
                <a:ext uri="{FF2B5EF4-FFF2-40B4-BE49-F238E27FC236}">
                  <a16:creationId xmlns:a16="http://schemas.microsoft.com/office/drawing/2014/main" id="{631DAE9C-A844-9202-B52A-6D1B07D0CDB8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BA589F6E-6814-229C-A884-7D4DDC7E704E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F2AC7734-1176-643A-FFD6-3ECAC221FE7C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C4168242-60A0-8C0F-CD39-31491D1FBFA9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CC0005AF-6FC1-6C4A-8642-36851BBB2626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53" name="사각형: 둥근 모서리 152">
                <a:extLst>
                  <a:ext uri="{FF2B5EF4-FFF2-40B4-BE49-F238E27FC236}">
                    <a16:creationId xmlns:a16="http://schemas.microsoft.com/office/drawing/2014/main" id="{11D58D73-FEC9-ADB9-28FD-A87B18460208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</p:grp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BB3799F0-BBF4-F4D2-9816-B0140E8AA0ED}"/>
              </a:ext>
            </a:extLst>
          </p:cNvPr>
          <p:cNvGrpSpPr/>
          <p:nvPr/>
        </p:nvGrpSpPr>
        <p:grpSpPr>
          <a:xfrm>
            <a:off x="8909831" y="2996048"/>
            <a:ext cx="1680587" cy="814694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42F78CE-6B4C-E563-9BB0-DE30CA88A8AB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4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017A0D98-33C8-A5F6-EDD9-431F907B4C3F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47EACC55-333E-B913-1F41-04D4EA320683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10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10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819807D1-8B17-2DFD-D36F-E5FBEF7309DF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4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B9242-F445-BFE8-6715-C5D7B3C7A5D3}"/>
                </a:ext>
              </a:extLst>
            </p:cNvPr>
            <p:cNvSpPr txBox="1"/>
            <p:nvPr/>
          </p:nvSpPr>
          <p:spPr>
            <a:xfrm>
              <a:off x="6082110" y="2797805"/>
              <a:ext cx="1779217" cy="3600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2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 3</a:t>
              </a:r>
            </a:p>
          </p:txBody>
        </p:sp>
      </p:grp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060E7480-C710-28B3-F4E7-F40FF0E424DE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749336" y="3849178"/>
            <a:ext cx="786" cy="40713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60F236B7-4E1C-A6D2-2EB6-0C395CE7542A}"/>
              </a:ext>
            </a:extLst>
          </p:cNvPr>
          <p:cNvGrpSpPr/>
          <p:nvPr/>
        </p:nvGrpSpPr>
        <p:grpSpPr>
          <a:xfrm>
            <a:off x="9179793" y="4256311"/>
            <a:ext cx="1140658" cy="471479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186EBF9B-DC54-801B-B5DF-39BC9EFA8ADB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10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10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6794576B-57FF-83F6-1F57-7228CBD9F65C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3" name="Google Shape;294;p20">
            <a:extLst>
              <a:ext uri="{FF2B5EF4-FFF2-40B4-BE49-F238E27FC236}">
                <a16:creationId xmlns:a16="http://schemas.microsoft.com/office/drawing/2014/main" id="{A1B74C54-58D9-BE10-7CBA-CD609099B2D6}"/>
              </a:ext>
            </a:extLst>
          </p:cNvPr>
          <p:cNvCxnSpPr>
            <a:cxnSpLocks/>
          </p:cNvCxnSpPr>
          <p:nvPr/>
        </p:nvCxnSpPr>
        <p:spPr>
          <a:xfrm>
            <a:off x="7858290" y="2386842"/>
            <a:ext cx="1891833" cy="609206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" name="Google Shape;294;p20">
            <a:extLst>
              <a:ext uri="{FF2B5EF4-FFF2-40B4-BE49-F238E27FC236}">
                <a16:creationId xmlns:a16="http://schemas.microsoft.com/office/drawing/2014/main" id="{B745CE4B-37A9-E583-92CB-C3A6D79888A8}"/>
              </a:ext>
            </a:extLst>
          </p:cNvPr>
          <p:cNvCxnSpPr>
            <a:cxnSpLocks/>
          </p:cNvCxnSpPr>
          <p:nvPr/>
        </p:nvCxnSpPr>
        <p:spPr>
          <a:xfrm flipH="1">
            <a:off x="4579774" y="2380024"/>
            <a:ext cx="1588374" cy="66376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D9FA370-A733-72F3-AD36-51EA9102FF09}"/>
              </a:ext>
            </a:extLst>
          </p:cNvPr>
          <p:cNvSpPr txBox="1"/>
          <p:nvPr/>
        </p:nvSpPr>
        <p:spPr>
          <a:xfrm>
            <a:off x="1754803" y="4084702"/>
            <a:ext cx="165796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5789D4-0D16-E6E9-BAB3-FF2D6E91EE9B}"/>
              </a:ext>
            </a:extLst>
          </p:cNvPr>
          <p:cNvSpPr txBox="1"/>
          <p:nvPr/>
        </p:nvSpPr>
        <p:spPr>
          <a:xfrm>
            <a:off x="3666145" y="4084702"/>
            <a:ext cx="155707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1-2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885402-50A6-44B4-9580-8C5D75FFFF31}"/>
              </a:ext>
            </a:extLst>
          </p:cNvPr>
          <p:cNvSpPr txBox="1"/>
          <p:nvPr/>
        </p:nvSpPr>
        <p:spPr>
          <a:xfrm>
            <a:off x="5367513" y="4084702"/>
            <a:ext cx="1601270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601F22-1886-CCA6-9C48-D2912380ABBF}"/>
              </a:ext>
            </a:extLst>
          </p:cNvPr>
          <p:cNvSpPr txBox="1"/>
          <p:nvPr/>
        </p:nvSpPr>
        <p:spPr>
          <a:xfrm>
            <a:off x="7005459" y="4084702"/>
            <a:ext cx="1717332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 2-2</a:t>
            </a:r>
          </a:p>
        </p:txBody>
      </p:sp>
      <p:sp>
        <p:nvSpPr>
          <p:cNvPr id="29" name="AutoShape 176">
            <a:extLst>
              <a:ext uri="{FF2B5EF4-FFF2-40B4-BE49-F238E27FC236}">
                <a16:creationId xmlns:a16="http://schemas.microsoft.com/office/drawing/2014/main" id="{FF5A140B-79F2-8D69-D8BF-73560AC628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48" y="1421870"/>
            <a:ext cx="9403558" cy="4171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marL="267976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④ </a:t>
            </a:r>
            <a:r>
              <a:rPr lang="ko-KR" altLang="en-US" sz="1600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후보 재생성 및 확장</a:t>
            </a:r>
            <a:r>
              <a:rPr lang="ko-KR" altLang="en-US" sz="1600">
                <a:solidFill>
                  <a:srgbClr val="00000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단계</a:t>
            </a:r>
            <a:endParaRPr lang="en-US" altLang="ko-KR" sz="1600">
              <a:solidFill>
                <a:srgbClr val="0070C0"/>
              </a:solidFill>
              <a:latin typeface="Hyundai Sans Text Pro Medium" panose="020B0604040000000000" pitchFamily="34" charset="-127"/>
              <a:ea typeface="Hyundai Sans Text Pro Medium" panose="020B0604040000000000" pitchFamily="34" charset="-127"/>
            </a:endParaRPr>
          </a:p>
        </p:txBody>
      </p:sp>
      <p:sp>
        <p:nvSpPr>
          <p:cNvPr id="23" name="Rectangle 685">
            <a:extLst>
              <a:ext uri="{FF2B5EF4-FFF2-40B4-BE49-F238E27FC236}">
                <a16:creationId xmlns:a16="http://schemas.microsoft.com/office/drawing/2014/main" id="{FF979E5C-4281-C99F-08D7-B07DA7FCFA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26" name="AutoShape 176">
            <a:extLst>
              <a:ext uri="{FF2B5EF4-FFF2-40B4-BE49-F238E27FC236}">
                <a16:creationId xmlns:a16="http://schemas.microsoft.com/office/drawing/2014/main" id="{5B0887B9-654A-05C9-7911-2DF48301D5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13617147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C2F7A-2B5A-D02D-C755-F914A6F39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3" name="Google Shape;307;p20">
            <a:extLst>
              <a:ext uri="{FF2B5EF4-FFF2-40B4-BE49-F238E27FC236}">
                <a16:creationId xmlns:a16="http://schemas.microsoft.com/office/drawing/2014/main" id="{C0DCF2BA-69C4-C628-155F-C4EFB45BB507}"/>
              </a:ext>
            </a:extLst>
          </p:cNvPr>
          <p:cNvCxnSpPr>
            <a:cxnSpLocks/>
          </p:cNvCxnSpPr>
          <p:nvPr/>
        </p:nvCxnSpPr>
        <p:spPr>
          <a:xfrm flipH="1">
            <a:off x="4084147" y="3645298"/>
            <a:ext cx="270513" cy="260395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0" name="Google Shape;294;p20">
            <a:extLst>
              <a:ext uri="{FF2B5EF4-FFF2-40B4-BE49-F238E27FC236}">
                <a16:creationId xmlns:a16="http://schemas.microsoft.com/office/drawing/2014/main" id="{83807BF0-9CFF-A089-E23B-7444C6867077}"/>
              </a:ext>
            </a:extLst>
          </p:cNvPr>
          <p:cNvCxnSpPr>
            <a:cxnSpLocks/>
          </p:cNvCxnSpPr>
          <p:nvPr/>
        </p:nvCxnSpPr>
        <p:spPr>
          <a:xfrm flipH="1">
            <a:off x="4531621" y="2349070"/>
            <a:ext cx="1513796" cy="60014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" name="Google Shape;295;p20">
            <a:extLst>
              <a:ext uri="{FF2B5EF4-FFF2-40B4-BE49-F238E27FC236}">
                <a16:creationId xmlns:a16="http://schemas.microsoft.com/office/drawing/2014/main" id="{70239F48-CB6F-6321-DC9D-6C8F617B8C37}"/>
              </a:ext>
            </a:extLst>
          </p:cNvPr>
          <p:cNvCxnSpPr>
            <a:cxnSpLocks/>
          </p:cNvCxnSpPr>
          <p:nvPr/>
        </p:nvCxnSpPr>
        <p:spPr>
          <a:xfrm>
            <a:off x="6803968" y="2405424"/>
            <a:ext cx="1498" cy="48051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2" name="Google Shape;296;p20">
            <a:extLst>
              <a:ext uri="{FF2B5EF4-FFF2-40B4-BE49-F238E27FC236}">
                <a16:creationId xmlns:a16="http://schemas.microsoft.com/office/drawing/2014/main" id="{B6B831FE-36F7-48E7-F6AD-129F749CB568}"/>
              </a:ext>
            </a:extLst>
          </p:cNvPr>
          <p:cNvCxnSpPr>
            <a:cxnSpLocks/>
          </p:cNvCxnSpPr>
          <p:nvPr/>
        </p:nvCxnSpPr>
        <p:spPr>
          <a:xfrm flipH="1">
            <a:off x="2961058" y="3411644"/>
            <a:ext cx="586302" cy="49493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3" name="Google Shape;297;p20">
            <a:extLst>
              <a:ext uri="{FF2B5EF4-FFF2-40B4-BE49-F238E27FC236}">
                <a16:creationId xmlns:a16="http://schemas.microsoft.com/office/drawing/2014/main" id="{204FC373-5716-080B-AF7E-9B02FF5F3B0A}"/>
              </a:ext>
            </a:extLst>
          </p:cNvPr>
          <p:cNvCxnSpPr>
            <a:cxnSpLocks/>
          </p:cNvCxnSpPr>
          <p:nvPr/>
        </p:nvCxnSpPr>
        <p:spPr>
          <a:xfrm>
            <a:off x="2578704" y="4349692"/>
            <a:ext cx="886763" cy="40009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6" name="Google Shape;300;p20">
            <a:extLst>
              <a:ext uri="{FF2B5EF4-FFF2-40B4-BE49-F238E27FC236}">
                <a16:creationId xmlns:a16="http://schemas.microsoft.com/office/drawing/2014/main" id="{43CDA068-D572-2754-610F-1DE5981BCE62}"/>
              </a:ext>
            </a:extLst>
          </p:cNvPr>
          <p:cNvCxnSpPr>
            <a:cxnSpLocks/>
          </p:cNvCxnSpPr>
          <p:nvPr/>
        </p:nvCxnSpPr>
        <p:spPr>
          <a:xfrm flipH="1">
            <a:off x="6802947" y="4359002"/>
            <a:ext cx="289337" cy="39078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" name="Google Shape;303;p20">
            <a:extLst>
              <a:ext uri="{FF2B5EF4-FFF2-40B4-BE49-F238E27FC236}">
                <a16:creationId xmlns:a16="http://schemas.microsoft.com/office/drawing/2014/main" id="{2139BF77-8C30-6C28-F001-8B146EAD8060}"/>
              </a:ext>
            </a:extLst>
          </p:cNvPr>
          <p:cNvCxnSpPr>
            <a:cxnSpLocks/>
            <a:endCxn id="131" idx="0"/>
          </p:cNvCxnSpPr>
          <p:nvPr/>
        </p:nvCxnSpPr>
        <p:spPr>
          <a:xfrm>
            <a:off x="7526799" y="3657774"/>
            <a:ext cx="84320" cy="192061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5" name="Google Shape;309;p20">
            <a:extLst>
              <a:ext uri="{FF2B5EF4-FFF2-40B4-BE49-F238E27FC236}">
                <a16:creationId xmlns:a16="http://schemas.microsoft.com/office/drawing/2014/main" id="{F90B08C8-D408-3764-683E-100757F5DDE4}"/>
              </a:ext>
            </a:extLst>
          </p:cNvPr>
          <p:cNvCxnSpPr>
            <a:cxnSpLocks/>
            <a:endCxn id="121" idx="0"/>
          </p:cNvCxnSpPr>
          <p:nvPr/>
        </p:nvCxnSpPr>
        <p:spPr>
          <a:xfrm flipH="1">
            <a:off x="5994773" y="3657298"/>
            <a:ext cx="123609" cy="192537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29B5B25B-663C-4421-5F39-3D91011E35CC}"/>
              </a:ext>
            </a:extLst>
          </p:cNvPr>
          <p:cNvGrpSpPr/>
          <p:nvPr/>
        </p:nvGrpSpPr>
        <p:grpSpPr>
          <a:xfrm>
            <a:off x="6003880" y="1634384"/>
            <a:ext cx="1601679" cy="735807"/>
            <a:chOff x="4622299" y="1462393"/>
            <a:chExt cx="1780882" cy="813811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1D9AD99F-F79F-70FE-757F-3196CE4D5437}"/>
                </a:ext>
              </a:extLst>
            </p:cNvPr>
            <p:cNvSpPr/>
            <p:nvPr/>
          </p:nvSpPr>
          <p:spPr bwMode="auto">
            <a:xfrm>
              <a:off x="4622299" y="1519238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9A5B6E56-A634-8201-7FE8-6967863B21C3}"/>
                </a:ext>
              </a:extLst>
            </p:cNvPr>
            <p:cNvGrpSpPr/>
            <p:nvPr/>
          </p:nvGrpSpPr>
          <p:grpSpPr>
            <a:xfrm>
              <a:off x="4690442" y="1848031"/>
              <a:ext cx="1644593" cy="360000"/>
              <a:chOff x="-3601596" y="1878778"/>
              <a:chExt cx="1644593" cy="360000"/>
            </a:xfrm>
          </p:grpSpPr>
          <p:sp>
            <p:nvSpPr>
              <p:cNvPr id="24" name="사각형: 둥근 모서리 23">
                <a:extLst>
                  <a:ext uri="{FF2B5EF4-FFF2-40B4-BE49-F238E27FC236}">
                    <a16:creationId xmlns:a16="http://schemas.microsoft.com/office/drawing/2014/main" id="{A6790B41-490C-CFDD-DEB2-0846D3C89EF6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준비</a:t>
                </a:r>
              </a:p>
            </p:txBody>
          </p:sp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89305138-11B5-8CE4-47FF-9AE36B39A611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71BA368-9BD7-A157-12E7-B82BDCDBA722}"/>
                </a:ext>
              </a:extLst>
            </p:cNvPr>
            <p:cNvSpPr txBox="1"/>
            <p:nvPr/>
          </p:nvSpPr>
          <p:spPr>
            <a:xfrm>
              <a:off x="4776116" y="1462393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Initial state</a:t>
              </a:r>
            </a:p>
          </p:txBody>
        </p:sp>
      </p:grp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EF539629-1896-F00E-1464-17915E48C947}"/>
              </a:ext>
            </a:extLst>
          </p:cNvPr>
          <p:cNvGrpSpPr/>
          <p:nvPr/>
        </p:nvGrpSpPr>
        <p:grpSpPr>
          <a:xfrm>
            <a:off x="3553821" y="2908695"/>
            <a:ext cx="1601679" cy="736605"/>
            <a:chOff x="3550165" y="2797805"/>
            <a:chExt cx="1780882" cy="814694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6DC04BE5-8638-400E-5CB6-17543A060FCE}"/>
                </a:ext>
              </a:extLst>
            </p:cNvPr>
            <p:cNvSpPr/>
            <p:nvPr/>
          </p:nvSpPr>
          <p:spPr bwMode="auto">
            <a:xfrm>
              <a:off x="3550165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AFE3CE44-43AC-2D18-30F4-3D49CD38CC92}"/>
                </a:ext>
              </a:extLst>
            </p:cNvPr>
            <p:cNvGrpSpPr/>
            <p:nvPr/>
          </p:nvGrpSpPr>
          <p:grpSpPr>
            <a:xfrm>
              <a:off x="3618310" y="3184326"/>
              <a:ext cx="1644593" cy="360000"/>
              <a:chOff x="-3601596" y="1878778"/>
              <a:chExt cx="1644593" cy="360000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975D34F-8B17-A504-FE34-6C56D33D100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67" name="사각형: 둥근 모서리 66">
                <a:extLst>
                  <a:ext uri="{FF2B5EF4-FFF2-40B4-BE49-F238E27FC236}">
                    <a16:creationId xmlns:a16="http://schemas.microsoft.com/office/drawing/2014/main" id="{38EA3FA0-CBFA-A4C2-E279-B3CB8C90AB26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B63279BF-3F40-F3B1-DE9B-92E4FA8D0F55}"/>
                </a:ext>
              </a:extLst>
            </p:cNvPr>
            <p:cNvSpPr txBox="1"/>
            <p:nvPr/>
          </p:nvSpPr>
          <p:spPr>
            <a:xfrm>
              <a:off x="3703982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1DBBCBF8-D431-F10B-723C-C2DAB25E1CE8}"/>
              </a:ext>
            </a:extLst>
          </p:cNvPr>
          <p:cNvGrpSpPr/>
          <p:nvPr/>
        </p:nvGrpSpPr>
        <p:grpSpPr>
          <a:xfrm>
            <a:off x="6003880" y="2885943"/>
            <a:ext cx="1601679" cy="736605"/>
            <a:chOff x="6081278" y="2797805"/>
            <a:chExt cx="1780882" cy="814694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EF171B1F-F3AB-A7A9-85FF-4230FB8CE60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70" name="그룹 69">
              <a:extLst>
                <a:ext uri="{FF2B5EF4-FFF2-40B4-BE49-F238E27FC236}">
                  <a16:creationId xmlns:a16="http://schemas.microsoft.com/office/drawing/2014/main" id="{504B1529-EE03-83E8-6047-97446E83B3F0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06E91400-D929-0538-C3EF-44C6D230A9D4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5B5BF2ED-C5E3-9F56-F470-52F3A3191098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BC60FF1E-3B1E-22B3-EE78-F4304E48A658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E22C7D26-99B3-3199-CB34-5D29FF306C3B}"/>
              </a:ext>
            </a:extLst>
          </p:cNvPr>
          <p:cNvGrpSpPr/>
          <p:nvPr/>
        </p:nvGrpSpPr>
        <p:grpSpPr>
          <a:xfrm>
            <a:off x="1917701" y="3849835"/>
            <a:ext cx="1322004" cy="736605"/>
            <a:chOff x="3473298" y="4756575"/>
            <a:chExt cx="1469916" cy="814694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340F5457-442D-35C5-59C2-5562FCEEEDD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4E60466-500B-C35D-F2D1-67B7FA7ECF15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A19126E5-1131-09EF-768B-714C61880CDA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08F3ECC-33C0-1DCB-D155-56E1061536AF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9" name="사각형: 둥근 모서리 18">
                <a:extLst>
                  <a:ext uri="{FF2B5EF4-FFF2-40B4-BE49-F238E27FC236}">
                    <a16:creationId xmlns:a16="http://schemas.microsoft.com/office/drawing/2014/main" id="{5040CDED-9A20-AC53-6DE3-96BE1F8F6C83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31BB90B-073A-8B33-1DA3-CD46A9555BD2}"/>
              </a:ext>
            </a:extLst>
          </p:cNvPr>
          <p:cNvGrpSpPr/>
          <p:nvPr/>
        </p:nvGrpSpPr>
        <p:grpSpPr>
          <a:xfrm>
            <a:off x="3691226" y="3849835"/>
            <a:ext cx="1322004" cy="736605"/>
            <a:chOff x="3473298" y="4756575"/>
            <a:chExt cx="1469916" cy="814694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E69BD9EA-F6EE-D4C5-2B79-8EC9321EDF4A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5AC7501-5917-B5F1-4E31-6F5F5DD91A32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A44E7137-072B-2EBC-C162-6FBDD914C56E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37E36016-DE54-2C1A-E7D3-43FADE2F7460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663244D5-4A96-85D8-87D3-38824A6BD759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</p:grp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8DD187D7-6F4B-383B-B024-6F30D212ABD0}"/>
              </a:ext>
            </a:extLst>
          </p:cNvPr>
          <p:cNvGrpSpPr/>
          <p:nvPr/>
        </p:nvGrpSpPr>
        <p:grpSpPr>
          <a:xfrm>
            <a:off x="5333770" y="3849835"/>
            <a:ext cx="1322004" cy="736605"/>
            <a:chOff x="3473298" y="4756575"/>
            <a:chExt cx="1469916" cy="814694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1804CAB7-25B7-5ADF-FC2F-A6CF7B433E52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0ACBD0D8-4B95-4F8D-6C88-1A75B605E5E0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22" name="그룹 121">
              <a:extLst>
                <a:ext uri="{FF2B5EF4-FFF2-40B4-BE49-F238E27FC236}">
                  <a16:creationId xmlns:a16="http://schemas.microsoft.com/office/drawing/2014/main" id="{A1DDD66E-3CB2-FDA7-ECEA-74EBCBFBC296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23" name="사각형: 둥근 모서리 122">
                <a:extLst>
                  <a:ext uri="{FF2B5EF4-FFF2-40B4-BE49-F238E27FC236}">
                    <a16:creationId xmlns:a16="http://schemas.microsoft.com/office/drawing/2014/main" id="{09617F92-36C9-947A-F8D9-CA7138462FBD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28948849-EB1A-90C7-AA1C-F8DF077327C5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</p:grp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5AD91000-B020-DA3F-35B3-5262F579CA4D}"/>
              </a:ext>
            </a:extLst>
          </p:cNvPr>
          <p:cNvGrpSpPr/>
          <p:nvPr/>
        </p:nvGrpSpPr>
        <p:grpSpPr>
          <a:xfrm>
            <a:off x="6950117" y="3849835"/>
            <a:ext cx="1322004" cy="736605"/>
            <a:chOff x="3473298" y="4756575"/>
            <a:chExt cx="1469916" cy="814694"/>
          </a:xfrm>
        </p:grpSpPr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C415A40F-D5B9-0AF5-CE6A-233EE5BC809C}"/>
                </a:ext>
              </a:extLst>
            </p:cNvPr>
            <p:cNvSpPr/>
            <p:nvPr/>
          </p:nvSpPr>
          <p:spPr bwMode="auto">
            <a:xfrm>
              <a:off x="3473299" y="4814303"/>
              <a:ext cx="1469914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0ACF287E-EBC4-F3CD-3625-24C90F87083D}"/>
                </a:ext>
              </a:extLst>
            </p:cNvPr>
            <p:cNvSpPr txBox="1"/>
            <p:nvPr/>
          </p:nvSpPr>
          <p:spPr>
            <a:xfrm>
              <a:off x="3473298" y="4756575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  <p:grpSp>
          <p:nvGrpSpPr>
            <p:cNvPr id="132" name="그룹 131">
              <a:extLst>
                <a:ext uri="{FF2B5EF4-FFF2-40B4-BE49-F238E27FC236}">
                  <a16:creationId xmlns:a16="http://schemas.microsoft.com/office/drawing/2014/main" id="{DD14FF4D-1477-3340-219B-B8E032963F21}"/>
                </a:ext>
              </a:extLst>
            </p:cNvPr>
            <p:cNvGrpSpPr/>
            <p:nvPr/>
          </p:nvGrpSpPr>
          <p:grpSpPr>
            <a:xfrm>
              <a:off x="3627257" y="5120616"/>
              <a:ext cx="1161998" cy="360000"/>
              <a:chOff x="3607123" y="5111159"/>
              <a:chExt cx="1161998" cy="360000"/>
            </a:xfrm>
          </p:grpSpPr>
          <p:sp>
            <p:nvSpPr>
              <p:cNvPr id="133" name="사각형: 둥근 모서리 132">
                <a:extLst>
                  <a:ext uri="{FF2B5EF4-FFF2-40B4-BE49-F238E27FC236}">
                    <a16:creationId xmlns:a16="http://schemas.microsoft.com/office/drawing/2014/main" id="{2987AAE2-20F9-4BA6-5A0A-2E2345E968C6}"/>
                  </a:ext>
                </a:extLst>
              </p:cNvPr>
              <p:cNvSpPr/>
              <p:nvPr/>
            </p:nvSpPr>
            <p:spPr>
              <a:xfrm>
                <a:off x="3607123" y="5111159"/>
                <a:ext cx="504000" cy="360000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134" name="사각형: 둥근 모서리 133">
                <a:extLst>
                  <a:ext uri="{FF2B5EF4-FFF2-40B4-BE49-F238E27FC236}">
                    <a16:creationId xmlns:a16="http://schemas.microsoft.com/office/drawing/2014/main" id="{74EFE315-0AC9-35B0-FB94-6F24066079D8}"/>
                  </a:ext>
                </a:extLst>
              </p:cNvPr>
              <p:cNvSpPr/>
              <p:nvPr/>
            </p:nvSpPr>
            <p:spPr>
              <a:xfrm>
                <a:off x="4265121" y="5111159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</p:grpSp>
      </p:grp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C229F562-5899-1394-E149-389FFA6F126C}"/>
              </a:ext>
            </a:extLst>
          </p:cNvPr>
          <p:cNvGrpSpPr/>
          <p:nvPr/>
        </p:nvGrpSpPr>
        <p:grpSpPr>
          <a:xfrm>
            <a:off x="2510651" y="4749792"/>
            <a:ext cx="1909630" cy="736605"/>
            <a:chOff x="419658" y="4683249"/>
            <a:chExt cx="2123289" cy="814694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73EE9BE7-0F81-95B7-CD7C-DA0FBDE9AF15}"/>
                </a:ext>
              </a:extLst>
            </p:cNvPr>
            <p:cNvSpPr/>
            <p:nvPr/>
          </p:nvSpPr>
          <p:spPr bwMode="auto">
            <a:xfrm>
              <a:off x="419658" y="4740977"/>
              <a:ext cx="2123289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E46CD714-F5E6-4D5D-F6C2-892ED8A6CD33}"/>
                </a:ext>
              </a:extLst>
            </p:cNvPr>
            <p:cNvSpPr txBox="1"/>
            <p:nvPr/>
          </p:nvSpPr>
          <p:spPr>
            <a:xfrm>
              <a:off x="746344" y="4683249"/>
              <a:ext cx="1469916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</a:t>
              </a:r>
            </a:p>
          </p:txBody>
        </p:sp>
        <p:grpSp>
          <p:nvGrpSpPr>
            <p:cNvPr id="145" name="그룹 144">
              <a:extLst>
                <a:ext uri="{FF2B5EF4-FFF2-40B4-BE49-F238E27FC236}">
                  <a16:creationId xmlns:a16="http://schemas.microsoft.com/office/drawing/2014/main" id="{3CBF8901-F78D-C623-8811-852568BA1B88}"/>
                </a:ext>
              </a:extLst>
            </p:cNvPr>
            <p:cNvGrpSpPr/>
            <p:nvPr/>
          </p:nvGrpSpPr>
          <p:grpSpPr>
            <a:xfrm>
              <a:off x="573636" y="5047290"/>
              <a:ext cx="1815333" cy="360000"/>
              <a:chOff x="573617" y="5047290"/>
              <a:chExt cx="1815333" cy="360000"/>
            </a:xfrm>
          </p:grpSpPr>
          <p:sp>
            <p:nvSpPr>
              <p:cNvPr id="142" name="사각형: 둥근 모서리 141">
                <a:extLst>
                  <a:ext uri="{FF2B5EF4-FFF2-40B4-BE49-F238E27FC236}">
                    <a16:creationId xmlns:a16="http://schemas.microsoft.com/office/drawing/2014/main" id="{635F039D-42CA-91A6-7180-E2CDA1CFA750}"/>
                  </a:ext>
                </a:extLst>
              </p:cNvPr>
              <p:cNvSpPr/>
              <p:nvPr/>
            </p:nvSpPr>
            <p:spPr>
              <a:xfrm>
                <a:off x="573617" y="5047290"/>
                <a:ext cx="504000" cy="360000"/>
              </a:xfrm>
              <a:prstGeom prst="roundRect">
                <a:avLst/>
              </a:prstGeom>
              <a:solidFill>
                <a:srgbClr val="FFC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잡음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en-US" altLang="ko-KR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/</a:t>
                </a: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쥠</a:t>
                </a:r>
              </a:p>
            </p:txBody>
          </p:sp>
          <p:sp>
            <p:nvSpPr>
              <p:cNvPr id="143" name="사각형: 둥근 모서리 142">
                <a:extLst>
                  <a:ext uri="{FF2B5EF4-FFF2-40B4-BE49-F238E27FC236}">
                    <a16:creationId xmlns:a16="http://schemas.microsoft.com/office/drawing/2014/main" id="{C5322ACC-DF7F-748C-0546-5D341A837F01}"/>
                  </a:ext>
                </a:extLst>
              </p:cNvPr>
              <p:cNvSpPr/>
              <p:nvPr/>
            </p:nvSpPr>
            <p:spPr>
              <a:xfrm>
                <a:off x="1229283" y="5047290"/>
                <a:ext cx="504000" cy="360000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144" name="사각형: 둥근 모서리 143">
                <a:extLst>
                  <a:ext uri="{FF2B5EF4-FFF2-40B4-BE49-F238E27FC236}">
                    <a16:creationId xmlns:a16="http://schemas.microsoft.com/office/drawing/2014/main" id="{F909BDF7-86F8-B58C-38A3-F045C40C8269}"/>
                  </a:ext>
                </a:extLst>
              </p:cNvPr>
              <p:cNvSpPr/>
              <p:nvPr/>
            </p:nvSpPr>
            <p:spPr>
              <a:xfrm>
                <a:off x="1884950" y="5047290"/>
                <a:ext cx="504000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33258EA9-4004-E8FA-25BF-C344B7B4A85B}"/>
              </a:ext>
            </a:extLst>
          </p:cNvPr>
          <p:cNvSpPr/>
          <p:nvPr/>
        </p:nvSpPr>
        <p:spPr bwMode="auto">
          <a:xfrm>
            <a:off x="5848131" y="4801985"/>
            <a:ext cx="1909630" cy="684410"/>
          </a:xfrm>
          <a:prstGeom prst="roundRect">
            <a:avLst>
              <a:gd name="adj" fmla="val 10205"/>
            </a:avLst>
          </a:prstGeom>
          <a:solidFill>
            <a:srgbClr val="FFE599"/>
          </a:solidFill>
          <a:ln w="19050" cap="flat" cmpd="sng" algn="ctr">
            <a:solidFill>
              <a:schemeClr val="bg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5735" tIns="47870" rIns="95735" bIns="47870" numCol="1" rtlCol="0" anchor="t" anchorCtr="0" compatLnSpc="1">
            <a:prstTxWarp prst="textNoShape">
              <a:avLst/>
            </a:prstTxWarp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endParaRPr lang="en-US" altLang="ko-KR" sz="1200" b="1" kern="0">
              <a:solidFill>
                <a:prstClr val="black"/>
              </a:solidFill>
              <a:latin typeface="Hyundai Sans Text Pro Regular" panose="020B0504040000000000" pitchFamily="34" charset="-127"/>
              <a:ea typeface="Hyundai Sans Text Pro Regular" panose="020B0504040000000000" pitchFamily="34" charset="-127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12D6394C-03A1-CD88-C85A-5234FB29E5FB}"/>
              </a:ext>
            </a:extLst>
          </p:cNvPr>
          <p:cNvSpPr txBox="1"/>
          <p:nvPr/>
        </p:nvSpPr>
        <p:spPr>
          <a:xfrm>
            <a:off x="6141944" y="4749792"/>
            <a:ext cx="1322004" cy="337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3339" indent="-33339" algn="ctr" defTabSz="957287" latinLnBrk="1">
              <a:lnSpc>
                <a:spcPct val="160000"/>
              </a:lnSpc>
              <a:spcBef>
                <a:spcPct val="20000"/>
              </a:spcBef>
              <a:buClr>
                <a:srgbClr val="333399"/>
              </a:buClr>
              <a:buSzPct val="80000"/>
              <a:defRPr/>
            </a:pPr>
            <a:r>
              <a:rPr lang="en-US" altLang="ko-KR" sz="11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rPr>
              <a:t>Generated Step</a:t>
            </a:r>
          </a:p>
        </p:txBody>
      </p:sp>
      <p:grpSp>
        <p:nvGrpSpPr>
          <p:cNvPr id="150" name="그룹 149">
            <a:extLst>
              <a:ext uri="{FF2B5EF4-FFF2-40B4-BE49-F238E27FC236}">
                <a16:creationId xmlns:a16="http://schemas.microsoft.com/office/drawing/2014/main" id="{16C2FF51-AE29-97BB-F00F-A792750A6D42}"/>
              </a:ext>
            </a:extLst>
          </p:cNvPr>
          <p:cNvGrpSpPr/>
          <p:nvPr/>
        </p:nvGrpSpPr>
        <p:grpSpPr>
          <a:xfrm>
            <a:off x="5986617" y="5078937"/>
            <a:ext cx="1632661" cy="325494"/>
            <a:chOff x="573617" y="5047290"/>
            <a:chExt cx="1815333" cy="360000"/>
          </a:xfrm>
        </p:grpSpPr>
        <p:sp>
          <p:nvSpPr>
            <p:cNvPr id="151" name="사각형: 둥근 모서리 150">
              <a:extLst>
                <a:ext uri="{FF2B5EF4-FFF2-40B4-BE49-F238E27FC236}">
                  <a16:creationId xmlns:a16="http://schemas.microsoft.com/office/drawing/2014/main" id="{79D62FB5-D975-6D9A-21C5-1AAE10753C35}"/>
                </a:ext>
              </a:extLst>
            </p:cNvPr>
            <p:cNvSpPr/>
            <p:nvPr/>
          </p:nvSpPr>
          <p:spPr>
            <a:xfrm>
              <a:off x="573617" y="5047290"/>
              <a:ext cx="504000" cy="360000"/>
            </a:xfrm>
            <a:prstGeom prst="roundRect">
              <a:avLst/>
            </a:prstGeom>
            <a:solidFill>
              <a:srgbClr val="5B9BD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사양</a:t>
              </a:r>
              <a:endParaRPr lang="en-US" altLang="ko-KR" sz="900" b="1" kern="0">
                <a:solidFill>
                  <a:prstClr val="white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확인</a:t>
              </a:r>
            </a:p>
          </p:txBody>
        </p:sp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F017E6E6-F4F6-DC7C-A8A0-BEEBE2BC22AA}"/>
                </a:ext>
              </a:extLst>
            </p:cNvPr>
            <p:cNvSpPr/>
            <p:nvPr/>
          </p:nvSpPr>
          <p:spPr>
            <a:xfrm>
              <a:off x="1229283" y="5047290"/>
              <a:ext cx="504000" cy="360000"/>
            </a:xfrm>
            <a:prstGeom prst="roundRect">
              <a:avLst/>
            </a:prstGeom>
            <a:solidFill>
              <a:srgbClr val="BF90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삽입</a:t>
              </a:r>
            </a:p>
          </p:txBody>
        </p:sp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75816272-23FA-2BA9-FBE5-517E2C527CF8}"/>
                </a:ext>
              </a:extLst>
            </p:cNvPr>
            <p:cNvSpPr/>
            <p:nvPr/>
          </p:nvSpPr>
          <p:spPr>
            <a:xfrm>
              <a:off x="1884950" y="5047290"/>
              <a:ext cx="504000" cy="360000"/>
            </a:xfrm>
            <a:prstGeom prst="roundRect">
              <a:avLst/>
            </a:prstGeom>
            <a:solidFill>
              <a:srgbClr val="70AD47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끼움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A0042B0E-9EA6-A51E-84DF-E60D8E83BB48}"/>
              </a:ext>
            </a:extLst>
          </p:cNvPr>
          <p:cNvGrpSpPr/>
          <p:nvPr/>
        </p:nvGrpSpPr>
        <p:grpSpPr>
          <a:xfrm>
            <a:off x="8607726" y="2865530"/>
            <a:ext cx="1601679" cy="736605"/>
            <a:chOff x="6081278" y="2797805"/>
            <a:chExt cx="1780882" cy="814694"/>
          </a:xfrm>
        </p:grpSpPr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D5885AC4-0DF3-FE08-CD68-151CA9F6803F}"/>
                </a:ext>
              </a:extLst>
            </p:cNvPr>
            <p:cNvSpPr/>
            <p:nvPr/>
          </p:nvSpPr>
          <p:spPr bwMode="auto">
            <a:xfrm>
              <a:off x="6081278" y="2855533"/>
              <a:ext cx="1780882" cy="756966"/>
            </a:xfrm>
            <a:prstGeom prst="roundRect">
              <a:avLst>
                <a:gd name="adj" fmla="val 10205"/>
              </a:avLst>
            </a:prstGeom>
            <a:solidFill>
              <a:srgbClr val="FFE599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C83E5631-A90E-3723-0FF2-066C4EDA6CA1}"/>
                </a:ext>
              </a:extLst>
            </p:cNvPr>
            <p:cNvGrpSpPr/>
            <p:nvPr/>
          </p:nvGrpSpPr>
          <p:grpSpPr>
            <a:xfrm>
              <a:off x="6149423" y="3190825"/>
              <a:ext cx="1644593" cy="360000"/>
              <a:chOff x="-3601596" y="1878778"/>
              <a:chExt cx="1644593" cy="360000"/>
            </a:xfrm>
          </p:grpSpPr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CC8061E-D6D5-8B29-C5BC-8AFF601A819B}"/>
                  </a:ext>
                </a:extLst>
              </p:cNvPr>
              <p:cNvSpPr/>
              <p:nvPr/>
            </p:nvSpPr>
            <p:spPr>
              <a:xfrm>
                <a:off x="-2557191" y="1878778"/>
                <a:ext cx="600188" cy="360000"/>
              </a:xfrm>
              <a:prstGeom prst="roundRect">
                <a:avLst/>
              </a:prstGeom>
              <a:solidFill>
                <a:srgbClr val="4472C4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위치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결정</a:t>
                </a:r>
              </a:p>
            </p:txBody>
          </p:sp>
          <p:sp>
            <p:nvSpPr>
              <p:cNvPr id="18" name="사각형: 둥근 모서리 17">
                <a:extLst>
                  <a:ext uri="{FF2B5EF4-FFF2-40B4-BE49-F238E27FC236}">
                    <a16:creationId xmlns:a16="http://schemas.microsoft.com/office/drawing/2014/main" id="{1875C0DC-150D-8CE7-7028-554A55960069}"/>
                  </a:ext>
                </a:extLst>
              </p:cNvPr>
              <p:cNvSpPr/>
              <p:nvPr/>
            </p:nvSpPr>
            <p:spPr>
              <a:xfrm>
                <a:off x="-3601596" y="1878778"/>
                <a:ext cx="962748" cy="360000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lIns="0" rIns="0" rtlCol="0" anchor="ctr"/>
              <a:lstStyle/>
              <a:p>
                <a:pPr algn="ctr" defTabSz="457212">
                  <a:defRPr/>
                </a:pPr>
                <a:r>
                  <a:rPr lang="pt-BR" altLang="ko-KR" sz="12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HDL ASSY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EDC7848-1022-AFC8-005B-9A6C5E1688C2}"/>
                </a:ext>
              </a:extLst>
            </p:cNvPr>
            <p:cNvSpPr txBox="1"/>
            <p:nvPr/>
          </p:nvSpPr>
          <p:spPr>
            <a:xfrm>
              <a:off x="6235095" y="2797805"/>
              <a:ext cx="1473247" cy="3735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Generated Steps</a:t>
              </a:r>
            </a:p>
          </p:txBody>
        </p:sp>
      </p:grpSp>
      <p:cxnSp>
        <p:nvCxnSpPr>
          <p:cNvPr id="34" name="Google Shape;294;p20">
            <a:extLst>
              <a:ext uri="{FF2B5EF4-FFF2-40B4-BE49-F238E27FC236}">
                <a16:creationId xmlns:a16="http://schemas.microsoft.com/office/drawing/2014/main" id="{67C23B69-4C39-F431-88FA-8F4DAEF632CD}"/>
              </a:ext>
            </a:extLst>
          </p:cNvPr>
          <p:cNvCxnSpPr>
            <a:cxnSpLocks/>
            <a:endCxn id="12" idx="0"/>
          </p:cNvCxnSpPr>
          <p:nvPr/>
        </p:nvCxnSpPr>
        <p:spPr>
          <a:xfrm>
            <a:off x="7619278" y="2308551"/>
            <a:ext cx="1789286" cy="556979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57" name="Google Shape;295;p20">
            <a:extLst>
              <a:ext uri="{FF2B5EF4-FFF2-40B4-BE49-F238E27FC236}">
                <a16:creationId xmlns:a16="http://schemas.microsoft.com/office/drawing/2014/main" id="{354BD624-FE1C-21E6-698D-EB29C205284B}"/>
              </a:ext>
            </a:extLst>
          </p:cNvPr>
          <p:cNvCxnSpPr>
            <a:cxnSpLocks/>
            <a:endCxn id="59" idx="0"/>
          </p:cNvCxnSpPr>
          <p:nvPr/>
        </p:nvCxnSpPr>
        <p:spPr>
          <a:xfrm>
            <a:off x="9407815" y="3636885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1702C38-5BFC-097B-6F7F-21EC8F18346B}"/>
              </a:ext>
            </a:extLst>
          </p:cNvPr>
          <p:cNvGrpSpPr/>
          <p:nvPr/>
        </p:nvGrpSpPr>
        <p:grpSpPr>
          <a:xfrm>
            <a:off x="8865015" y="4004994"/>
            <a:ext cx="1087101" cy="426287"/>
            <a:chOff x="8303614" y="4440472"/>
            <a:chExt cx="1140658" cy="471479"/>
          </a:xfrm>
        </p:grpSpPr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F83781BF-9D69-A6C9-37DB-834895B5914A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8" name="곱하기 기호 57">
              <a:extLst>
                <a:ext uri="{FF2B5EF4-FFF2-40B4-BE49-F238E27FC236}">
                  <a16:creationId xmlns:a16="http://schemas.microsoft.com/office/drawing/2014/main" id="{98BAF25B-ED8B-0B1E-7933-8451286A9293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E4DDDC9F-2F14-6D08-85E3-BEEC27C93597}"/>
              </a:ext>
            </a:extLst>
          </p:cNvPr>
          <p:cNvGrpSpPr/>
          <p:nvPr/>
        </p:nvGrpSpPr>
        <p:grpSpPr>
          <a:xfrm>
            <a:off x="5516962" y="5763349"/>
            <a:ext cx="2571969" cy="736605"/>
            <a:chOff x="5086131" y="5763347"/>
            <a:chExt cx="2571969" cy="736605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DD7B8180-298F-9039-B87D-0591A5CCD50B}"/>
                </a:ext>
              </a:extLst>
            </p:cNvPr>
            <p:cNvSpPr/>
            <p:nvPr/>
          </p:nvSpPr>
          <p:spPr bwMode="auto">
            <a:xfrm>
              <a:off x="5086131" y="5815542"/>
              <a:ext cx="2571969" cy="684410"/>
            </a:xfrm>
            <a:prstGeom prst="roundRect">
              <a:avLst>
                <a:gd name="adj" fmla="val 10205"/>
              </a:avLst>
            </a:prstGeom>
            <a:solidFill>
              <a:srgbClr val="DAE6F2"/>
            </a:solidFill>
            <a:ln w="19050" cap="flat" cmpd="sng" algn="ctr">
              <a:solidFill>
                <a:schemeClr val="bg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en-US" altLang="ko-KR" sz="12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FEA703A-81CA-8D14-55BF-E6E12C9050AD}"/>
                </a:ext>
              </a:extLst>
            </p:cNvPr>
            <p:cNvSpPr txBox="1"/>
            <p:nvPr/>
          </p:nvSpPr>
          <p:spPr>
            <a:xfrm>
              <a:off x="5711113" y="5763347"/>
              <a:ext cx="1322004" cy="3377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3339" indent="-33339" algn="ctr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r>
                <a:rPr lang="en-US" altLang="ko-KR" sz="11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Final Result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AFB7CAE-E984-BBC2-A746-842200FA6875}"/>
                </a:ext>
              </a:extLst>
            </p:cNvPr>
            <p:cNvGrpSpPr/>
            <p:nvPr/>
          </p:nvGrpSpPr>
          <p:grpSpPr>
            <a:xfrm>
              <a:off x="5260939" y="6096067"/>
              <a:ext cx="2222353" cy="325494"/>
              <a:chOff x="5276279" y="6096067"/>
              <a:chExt cx="2222353" cy="325494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9E4E43AF-1052-EC7F-F467-56A8AE51F798}"/>
                  </a:ext>
                </a:extLst>
              </p:cNvPr>
              <p:cNvSpPr/>
              <p:nvPr/>
            </p:nvSpPr>
            <p:spPr>
              <a:xfrm>
                <a:off x="5276279" y="6096067"/>
                <a:ext cx="453284" cy="325494"/>
              </a:xfrm>
              <a:prstGeom prst="roundRect">
                <a:avLst/>
              </a:prstGeom>
              <a:solidFill>
                <a:srgbClr val="5B9BD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사양</a:t>
                </a:r>
                <a:endParaRPr lang="en-US" altLang="ko-KR" sz="900" b="1" kern="0">
                  <a:solidFill>
                    <a:prstClr val="white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확인</a:t>
                </a:r>
              </a:p>
            </p:txBody>
          </p:sp>
          <p:sp>
            <p:nvSpPr>
              <p:cNvPr id="38" name="사각형: 둥근 모서리 37">
                <a:extLst>
                  <a:ext uri="{FF2B5EF4-FFF2-40B4-BE49-F238E27FC236}">
                    <a16:creationId xmlns:a16="http://schemas.microsoft.com/office/drawing/2014/main" id="{8E3A1659-9ED1-D937-3323-20593C11DAA1}"/>
                  </a:ext>
                </a:extLst>
              </p:cNvPr>
              <p:cNvSpPr/>
              <p:nvPr/>
            </p:nvSpPr>
            <p:spPr>
              <a:xfrm>
                <a:off x="5865968" y="6096067"/>
                <a:ext cx="453284" cy="325494"/>
              </a:xfrm>
              <a:prstGeom prst="roundRect">
                <a:avLst/>
              </a:prstGeom>
              <a:solidFill>
                <a:srgbClr val="BF9000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삽입</a:t>
                </a:r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EF8B93CD-6C3F-8E41-0031-FD88122C03C0}"/>
                  </a:ext>
                </a:extLst>
              </p:cNvPr>
              <p:cNvSpPr/>
              <p:nvPr/>
            </p:nvSpPr>
            <p:spPr>
              <a:xfrm>
                <a:off x="6455658" y="6096067"/>
                <a:ext cx="453284" cy="325494"/>
              </a:xfrm>
              <a:prstGeom prst="roundRect">
                <a:avLst/>
              </a:prstGeom>
              <a:solidFill>
                <a:srgbClr val="70AD47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끼움</a:t>
                </a:r>
              </a:p>
            </p:txBody>
          </p: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B2997CC2-E526-137A-7C19-E74AA255C4DD}"/>
                  </a:ext>
                </a:extLst>
              </p:cNvPr>
              <p:cNvSpPr/>
              <p:nvPr/>
            </p:nvSpPr>
            <p:spPr>
              <a:xfrm>
                <a:off x="7045348" y="6096067"/>
                <a:ext cx="453284" cy="325494"/>
              </a:xfrm>
              <a:prstGeom prst="roundRect">
                <a:avLst/>
              </a:prstGeom>
              <a:solidFill>
                <a:srgbClr val="ED7D31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 defTabSz="457212">
                  <a:defRPr/>
                </a:pPr>
                <a:r>
                  <a:rPr lang="ko-KR" altLang="en-US" sz="900" b="1" kern="0">
                    <a:solidFill>
                      <a:prstClr val="white"/>
                    </a:solidFill>
                    <a:latin typeface="Hyundai Sans Text Pro Regular" panose="020B0504040000000000" pitchFamily="34" charset="-127"/>
                    <a:ea typeface="Hyundai Sans Text Pro Regular" panose="020B0504040000000000" pitchFamily="34" charset="-127"/>
                  </a:rPr>
                  <a:t>체결</a:t>
                </a:r>
              </a:p>
            </p:txBody>
          </p:sp>
        </p:grpSp>
      </p:grpSp>
      <p:cxnSp>
        <p:nvCxnSpPr>
          <p:cNvPr id="50" name="Google Shape;295;p20">
            <a:extLst>
              <a:ext uri="{FF2B5EF4-FFF2-40B4-BE49-F238E27FC236}">
                <a16:creationId xmlns:a16="http://schemas.microsoft.com/office/drawing/2014/main" id="{438E5800-CD95-36D3-B49F-4EAF93ADF260}"/>
              </a:ext>
            </a:extLst>
          </p:cNvPr>
          <p:cNvCxnSpPr>
            <a:cxnSpLocks/>
            <a:endCxn id="52" idx="0"/>
          </p:cNvCxnSpPr>
          <p:nvPr/>
        </p:nvCxnSpPr>
        <p:spPr>
          <a:xfrm>
            <a:off x="3484361" y="5517888"/>
            <a:ext cx="751" cy="368108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F4424D79-0D70-00A6-80C0-3B1234A61F40}"/>
              </a:ext>
            </a:extLst>
          </p:cNvPr>
          <p:cNvGrpSpPr/>
          <p:nvPr/>
        </p:nvGrpSpPr>
        <p:grpSpPr>
          <a:xfrm>
            <a:off x="2941561" y="5885997"/>
            <a:ext cx="1087101" cy="426287"/>
            <a:chOff x="8303614" y="4440472"/>
            <a:chExt cx="1140658" cy="47147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7BD4CD2A-1974-55AF-41A6-BD92B76C553C}"/>
                </a:ext>
              </a:extLst>
            </p:cNvPr>
            <p:cNvSpPr/>
            <p:nvPr/>
          </p:nvSpPr>
          <p:spPr>
            <a:xfrm>
              <a:off x="8303614" y="4440472"/>
              <a:ext cx="1140658" cy="471479"/>
            </a:xfrm>
            <a:prstGeom prst="roundRect">
              <a:avLst/>
            </a:prstGeom>
            <a:solidFill>
              <a:schemeClr val="accent3">
                <a:lumMod val="85000"/>
              </a:schemeClr>
            </a:solidFill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 defTabSz="457212">
                <a:defRPr/>
              </a:pPr>
              <a:r>
                <a:rPr lang="ko-KR" altLang="en-US" sz="1050" b="1" kern="0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생성 중단</a:t>
              </a:r>
              <a:endParaRPr lang="pt-BR" altLang="ko-KR" sz="1050" b="1" kern="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sp>
          <p:nvSpPr>
            <p:cNvPr id="54" name="곱하기 기호 53">
              <a:extLst>
                <a:ext uri="{FF2B5EF4-FFF2-40B4-BE49-F238E27FC236}">
                  <a16:creationId xmlns:a16="http://schemas.microsoft.com/office/drawing/2014/main" id="{19478D3A-FAE9-E593-2CC1-36D0AE54AB2E}"/>
                </a:ext>
              </a:extLst>
            </p:cNvPr>
            <p:cNvSpPr/>
            <p:nvPr/>
          </p:nvSpPr>
          <p:spPr bwMode="auto">
            <a:xfrm>
              <a:off x="8338410" y="4496143"/>
              <a:ext cx="355232" cy="360000"/>
            </a:xfrm>
            <a:prstGeom prst="mathMultiply">
              <a:avLst/>
            </a:prstGeom>
            <a:solidFill>
              <a:srgbClr val="FF0000"/>
            </a:solidFill>
            <a:ln>
              <a:noFill/>
              <a:headEnd type="none" w="med" len="med"/>
              <a:tailEnd type="none" w="med" len="med"/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vert="horz" wrap="square" lIns="95735" tIns="47870" rIns="95735" bIns="47870" numCol="1" rtlCol="0" anchor="t" anchorCtr="0" compatLnSpc="1">
              <a:prstTxWarp prst="textNoShape">
                <a:avLst/>
              </a:prstTxWarp>
            </a:bodyPr>
            <a:lstStyle/>
            <a:p>
              <a:pPr marL="777895" indent="-298457" defTabSz="957287" latinLnBrk="1">
                <a:lnSpc>
                  <a:spcPct val="160000"/>
                </a:lnSpc>
                <a:spcBef>
                  <a:spcPct val="20000"/>
                </a:spcBef>
                <a:buClr>
                  <a:srgbClr val="333399"/>
                </a:buClr>
                <a:buSzPct val="80000"/>
                <a:defRPr/>
              </a:pPr>
              <a:endParaRPr lang="ko-KR" altLang="en-US" sz="1600">
                <a:solidFill>
                  <a:srgbClr val="000000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</p:grpSp>
      <p:cxnSp>
        <p:nvCxnSpPr>
          <p:cNvPr id="68" name="Google Shape;295;p20">
            <a:extLst>
              <a:ext uri="{FF2B5EF4-FFF2-40B4-BE49-F238E27FC236}">
                <a16:creationId xmlns:a16="http://schemas.microsoft.com/office/drawing/2014/main" id="{62ED435C-9B20-EB01-8BBD-6DC524A8EB31}"/>
              </a:ext>
            </a:extLst>
          </p:cNvPr>
          <p:cNvCxnSpPr>
            <a:cxnSpLocks/>
            <a:stCxn id="148" idx="2"/>
          </p:cNvCxnSpPr>
          <p:nvPr/>
        </p:nvCxnSpPr>
        <p:spPr>
          <a:xfrm flipH="1">
            <a:off x="6802946" y="5486395"/>
            <a:ext cx="1" cy="276952"/>
          </a:xfrm>
          <a:prstGeom prst="straightConnector1">
            <a:avLst/>
          </a:prstGeom>
          <a:noFill/>
          <a:ln w="9525" cap="flat" cmpd="sng">
            <a:solidFill>
              <a:srgbClr val="1A1A1A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E029AE62-1EE9-8102-3B19-17585349C0F0}"/>
              </a:ext>
            </a:extLst>
          </p:cNvPr>
          <p:cNvGrpSpPr/>
          <p:nvPr/>
        </p:nvGrpSpPr>
        <p:grpSpPr>
          <a:xfrm>
            <a:off x="1539831" y="1410083"/>
            <a:ext cx="2175688" cy="950987"/>
            <a:chOff x="119679" y="1983056"/>
            <a:chExt cx="2175688" cy="950987"/>
          </a:xfrm>
        </p:grpSpPr>
        <p:sp>
          <p:nvSpPr>
            <p:cNvPr id="82" name="사각형: 둥근 모서리 81">
              <a:extLst>
                <a:ext uri="{FF2B5EF4-FFF2-40B4-BE49-F238E27FC236}">
                  <a16:creationId xmlns:a16="http://schemas.microsoft.com/office/drawing/2014/main" id="{99286BD2-898C-DE26-D7BE-65969124EE7D}"/>
                </a:ext>
              </a:extLst>
            </p:cNvPr>
            <p:cNvSpPr/>
            <p:nvPr/>
          </p:nvSpPr>
          <p:spPr>
            <a:xfrm>
              <a:off x="415955" y="2351394"/>
              <a:ext cx="1879412" cy="582649"/>
            </a:xfrm>
            <a:prstGeom prst="roundRect">
              <a:avLst/>
            </a:prstGeom>
            <a:solidFill>
              <a:schemeClr val="bg1"/>
            </a:solidFill>
            <a:ln w="19050">
              <a:solidFill>
                <a:srgbClr val="002060"/>
              </a:solidFill>
            </a:ln>
            <a:effectLst/>
          </p:spPr>
          <p:txBody>
            <a:bodyPr rtlCol="0" anchor="ctr"/>
            <a:lstStyle/>
            <a:p>
              <a:pPr algn="ctr" defTabSz="457212">
                <a:defRPr/>
              </a:pPr>
              <a:r>
                <a:rPr lang="ko-KR" altLang="en-US" sz="1600" b="1" kern="0">
                  <a:solidFill>
                    <a:prstClr val="black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rPr>
                <a:t>최종 결과</a:t>
              </a:r>
              <a:endParaRPr lang="en-US" altLang="ko-KR" sz="1600" b="1" kern="0">
                <a:solidFill>
                  <a:prstClr val="black"/>
                </a:solidFill>
                <a:latin typeface="Hyundai Sans Text Pro Regular" panose="020B0504040000000000" pitchFamily="34" charset="-127"/>
                <a:ea typeface="Hyundai Sans Text Pro Regular" panose="020B0504040000000000" pitchFamily="34" charset="-127"/>
              </a:endParaRP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A40A4B44-B062-E656-18C3-AF5268D2659B}"/>
                </a:ext>
              </a:extLst>
            </p:cNvPr>
            <p:cNvGrpSpPr/>
            <p:nvPr/>
          </p:nvGrpSpPr>
          <p:grpSpPr>
            <a:xfrm>
              <a:off x="119679" y="2045944"/>
              <a:ext cx="622587" cy="461054"/>
              <a:chOff x="496184" y="5500685"/>
              <a:chExt cx="428618" cy="428618"/>
            </a:xfrm>
          </p:grpSpPr>
          <p:sp>
            <p:nvSpPr>
              <p:cNvPr id="84" name="원통형 83">
                <a:extLst>
                  <a:ext uri="{FF2B5EF4-FFF2-40B4-BE49-F238E27FC236}">
                    <a16:creationId xmlns:a16="http://schemas.microsoft.com/office/drawing/2014/main" id="{ED04BCBE-96AC-404F-82DE-662DCAE62EA3}"/>
                  </a:ext>
                </a:extLst>
              </p:cNvPr>
              <p:cNvSpPr/>
              <p:nvPr/>
            </p:nvSpPr>
            <p:spPr bwMode="auto">
              <a:xfrm>
                <a:off x="577143" y="5536405"/>
                <a:ext cx="266700" cy="358971"/>
              </a:xfrm>
              <a:prstGeom prst="can">
                <a:avLst>
                  <a:gd name="adj" fmla="val 33036"/>
                </a:avLst>
              </a:prstGeom>
              <a:solidFill>
                <a:schemeClr val="bg1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87" name="그래픽 86" descr="데이터베이스 단색으로 채워진">
                <a:extLst>
                  <a:ext uri="{FF2B5EF4-FFF2-40B4-BE49-F238E27FC236}">
                    <a16:creationId xmlns:a16="http://schemas.microsoft.com/office/drawing/2014/main" id="{360EE67D-59FF-5BB5-207B-4BCEF61341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496184" y="5500685"/>
                <a:ext cx="428618" cy="428618"/>
              </a:xfrm>
              <a:prstGeom prst="rect">
                <a:avLst/>
              </a:prstGeom>
            </p:spPr>
          </p:pic>
        </p:grpSp>
        <p:grpSp>
          <p:nvGrpSpPr>
            <p:cNvPr id="91" name="그룹 90">
              <a:extLst>
                <a:ext uri="{FF2B5EF4-FFF2-40B4-BE49-F238E27FC236}">
                  <a16:creationId xmlns:a16="http://schemas.microsoft.com/office/drawing/2014/main" id="{85C0551C-23AF-ED89-BFAE-82B9FCECC020}"/>
                </a:ext>
              </a:extLst>
            </p:cNvPr>
            <p:cNvGrpSpPr/>
            <p:nvPr/>
          </p:nvGrpSpPr>
          <p:grpSpPr>
            <a:xfrm>
              <a:off x="704408" y="1983056"/>
              <a:ext cx="487335" cy="551387"/>
              <a:chOff x="280988" y="1633755"/>
              <a:chExt cx="756967" cy="756967"/>
            </a:xfrm>
          </p:grpSpPr>
          <p:sp>
            <p:nvSpPr>
              <p:cNvPr id="92" name="사각형: 둥근 모서리 91">
                <a:extLst>
                  <a:ext uri="{FF2B5EF4-FFF2-40B4-BE49-F238E27FC236}">
                    <a16:creationId xmlns:a16="http://schemas.microsoft.com/office/drawing/2014/main" id="{37E88675-4D7D-EADA-7E17-F8DA0335DC94}"/>
                  </a:ext>
                </a:extLst>
              </p:cNvPr>
              <p:cNvSpPr/>
              <p:nvPr/>
            </p:nvSpPr>
            <p:spPr bwMode="auto">
              <a:xfrm>
                <a:off x="325962" y="1742506"/>
                <a:ext cx="667020" cy="529207"/>
              </a:xfrm>
              <a:prstGeom prst="roundRect">
                <a:avLst>
                  <a:gd name="adj" fmla="val 2817"/>
                </a:avLst>
              </a:prstGeom>
              <a:solidFill>
                <a:srgbClr val="FFFFFF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5735" tIns="47870" rIns="95735" bIns="4787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777895" indent="-298457" defTabSz="957287" latinLnBrk="1">
                  <a:lnSpc>
                    <a:spcPct val="160000"/>
                  </a:lnSpc>
                  <a:spcBef>
                    <a:spcPct val="20000"/>
                  </a:spcBef>
                  <a:buClr>
                    <a:srgbClr val="333399"/>
                  </a:buClr>
                  <a:buSzPct val="80000"/>
                  <a:defRPr/>
                </a:pPr>
                <a:endParaRPr lang="ko-KR" altLang="en-US">
                  <a:solidFill>
                    <a:srgbClr val="000000"/>
                  </a:solidFill>
                  <a:latin typeface="Hyundai Sans Text Pro Regular" panose="020B0504040000000000" pitchFamily="34" charset="-127"/>
                  <a:ea typeface="Hyundai Sans Text Pro Regular" panose="020B0504040000000000" pitchFamily="34" charset="-127"/>
                </a:endParaRPr>
              </a:p>
            </p:txBody>
          </p:sp>
          <p:pic>
            <p:nvPicPr>
              <p:cNvPr id="93" name="그래픽 92" descr="CMD 터미널 단색으로 채워진">
                <a:extLst>
                  <a:ext uri="{FF2B5EF4-FFF2-40B4-BE49-F238E27FC236}">
                    <a16:creationId xmlns:a16="http://schemas.microsoft.com/office/drawing/2014/main" id="{207BF9D2-929C-60D4-C6B7-B95D8B69C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80988" y="1633755"/>
                <a:ext cx="756967" cy="756967"/>
              </a:xfrm>
              <a:prstGeom prst="rect">
                <a:avLst/>
              </a:prstGeom>
            </p:spPr>
          </p:pic>
        </p:grpSp>
      </p:grpSp>
      <p:sp>
        <p:nvSpPr>
          <p:cNvPr id="4" name="Rectangle 685">
            <a:extLst>
              <a:ext uri="{FF2B5EF4-FFF2-40B4-BE49-F238E27FC236}">
                <a16:creationId xmlns:a16="http://schemas.microsoft.com/office/drawing/2014/main" id="{EFC75810-4C05-371E-E23D-B35612A34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8913" y="173039"/>
            <a:ext cx="7355863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marL="447675" indent="-447675">
              <a:buFont typeface="+mj-lt"/>
              <a:buAutoNum type="romanUcPeriod" startAt="4"/>
              <a:defRPr/>
            </a:pPr>
            <a:r>
              <a:rPr lang="ko-KR" altLang="en-US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주요 연구 내용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_</a:t>
            </a:r>
            <a:r>
              <a:rPr lang="en-US" altLang="ko-KR" sz="2200" kern="0">
                <a:latin typeface="Hyundai Sans Head Pro Medium" panose="020B0604040000000000" pitchFamily="34" charset="-127"/>
                <a:ea typeface="Hyundai Sans Head Pro Medium" panose="020B0604040000000000" pitchFamily="34" charset="-127"/>
              </a:rPr>
              <a:t>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_ </a:t>
            </a:r>
            <a:r>
              <a:rPr lang="ko-KR" altLang="en-US">
                <a:solidFill>
                  <a:srgbClr val="0070C0"/>
                </a:solidFill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아키텍처</a:t>
            </a:r>
            <a:endParaRPr lang="ko-KR" altLang="en-US" sz="2200" kern="0">
              <a:latin typeface="Hyundai Sans Head Pro Medium" panose="020B0604040000000000" pitchFamily="34" charset="-127"/>
              <a:ea typeface="Hyundai Sans Head Pro Medium" panose="020B0604040000000000" pitchFamily="34" charset="-127"/>
            </a:endParaRPr>
          </a:p>
        </p:txBody>
      </p:sp>
      <p:sp>
        <p:nvSpPr>
          <p:cNvPr id="9" name="AutoShape 176">
            <a:extLst>
              <a:ext uri="{FF2B5EF4-FFF2-40B4-BE49-F238E27FC236}">
                <a16:creationId xmlns:a16="http://schemas.microsoft.com/office/drawing/2014/main" id="{6444E806-FC80-ECA8-7F31-D580AFD9A3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04950" y="844017"/>
            <a:ext cx="9182100" cy="58464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lIns="95735" tIns="47870" rIns="95735" bIns="47870"/>
          <a:lstStyle>
            <a:lvl1pPr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812800" indent="-2794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77800" algn="l"/>
              </a:tabLs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3.3. 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공법서 자동 생성 프로그램 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(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최종 평가</a:t>
            </a:r>
            <a:r>
              <a:rPr lang="en-US" altLang="ko-KR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) -</a:t>
            </a:r>
            <a:r>
              <a:rPr lang="ko-KR" altLang="en-US">
                <a:latin typeface="Hyundai Sans Text Pro Medium" panose="020B0604040000000000" pitchFamily="34" charset="-127"/>
                <a:ea typeface="Hyundai Sans Text Pro Medium" panose="020B0604040000000000" pitchFamily="34" charset="-127"/>
              </a:rPr>
              <a:t> 트리 탐색 기반 공법서 추론 시스템</a:t>
            </a:r>
          </a:p>
        </p:txBody>
      </p:sp>
    </p:spTree>
    <p:extLst>
      <p:ext uri="{BB962C8B-B14F-4D97-AF65-F5344CB8AC3E}">
        <p14:creationId xmlns:p14="http://schemas.microsoft.com/office/powerpoint/2010/main" val="33334518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C80D1F95-690E-A03D-BB5C-9A9E3BB8D8C3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52A87191-0638-FB0F-C793-2FD24BC39D94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5" name="직선 연결선 4">
                <a:extLst>
                  <a:ext uri="{FF2B5EF4-FFF2-40B4-BE49-F238E27FC236}">
                    <a16:creationId xmlns:a16="http://schemas.microsoft.com/office/drawing/2014/main" id="{70EE9470-D777-DE6E-1CAA-B3DE3E99051C}"/>
                  </a:ext>
                </a:extLst>
              </p:cNvPr>
              <p:cNvCxnSpPr>
                <a:cxnSpLocks/>
                <a:stCxn id="16" idx="4"/>
                <a:endCxn id="18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64FFDD6F-509C-1E80-D63E-1B5EA1E54A22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7" name="직선 연결선 6">
                <a:extLst>
                  <a:ext uri="{FF2B5EF4-FFF2-40B4-BE49-F238E27FC236}">
                    <a16:creationId xmlns:a16="http://schemas.microsoft.com/office/drawing/2014/main" id="{DEDC47D7-3E4E-3108-8F53-25883F6D0A11}"/>
                  </a:ext>
                </a:extLst>
              </p:cNvPr>
              <p:cNvCxnSpPr>
                <a:cxnSpLocks/>
                <a:stCxn id="15" idx="2"/>
                <a:endCxn id="6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0EDED1C6-90B5-A2B0-6B02-07076CCA5091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2300602B-DCED-F626-BBEC-A0691822A298}"/>
                  </a:ext>
                </a:extLst>
              </p:cNvPr>
              <p:cNvCxnSpPr>
                <a:cxnSpLocks/>
                <a:stCxn id="12" idx="1"/>
                <a:endCxn id="8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D70D4FD9-ADCC-47F8-2448-7444B7F871AE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204031CE-C1AB-36AA-3549-88F3C059086B}"/>
                  </a:ext>
                </a:extLst>
              </p:cNvPr>
              <p:cNvCxnSpPr>
                <a:cxnSpLocks/>
                <a:stCxn id="16" idx="6"/>
                <a:endCxn id="10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EE2FECE5-BE2C-D105-CFC7-45DF5993CC12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A58951FC-4D58-9A6B-467E-D7C779F62134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14" name="직선 연결선 13">
                <a:extLst>
                  <a:ext uri="{FF2B5EF4-FFF2-40B4-BE49-F238E27FC236}">
                    <a16:creationId xmlns:a16="http://schemas.microsoft.com/office/drawing/2014/main" id="{67F4BA24-CC35-CA2A-B1A7-323CD772C42F}"/>
                  </a:ext>
                </a:extLst>
              </p:cNvPr>
              <p:cNvCxnSpPr>
                <a:cxnSpLocks/>
                <a:stCxn id="13" idx="3"/>
                <a:endCxn id="6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타원 14">
                <a:extLst>
                  <a:ext uri="{FF2B5EF4-FFF2-40B4-BE49-F238E27FC236}">
                    <a16:creationId xmlns:a16="http://schemas.microsoft.com/office/drawing/2014/main" id="{FEC7CA3E-8FFD-BBAF-22E2-7CD186F3A7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6AE4A489-3E83-BD06-0C3A-82807E442591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2BC5A1CF-EC0B-768B-1CE2-8F4E5721DC56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B098E084-1F48-EFCB-A4C3-45E136C2DCD2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ECAAEEFB-A224-A2AB-A431-C174E154A935}"/>
                  </a:ext>
                </a:extLst>
              </p:cNvPr>
              <p:cNvCxnSpPr>
                <a:cxnSpLocks/>
                <a:stCxn id="18" idx="4"/>
                <a:endCxn id="17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" name="직선 연결선 19">
                <a:extLst>
                  <a:ext uri="{FF2B5EF4-FFF2-40B4-BE49-F238E27FC236}">
                    <a16:creationId xmlns:a16="http://schemas.microsoft.com/office/drawing/2014/main" id="{E7D134BB-1F2E-FE85-2A02-B295D9766C65}"/>
                  </a:ext>
                </a:extLst>
              </p:cNvPr>
              <p:cNvCxnSpPr>
                <a:cxnSpLocks/>
                <a:stCxn id="12" idx="2"/>
                <a:endCxn id="13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E07C234-E4FF-8278-7D6E-30B37763EAA5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D5E73B26-6B33-D578-E11C-0CB17E7B9EF7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97FBADE-CD98-0F55-8EA2-E074E3AB3068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24" name="직선 연결선 23">
                <a:extLst>
                  <a:ext uri="{FF2B5EF4-FFF2-40B4-BE49-F238E27FC236}">
                    <a16:creationId xmlns:a16="http://schemas.microsoft.com/office/drawing/2014/main" id="{85D31954-1EFE-2FBC-88F0-59D1DB5B6BB6}"/>
                  </a:ext>
                </a:extLst>
              </p:cNvPr>
              <p:cNvCxnSpPr>
                <a:cxnSpLocks/>
                <a:stCxn id="30" idx="2"/>
                <a:endCxn id="39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직선 연결선 24">
                <a:extLst>
                  <a:ext uri="{FF2B5EF4-FFF2-40B4-BE49-F238E27FC236}">
                    <a16:creationId xmlns:a16="http://schemas.microsoft.com/office/drawing/2014/main" id="{51C7BC9D-EB40-32A2-9945-A69EE93E954A}"/>
                  </a:ext>
                </a:extLst>
              </p:cNvPr>
              <p:cNvCxnSpPr>
                <a:cxnSpLocks/>
                <a:stCxn id="30" idx="3"/>
                <a:endCxn id="41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EE9B85E3-E824-2A48-B7BE-62C02A86A120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2CDA47C9-A933-7630-9BF0-5762D2EDDF0F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42" name="타원 41">
                  <a:extLst>
                    <a:ext uri="{FF2B5EF4-FFF2-40B4-BE49-F238E27FC236}">
                      <a16:creationId xmlns:a16="http://schemas.microsoft.com/office/drawing/2014/main" id="{BC5F39C9-5380-C29A-E829-13BA96563D08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60030F09-5383-1673-7008-B1681831D263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44" name="타원 43">
                  <a:extLst>
                    <a:ext uri="{FF2B5EF4-FFF2-40B4-BE49-F238E27FC236}">
                      <a16:creationId xmlns:a16="http://schemas.microsoft.com/office/drawing/2014/main" id="{0100DA90-B5E1-5667-3D92-D1945DD16BB9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2365EC32-7896-FF13-0034-384764A368A9}"/>
                    </a:ext>
                  </a:extLst>
                </p:cNvPr>
                <p:cNvCxnSpPr>
                  <a:cxnSpLocks/>
                  <a:stCxn id="41" idx="0"/>
                  <a:endCxn id="42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6" name="직선 연결선 45">
                  <a:extLst>
                    <a:ext uri="{FF2B5EF4-FFF2-40B4-BE49-F238E27FC236}">
                      <a16:creationId xmlns:a16="http://schemas.microsoft.com/office/drawing/2014/main" id="{C0F7825B-50CC-DB95-45E7-CEF01FBCAE2A}"/>
                    </a:ext>
                  </a:extLst>
                </p:cNvPr>
                <p:cNvCxnSpPr>
                  <a:cxnSpLocks/>
                  <a:stCxn id="43" idx="2"/>
                  <a:endCxn id="41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8E083218-EB0A-A1D1-FB40-128DA12862A1}"/>
                    </a:ext>
                  </a:extLst>
                </p:cNvPr>
                <p:cNvCxnSpPr>
                  <a:cxnSpLocks/>
                  <a:stCxn id="44" idx="0"/>
                  <a:endCxn id="41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D43CED17-A2B5-3364-9E1D-C1B0A82B3740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413CF318-D7F8-9B10-5AFC-593AF8CD9BF8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37" name="사각형: 둥근 모서리 36">
                  <a:extLst>
                    <a:ext uri="{FF2B5EF4-FFF2-40B4-BE49-F238E27FC236}">
                      <a16:creationId xmlns:a16="http://schemas.microsoft.com/office/drawing/2014/main" id="{5C64DEA2-BC89-FE7B-F7C1-615806B55AC9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38" name="타원 37">
                  <a:extLst>
                    <a:ext uri="{FF2B5EF4-FFF2-40B4-BE49-F238E27FC236}">
                      <a16:creationId xmlns:a16="http://schemas.microsoft.com/office/drawing/2014/main" id="{CCC047B1-3E53-A79E-0D61-5B3B7F160475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8BA9EA68-1763-55C9-276F-9806300231FB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2CC2EEFF-6FEB-C80E-7D15-2F537FE42F25}"/>
                    </a:ext>
                  </a:extLst>
                </p:cNvPr>
                <p:cNvCxnSpPr>
                  <a:cxnSpLocks/>
                  <a:stCxn id="39" idx="4"/>
                  <a:endCxn id="38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D119C90E-2F0D-1AE7-72A1-EB21B33893C4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A6E14F0E-E516-97C8-7FA3-1E10A6AD0568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31" name="직선 연결선 30">
                  <a:extLst>
                    <a:ext uri="{FF2B5EF4-FFF2-40B4-BE49-F238E27FC236}">
                      <a16:creationId xmlns:a16="http://schemas.microsoft.com/office/drawing/2014/main" id="{2609FDF2-EB00-C690-FC3E-D43AC9D93D15}"/>
                    </a:ext>
                  </a:extLst>
                </p:cNvPr>
                <p:cNvCxnSpPr>
                  <a:cxnSpLocks/>
                  <a:stCxn id="33" idx="2"/>
                  <a:endCxn id="2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85E7795D-3A37-57EB-758E-0225624A591C}"/>
                    </a:ext>
                  </a:extLst>
                </p:cNvPr>
                <p:cNvCxnSpPr>
                  <a:cxnSpLocks/>
                  <a:stCxn id="37" idx="0"/>
                  <a:endCxn id="2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F008509F-9C6E-CDFF-AF20-DF14F91E9AFD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34" name="사각형: 둥근 모서리 33">
                  <a:extLst>
                    <a:ext uri="{FF2B5EF4-FFF2-40B4-BE49-F238E27FC236}">
                      <a16:creationId xmlns:a16="http://schemas.microsoft.com/office/drawing/2014/main" id="{0C80C523-7553-D635-11D5-0DEE1EAB96E5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2A7F45E1-CA03-1687-0C7B-EE6B1A00962B}"/>
                    </a:ext>
                  </a:extLst>
                </p:cNvPr>
                <p:cNvCxnSpPr>
                  <a:cxnSpLocks/>
                  <a:stCxn id="34" idx="1"/>
                  <a:endCxn id="2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751F9D34-C7F7-9046-4291-24494B162B22}"/>
                    </a:ext>
                  </a:extLst>
                </p:cNvPr>
                <p:cNvCxnSpPr>
                  <a:cxnSpLocks/>
                  <a:stCxn id="42" idx="2"/>
                  <a:endCxn id="33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9B79A55-98A4-1C89-05C9-D36CE01F7CF4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48" name="말풍선: 모서리가 둥근 사각형 47">
            <a:extLst>
              <a:ext uri="{FF2B5EF4-FFF2-40B4-BE49-F238E27FC236}">
                <a16:creationId xmlns:a16="http://schemas.microsoft.com/office/drawing/2014/main" id="{08798F39-74C4-71F9-F6E6-25A7CA53E96E}"/>
              </a:ext>
            </a:extLst>
          </p:cNvPr>
          <p:cNvSpPr/>
          <p:nvPr/>
        </p:nvSpPr>
        <p:spPr>
          <a:xfrm>
            <a:off x="9455847" y="4161351"/>
            <a:ext cx="2621853" cy="933754"/>
          </a:xfrm>
          <a:prstGeom prst="wedgeRoundRectCallout">
            <a:avLst>
              <a:gd name="adj1" fmla="val -92620"/>
              <a:gd name="adj2" fmla="val -10724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레치</a:t>
            </a:r>
            <a:r>
              <a:rPr lang="ko-KR" altLang="en-US" dirty="0"/>
              <a:t> 본체 조립이 커넥터 조립보다 먼저임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9" name="말풍선: 모서리가 둥근 사각형 48">
            <a:extLst>
              <a:ext uri="{FF2B5EF4-FFF2-40B4-BE49-F238E27FC236}">
                <a16:creationId xmlns:a16="http://schemas.microsoft.com/office/drawing/2014/main" id="{2E8E9762-AED4-7E2A-6EB8-E01F248785F2}"/>
              </a:ext>
            </a:extLst>
          </p:cNvPr>
          <p:cNvSpPr/>
          <p:nvPr/>
        </p:nvSpPr>
        <p:spPr>
          <a:xfrm>
            <a:off x="4702012" y="4729364"/>
            <a:ext cx="2621853" cy="933754"/>
          </a:xfrm>
          <a:prstGeom prst="wedgeRoundRectCallout">
            <a:avLst>
              <a:gd name="adj1" fmla="val -61522"/>
              <a:gd name="adj2" fmla="val -2476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보디와의 연결은 가장 마지막에 수행할 것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F2B620-07D0-65E6-0718-14BC80FAD334}"/>
              </a:ext>
            </a:extLst>
          </p:cNvPr>
          <p:cNvSpPr txBox="1"/>
          <p:nvPr/>
        </p:nvSpPr>
        <p:spPr>
          <a:xfrm>
            <a:off x="3253740" y="96012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조립 후보 평가가 결정하는 조립 우선순위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9CE548-D4E8-D620-301C-C3FED3A0EDBB}"/>
              </a:ext>
            </a:extLst>
          </p:cNvPr>
          <p:cNvSpPr txBox="1"/>
          <p:nvPr/>
        </p:nvSpPr>
        <p:spPr>
          <a:xfrm>
            <a:off x="3253740" y="180800"/>
            <a:ext cx="3541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조건에 위배되는 후보들은 탐색 과정 중에서 필터링</a:t>
            </a:r>
          </a:p>
        </p:txBody>
      </p:sp>
    </p:spTree>
    <p:extLst>
      <p:ext uri="{BB962C8B-B14F-4D97-AF65-F5344CB8AC3E}">
        <p14:creationId xmlns:p14="http://schemas.microsoft.com/office/powerpoint/2010/main" val="2158790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DAB94A8-5265-539C-B007-02DA14201091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⁝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135BF636-FECF-E0C6-6589-518450941791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C83D62B3-3A74-F247-B607-11D67137600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F9AA2003-F876-8224-0313-70DD29D25489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ABCCB547-F17E-B246-A26A-413B2FC1DAA9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8A322F57-11D6-053B-7DFC-6C61D1168394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9292270D-8ABC-FACD-56A0-E14155DE7A1F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8A052F6D-9EE7-41A6-35C5-C4FF8573C0A7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63F09CD2-FC9D-5DD7-F41C-81C07B0A50D4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679B4AB9-BC59-9A7F-FCA1-318B0812560E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12" name="사각형: 둥근 모서리 11">
                <a:extLst>
                  <a:ext uri="{FF2B5EF4-FFF2-40B4-BE49-F238E27FC236}">
                    <a16:creationId xmlns:a16="http://schemas.microsoft.com/office/drawing/2014/main" id="{5E69956F-C35E-6D8D-8D12-8ABA6C180F0B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BF69410-871A-E1F9-1D2A-9C06E0ACA25B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264A387B-778B-36D2-600D-346EA1BF1272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F0E1D04-BF37-FA9C-B006-BE94A1EF6695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8C890B4B-B502-C97F-ED81-B902E0905C1D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0B86574-018F-F618-09E0-18F8804ABC29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FF4DFD5F-161D-7927-3DB3-3264CF4D73FF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38680718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FE093-F8EC-B1ED-A197-24D5827B1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A62AADCF-2D52-030C-0EAA-41ED470A57FD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A9A2A2E-A9D0-7072-FF5E-1FF83BDCF966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C911E948-5FED-0020-127F-E934FB4BC5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B306F24-4ABB-BAFA-8132-187B17F8AEE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551931F1-0D9F-FD8C-8CFD-D0EDEA5429F6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4C6C8739-78E6-FC8E-17A0-3D698A76B870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9B29AACE-2EE9-B848-B71D-E7F650212BBB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12CFA5B8-F1D2-E0F2-0300-F75D53458EFF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EA1B666B-579D-E6AE-D177-99DA1316271A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18198EE5-4E90-9D82-1821-119F9E50237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E80BE367-9219-EBE0-B08C-BC4AEE23B2D6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237FA171-2F99-84E9-EA25-36EA3022A321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0766D92D-8530-1351-A3B6-C506A9E8F8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F831AFE0-9533-988B-DD0F-7D7ED86FB87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B42C72BD-859E-BD7F-AD83-4622D89357B9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7609542E-B929-9B8B-4E3C-B0A1160C70D7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81866C83-FE2A-1C55-45F0-64A69808B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0EA6D7AA-22BC-F9AF-9CE6-27E54F16C118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961E1C6-0359-B92F-7EF3-D1391C6FD025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391858B3-18AD-E536-D3C1-D7814AB6E01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E7F2FA8B-1F2E-4495-1065-44F39CB7E28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F90318E7-01F6-92C7-3135-A70AFDBFCD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4684BE74-EF39-7C08-D616-DEF460148B3E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06CDFF0-5CF4-DDE1-3DC4-261FD06662D8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6E30A18-666D-5D2C-6689-5C98F14254BB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EC60C05-2862-BB6B-6639-AB6230143213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5CCDFA4C-875B-20C4-FD54-6968330CCDA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E4D10996-A595-71B6-7A9A-4114D4FA523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83DCCD2-1908-3B9C-2CBD-BD879CECD57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DC306EED-5793-5262-EC38-51304D6FD2EB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1DCF3A2B-02EB-511D-7EFD-308CD4A8E18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4F111E1B-8796-4BAC-6427-0B5BA3EFB936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616BE2D4-A188-02FF-D231-E32F7AF09C27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228D37A-233F-E22E-535E-341AA4B5CD4C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CD54B2B1-FF3E-84CD-EE97-4C1B6B97FBB1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4F4A7B39-F7B5-339A-A4A7-106955B66514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F4D0F87-C36B-641D-AE36-64DA8BE19AF5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FCF8D49E-87A9-FD95-7787-B2BCCCD928DB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2B6F258A-42CC-13CA-62ED-A103F38519B3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BABE2C51-9B59-DEF2-32D9-F0C74EB23142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E6E01B84-5E99-A343-4F1F-82859E9E861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03F7E307-D8E2-5A4B-E847-C5622A6D60EA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EC68F647-596E-EA6C-D331-3C101964D6BE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0F6701BE-A23F-169B-5D15-FA3DD425F35F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7F433683-D193-B2CA-A8EC-419764B2B0E0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A8FB79DE-5533-F630-E9B2-075E01740672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66694B40-D84D-4E9E-5A50-ED3C7AEB3911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C082FD69-877B-7020-C306-4DA0AF25B7F5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4038121F-ED29-34B8-8108-EF84CB7970AF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6138929C-82AE-0D21-01D7-6FEB0520F39E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1A83EA8C-F419-D06B-2A0C-93FCEDE224F6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77B0A4A-CA25-167F-A28F-8FC8FA051E7D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35C9AE1B-B891-34A2-D1D2-CBB0A711355C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가능 후보 확인 시스템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978BD960-3985-8B74-B3A5-422B6C30EF22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68A8295A-F355-5578-68FA-8158E6712E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3E44115-B44A-09F2-1404-75205FBA3529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D2006C7A-228D-6157-D405-C387F82E1E11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17ADE541-735E-025A-0B0E-8DA1238752F2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6A67A911-4600-40F0-A530-BBEF06995AB6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 평가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CA7BDA96-3231-F6CF-A86D-C85C7DB054B1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1A126CBC-DEA7-1554-FA0F-C3E5822B9194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F8FD5A0B-98FC-81C0-4554-072E0A3C4CB6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BDA694F8-8CCE-E551-06B3-3E6A540325DC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087EB91F-2DF5-49D8-BBD1-D6901A72E7FF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3D9B474B-52F7-9334-4D2A-A689731C829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B345FFA0-5B58-7F7E-47AC-F433A13738DF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10D03811-10D9-E02E-0632-0DA611266813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99F1CD9C-60CB-F482-20D2-5C9A86FC88A4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C94942C3-6D0A-FFFA-7754-FD84AF23A193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9D1992B5-08A3-0E26-D3D5-34E82171445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9327832E-D2A2-BF1E-571A-72FE1522BBD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2841DCD4-647F-9009-72BD-1E2543C34431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8F5FE303-1BC6-1E7C-2CA1-F33E687F9B4E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2C93E607-B298-6760-0ACF-299FD11369F1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5C519B07-41CF-42A0-90EA-C9BA8BE3DF3C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7688FCDC-5539-D52A-D9CB-892852150422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F1AA79CF-DF26-9BEC-781B-92F648495B47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6BE6CB12-7D10-A8C0-4861-11755EA70EF2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9976A9A9-55E9-8E93-61F8-5B97296E4463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E9043DDB-B71C-D40C-AB92-38A71253985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0EEA13B-0318-FA77-F36D-85D212B7B2A2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5E208864-D900-7232-B9F5-7D9D51109DEC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87250593-BA98-7371-4EAF-F650D51C1AC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C97426B2-4049-4EEB-FC15-0135DB8EBE80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18F7881-16AB-A7BE-06A4-E6FA70722102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783990F9-0B2A-652C-9FCC-A713AF33AE83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2E854E7D-523A-862E-B18D-2371098DCC9A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8BF179C2-E250-2C23-3E4C-FC03BFCD4713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787C653D-3810-0F21-1FFE-23A82DCAA0D3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0BC0B726-3C50-9F91-695B-C2BB4D6EA98C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0E4358BB-5700-3CF0-367F-8A33F1F70B6D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75D6CB83-4FE6-E811-DCD1-A8AE4DD41453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CB6C6F0A-5FF4-8B6A-C0C8-AC7B95C9E0F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02AC7692-60E4-5FC5-B9B2-F2A33B817DB1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B2BB4C4A-2992-85A5-3F20-C2F48FB4123F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F5901DA8-D722-1854-771E-3A5BDCDC3586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6E49A966-F8B0-4272-E1A1-CF2CADCB85D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BCA3A0AD-020A-DC3B-ECE1-8C07256656CF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58455AD4-3F5B-7306-2476-E5EBC61B5D99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7CF98CD6-FDA2-1251-586B-641B733D6A41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FF558F4-342A-E3F7-E215-A9149E06B4F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0ED86487-F67C-EA16-F808-0D9518B26418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153DF2E7-9FF7-6D0B-0BA0-8CAD8BBF0340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상태 예측 시스템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2E0CA4CC-67B1-9618-F3C2-2B14C973989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1DC6F766-1B39-6975-2B57-CD15DE475508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29D3E75A-F6AA-C412-5585-D64A74526C12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BB5C8519-D650-581B-2F10-9313B2C37EF2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FB3B1C56-9FC6-5B5F-1F05-5D7A549F78A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725F6B2-6F65-519B-6610-066DE771D2C4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7F251EB0-6A1D-EDB4-727E-EF6DC6B942FD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795BD1F1-8FD7-67DB-A5B7-3186339B4C37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2481FCC8-4CC5-831C-6A05-080DBD88EF8D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310B8BCC-D5AB-27F9-A198-4B2976F72AA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EC557BE8-7C2A-F336-C183-BBE7D781DA7C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EED69F93-CDB4-F2B2-2903-8084262EEBB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FBDAB74D-4478-6267-E542-4692897D9A6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3A5BC314-217E-2993-D479-D5955D68B9AB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D26634C5-1882-FF96-0BB7-0DD6DCBA88B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B331A8EB-3EC3-FEA8-CC5C-1200F2436F7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C5D9878-4FE6-E242-2551-74033BEB3B52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39D9DA2A-B461-2403-738D-0A13F5DCA4A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CF375FD3-EF8E-EAD5-FFB3-9AFC791A5DA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EE0A3F26-A904-9868-78DE-200629045A73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67E745FC-6D4C-A79C-B79C-5B99D560A6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6A3A5E27-9A66-B51E-D5B1-8ACDB7BA1213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F73A3501-1D50-CB3D-752B-166686D30D03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929EBAD0-9E5E-669F-919A-9A9FE35442C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626CD3D9-F098-1FF1-16E9-19A8AC6770F0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8A7D03B5-C3EB-719D-ECFA-E8D3DC1C73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FE25BBB8-2765-1076-7F00-06E79835B63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4EBAF75D-D69F-6939-4F97-A27C566FEC7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150D5984-A4A9-A93C-FF8F-C49C2D9316B9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ECE5AC2E-CBD1-F2E8-488D-63A2C343695C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DF9E5DA3-2A3A-4925-A223-10CD0F6CB51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85913FEB-6106-4DCF-3D02-8A91F2355D40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9B31C18-D719-042F-4C61-D4F4AEA65EAD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30C4319-D9DB-F5F8-561A-B5B746085D2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D3F13B7A-7C62-7201-707B-FF9F40707FF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0E944595-B8F4-5E76-8367-BF7012099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449040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9A967-4F6E-609A-1605-BAA3E9352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C49DE4D5-176B-7D24-4074-A236F9FEE8E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공법서 변환 </a:t>
            </a:r>
            <a:r>
              <a:rPr kumimoji="1" lang="ko-KR" altLang="en-US" sz="2400" b="1" dirty="0" err="1">
                <a:latin typeface="+mj-ea"/>
                <a:ea typeface="+mj-ea"/>
              </a:rPr>
              <a:t>어뎁터</a:t>
            </a:r>
            <a:endParaRPr kumimoji="1" lang="ko-KR" altLang="en-US" sz="2400" b="1" dirty="0">
              <a:latin typeface="+mj-ea"/>
              <a:ea typeface="+mj-ea"/>
            </a:endParaRP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38BB05B3-997E-EE27-1063-1FE6501F3D8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04846BB-8C09-9360-7806-8A62A54F70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98FA00E2-EB48-9950-DFFB-3DD0CA2765E7}"/>
              </a:ext>
            </a:extLst>
          </p:cNvPr>
          <p:cNvSpPr txBox="1"/>
          <p:nvPr/>
        </p:nvSpPr>
        <p:spPr>
          <a:xfrm>
            <a:off x="8450742" y="3998898"/>
            <a:ext cx="2061796" cy="160043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B4075331-C775-734F-9B72-B006C118F9E0}"/>
              </a:ext>
            </a:extLst>
          </p:cNvPr>
          <p:cNvCxnSpPr>
            <a:cxnSpLocks/>
            <a:endCxn id="172" idx="1"/>
          </p:cNvCxnSpPr>
          <p:nvPr/>
        </p:nvCxnSpPr>
        <p:spPr>
          <a:xfrm>
            <a:off x="4009720" y="4743701"/>
            <a:ext cx="1398127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직선 화살표 연결선 146">
            <a:extLst>
              <a:ext uri="{FF2B5EF4-FFF2-40B4-BE49-F238E27FC236}">
                <a16:creationId xmlns:a16="http://schemas.microsoft.com/office/drawing/2014/main" id="{BDB83A71-21BE-0B91-85C9-26EF814E9403}"/>
              </a:ext>
            </a:extLst>
          </p:cNvPr>
          <p:cNvCxnSpPr>
            <a:cxnSpLocks/>
            <a:stCxn id="172" idx="3"/>
            <a:endCxn id="148" idx="1"/>
          </p:cNvCxnSpPr>
          <p:nvPr/>
        </p:nvCxnSpPr>
        <p:spPr>
          <a:xfrm>
            <a:off x="7160446" y="4743701"/>
            <a:ext cx="122386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2CE2ED41-BCD6-0D38-EF98-425B5411CA39}"/>
              </a:ext>
            </a:extLst>
          </p:cNvPr>
          <p:cNvSpPr/>
          <p:nvPr/>
        </p:nvSpPr>
        <p:spPr>
          <a:xfrm>
            <a:off x="8384310" y="3799262"/>
            <a:ext cx="2186154" cy="1888878"/>
          </a:xfrm>
          <a:prstGeom prst="roundRect">
            <a:avLst>
              <a:gd name="adj" fmla="val 7372"/>
            </a:avLst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AB38E645-4CE9-CCE5-E612-DD0FD38DE19F}"/>
              </a:ext>
            </a:extLst>
          </p:cNvPr>
          <p:cNvSpPr/>
          <p:nvPr/>
        </p:nvSpPr>
        <p:spPr>
          <a:xfrm>
            <a:off x="8171078" y="3618679"/>
            <a:ext cx="2612618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공법서</a:t>
            </a:r>
            <a:r>
              <a:rPr lang="en-US" altLang="ko-KR" dirty="0"/>
              <a:t>: </a:t>
            </a:r>
            <a:r>
              <a:rPr lang="en-US" altLang="ko-KR" b="1" dirty="0"/>
              <a:t>‘</a:t>
            </a:r>
            <a:r>
              <a:rPr lang="ko-KR" altLang="en-US" b="1" dirty="0"/>
              <a:t>동작</a:t>
            </a:r>
            <a:r>
              <a:rPr lang="en-US" altLang="ko-KR" b="1" dirty="0"/>
              <a:t>’</a:t>
            </a:r>
            <a:r>
              <a:rPr lang="ko-KR" altLang="en-US" b="1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Plan </a:t>
            </a:r>
            <a:endParaRPr lang="ko-KR" altLang="en-US" dirty="0"/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EE14A842-F1DE-4DF0-618D-AAFF8BA11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0804255"/>
              </p:ext>
            </p:extLst>
          </p:nvPr>
        </p:nvGraphicFramePr>
        <p:xfrm>
          <a:off x="1397203" y="2608247"/>
          <a:ext cx="2742292" cy="390959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29107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211318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452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27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1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76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714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/>
                        <a:t>3</a:t>
                      </a:r>
                      <a:endParaRPr lang="ko-KR" altLang="en-US" sz="1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/>
                        <a:t>⁝</a:t>
                      </a:r>
                      <a:endParaRPr lang="ko-KR" altLang="en-US" sz="14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162" name="TextBox 161">
            <a:extLst>
              <a:ext uri="{FF2B5EF4-FFF2-40B4-BE49-F238E27FC236}">
                <a16:creationId xmlns:a16="http://schemas.microsoft.com/office/drawing/2014/main" id="{7534D8AE-D30E-232D-BED3-5686675E96FE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grpSp>
        <p:nvGrpSpPr>
          <p:cNvPr id="184" name="그룹 183">
            <a:extLst>
              <a:ext uri="{FF2B5EF4-FFF2-40B4-BE49-F238E27FC236}">
                <a16:creationId xmlns:a16="http://schemas.microsoft.com/office/drawing/2014/main" id="{66C82270-3D14-F21B-3319-3A49051EE634}"/>
              </a:ext>
            </a:extLst>
          </p:cNvPr>
          <p:cNvGrpSpPr/>
          <p:nvPr/>
        </p:nvGrpSpPr>
        <p:grpSpPr>
          <a:xfrm>
            <a:off x="2167810" y="3116574"/>
            <a:ext cx="1871646" cy="900000"/>
            <a:chOff x="2174649" y="3115414"/>
            <a:chExt cx="1871646" cy="900000"/>
          </a:xfrm>
        </p:grpSpPr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A5B212E8-911B-C757-A5BF-146C494C723E}"/>
                </a:ext>
              </a:extLst>
            </p:cNvPr>
            <p:cNvSpPr/>
            <p:nvPr/>
          </p:nvSpPr>
          <p:spPr>
            <a:xfrm>
              <a:off x="2174649" y="3115414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3" name="그룹 182">
              <a:extLst>
                <a:ext uri="{FF2B5EF4-FFF2-40B4-BE49-F238E27FC236}">
                  <a16:creationId xmlns:a16="http://schemas.microsoft.com/office/drawing/2014/main" id="{552F6C74-90D6-F0D4-AAD5-9530345EFB0C}"/>
                </a:ext>
              </a:extLst>
            </p:cNvPr>
            <p:cNvGrpSpPr/>
            <p:nvPr/>
          </p:nvGrpSpPr>
          <p:grpSpPr>
            <a:xfrm>
              <a:off x="2266663" y="3241858"/>
              <a:ext cx="1661971" cy="647113"/>
              <a:chOff x="2266663" y="3241858"/>
              <a:chExt cx="1661971" cy="647113"/>
            </a:xfrm>
          </p:grpSpPr>
          <p:sp>
            <p:nvSpPr>
              <p:cNvPr id="160" name="사각형: 둥근 모서리 159">
                <a:extLst>
                  <a:ext uri="{FF2B5EF4-FFF2-40B4-BE49-F238E27FC236}">
                    <a16:creationId xmlns:a16="http://schemas.microsoft.com/office/drawing/2014/main" id="{D562B792-AA9B-5635-7E84-01CEB8DAAF14}"/>
                  </a:ext>
                </a:extLst>
              </p:cNvPr>
              <p:cNvSpPr/>
              <p:nvPr/>
            </p:nvSpPr>
            <p:spPr>
              <a:xfrm>
                <a:off x="3074203" y="3241858"/>
                <a:ext cx="85442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61" name="사각형: 둥근 모서리 160">
                <a:extLst>
                  <a:ext uri="{FF2B5EF4-FFF2-40B4-BE49-F238E27FC236}">
                    <a16:creationId xmlns:a16="http://schemas.microsoft.com/office/drawing/2014/main" id="{FE1BD694-9C8C-1683-24ED-5CD7D0977041}"/>
                  </a:ext>
                </a:extLst>
              </p:cNvPr>
              <p:cNvSpPr/>
              <p:nvPr/>
            </p:nvSpPr>
            <p:spPr>
              <a:xfrm>
                <a:off x="3074205" y="3636971"/>
                <a:ext cx="85442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C : M </a:t>
                </a:r>
                <a:endParaRPr lang="ko-KR" altLang="en-US" sz="1000" dirty="0"/>
              </a:p>
            </p:txBody>
          </p:sp>
          <p:sp>
            <p:nvSpPr>
              <p:cNvPr id="163" name="사각형: 둥근 모서리 162">
                <a:extLst>
                  <a:ext uri="{FF2B5EF4-FFF2-40B4-BE49-F238E27FC236}">
                    <a16:creationId xmlns:a16="http://schemas.microsoft.com/office/drawing/2014/main" id="{8ED2A213-3C57-ED58-0938-9BAF7040D2EB}"/>
                  </a:ext>
                </a:extLst>
              </p:cNvPr>
              <p:cNvSpPr/>
              <p:nvPr/>
            </p:nvSpPr>
            <p:spPr>
              <a:xfrm>
                <a:off x="2273586" y="3241858"/>
                <a:ext cx="634267" cy="252000"/>
              </a:xfrm>
              <a:prstGeom prst="roundRect">
                <a:avLst/>
              </a:prstGeom>
              <a:solidFill>
                <a:srgbClr val="E9713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프론트 도어</a:t>
                </a:r>
              </a:p>
            </p:txBody>
          </p:sp>
          <p:sp>
            <p:nvSpPr>
              <p:cNvPr id="164" name="사각형: 둥근 모서리 163">
                <a:extLst>
                  <a:ext uri="{FF2B5EF4-FFF2-40B4-BE49-F238E27FC236}">
                    <a16:creationId xmlns:a16="http://schemas.microsoft.com/office/drawing/2014/main" id="{2333F9C3-3960-52FB-25EA-1CFC50D8C3AD}"/>
                  </a:ext>
                </a:extLst>
              </p:cNvPr>
              <p:cNvSpPr/>
              <p:nvPr/>
            </p:nvSpPr>
            <p:spPr>
              <a:xfrm>
                <a:off x="2266663" y="3627125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59918D2C-6281-7635-7D01-1B10BD56C07C}"/>
              </a:ext>
            </a:extLst>
          </p:cNvPr>
          <p:cNvGrpSpPr/>
          <p:nvPr/>
        </p:nvGrpSpPr>
        <p:grpSpPr>
          <a:xfrm>
            <a:off x="2167807" y="4159399"/>
            <a:ext cx="1871653" cy="1620000"/>
            <a:chOff x="2174647" y="4206352"/>
            <a:chExt cx="1871653" cy="1620000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A6C6FAD7-2850-13E9-46E1-C36461179B4B}"/>
                </a:ext>
              </a:extLst>
            </p:cNvPr>
            <p:cNvSpPr/>
            <p:nvPr/>
          </p:nvSpPr>
          <p:spPr>
            <a:xfrm>
              <a:off x="2174647" y="4206352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81" name="그룹 180">
              <a:extLst>
                <a:ext uri="{FF2B5EF4-FFF2-40B4-BE49-F238E27FC236}">
                  <a16:creationId xmlns:a16="http://schemas.microsoft.com/office/drawing/2014/main" id="{DC815932-1399-C29F-3A1E-7D7DEDA35275}"/>
                </a:ext>
              </a:extLst>
            </p:cNvPr>
            <p:cNvGrpSpPr/>
            <p:nvPr/>
          </p:nvGrpSpPr>
          <p:grpSpPr>
            <a:xfrm>
              <a:off x="2266663" y="4339619"/>
              <a:ext cx="1728212" cy="1353467"/>
              <a:chOff x="2266663" y="4339619"/>
              <a:chExt cx="1728212" cy="1353467"/>
            </a:xfrm>
          </p:grpSpPr>
          <p:sp>
            <p:nvSpPr>
              <p:cNvPr id="154" name="타원 153">
                <a:extLst>
                  <a:ext uri="{FF2B5EF4-FFF2-40B4-BE49-F238E27FC236}">
                    <a16:creationId xmlns:a16="http://schemas.microsoft.com/office/drawing/2014/main" id="{86A460CE-4D19-5F99-418F-6AEB656BA852}"/>
                  </a:ext>
                </a:extLst>
              </p:cNvPr>
              <p:cNvSpPr/>
              <p:nvPr/>
            </p:nvSpPr>
            <p:spPr>
              <a:xfrm>
                <a:off x="3079122" y="4836353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55" name="타원 154">
                <a:extLst>
                  <a:ext uri="{FF2B5EF4-FFF2-40B4-BE49-F238E27FC236}">
                    <a16:creationId xmlns:a16="http://schemas.microsoft.com/office/drawing/2014/main" id="{6D874632-BD9F-834A-0CBE-5FCB6481999F}"/>
                  </a:ext>
                </a:extLst>
              </p:cNvPr>
              <p:cNvSpPr/>
              <p:nvPr/>
            </p:nvSpPr>
            <p:spPr>
              <a:xfrm>
                <a:off x="3079115" y="4339619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56" name="타원 155">
                <a:extLst>
                  <a:ext uri="{FF2B5EF4-FFF2-40B4-BE49-F238E27FC236}">
                    <a16:creationId xmlns:a16="http://schemas.microsoft.com/office/drawing/2014/main" id="{BCEEA81D-364A-0760-CF20-79569DF1DB29}"/>
                  </a:ext>
                </a:extLst>
              </p:cNvPr>
              <p:cNvSpPr/>
              <p:nvPr/>
            </p:nvSpPr>
            <p:spPr>
              <a:xfrm>
                <a:off x="3079113" y="5333086"/>
                <a:ext cx="915753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  <p:sp>
            <p:nvSpPr>
              <p:cNvPr id="165" name="사각형: 둥근 모서리 164">
                <a:extLst>
                  <a:ext uri="{FF2B5EF4-FFF2-40B4-BE49-F238E27FC236}">
                    <a16:creationId xmlns:a16="http://schemas.microsoft.com/office/drawing/2014/main" id="{F02E76B0-9524-3CB0-7F51-F2D04F6C0F2B}"/>
                  </a:ext>
                </a:extLst>
              </p:cNvPr>
              <p:cNvSpPr/>
              <p:nvPr/>
            </p:nvSpPr>
            <p:spPr>
              <a:xfrm>
                <a:off x="2266663" y="4890352"/>
                <a:ext cx="634267" cy="252000"/>
              </a:xfrm>
              <a:prstGeom prst="roundRect">
                <a:avLst/>
              </a:prstGeom>
              <a:solidFill>
                <a:srgbClr val="0F9ED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도어</a:t>
                </a:r>
                <a:endParaRPr lang="en-US" altLang="ko-KR" sz="800"/>
              </a:p>
              <a:p>
                <a:pPr algn="ctr"/>
                <a:r>
                  <a:rPr lang="ko-KR" altLang="en-US" sz="800" err="1"/>
                  <a:t>체커</a:t>
                </a:r>
                <a:endParaRPr lang="ko-KR" altLang="en-US" sz="800"/>
              </a:p>
            </p:txBody>
          </p:sp>
          <p:sp>
            <p:nvSpPr>
              <p:cNvPr id="166" name="사각형: 둥근 모서리 165">
                <a:extLst>
                  <a:ext uri="{FF2B5EF4-FFF2-40B4-BE49-F238E27FC236}">
                    <a16:creationId xmlns:a16="http://schemas.microsoft.com/office/drawing/2014/main" id="{C9A3DF3D-63EB-4DDE-A843-1F5B808C20BB}"/>
                  </a:ext>
                </a:extLst>
              </p:cNvPr>
              <p:cNvSpPr/>
              <p:nvPr/>
            </p:nvSpPr>
            <p:spPr>
              <a:xfrm>
                <a:off x="2273158" y="4393619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바디</a:t>
                </a:r>
              </a:p>
            </p:txBody>
          </p:sp>
          <p:sp>
            <p:nvSpPr>
              <p:cNvPr id="167" name="사각형: 둥근 모서리 166">
                <a:extLst>
                  <a:ext uri="{FF2B5EF4-FFF2-40B4-BE49-F238E27FC236}">
                    <a16:creationId xmlns:a16="http://schemas.microsoft.com/office/drawing/2014/main" id="{9D23C3AA-660B-15A1-38CC-6F058CF818B9}"/>
                  </a:ext>
                </a:extLst>
              </p:cNvPr>
              <p:cNvSpPr/>
              <p:nvPr/>
            </p:nvSpPr>
            <p:spPr>
              <a:xfrm>
                <a:off x="2273159" y="5405336"/>
                <a:ext cx="634267" cy="252000"/>
              </a:xfrm>
              <a:prstGeom prst="roundRect">
                <a:avLst/>
              </a:prstGeom>
              <a:solidFill>
                <a:srgbClr val="A02B9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</p:grpSp>
      </p:grp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8064FBD3-A0E3-81D9-4122-474ABA6821D9}"/>
              </a:ext>
            </a:extLst>
          </p:cNvPr>
          <p:cNvGrpSpPr/>
          <p:nvPr/>
        </p:nvGrpSpPr>
        <p:grpSpPr>
          <a:xfrm>
            <a:off x="5050415" y="2362072"/>
            <a:ext cx="2417642" cy="1335017"/>
            <a:chOff x="5641856" y="2315902"/>
            <a:chExt cx="1315038" cy="726162"/>
          </a:xfrm>
        </p:grpSpPr>
        <p:pic>
          <p:nvPicPr>
            <p:cNvPr id="168" name="그래픽 167" descr="데이터베이스 단색으로 채워진">
              <a:extLst>
                <a:ext uri="{FF2B5EF4-FFF2-40B4-BE49-F238E27FC236}">
                  <a16:creationId xmlns:a16="http://schemas.microsoft.com/office/drawing/2014/main" id="{80228957-A59B-74EA-394F-3CA1EA318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048680" y="2315902"/>
              <a:ext cx="473639" cy="509123"/>
            </a:xfrm>
            <a:prstGeom prst="rect">
              <a:avLst/>
            </a:prstGeom>
          </p:spPr>
        </p:pic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14326339-A95F-CAFE-6CF7-85B41EC7280F}"/>
                </a:ext>
              </a:extLst>
            </p:cNvPr>
            <p:cNvSpPr txBox="1"/>
            <p:nvPr/>
          </p:nvSpPr>
          <p:spPr>
            <a:xfrm>
              <a:off x="5641856" y="2790948"/>
              <a:ext cx="1315038" cy="2511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 b="1" dirty="0"/>
                <a:t>‘</a:t>
              </a:r>
              <a:r>
                <a:rPr lang="ko-KR" altLang="en-US" sz="1200" b="1" dirty="0"/>
                <a:t>부품</a:t>
              </a:r>
              <a:r>
                <a:rPr lang="en-US" altLang="ko-KR" sz="1200" b="1" dirty="0"/>
                <a:t>’-’</a:t>
              </a:r>
              <a:r>
                <a:rPr lang="ko-KR" altLang="en-US" sz="1200" b="1" dirty="0"/>
                <a:t>동작</a:t>
              </a:r>
              <a:r>
                <a:rPr lang="en-US" altLang="ko-KR" sz="1200" b="1" dirty="0"/>
                <a:t>’ </a:t>
              </a:r>
              <a:r>
                <a:rPr lang="ko-KR" altLang="en-US" sz="1200" b="1" dirty="0"/>
                <a:t>조립 기준 변환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데이터</a:t>
              </a:r>
            </a:p>
          </p:txBody>
        </p:sp>
      </p:grpSp>
      <p:sp>
        <p:nvSpPr>
          <p:cNvPr id="170" name="화살표: 아래쪽 169">
            <a:extLst>
              <a:ext uri="{FF2B5EF4-FFF2-40B4-BE49-F238E27FC236}">
                <a16:creationId xmlns:a16="http://schemas.microsoft.com/office/drawing/2014/main" id="{A5BD0104-A5F1-E79F-0F7A-7A6DF1F4CEFD}"/>
              </a:ext>
            </a:extLst>
          </p:cNvPr>
          <p:cNvSpPr/>
          <p:nvPr/>
        </p:nvSpPr>
        <p:spPr>
          <a:xfrm>
            <a:off x="5934663" y="3704011"/>
            <a:ext cx="686484" cy="252670"/>
          </a:xfrm>
          <a:prstGeom prst="downArrow">
            <a:avLst>
              <a:gd name="adj1" fmla="val 58865"/>
              <a:gd name="adj2" fmla="val 48637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ysClr val="windowText" lastClr="000000"/>
              </a:solidFill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04479721-C85C-6D38-7053-DC1646023D38}"/>
              </a:ext>
            </a:extLst>
          </p:cNvPr>
          <p:cNvSpPr/>
          <p:nvPr/>
        </p:nvSpPr>
        <p:spPr>
          <a:xfrm>
            <a:off x="5407847" y="4021844"/>
            <a:ext cx="1752599" cy="1443714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/>
              <a:t>공법서 변환 </a:t>
            </a:r>
            <a:r>
              <a:rPr lang="ko-KR" altLang="en-US" b="1" dirty="0" err="1"/>
              <a:t>어뎁터</a:t>
            </a:r>
            <a:endParaRPr lang="ko-KR" altLang="en-US" b="1" dirty="0"/>
          </a:p>
        </p:txBody>
      </p: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CD314656-C194-1C8F-954C-CE58B8EFCE52}"/>
              </a:ext>
            </a:extLst>
          </p:cNvPr>
          <p:cNvSpPr/>
          <p:nvPr/>
        </p:nvSpPr>
        <p:spPr>
          <a:xfrm>
            <a:off x="1098837" y="2356857"/>
            <a:ext cx="1801748" cy="307974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/>
              <a:t>‘</a:t>
            </a:r>
            <a:r>
              <a:rPr lang="ko-KR" altLang="en-US" b="1" dirty="0"/>
              <a:t>부품</a:t>
            </a:r>
            <a:r>
              <a:rPr lang="en-US" altLang="ko-KR" b="1" dirty="0"/>
              <a:t>’</a:t>
            </a:r>
            <a:r>
              <a:rPr lang="ko-KR" altLang="en-US" dirty="0"/>
              <a:t> 기준 </a:t>
            </a:r>
            <a:r>
              <a:rPr lang="en-US" altLang="ko-KR" dirty="0"/>
              <a:t>Plan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524463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C51159-62CE-7013-D7DA-9D7A33273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8716305B-3B64-A178-EAA6-4CBD25F7F7B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131C7213-D30E-F2F9-DDE7-0EBBA2D7F4E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29A46FEC-656C-E831-7F9A-503F32B4B9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56890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BD4AE-10A8-9401-3E1F-FC12B173F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37">
            <a:extLst>
              <a:ext uri="{FF2B5EF4-FFF2-40B4-BE49-F238E27FC236}">
                <a16:creationId xmlns:a16="http://schemas.microsoft.com/office/drawing/2014/main" id="{187500AF-791C-7379-7CE1-4070F48AEE3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3EA5E55-3566-C0EE-5A10-A192A7A1CE1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C721F698-6D35-245E-171D-6F4BF09B68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31867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73728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 dirty="0">
                  <a:latin typeface="+mj-ea"/>
                  <a:ea typeface="+mj-ea"/>
                </a:rPr>
                <a:t>Type D : I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</a:t>
                </a:r>
                <a:endParaRPr lang="ko-KR" altLang="en-US" sz="1200" dirty="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M4 </a:t>
                </a:r>
                <a:r>
                  <a:rPr lang="ko-KR" altLang="en-US" sz="1200" dirty="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dirty="0" err="1">
                    <a:latin typeface="+mj-ea"/>
                    <a:ea typeface="+mj-ea"/>
                  </a:rPr>
                  <a:t>나사탭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 dirty="0">
                      <a:latin typeface="+mj-ea"/>
                      <a:ea typeface="+mj-ea"/>
                    </a:rPr>
                    <a:t>M4 </a:t>
                  </a:r>
                  <a:r>
                    <a:rPr lang="ko-KR" altLang="en-US" sz="1200" dirty="0" err="1">
                      <a:latin typeface="+mj-ea"/>
                      <a:ea typeface="+mj-ea"/>
                    </a:rPr>
                    <a:t>나사탭</a:t>
                  </a:r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2631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도어</a:t>
                </a:r>
                <a:endParaRPr lang="en-US" altLang="ko-KR" sz="900"/>
              </a:p>
              <a:p>
                <a:pPr algn="ctr"/>
                <a:r>
                  <a:rPr lang="ko-KR" altLang="en-US" sz="900" err="1"/>
                  <a:t>체커</a:t>
                </a:r>
                <a:endParaRPr lang="ko-KR" altLang="en-US" sz="90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I</a:t>
                </a:r>
                <a:endParaRPr lang="ko-KR" altLang="en-US" sz="900" dirty="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F</a:t>
                </a:r>
                <a:endParaRPr lang="ko-KR" altLang="en-US" sz="900" dirty="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볼트</a:t>
                </a:r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D : M</a:t>
                </a:r>
                <a:endParaRPr lang="ko-KR" altLang="en-US" sz="900" dirty="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</a:t>
              </a:r>
              <a:r>
                <a:rPr lang="ko-KR" altLang="en-US" sz="1400" dirty="0" err="1"/>
                <a:t>체커</a:t>
              </a:r>
              <a:r>
                <a:rPr lang="ko-KR" altLang="en-US" sz="1400" dirty="0"/>
                <a:t> 조립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BDE60169-29D2-C9F8-A91A-5E4ABA9CF1DB}"/>
              </a:ext>
            </a:extLst>
          </p:cNvPr>
          <p:cNvGrpSpPr/>
          <p:nvPr/>
        </p:nvGrpSpPr>
        <p:grpSpPr>
          <a:xfrm>
            <a:off x="6266402" y="2105934"/>
            <a:ext cx="5400000" cy="2931207"/>
            <a:chOff x="6266402" y="2105934"/>
            <a:chExt cx="5400000" cy="2931207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3E16DAFE-4768-257D-1996-4127695B5E67}"/>
                </a:ext>
              </a:extLst>
            </p:cNvPr>
            <p:cNvGrpSpPr/>
            <p:nvPr/>
          </p:nvGrpSpPr>
          <p:grpSpPr>
            <a:xfrm>
              <a:off x="6266402" y="2105934"/>
              <a:ext cx="5400000" cy="2519996"/>
              <a:chOff x="6403562" y="3591834"/>
              <a:chExt cx="5400000" cy="251999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BC0526C5-5E47-A43C-DE20-FEC838E92CE9}"/>
                  </a:ext>
                </a:extLst>
              </p:cNvPr>
              <p:cNvCxnSpPr>
                <a:cxnSpLocks/>
                <a:stCxn id="66" idx="2"/>
                <a:endCxn id="75" idx="0"/>
              </p:cNvCxnSpPr>
              <p:nvPr/>
            </p:nvCxnSpPr>
            <p:spPr>
              <a:xfrm>
                <a:off x="8368783" y="4412299"/>
                <a:ext cx="0" cy="83834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직선 연결선 61">
                <a:extLst>
                  <a:ext uri="{FF2B5EF4-FFF2-40B4-BE49-F238E27FC236}">
                    <a16:creationId xmlns:a16="http://schemas.microsoft.com/office/drawing/2014/main" id="{FD6174B8-345E-577A-4E7F-74E04B9EE405}"/>
                  </a:ext>
                </a:extLst>
              </p:cNvPr>
              <p:cNvCxnSpPr>
                <a:cxnSpLocks/>
                <a:stCxn id="66" idx="3"/>
                <a:endCxn id="58" idx="2"/>
              </p:cNvCxnSpPr>
              <p:nvPr/>
            </p:nvCxnSpPr>
            <p:spPr>
              <a:xfrm flipV="1">
                <a:off x="8897514" y="4277985"/>
                <a:ext cx="695493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78" name="그룹 77">
                <a:extLst>
                  <a:ext uri="{FF2B5EF4-FFF2-40B4-BE49-F238E27FC236}">
                    <a16:creationId xmlns:a16="http://schemas.microsoft.com/office/drawing/2014/main" id="{087A532C-86E1-11EE-AC8C-E5751012EC71}"/>
                  </a:ext>
                </a:extLst>
              </p:cNvPr>
              <p:cNvGrpSpPr/>
              <p:nvPr/>
            </p:nvGrpSpPr>
            <p:grpSpPr>
              <a:xfrm>
                <a:off x="9376453" y="3591834"/>
                <a:ext cx="2427109" cy="1401493"/>
                <a:chOff x="9376453" y="3591834"/>
                <a:chExt cx="2427109" cy="1401493"/>
              </a:xfrm>
            </p:grpSpPr>
            <p:sp>
              <p:nvSpPr>
                <p:cNvPr id="58" name="타원 57">
                  <a:extLst>
                    <a:ext uri="{FF2B5EF4-FFF2-40B4-BE49-F238E27FC236}">
                      <a16:creationId xmlns:a16="http://schemas.microsoft.com/office/drawing/2014/main" id="{988CEF88-B7F3-9447-E397-3134F3C3F840}"/>
                    </a:ext>
                  </a:extLst>
                </p:cNvPr>
                <p:cNvSpPr/>
                <p:nvPr/>
              </p:nvSpPr>
              <p:spPr>
                <a:xfrm>
                  <a:off x="9593007" y="4003504"/>
                  <a:ext cx="624358" cy="548962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래치</a:t>
                  </a:r>
                </a:p>
              </p:txBody>
            </p:sp>
            <p:sp>
              <p:nvSpPr>
                <p:cNvPr id="59" name="타원 58">
                  <a:extLst>
                    <a:ext uri="{FF2B5EF4-FFF2-40B4-BE49-F238E27FC236}">
                      <a16:creationId xmlns:a16="http://schemas.microsoft.com/office/drawing/2014/main" id="{30CAF25C-7947-8AD5-0A18-779F348FF8C3}"/>
                    </a:ext>
                  </a:extLst>
                </p:cNvPr>
                <p:cNvSpPr/>
                <p:nvPr/>
              </p:nvSpPr>
              <p:spPr>
                <a:xfrm>
                  <a:off x="9404513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60" name="타원 59">
                  <a:extLst>
                    <a:ext uri="{FF2B5EF4-FFF2-40B4-BE49-F238E27FC236}">
                      <a16:creationId xmlns:a16="http://schemas.microsoft.com/office/drawing/2014/main" id="{07ED8CAC-F20B-51E0-B229-27C395C2567A}"/>
                    </a:ext>
                  </a:extLst>
                </p:cNvPr>
                <p:cNvSpPr/>
                <p:nvPr/>
              </p:nvSpPr>
              <p:spPr>
                <a:xfrm>
                  <a:off x="10746098" y="4161451"/>
                  <a:ext cx="1057464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E : M</a:t>
                  </a:r>
                  <a:endParaRPr lang="ko-KR" altLang="en-US" sz="900"/>
                </a:p>
              </p:txBody>
            </p:sp>
            <p:sp>
              <p:nvSpPr>
                <p:cNvPr id="61" name="타원 60">
                  <a:extLst>
                    <a:ext uri="{FF2B5EF4-FFF2-40B4-BE49-F238E27FC236}">
                      <a16:creationId xmlns:a16="http://schemas.microsoft.com/office/drawing/2014/main" id="{DA639322-CD1F-682C-3427-B09B75D8BFBD}"/>
                    </a:ext>
                  </a:extLst>
                </p:cNvPr>
                <p:cNvSpPr/>
                <p:nvPr/>
              </p:nvSpPr>
              <p:spPr>
                <a:xfrm>
                  <a:off x="9376453" y="4760260"/>
                  <a:ext cx="1057463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F : M </a:t>
                  </a:r>
                  <a:endParaRPr lang="ko-KR" altLang="en-US" sz="900"/>
                </a:p>
              </p:txBody>
            </p:sp>
            <p:cxnSp>
              <p:nvCxnSpPr>
                <p:cNvPr id="63" name="직선 연결선 62">
                  <a:extLst>
                    <a:ext uri="{FF2B5EF4-FFF2-40B4-BE49-F238E27FC236}">
                      <a16:creationId xmlns:a16="http://schemas.microsoft.com/office/drawing/2014/main" id="{88E4349E-A6B7-20F1-3FDD-F306D41659F1}"/>
                    </a:ext>
                  </a:extLst>
                </p:cNvPr>
                <p:cNvCxnSpPr>
                  <a:cxnSpLocks/>
                  <a:stCxn id="58" idx="0"/>
                  <a:endCxn id="59" idx="4"/>
                </p:cNvCxnSpPr>
                <p:nvPr/>
              </p:nvCxnSpPr>
              <p:spPr>
                <a:xfrm flipH="1" flipV="1">
                  <a:off x="9905184" y="3824901"/>
                  <a:ext cx="2" cy="17860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4" name="직선 연결선 63">
                  <a:extLst>
                    <a:ext uri="{FF2B5EF4-FFF2-40B4-BE49-F238E27FC236}">
                      <a16:creationId xmlns:a16="http://schemas.microsoft.com/office/drawing/2014/main" id="{9095914C-490C-A1E6-026E-C7FA5304E251}"/>
                    </a:ext>
                  </a:extLst>
                </p:cNvPr>
                <p:cNvCxnSpPr>
                  <a:cxnSpLocks/>
                  <a:stCxn id="60" idx="2"/>
                  <a:endCxn id="58" idx="6"/>
                </p:cNvCxnSpPr>
                <p:nvPr/>
              </p:nvCxnSpPr>
              <p:spPr>
                <a:xfrm flipH="1">
                  <a:off x="10217365" y="4277985"/>
                  <a:ext cx="52873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직선 연결선 64">
                  <a:extLst>
                    <a:ext uri="{FF2B5EF4-FFF2-40B4-BE49-F238E27FC236}">
                      <a16:creationId xmlns:a16="http://schemas.microsoft.com/office/drawing/2014/main" id="{0975073D-63D0-66B8-E4BA-593D35248A49}"/>
                    </a:ext>
                  </a:extLst>
                </p:cNvPr>
                <p:cNvCxnSpPr>
                  <a:cxnSpLocks/>
                  <a:stCxn id="61" idx="0"/>
                  <a:endCxn id="58" idx="4"/>
                </p:cNvCxnSpPr>
                <p:nvPr/>
              </p:nvCxnSpPr>
              <p:spPr>
                <a:xfrm flipV="1">
                  <a:off x="9905185" y="4552466"/>
                  <a:ext cx="1" cy="20779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7" name="타원 66">
                <a:extLst>
                  <a:ext uri="{FF2B5EF4-FFF2-40B4-BE49-F238E27FC236}">
                    <a16:creationId xmlns:a16="http://schemas.microsoft.com/office/drawing/2014/main" id="{9ED199E9-8A2A-3F50-1B92-1E3DC683045E}"/>
                  </a:ext>
                </a:extLst>
              </p:cNvPr>
              <p:cNvSpPr/>
              <p:nvPr/>
            </p:nvSpPr>
            <p:spPr>
              <a:xfrm>
                <a:off x="6553269" y="4112832"/>
                <a:ext cx="758050" cy="43674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grpSp>
            <p:nvGrpSpPr>
              <p:cNvPr id="80" name="그룹 79">
                <a:extLst>
                  <a:ext uri="{FF2B5EF4-FFF2-40B4-BE49-F238E27FC236}">
                    <a16:creationId xmlns:a16="http://schemas.microsoft.com/office/drawing/2014/main" id="{D1752F7D-A04B-1A38-4F7B-E423F5A1AE2C}"/>
                  </a:ext>
                </a:extLst>
              </p:cNvPr>
              <p:cNvGrpSpPr/>
              <p:nvPr/>
            </p:nvGrpSpPr>
            <p:grpSpPr>
              <a:xfrm>
                <a:off x="6403562" y="5125655"/>
                <a:ext cx="2515789" cy="986175"/>
                <a:chOff x="6403562" y="5125655"/>
                <a:chExt cx="2515789" cy="986175"/>
              </a:xfrm>
            </p:grpSpPr>
            <p:sp>
              <p:nvSpPr>
                <p:cNvPr id="71" name="사각형: 둥근 모서리 70">
                  <a:extLst>
                    <a:ext uri="{FF2B5EF4-FFF2-40B4-BE49-F238E27FC236}">
                      <a16:creationId xmlns:a16="http://schemas.microsoft.com/office/drawing/2014/main" id="{CB272862-69A1-668D-CA36-B2950B50D4A0}"/>
                    </a:ext>
                  </a:extLst>
                </p:cNvPr>
                <p:cNvSpPr/>
                <p:nvPr/>
              </p:nvSpPr>
              <p:spPr>
                <a:xfrm>
                  <a:off x="6403562" y="5125655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</a:t>
                  </a:r>
                  <a:endParaRPr lang="ko-KR" altLang="en-US" sz="900"/>
                </a:p>
              </p:txBody>
            </p:sp>
            <p:sp>
              <p:nvSpPr>
                <p:cNvPr id="74" name="타원 73">
                  <a:extLst>
                    <a:ext uri="{FF2B5EF4-FFF2-40B4-BE49-F238E27FC236}">
                      <a16:creationId xmlns:a16="http://schemas.microsoft.com/office/drawing/2014/main" id="{96977C79-2F49-D1F2-25A7-02372DEF03DC}"/>
                    </a:ext>
                  </a:extLst>
                </p:cNvPr>
                <p:cNvSpPr/>
                <p:nvPr/>
              </p:nvSpPr>
              <p:spPr>
                <a:xfrm>
                  <a:off x="7927278" y="5725503"/>
                  <a:ext cx="883007" cy="386327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75" name="타원 74">
                  <a:extLst>
                    <a:ext uri="{FF2B5EF4-FFF2-40B4-BE49-F238E27FC236}">
                      <a16:creationId xmlns:a16="http://schemas.microsoft.com/office/drawing/2014/main" id="{913B4E1B-F4BB-01AD-6C17-2E6446AD4BE2}"/>
                    </a:ext>
                  </a:extLst>
                </p:cNvPr>
                <p:cNvSpPr/>
                <p:nvPr/>
              </p:nvSpPr>
              <p:spPr>
                <a:xfrm>
                  <a:off x="7818215" y="5250639"/>
                  <a:ext cx="1101136" cy="28728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0CCA6011-61A3-C669-1779-9815406874C0}"/>
                    </a:ext>
                  </a:extLst>
                </p:cNvPr>
                <p:cNvCxnSpPr>
                  <a:cxnSpLocks/>
                  <a:stCxn id="75" idx="4"/>
                  <a:endCxn id="74" idx="0"/>
                </p:cNvCxnSpPr>
                <p:nvPr/>
              </p:nvCxnSpPr>
              <p:spPr>
                <a:xfrm flipH="1">
                  <a:off x="8368782" y="5537926"/>
                  <a:ext cx="1" cy="187577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4133022-35B4-8CE8-1AB2-454EC1C66B87}"/>
                  </a:ext>
                </a:extLst>
              </p:cNvPr>
              <p:cNvGrpSpPr/>
              <p:nvPr/>
            </p:nvGrpSpPr>
            <p:grpSpPr>
              <a:xfrm>
                <a:off x="6932294" y="3591834"/>
                <a:ext cx="2472219" cy="1533821"/>
                <a:chOff x="6932294" y="3591834"/>
                <a:chExt cx="2472219" cy="1533821"/>
              </a:xfrm>
            </p:grpSpPr>
            <p:sp>
              <p:nvSpPr>
                <p:cNvPr id="66" name="사각형: 둥근 모서리 65">
                  <a:extLst>
                    <a:ext uri="{FF2B5EF4-FFF2-40B4-BE49-F238E27FC236}">
                      <a16:creationId xmlns:a16="http://schemas.microsoft.com/office/drawing/2014/main" id="{E81A7E90-BEE1-92E1-2939-DB11739BE786}"/>
                    </a:ext>
                  </a:extLst>
                </p:cNvPr>
                <p:cNvSpPr/>
                <p:nvPr/>
              </p:nvSpPr>
              <p:spPr>
                <a:xfrm>
                  <a:off x="7840051" y="4143672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F</a:t>
                  </a:r>
                  <a:endParaRPr lang="ko-KR" altLang="en-US" sz="90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8E344C77-2751-9126-A8EC-D54D772D51F5}"/>
                    </a:ext>
                  </a:extLst>
                </p:cNvPr>
                <p:cNvCxnSpPr>
                  <a:cxnSpLocks/>
                  <a:stCxn id="70" idx="2"/>
                  <a:endCxn id="67" idx="7"/>
                </p:cNvCxnSpPr>
                <p:nvPr/>
              </p:nvCxnSpPr>
              <p:spPr>
                <a:xfrm flipH="1">
                  <a:off x="7200305" y="3708368"/>
                  <a:ext cx="667807" cy="46842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직선 연결선 68">
                  <a:extLst>
                    <a:ext uri="{FF2B5EF4-FFF2-40B4-BE49-F238E27FC236}">
                      <a16:creationId xmlns:a16="http://schemas.microsoft.com/office/drawing/2014/main" id="{EF5394F3-5E72-AAE3-04CC-798369562E1C}"/>
                    </a:ext>
                  </a:extLst>
                </p:cNvPr>
                <p:cNvCxnSpPr>
                  <a:cxnSpLocks/>
                  <a:stCxn id="71" idx="0"/>
                  <a:endCxn id="67" idx="4"/>
                </p:cNvCxnSpPr>
                <p:nvPr/>
              </p:nvCxnSpPr>
              <p:spPr>
                <a:xfrm flipV="1">
                  <a:off x="6932294" y="4549575"/>
                  <a:ext cx="0" cy="5760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0" name="타원 69">
                  <a:extLst>
                    <a:ext uri="{FF2B5EF4-FFF2-40B4-BE49-F238E27FC236}">
                      <a16:creationId xmlns:a16="http://schemas.microsoft.com/office/drawing/2014/main" id="{3A3CBFF0-AFB2-0BEB-8185-CDA0B312A439}"/>
                    </a:ext>
                  </a:extLst>
                </p:cNvPr>
                <p:cNvSpPr/>
                <p:nvPr/>
              </p:nvSpPr>
              <p:spPr>
                <a:xfrm>
                  <a:off x="7868112" y="3591834"/>
                  <a:ext cx="1001341" cy="233067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A : F</a:t>
                  </a:r>
                  <a:endParaRPr lang="ko-KR" altLang="en-US" sz="900"/>
                </a:p>
              </p:txBody>
            </p:sp>
            <p:sp>
              <p:nvSpPr>
                <p:cNvPr id="72" name="사각형: 둥근 모서리 71">
                  <a:extLst>
                    <a:ext uri="{FF2B5EF4-FFF2-40B4-BE49-F238E27FC236}">
                      <a16:creationId xmlns:a16="http://schemas.microsoft.com/office/drawing/2014/main" id="{9968A815-C33E-0BF4-99AD-59A8C1F6FDA6}"/>
                    </a:ext>
                  </a:extLst>
                </p:cNvPr>
                <p:cNvSpPr/>
                <p:nvPr/>
              </p:nvSpPr>
              <p:spPr>
                <a:xfrm>
                  <a:off x="7840051" y="4742481"/>
                  <a:ext cx="1057463" cy="26862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B : I</a:t>
                  </a:r>
                  <a:endParaRPr lang="ko-KR" altLang="en-US" sz="900"/>
                </a:p>
              </p:txBody>
            </p:sp>
            <p:cxnSp>
              <p:nvCxnSpPr>
                <p:cNvPr id="73" name="직선 연결선 72">
                  <a:extLst>
                    <a:ext uri="{FF2B5EF4-FFF2-40B4-BE49-F238E27FC236}">
                      <a16:creationId xmlns:a16="http://schemas.microsoft.com/office/drawing/2014/main" id="{00CF94D6-4E83-547C-9D91-8C1F833FC50E}"/>
                    </a:ext>
                  </a:extLst>
                </p:cNvPr>
                <p:cNvCxnSpPr>
                  <a:cxnSpLocks/>
                  <a:stCxn id="72" idx="1"/>
                  <a:endCxn id="67" idx="5"/>
                </p:cNvCxnSpPr>
                <p:nvPr/>
              </p:nvCxnSpPr>
              <p:spPr>
                <a:xfrm flipH="1" flipV="1">
                  <a:off x="7200305" y="4485615"/>
                  <a:ext cx="639746" cy="3911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F2C2B991-DB39-341A-9DCE-71C4E9410041}"/>
                    </a:ext>
                  </a:extLst>
                </p:cNvPr>
                <p:cNvCxnSpPr>
                  <a:cxnSpLocks/>
                  <a:stCxn id="59" idx="2"/>
                  <a:endCxn id="70" idx="6"/>
                </p:cNvCxnSpPr>
                <p:nvPr/>
              </p:nvCxnSpPr>
              <p:spPr>
                <a:xfrm flipH="1">
                  <a:off x="8869453" y="3708368"/>
                  <a:ext cx="535060" cy="0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51F71EE-2362-0526-FD14-4CBAA74AA258}"/>
                </a:ext>
              </a:extLst>
            </p:cNvPr>
            <p:cNvSpPr txBox="1"/>
            <p:nvPr/>
          </p:nvSpPr>
          <p:spPr>
            <a:xfrm>
              <a:off x="7143881" y="4729364"/>
              <a:ext cx="364504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dirty="0"/>
                <a:t>도어 래치 조립</a:t>
              </a:r>
              <a:r>
                <a:rPr lang="en-US" altLang="ko-KR" sz="1400" dirty="0"/>
                <a:t> </a:t>
              </a:r>
              <a:endParaRPr lang="ko-KR" altLang="en-US" sz="1400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483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맑은 고딕"/>
                <a:ea typeface="맑은 고딕"/>
              </a:rPr>
              <a:t>부품 조립 예시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/>
        </p:nvGraphicFramePr>
        <p:xfrm>
          <a:off x="3774997" y="1493838"/>
          <a:ext cx="4642008" cy="324708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C483BCB1-F0CD-2C42-0D45-2B4F4AD59EBC}"/>
              </a:ext>
            </a:extLst>
          </p:cNvPr>
          <p:cNvSpPr/>
          <p:nvPr/>
        </p:nvSpPr>
        <p:spPr>
          <a:xfrm>
            <a:off x="821719" y="2707071"/>
            <a:ext cx="11028536" cy="313954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11FEA2-EB10-4419-24BB-706A5E10DAD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3F0B715-6238-DD4B-A68E-CBD1552D09B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37EDEC1A-FC64-4476-4C97-0B0BC26EA9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26BC00E-9D38-ED0D-E6F1-66D0A73AC6A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D8B57EDA-1D8C-12D9-762A-2E65C0D0CAD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DCB4B4A5-D939-3B26-31CC-E74AD18F653D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E87DC4A6-029D-82DF-28A5-6CB3316147D7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94F63E83-0B97-3484-9F12-F34C98658B2B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D53DBA8B-B971-23B2-7538-21FA52F7CD52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5C2F14AE-D9B1-9CA2-6B62-55365D381397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095C43B1-6483-95F6-ED50-F78B52C98FA6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84EA002A-FA38-9F97-4133-E50863FF56F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0C64B426-2DA2-D825-B4DB-C74ACE26B07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B8E8DF89-75EC-7DD2-4C34-8825BAA8F84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A7225E7-CFFD-B624-1987-CF45BCFCDEA7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4AD78721-4E81-22E1-F729-AA4FC2E0C282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CB333E45-0F1C-F279-63D8-0FCA3A78805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A5DD3766-3FA0-A35B-1184-EAC049813165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0E834A92-7AF3-480C-2F24-068F51FFDED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A9F8FFF7-D4DF-93B8-6677-804F16098CA7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D9B64556-461B-36C3-0ECB-A9E82B9CAB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87D105AF-D1D8-FE55-37B2-4B7C189AD8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813D256B-582E-A9D0-8A4C-3730E314B2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E75A3DA1-1D6B-3A22-D9D9-CE1BADD514AF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232DC790-7C28-095D-841A-C5126D9B1319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2E000C4E-03EB-E5A4-B73E-E5E905E23565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AAEC59A5-E1B7-A180-FBFD-6E59615D97EF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CA0DF101-02AC-C4EE-F945-1F7F0B86C1B4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6A6025E-CE5B-D812-58FB-52DB78848883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604D5A59-5EFB-75B2-38F8-6B33F377B404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A456CEA-8FE3-1A7C-18D4-EF74AAC677A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D326C9C-A1CD-A59E-29E3-3A9A3876ED63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2320882D-4342-EF0C-9C19-4246928B67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0F0785B-DA82-9730-5E13-0E94CC85DB45}"/>
              </a:ext>
            </a:extLst>
          </p:cNvPr>
          <p:cNvGrpSpPr/>
          <p:nvPr/>
        </p:nvGrpSpPr>
        <p:grpSpPr>
          <a:xfrm>
            <a:off x="3908439" y="1107438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D918CBE2-8CF7-C431-5F6F-756DA3F9B2D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C5F1B70-1D48-6D54-5FDA-2CA3FE158040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D955B742-3CFF-D7EC-DB02-8EED1DFE9D0E}"/>
              </a:ext>
            </a:extLst>
          </p:cNvPr>
          <p:cNvGrpSpPr/>
          <p:nvPr/>
        </p:nvGrpSpPr>
        <p:grpSpPr>
          <a:xfrm>
            <a:off x="4520617" y="2953088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E2CC0D0A-B785-B316-D371-91A1FB0E1A15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60840A14-B9A5-2A46-323D-BD96282C0F6F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9D3F3331-74A1-1210-9AFA-B6E57C316EA0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EEF0D99C-9C59-10BF-D6B6-17372C1A3E27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D291DABB-5A2E-8699-678B-38C1E881773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364EB44C-32A6-69A0-DB1D-4FC5728609D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023CC56A-CC7F-4802-2F3C-69DAA6795E8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51DBE0-4810-EB2B-02AE-C1371E2A64F5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48E0728E-9A40-1E73-4915-90A9AA947770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B0798100-2351-7B9F-396A-8141E4BFF555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65748CDB-8288-B7D1-9432-FE67E7F0387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8CFD3B3C-4476-5412-F65D-58C26791710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04EEE15-1C02-B11C-99CD-9386DAFEC72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58DD0EA4-F911-AE05-B1C0-A77ED5BE3C46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F0FC362E-B3ED-2E90-CB96-8012B81DAAA8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5511DF3E-EB70-65A5-22AE-F17BE088CD60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C9B82E63-5FDF-2F3C-166A-BAEF543B72F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3C71CADA-D55F-8CE0-CA53-FB39C1ED5AD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38DA7D58-2D4C-A897-4EA5-B5C6823C3650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E29A297-D003-AB7D-7418-C254DCE9C025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A73C3566-5B47-7C99-5149-6AFEC718D008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B33CBB08-BA2A-58D6-AF3A-751367E3A5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7719641-1CEE-625D-183A-2BA8AF5DBE99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3C8494B3-3D40-709F-566D-51DD1209402F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78C2D5AD-4643-C54F-6072-0D9F4539F196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77D4517-FE05-6534-CD0E-CD0C269EDE5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E87252-DCB0-8AC8-CAC9-961FA0DEB96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210DFE7-72E5-CF43-B67E-01428063D290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2E3AC5AD-8050-9389-4E51-913DD6BF429C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1DA77E3F-ABFC-4E20-8593-FD0615DA403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21D0EC0C-4273-1642-4E6D-DCBF716037B0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07A17A7-E072-777A-FC12-E990D4FAE4F3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8087B47A-055B-D6C6-23B3-BAFB892AE920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2563FC7-DE1B-F38D-B1B0-7F5B0F5B62C9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B2D7B108-0A44-D4D2-2EE1-0602B40128B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7944A658-207D-0610-A6E7-2447E6DFE67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7F40524D-8E10-866B-9FEC-67B86CC8B5C1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951E5ED9-4589-AD14-E95E-92EF17CDBFF2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BFA59218-130F-21C9-3BEB-131800C372CC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964F2FE5-A80B-C4D0-B4BC-35ED53EBE309}"/>
              </a:ext>
            </a:extLst>
          </p:cNvPr>
          <p:cNvGrpSpPr/>
          <p:nvPr/>
        </p:nvGrpSpPr>
        <p:grpSpPr>
          <a:xfrm>
            <a:off x="6679944" y="4078336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B1B4CAD-0DE4-5EAB-0ED2-4478FBD308A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F0A2EA53-6011-B230-3B9C-B07CA340036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B9698ECA-4D31-EE28-48F5-F52BA7A5AB5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8E93EB21-D1BC-12F3-FB44-9505D0775A9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C698A8F2-AB39-B2ED-E04D-28BA5116E87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7F4B1B43-AC4E-EA19-A824-8AE9ED768E36}"/>
              </a:ext>
            </a:extLst>
          </p:cNvPr>
          <p:cNvGrpSpPr/>
          <p:nvPr/>
        </p:nvGrpSpPr>
        <p:grpSpPr>
          <a:xfrm>
            <a:off x="1132328" y="3310518"/>
            <a:ext cx="1812481" cy="1142487"/>
            <a:chOff x="8410242" y="1013492"/>
            <a:chExt cx="1812481" cy="1349188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C490FA0B-6639-919D-22C4-58DC8FD8353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165BD056-7AF4-A3B3-7170-E56978DCB26B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BA3D5C56-5915-FF89-DA57-911C3BA2B430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F8334B47-E2C4-720F-0092-8D22E0FAC46F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C43D96CB-624F-1554-268E-19BC33150EFA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02B5DDDE-B24B-6CF4-1041-4AD357D3A665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E0A384AF-8653-9D1A-21BD-D8BC41465799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1C0FD0AE-C905-4AF4-5131-635D7E77049E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986868FB-C71D-18F4-D799-E69AC9958BC0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5C9F2988-578E-BCEE-6767-27AB31BABA13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F75EA17-2DD1-7E95-9C58-4D81A7AA36A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21787D-0734-3DEE-6B0A-A51D2446ED0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D5F313F7-9D3F-A84F-9F7F-225B129CAE1C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0D579988-EC03-E812-384E-A308648BE1A8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3F4149C3-F17F-5B43-E89D-271D539CC762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397FEAA5-15CB-7A68-5A92-C0D685A0A221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5EF8E4CE-D9EE-C9BB-20CB-9753EA48F7D6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85290026-1E15-ABD9-87A6-3785BF903A07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5B5C433F-9C7D-EAB3-DDC4-1459798C4D3C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D95D120-6753-0E45-4298-28A50751EA6A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A755408E-1190-D423-D9B3-F24D81636A9F}"/>
              </a:ext>
            </a:extLst>
          </p:cNvPr>
          <p:cNvGraphicFramePr>
            <a:graphicFrameLocks noGrp="1"/>
          </p:cNvGraphicFramePr>
          <p:nvPr/>
        </p:nvGraphicFramePr>
        <p:xfrm>
          <a:off x="10112576" y="919665"/>
          <a:ext cx="1269793" cy="186320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63773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58758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52306DE-6EE5-F45F-4695-500FB5494AC7}"/>
              </a:ext>
            </a:extLst>
          </p:cNvPr>
          <p:cNvGrpSpPr/>
          <p:nvPr/>
        </p:nvGrpSpPr>
        <p:grpSpPr>
          <a:xfrm>
            <a:off x="10606340" y="1236770"/>
            <a:ext cx="700666" cy="520671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61A9DF8-5444-4252-9F85-9ECABF55D83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055E0F8D-44CE-C049-0687-42ECD90D9B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F2407200-6750-D5D7-F59A-2881950CC6A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7A859B36-5CA9-9439-DC67-50E05C6A84E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D081F34A-86B7-DC1E-A1B2-48D29F8B6EC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B9A3C74-B051-BA4D-BD56-81860080BD4E}"/>
              </a:ext>
            </a:extLst>
          </p:cNvPr>
          <p:cNvGrpSpPr/>
          <p:nvPr/>
        </p:nvGrpSpPr>
        <p:grpSpPr>
          <a:xfrm>
            <a:off x="10606340" y="1898504"/>
            <a:ext cx="700666" cy="454513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54135CCA-1B43-032D-FD4B-8DDE3D8FC17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BBB75B43-1D8E-88AC-99F9-46DDF826E5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815FE469-3078-3EC8-F753-E9FCE91FF4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1CB36C8B-C74A-8DB9-5C25-63F20F61C5A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7F0FDEEC-D9DD-EC05-054E-CAF36E6E81DD}"/>
              </a:ext>
            </a:extLst>
          </p:cNvPr>
          <p:cNvSpPr/>
          <p:nvPr/>
        </p:nvSpPr>
        <p:spPr>
          <a:xfrm>
            <a:off x="3271005" y="3379609"/>
            <a:ext cx="1059974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10D1B9BC-6499-80D9-5E69-726C36F12F2E}"/>
              </a:ext>
            </a:extLst>
          </p:cNvPr>
          <p:cNvGrpSpPr/>
          <p:nvPr/>
        </p:nvGrpSpPr>
        <p:grpSpPr>
          <a:xfrm>
            <a:off x="7159948" y="141440"/>
            <a:ext cx="2112516" cy="2742477"/>
            <a:chOff x="7691832" y="2982395"/>
            <a:chExt cx="2112516" cy="2742477"/>
          </a:xfrm>
        </p:grpSpPr>
        <p:grpSp>
          <p:nvGrpSpPr>
            <p:cNvPr id="147" name="그룹 146">
              <a:extLst>
                <a:ext uri="{FF2B5EF4-FFF2-40B4-BE49-F238E27FC236}">
                  <a16:creationId xmlns:a16="http://schemas.microsoft.com/office/drawing/2014/main" id="{24C61008-FD0C-D632-D12C-82FDBE2FA49B}"/>
                </a:ext>
              </a:extLst>
            </p:cNvPr>
            <p:cNvGrpSpPr/>
            <p:nvPr/>
          </p:nvGrpSpPr>
          <p:grpSpPr>
            <a:xfrm>
              <a:off x="7691832" y="2982395"/>
              <a:ext cx="2112516" cy="958137"/>
              <a:chOff x="7994089" y="945795"/>
              <a:chExt cx="2112516" cy="1131485"/>
            </a:xfrm>
          </p:grpSpPr>
          <p:grpSp>
            <p:nvGrpSpPr>
              <p:cNvPr id="146" name="그룹 145">
                <a:extLst>
                  <a:ext uri="{FF2B5EF4-FFF2-40B4-BE49-F238E27FC236}">
                    <a16:creationId xmlns:a16="http://schemas.microsoft.com/office/drawing/2014/main" id="{829268B0-FEDA-DC81-CD10-691E84CF272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131" name="타원 130">
                  <a:extLst>
                    <a:ext uri="{FF2B5EF4-FFF2-40B4-BE49-F238E27FC236}">
                      <a16:creationId xmlns:a16="http://schemas.microsoft.com/office/drawing/2014/main" id="{3D25ABBF-5493-9E8D-FC0B-C580F249C696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32" name="직선 연결선 131">
                  <a:extLst>
                    <a:ext uri="{FF2B5EF4-FFF2-40B4-BE49-F238E27FC236}">
                      <a16:creationId xmlns:a16="http://schemas.microsoft.com/office/drawing/2014/main" id="{2438370D-B74C-8C50-5290-6B6CE10E3300}"/>
                    </a:ext>
                  </a:extLst>
                </p:cNvPr>
                <p:cNvCxnSpPr>
                  <a:cxnSpLocks/>
                  <a:stCxn id="140" idx="2"/>
                  <a:endCxn id="131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3" name="타원 132">
                  <a:extLst>
                    <a:ext uri="{FF2B5EF4-FFF2-40B4-BE49-F238E27FC236}">
                      <a16:creationId xmlns:a16="http://schemas.microsoft.com/office/drawing/2014/main" id="{C932A6DD-F0BA-3E4E-3BF7-505E966CAC1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4" name="직선 연결선 133">
                  <a:extLst>
                    <a:ext uri="{FF2B5EF4-FFF2-40B4-BE49-F238E27FC236}">
                      <a16:creationId xmlns:a16="http://schemas.microsoft.com/office/drawing/2014/main" id="{E221EEDB-41F2-7ADB-C18B-AAE2BE5643A6}"/>
                    </a:ext>
                  </a:extLst>
                </p:cNvPr>
                <p:cNvCxnSpPr>
                  <a:cxnSpLocks/>
                  <a:stCxn id="137" idx="1"/>
                  <a:endCxn id="133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5" name="타원 134">
                  <a:extLst>
                    <a:ext uri="{FF2B5EF4-FFF2-40B4-BE49-F238E27FC236}">
                      <a16:creationId xmlns:a16="http://schemas.microsoft.com/office/drawing/2014/main" id="{0BC488A4-6AF2-C9F4-9E3E-E8BF30AE757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6" name="직선 연결선 135">
                  <a:extLst>
                    <a:ext uri="{FF2B5EF4-FFF2-40B4-BE49-F238E27FC236}">
                      <a16:creationId xmlns:a16="http://schemas.microsoft.com/office/drawing/2014/main" id="{AD6A1084-21C3-C8C4-2983-DDE93505F9BF}"/>
                    </a:ext>
                  </a:extLst>
                </p:cNvPr>
                <p:cNvCxnSpPr>
                  <a:cxnSpLocks/>
                  <a:stCxn id="141" idx="6"/>
                  <a:endCxn id="13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37" name="사각형: 둥근 모서리 136">
                  <a:extLst>
                    <a:ext uri="{FF2B5EF4-FFF2-40B4-BE49-F238E27FC236}">
                      <a16:creationId xmlns:a16="http://schemas.microsoft.com/office/drawing/2014/main" id="{B3794922-9446-DDCE-4C1B-9B9C0258E15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38" name="사각형: 둥근 모서리 137">
                  <a:extLst>
                    <a:ext uri="{FF2B5EF4-FFF2-40B4-BE49-F238E27FC236}">
                      <a16:creationId xmlns:a16="http://schemas.microsoft.com/office/drawing/2014/main" id="{FB8BA78E-D143-F3C2-B702-BA4B2CF02F2B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39" name="직선 연결선 138">
                  <a:extLst>
                    <a:ext uri="{FF2B5EF4-FFF2-40B4-BE49-F238E27FC236}">
                      <a16:creationId xmlns:a16="http://schemas.microsoft.com/office/drawing/2014/main" id="{50FC0866-6AD8-9DCB-B1B5-4D64858F2B9E}"/>
                    </a:ext>
                  </a:extLst>
                </p:cNvPr>
                <p:cNvCxnSpPr>
                  <a:cxnSpLocks/>
                  <a:stCxn id="138" idx="3"/>
                  <a:endCxn id="131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40" name="타원 139">
                  <a:extLst>
                    <a:ext uri="{FF2B5EF4-FFF2-40B4-BE49-F238E27FC236}">
                      <a16:creationId xmlns:a16="http://schemas.microsoft.com/office/drawing/2014/main" id="{40F65A50-2F56-4C34-BEEE-FA96A7419990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1" name="타원 140">
                  <a:extLst>
                    <a:ext uri="{FF2B5EF4-FFF2-40B4-BE49-F238E27FC236}">
                      <a16:creationId xmlns:a16="http://schemas.microsoft.com/office/drawing/2014/main" id="{8E89D5F6-CD0B-E26E-4D6A-6DF7E6A60504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2" name="타원 141">
                  <a:extLst>
                    <a:ext uri="{FF2B5EF4-FFF2-40B4-BE49-F238E27FC236}">
                      <a16:creationId xmlns:a16="http://schemas.microsoft.com/office/drawing/2014/main" id="{42F18A76-DCD0-3CF7-BA16-A0F432300ABB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43" name="타원 142">
                  <a:extLst>
                    <a:ext uri="{FF2B5EF4-FFF2-40B4-BE49-F238E27FC236}">
                      <a16:creationId xmlns:a16="http://schemas.microsoft.com/office/drawing/2014/main" id="{7548C5F9-0956-0787-CF98-5A429F7E55F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44" name="직선 연결선 143">
                  <a:extLst>
                    <a:ext uri="{FF2B5EF4-FFF2-40B4-BE49-F238E27FC236}">
                      <a16:creationId xmlns:a16="http://schemas.microsoft.com/office/drawing/2014/main" id="{9F26DF5C-ED45-C7CD-5286-797FE8EC453C}"/>
                    </a:ext>
                  </a:extLst>
                </p:cNvPr>
                <p:cNvCxnSpPr>
                  <a:cxnSpLocks/>
                  <a:stCxn id="143" idx="4"/>
                  <a:endCxn id="142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직선 연결선 144">
                  <a:extLst>
                    <a:ext uri="{FF2B5EF4-FFF2-40B4-BE49-F238E27FC236}">
                      <a16:creationId xmlns:a16="http://schemas.microsoft.com/office/drawing/2014/main" id="{ADC85AAE-82B7-4FB8-83B8-430887740925}"/>
                    </a:ext>
                  </a:extLst>
                </p:cNvPr>
                <p:cNvCxnSpPr>
                  <a:cxnSpLocks/>
                  <a:stCxn id="137" idx="2"/>
                  <a:endCxn id="138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9F51ADD7-42E0-BDCF-B023-EAAFE35A1A81}"/>
                  </a:ext>
                </a:extLst>
              </p:cNvPr>
              <p:cNvSpPr txBox="1"/>
              <p:nvPr/>
            </p:nvSpPr>
            <p:spPr>
              <a:xfrm>
                <a:off x="8144107" y="1825280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업데이트 부품 상태</a:t>
                </a:r>
              </a:p>
            </p:txBody>
          </p:sp>
        </p:grpSp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6777E838-D3B5-7FCA-2E87-9145FFD9377C}"/>
                </a:ext>
              </a:extLst>
            </p:cNvPr>
            <p:cNvSpPr/>
            <p:nvPr/>
          </p:nvSpPr>
          <p:spPr>
            <a:xfrm>
              <a:off x="8227171" y="4042257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B5F3070A-0CE8-7457-135A-4B3C70E5BA73}"/>
                </a:ext>
              </a:extLst>
            </p:cNvPr>
            <p:cNvGrpSpPr/>
            <p:nvPr/>
          </p:nvGrpSpPr>
          <p:grpSpPr>
            <a:xfrm>
              <a:off x="7853365" y="4601384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58761ACE-C3CA-32C6-E59E-C1966E9ED44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DBC40935-B9AA-38C2-C9EA-2004DA3B3009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506EB7CA-F48E-EB9D-D8C9-2212B2EDD917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213218A3-1592-BA5A-7A8D-97E93CBF20FB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7C977B75-76BA-22B2-396E-A7170B593C37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66B9DA7F-7BD3-C94C-D6E5-C0EBF1F7DEF4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FE98E85-9C07-BB05-1E4A-3011C38E45D9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96C31E59-3107-5B27-D455-0D29EB32A98E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34918DD6-2C5C-D16A-38B6-DA3B9522D788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3EFC7DF8-DD39-02CE-BEDA-536296238FA9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E61100E4-15A5-BC70-7FBB-E6F1526C1DCB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C8959E76-964D-9896-9227-702F24DD22D7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75A3F046-82CB-521D-3D17-8E9717ADF1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36FF3C-9D44-5A7C-8231-0EFAE794F281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39CF900A-8A69-59C1-5F4B-3813B4E2EB8A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85D252AD-906E-0152-487D-5217B5653E7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3DCFFEDF-5D6C-354D-C1B0-4B1AC2185EB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3FC4640B-7DA4-025F-B3C7-0E61CF72EC44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4939567D-7C37-2199-2B06-13C460E6990A}"/>
              </a:ext>
            </a:extLst>
          </p:cNvPr>
          <p:cNvGrpSpPr/>
          <p:nvPr/>
        </p:nvGrpSpPr>
        <p:grpSpPr>
          <a:xfrm>
            <a:off x="821719" y="2725968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69D32AD3-3CAC-BCC6-B36C-2B6AC5363E4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0CECA326-6758-4EF1-8CA4-FD06BDE6863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14181456-000B-4D1B-88EE-8E034B3B4430}"/>
              </a:ext>
            </a:extLst>
          </p:cNvPr>
          <p:cNvSpPr/>
          <p:nvPr/>
        </p:nvSpPr>
        <p:spPr>
          <a:xfrm>
            <a:off x="2892493" y="361290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0E00D513-26F1-9CD6-C61F-0CE3DC4933E0}"/>
              </a:ext>
            </a:extLst>
          </p:cNvPr>
          <p:cNvSpPr/>
          <p:nvPr/>
        </p:nvSpPr>
        <p:spPr>
          <a:xfrm>
            <a:off x="4577712" y="3605828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6948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8E07C-B077-1013-DE05-F23E49D1C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7FC471E-48F9-C174-F285-A4BD7EECC92C}"/>
              </a:ext>
            </a:extLst>
          </p:cNvPr>
          <p:cNvSpPr/>
          <p:nvPr/>
        </p:nvSpPr>
        <p:spPr>
          <a:xfrm>
            <a:off x="413018" y="2564877"/>
            <a:ext cx="11550381" cy="2543602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26C7FA-32B8-1A3C-6B68-F7CF62C62C6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8679C9DF-D8E5-7D23-B455-91AB1CD2502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84B143C8-5738-90D1-CA5E-C30837121A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4F78DB0F-8F51-0F36-2CAB-B12DC203FC98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EAE9D8E7-EB46-6797-D039-A275E0F0323D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3E62EC18-28FC-3E1E-747F-376DE41FF34B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1630D6CC-8E67-9414-A3AB-ADFEE2A7C411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3E1EBBD7-1246-3912-B0D1-99DBFA24E18D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48344D2C-2008-5E2F-E7CC-E64292994B9E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6BAE57-4E57-A629-40CB-750B14FF6461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7B21AF-0E6F-DD26-7F01-1C481E41CE8A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C01B7E7-4783-E0B5-6F7C-2D7C025F50DE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1CBBAFD5-8415-2392-DA6E-72EFBAC3E430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25139DC-B563-A118-D85A-94313A7D99F9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A8CB784F-F68D-FF58-7C88-BA8819F1B5C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BF25CA6F-CC0B-9D31-4891-805E11CD7F9F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B5BD8544-575D-66D5-CAE5-62007847B082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D0D1E62-EB9B-05BA-E1CE-0162285A3722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C6E91467-8AEB-3030-3239-7F1F244868A8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EB8FE661-85C0-AFF0-DB0F-3373900DCB88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49BBCECD-92E4-3669-18B1-3F476B0FA2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553F659-1759-2DB9-DB7C-4F32A1539C7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ED22A8FB-C605-AC86-5ED9-2BA3480425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00742C1A-65E3-14DD-C014-370785ADD07B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1099FD3D-F3F9-ABB2-7DD4-5F44B67AB11D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ABB8485-8CE6-1571-F98F-5AE9B320A2D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7307400-7753-E4C9-B8C8-89D132B8A82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253EFAE-15C7-DCB0-BFCF-84E8D78F757B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422B05A1-2524-C840-31CE-A6D4559E5589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4EF06BE-96E1-3FA2-7CF3-DF9ACA1D482F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5496D83-D38D-CF53-0AAE-AF678A32E14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B2CA04E-6D8E-BF00-33B9-DEC91FDB39FD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3737DB4B-4E47-D669-25AA-0C77E3E13B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EA51F6E5-181A-3BD1-CABD-A74663AFFA60}"/>
              </a:ext>
            </a:extLst>
          </p:cNvPr>
          <p:cNvGrpSpPr/>
          <p:nvPr/>
        </p:nvGrpSpPr>
        <p:grpSpPr>
          <a:xfrm>
            <a:off x="4662408" y="1099577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04595AC0-04C0-53A1-538B-A4671F7B0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A67CC61A-376A-0A36-685C-7BA4A1B2C01A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3741E446-12CD-4848-7EED-B85EDB1D058F}"/>
              </a:ext>
            </a:extLst>
          </p:cNvPr>
          <p:cNvGrpSpPr/>
          <p:nvPr/>
        </p:nvGrpSpPr>
        <p:grpSpPr>
          <a:xfrm>
            <a:off x="3096765" y="2766621"/>
            <a:ext cx="1812481" cy="2002162"/>
            <a:chOff x="4074510" y="2332845"/>
            <a:chExt cx="1812481" cy="2364397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F967DCAA-1C3E-20D0-ED03-714E17D73A5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BD80898F-90FC-81F1-0B26-6CFC7E30E4E0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0A28FA7A-BF9F-4905-336F-A73714C30884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1E3653D9-466C-03BA-2659-9A3D30145ABC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9A654DC6-2881-C5F1-5422-72A3E3982967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7728FE8C-8BBD-24D3-F3FB-62077D31D4CE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C6E8CABD-5EF4-5CCF-CC87-24DC8AC7BD5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BC1598A8-7ADD-4981-2619-B184E332195B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C836A0E2-0CD7-FC07-8739-E3033D113CCB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450DA9F4-AE71-1BCE-C5CF-F2205E44D14C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2A57057-6F11-222C-8D60-A49640EF3BB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7114EB58-48B5-20AA-1EB3-B9AAF805EC4A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20985DD3-1CDD-4D35-9235-11467BB97C4E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2553FA3E-ECF1-E976-1B53-0FA7E8BC1BDB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C495BE74-2012-C300-7C3D-68EA81ECF982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010F0FBC-ABD4-C7D7-CF46-B90C065212CE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61B74738-3A96-E183-C8B7-A03F51C2030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9C5767DC-62F2-46C6-B518-CD3CCA9B3F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F0DC8FE-F59E-DFE6-43F4-482C5A8B50A3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13BD65A-8ABF-2CBA-7D04-2DC775DF5366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</a:t>
              </a:r>
              <a:r>
                <a:rPr lang="en-US" altLang="ko-KR" sz="1000" dirty="0"/>
                <a:t>assembly</a:t>
              </a:r>
              <a:r>
                <a:rPr lang="ko-KR" altLang="en-US" sz="1000" dirty="0"/>
                <a:t>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FF89565E-D526-AD1D-B149-1E3A22DD01E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84D7F1DA-63FB-B6EE-CDBD-13A094719F31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BB6AD3E2-D1AA-E3B3-71F6-124E54E2E75D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6DC9730A-EE62-F2E1-8659-E0F986421975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C4D51F54-49AA-746E-B22B-E12FCA829BB0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6465F86E-C490-5315-34CD-BE63413918AE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55BAC7E0-2F25-08F3-436A-F4083620B1DC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8D13B8E-5810-A199-EB7F-03BFBBD30431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8A64EC2E-654D-8FE1-7F0D-06922896A3E6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981CF6FF-C350-A485-9BFD-D028212DB58B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41E212D1-DE0E-11B4-AB17-BE8401D977B8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0936EBC2-5F96-7BEB-160D-393D17A5E114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DD982F6D-BE0C-A46D-C812-A6B5F64CAB33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C81E8B-0CBC-0469-8985-C40A87987DED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63432E9-100A-D534-004F-32E747B19C5F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B435E4F0-4620-CBCE-350E-488F479EAACE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3297A0A6-6CD5-6D96-334B-257831672AC7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785D36F5-A0F4-D4AE-ECB1-CCD8C4D6F57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4F4FD67-4F53-31B2-A528-6AF78FB32D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5C9D9101-2DEC-4585-E7BC-FFB96C6B1E5F}"/>
              </a:ext>
            </a:extLst>
          </p:cNvPr>
          <p:cNvGrpSpPr/>
          <p:nvPr/>
        </p:nvGrpSpPr>
        <p:grpSpPr>
          <a:xfrm>
            <a:off x="6473954" y="3312812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23E42399-A649-7C9B-7BBA-9B793023B46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B108A39E-E6EA-443D-F00C-D77F965182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DDFC7EFE-6A37-B9E6-0D4C-65495179C54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A04B0FED-A36A-F380-A210-7AF4F1B6AF7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A54055F-873B-05A4-73C6-406318E8E4C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09A6FE42-3D90-E66C-9766-4E7CC65D7EA2}"/>
              </a:ext>
            </a:extLst>
          </p:cNvPr>
          <p:cNvGrpSpPr/>
          <p:nvPr/>
        </p:nvGrpSpPr>
        <p:grpSpPr>
          <a:xfrm>
            <a:off x="418828" y="3168323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32C57166-0514-2F60-389C-FC1FB617F0BF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5128700-5EBB-36D1-02EE-79E493F0FB22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FBF525AD-86ED-131B-3460-4FEBF76E7A5D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5778A537-B20E-CFFF-1ECF-0BBC0AD0DE6B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A314BBF4-42A4-EB24-AA15-8004D0A207E2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2C1E436A-5F26-C7A5-93EA-1991D696A7A7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78E05833-1DE5-E621-27F5-2454F0EB749B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4AD6808-59DA-23E8-AA81-7BBB6A7F46FA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517924C6-7D69-151C-ACA8-B29917C5E86F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2A46A320-E551-890D-A4E9-949B4F2027B6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7E4AD645-A0A6-82C0-575F-75CADF01B9D5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E45A592C-7A12-3505-ABFA-0DC560FB942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1B142151-2805-C809-9EDC-A08BDF69652A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92DB99DB-7123-7528-0B40-6B18DF5D4D8F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23EEA45E-EEB7-B48D-5B22-DADE4F6A9FB5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7D1F9BB8-BB2E-64FF-DE74-557CFF9D44C2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9565CCA0-1A6D-AC34-92C5-0F1826B38948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F5B59618-36AA-6710-E01C-866ACE9ACD43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C2F272F7-395B-C5FF-A37D-83724A791069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625EDC2-22C7-18B4-B8F9-A55F1E139849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C20F854B-06A8-5471-4647-8B64CBD54F77}"/>
              </a:ext>
            </a:extLst>
          </p:cNvPr>
          <p:cNvGraphicFramePr>
            <a:graphicFrameLocks noGrp="1"/>
          </p:cNvGraphicFramePr>
          <p:nvPr/>
        </p:nvGraphicFramePr>
        <p:xfrm>
          <a:off x="10228650" y="72866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3DFC2A4F-6B29-CE0A-16FB-7225B1FE1C0C}"/>
              </a:ext>
            </a:extLst>
          </p:cNvPr>
          <p:cNvGrpSpPr/>
          <p:nvPr/>
        </p:nvGrpSpPr>
        <p:grpSpPr>
          <a:xfrm>
            <a:off x="10779564" y="1045768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23CB3EB3-6A43-A803-7AE0-45FD57F9F738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979A3651-090C-FE48-3EDE-9E4D5364E89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487C4607-A56C-B093-4F6A-AF7F72662C2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2282A84E-6D96-83B9-5AC2-45C8C48CFBD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037928D2-B023-932E-CE3B-4D7244E852F5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8FB97A6F-4134-BDD8-7911-554DFEA5EEAD}"/>
              </a:ext>
            </a:extLst>
          </p:cNvPr>
          <p:cNvGrpSpPr/>
          <p:nvPr/>
        </p:nvGrpSpPr>
        <p:grpSpPr>
          <a:xfrm>
            <a:off x="10779564" y="1545846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1B70E497-E46D-0C5A-2FC2-0871CAC7A139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A838F7A4-CAB1-60C2-3BDB-5384AB1FFD06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E5132E23-B968-FA1A-02AA-F16FF031F38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BE6BB63F-B0F7-2CCA-0904-86FBB4BC349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2EB0C1D-2C78-D6AC-55C3-3BC4C2AFDA46}"/>
              </a:ext>
            </a:extLst>
          </p:cNvPr>
          <p:cNvSpPr/>
          <p:nvPr/>
        </p:nvSpPr>
        <p:spPr>
          <a:xfrm>
            <a:off x="2327832" y="3227104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9383CC1D-D34E-17DF-735B-44F920855631}"/>
              </a:ext>
            </a:extLst>
          </p:cNvPr>
          <p:cNvGrpSpPr/>
          <p:nvPr/>
        </p:nvGrpSpPr>
        <p:grpSpPr>
          <a:xfrm>
            <a:off x="7159948" y="141440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9AB5F803-588E-5A8B-7AE6-27F387A0682B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EEEC5050-8486-6302-865E-E3AA74FF0030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15053BB4-0027-2805-4237-F1981817D402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B0600178-5621-64B3-1342-68A4D7899229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E17D3647-3D92-EB80-1B33-DDE61AFF327B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82CB25B2-DE2C-5A9F-B352-9A72BBED7A7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45841F9D-2627-AF14-6046-0F17756B30C1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28B12C5A-381F-6871-A86D-3D414B02CD51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BF057EB3-9AC5-27DF-EC76-B3957A925F6E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83C4855B-4C6A-AE8E-9907-0DDB20670388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E98F376C-4819-3B0C-3664-462A805FF97A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49DBE746-EF79-F3A6-1743-0C8F8393769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B5952F01-3FBB-68E6-2272-73230FE48BC8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BC29C5D0-3DA8-E610-B337-BC7B489EFE68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5CD609D6-3DF8-0401-204D-39B20649A48E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7BF2D1C-ED2C-639E-93EC-33C3A6C7C7DF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A57DD57-631E-39F9-1BAA-41109FCF1D46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148" name="화살표: 위쪽/아래쪽 147">
            <a:extLst>
              <a:ext uri="{FF2B5EF4-FFF2-40B4-BE49-F238E27FC236}">
                <a16:creationId xmlns:a16="http://schemas.microsoft.com/office/drawing/2014/main" id="{F5861515-EE79-0570-30BB-0D1346F6EEC0}"/>
              </a:ext>
            </a:extLst>
          </p:cNvPr>
          <p:cNvSpPr/>
          <p:nvPr/>
        </p:nvSpPr>
        <p:spPr>
          <a:xfrm>
            <a:off x="8247662" y="1289299"/>
            <a:ext cx="1137021" cy="493967"/>
          </a:xfrm>
          <a:prstGeom prst="upDownArrow">
            <a:avLst>
              <a:gd name="adj1" fmla="val 63892"/>
              <a:gd name="adj2" fmla="val 20337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/>
              <a:t>상태</a:t>
            </a:r>
            <a:endParaRPr lang="en-US" altLang="ko-KR" sz="1200" b="1" dirty="0"/>
          </a:p>
          <a:p>
            <a:pPr algn="ctr"/>
            <a:r>
              <a:rPr lang="ko-KR" altLang="en-US" sz="1200" b="1" dirty="0"/>
              <a:t>비교</a:t>
            </a:r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2FB9112E-7E70-2BAF-0E4C-5A5D471EFFEE}"/>
              </a:ext>
            </a:extLst>
          </p:cNvPr>
          <p:cNvGrpSpPr/>
          <p:nvPr/>
        </p:nvGrpSpPr>
        <p:grpSpPr>
          <a:xfrm>
            <a:off x="6121211" y="1229871"/>
            <a:ext cx="1877163" cy="1123488"/>
            <a:chOff x="2509044" y="1152607"/>
            <a:chExt cx="1877163" cy="1326752"/>
          </a:xfrm>
        </p:grpSpPr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AE166FAC-CEFB-FE13-FC87-220B191F8D23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92" name="직선 연결선 191">
                <a:extLst>
                  <a:ext uri="{FF2B5EF4-FFF2-40B4-BE49-F238E27FC236}">
                    <a16:creationId xmlns:a16="http://schemas.microsoft.com/office/drawing/2014/main" id="{6AB889DA-BCA8-1891-C337-E0BFAEF0D7F4}"/>
                  </a:ext>
                </a:extLst>
              </p:cNvPr>
              <p:cNvCxnSpPr>
                <a:cxnSpLocks/>
                <a:stCxn id="203" idx="4"/>
                <a:endCxn id="205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3" name="타원 192">
                <a:extLst>
                  <a:ext uri="{FF2B5EF4-FFF2-40B4-BE49-F238E27FC236}">
                    <a16:creationId xmlns:a16="http://schemas.microsoft.com/office/drawing/2014/main" id="{B2923A56-D471-0961-3A70-B2F3C4D7955C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94" name="직선 연결선 193">
                <a:extLst>
                  <a:ext uri="{FF2B5EF4-FFF2-40B4-BE49-F238E27FC236}">
                    <a16:creationId xmlns:a16="http://schemas.microsoft.com/office/drawing/2014/main" id="{314BFD05-2EF8-43D5-B7B0-B6E5ACAFF188}"/>
                  </a:ext>
                </a:extLst>
              </p:cNvPr>
              <p:cNvCxnSpPr>
                <a:cxnSpLocks/>
                <a:stCxn id="202" idx="2"/>
                <a:endCxn id="193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5" name="타원 194">
                <a:extLst>
                  <a:ext uri="{FF2B5EF4-FFF2-40B4-BE49-F238E27FC236}">
                    <a16:creationId xmlns:a16="http://schemas.microsoft.com/office/drawing/2014/main" id="{63849742-A151-2F7E-AB7F-E2CD9CBFA4E5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6" name="직선 연결선 195">
                <a:extLst>
                  <a:ext uri="{FF2B5EF4-FFF2-40B4-BE49-F238E27FC236}">
                    <a16:creationId xmlns:a16="http://schemas.microsoft.com/office/drawing/2014/main" id="{177FED2C-50D4-3C3F-EA9F-9ED81DF720BB}"/>
                  </a:ext>
                </a:extLst>
              </p:cNvPr>
              <p:cNvCxnSpPr>
                <a:cxnSpLocks/>
                <a:stCxn id="199" idx="1"/>
                <a:endCxn id="195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7" name="타원 196">
                <a:extLst>
                  <a:ext uri="{FF2B5EF4-FFF2-40B4-BE49-F238E27FC236}">
                    <a16:creationId xmlns:a16="http://schemas.microsoft.com/office/drawing/2014/main" id="{EA30EC95-551A-99D0-B6A9-E09882DDAFBC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98" name="직선 연결선 197">
                <a:extLst>
                  <a:ext uri="{FF2B5EF4-FFF2-40B4-BE49-F238E27FC236}">
                    <a16:creationId xmlns:a16="http://schemas.microsoft.com/office/drawing/2014/main" id="{73189458-4248-56D3-76EB-A6C030521993}"/>
                  </a:ext>
                </a:extLst>
              </p:cNvPr>
              <p:cNvCxnSpPr>
                <a:cxnSpLocks/>
                <a:stCxn id="203" idx="6"/>
                <a:endCxn id="197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9" name="사각형: 둥근 모서리 198">
                <a:extLst>
                  <a:ext uri="{FF2B5EF4-FFF2-40B4-BE49-F238E27FC236}">
                    <a16:creationId xmlns:a16="http://schemas.microsoft.com/office/drawing/2014/main" id="{9D9C068C-DB61-F4D9-FD23-57E5585040DF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0" name="사각형: 둥근 모서리 199">
                <a:extLst>
                  <a:ext uri="{FF2B5EF4-FFF2-40B4-BE49-F238E27FC236}">
                    <a16:creationId xmlns:a16="http://schemas.microsoft.com/office/drawing/2014/main" id="{EA08A2C5-BF0C-9881-A3A6-E0BBF9A8F8F9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1" name="직선 연결선 200">
                <a:extLst>
                  <a:ext uri="{FF2B5EF4-FFF2-40B4-BE49-F238E27FC236}">
                    <a16:creationId xmlns:a16="http://schemas.microsoft.com/office/drawing/2014/main" id="{62CEE73F-7754-06C0-17D0-F76CE2AF38C1}"/>
                  </a:ext>
                </a:extLst>
              </p:cNvPr>
              <p:cNvCxnSpPr>
                <a:cxnSpLocks/>
                <a:stCxn id="200" idx="3"/>
                <a:endCxn id="193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02" name="타원 201">
                <a:extLst>
                  <a:ext uri="{FF2B5EF4-FFF2-40B4-BE49-F238E27FC236}">
                    <a16:creationId xmlns:a16="http://schemas.microsoft.com/office/drawing/2014/main" id="{23923799-7A76-E4C9-5475-C8D67DD829DA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3" name="타원 202">
                <a:extLst>
                  <a:ext uri="{FF2B5EF4-FFF2-40B4-BE49-F238E27FC236}">
                    <a16:creationId xmlns:a16="http://schemas.microsoft.com/office/drawing/2014/main" id="{AC2F2E76-816F-446B-E4DA-9DE59B47EDF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4" name="타원 203">
                <a:extLst>
                  <a:ext uri="{FF2B5EF4-FFF2-40B4-BE49-F238E27FC236}">
                    <a16:creationId xmlns:a16="http://schemas.microsoft.com/office/drawing/2014/main" id="{61C3B5E1-B28A-A018-9F84-1B52EA2EF5C8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205" name="타원 204">
                <a:extLst>
                  <a:ext uri="{FF2B5EF4-FFF2-40B4-BE49-F238E27FC236}">
                    <a16:creationId xmlns:a16="http://schemas.microsoft.com/office/drawing/2014/main" id="{C2AFA84B-5297-0189-36E1-732F74DF8DE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206" name="직선 연결선 205">
                <a:extLst>
                  <a:ext uri="{FF2B5EF4-FFF2-40B4-BE49-F238E27FC236}">
                    <a16:creationId xmlns:a16="http://schemas.microsoft.com/office/drawing/2014/main" id="{00E3BBFF-613C-A0BC-978F-B57C59E5725A}"/>
                  </a:ext>
                </a:extLst>
              </p:cNvPr>
              <p:cNvCxnSpPr>
                <a:cxnSpLocks/>
                <a:stCxn id="205" idx="4"/>
                <a:endCxn id="204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07" name="직선 연결선 206">
                <a:extLst>
                  <a:ext uri="{FF2B5EF4-FFF2-40B4-BE49-F238E27FC236}">
                    <a16:creationId xmlns:a16="http://schemas.microsoft.com/office/drawing/2014/main" id="{B2528805-E197-D8DE-196B-E60B757B6935}"/>
                  </a:ext>
                </a:extLst>
              </p:cNvPr>
              <p:cNvCxnSpPr>
                <a:cxnSpLocks/>
                <a:stCxn id="199" idx="2"/>
                <a:endCxn id="200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2BA146CE-10CA-319D-805D-A7F6A73094FE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B44BC9FE-DDBB-9B17-6A9A-1AA621893656}"/>
              </a:ext>
            </a:extLst>
          </p:cNvPr>
          <p:cNvGrpSpPr/>
          <p:nvPr/>
        </p:nvGrpSpPr>
        <p:grpSpPr>
          <a:xfrm>
            <a:off x="413019" y="2583773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37645094-119F-413F-D74C-1AC94161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C370116-DF43-ED3D-6EE7-2AD3B4FF7ED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5FA8D150-958D-EBFF-9D8C-19F4C3F44F2E}"/>
              </a:ext>
            </a:extLst>
          </p:cNvPr>
          <p:cNvSpPr/>
          <p:nvPr/>
        </p:nvSpPr>
        <p:spPr>
          <a:xfrm>
            <a:off x="2026593" y="347071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F04BEECF-2634-B2D7-DC0F-0889A1095C42}"/>
              </a:ext>
            </a:extLst>
          </p:cNvPr>
          <p:cNvSpPr/>
          <p:nvPr/>
        </p:nvSpPr>
        <p:spPr>
          <a:xfrm>
            <a:off x="3281057" y="3429000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CD47CB9C-9573-7C03-B542-DA56A83C2EE8}"/>
              </a:ext>
            </a:extLst>
          </p:cNvPr>
          <p:cNvSpPr/>
          <p:nvPr/>
        </p:nvSpPr>
        <p:spPr>
          <a:xfrm>
            <a:off x="4851419" y="3182363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D65BEAA5-B67D-B009-1312-E6D6C0244170}"/>
              </a:ext>
            </a:extLst>
          </p:cNvPr>
          <p:cNvGrpSpPr/>
          <p:nvPr/>
        </p:nvGrpSpPr>
        <p:grpSpPr>
          <a:xfrm>
            <a:off x="8260062" y="3038060"/>
            <a:ext cx="2112516" cy="958137"/>
            <a:chOff x="7994089" y="945795"/>
            <a:chExt cx="2112516" cy="1131485"/>
          </a:xfrm>
        </p:grpSpPr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38C9DB02-0E56-E26D-3835-8C7CD75B9C8C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341884F4-0DEE-63C8-FECA-AA14B7763A5D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B04BCC5-EE32-175A-78CF-2EEC6733E546}"/>
                  </a:ext>
                </a:extLst>
              </p:cNvPr>
              <p:cNvCxnSpPr>
                <a:cxnSpLocks/>
                <a:stCxn id="62" idx="2"/>
                <a:endCxn id="49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D39F79D7-FD7A-4733-23EB-CD869908F77B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C15A9CEE-ADEA-3903-EA05-673BB89EE643}"/>
                  </a:ext>
                </a:extLst>
              </p:cNvPr>
              <p:cNvCxnSpPr>
                <a:cxnSpLocks/>
                <a:stCxn id="57" idx="1"/>
                <a:endCxn id="51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1959FC52-7B62-388E-C967-5E046E5CBDD7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56" name="직선 연결선 55">
                <a:extLst>
                  <a:ext uri="{FF2B5EF4-FFF2-40B4-BE49-F238E27FC236}">
                    <a16:creationId xmlns:a16="http://schemas.microsoft.com/office/drawing/2014/main" id="{DAC9F70B-7F37-7011-79B4-7AB9DBFFE200}"/>
                  </a:ext>
                </a:extLst>
              </p:cNvPr>
              <p:cNvCxnSpPr>
                <a:cxnSpLocks/>
                <a:stCxn id="63" idx="6"/>
                <a:endCxn id="5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57" name="사각형: 둥근 모서리 56">
                <a:extLst>
                  <a:ext uri="{FF2B5EF4-FFF2-40B4-BE49-F238E27FC236}">
                    <a16:creationId xmlns:a16="http://schemas.microsoft.com/office/drawing/2014/main" id="{F50EA02E-CCD6-FC00-E394-67D2E24579FB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59" name="사각형: 둥근 모서리 58">
                <a:extLst>
                  <a:ext uri="{FF2B5EF4-FFF2-40B4-BE49-F238E27FC236}">
                    <a16:creationId xmlns:a16="http://schemas.microsoft.com/office/drawing/2014/main" id="{E3BDBA84-ED66-E138-6A98-DD0B996AB492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61" name="직선 연결선 60">
                <a:extLst>
                  <a:ext uri="{FF2B5EF4-FFF2-40B4-BE49-F238E27FC236}">
                    <a16:creationId xmlns:a16="http://schemas.microsoft.com/office/drawing/2014/main" id="{906CCAFD-6D55-4F20-AE8B-E28C2CF20247}"/>
                  </a:ext>
                </a:extLst>
              </p:cNvPr>
              <p:cNvCxnSpPr>
                <a:cxnSpLocks/>
                <a:stCxn id="59" idx="3"/>
                <a:endCxn id="49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ABC991C6-45E7-90A0-6D30-60F017F7A975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03FE0957-F128-FFD3-A7BD-6A62BC6F53C4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5" name="타원 64">
                <a:extLst>
                  <a:ext uri="{FF2B5EF4-FFF2-40B4-BE49-F238E27FC236}">
                    <a16:creationId xmlns:a16="http://schemas.microsoft.com/office/drawing/2014/main" id="{C4E4C5B7-F9A2-B6DC-9D79-7491D92A4647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69" name="타원 68">
                <a:extLst>
                  <a:ext uri="{FF2B5EF4-FFF2-40B4-BE49-F238E27FC236}">
                    <a16:creationId xmlns:a16="http://schemas.microsoft.com/office/drawing/2014/main" id="{D50708F9-EDF1-E8EA-A4C4-061B4A657185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79" name="직선 연결선 78">
                <a:extLst>
                  <a:ext uri="{FF2B5EF4-FFF2-40B4-BE49-F238E27FC236}">
                    <a16:creationId xmlns:a16="http://schemas.microsoft.com/office/drawing/2014/main" id="{690498A2-D410-F36D-588C-85E56FF90455}"/>
                  </a:ext>
                </a:extLst>
              </p:cNvPr>
              <p:cNvCxnSpPr>
                <a:cxnSpLocks/>
                <a:stCxn id="69" idx="4"/>
                <a:endCxn id="65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5CBFBDB1-D3E0-DEEF-9A19-77D4729FFA65}"/>
                  </a:ext>
                </a:extLst>
              </p:cNvPr>
              <p:cNvCxnSpPr>
                <a:cxnSpLocks/>
                <a:stCxn id="57" idx="2"/>
                <a:endCxn id="59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16525963-910D-2241-5AC1-148BB8B68F87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34DBA3AB-816F-017C-83AB-F2C6644ED46D}"/>
              </a:ext>
            </a:extLst>
          </p:cNvPr>
          <p:cNvSpPr/>
          <p:nvPr/>
        </p:nvSpPr>
        <p:spPr>
          <a:xfrm>
            <a:off x="4552327" y="3414243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6DCE3F55-3175-1588-85A7-CE088AAFA940}"/>
              </a:ext>
            </a:extLst>
          </p:cNvPr>
          <p:cNvSpPr/>
          <p:nvPr/>
        </p:nvSpPr>
        <p:spPr>
          <a:xfrm>
            <a:off x="6200141" y="3424007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78638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27F67-8493-5930-305F-F16DC2B87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13E420C2-02FC-C72C-A01B-DEFA48A8E616}"/>
              </a:ext>
            </a:extLst>
          </p:cNvPr>
          <p:cNvSpPr/>
          <p:nvPr/>
        </p:nvSpPr>
        <p:spPr>
          <a:xfrm>
            <a:off x="124721" y="2723831"/>
            <a:ext cx="14543779" cy="4761007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6ABE50-E10F-8BB7-15C1-24593150C6CE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D2796D6-45CB-992B-4BBC-DAB1A582914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7320C36F-BE94-A9C6-DDDE-D600788663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25D17C-6160-90DD-C671-56A69BE34915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C8558AF3-7E5A-8550-024B-7888FD2702B2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C89E2608-C538-8B27-AA4C-4F4C620C34E8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2B02E381-64EB-81BC-DE53-8CA0C638741C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CC56C02F-776A-DF88-5220-4EBA2E38318C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138303F4-E26C-9A4F-1041-7955E61B6DF8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C42D3F0F-18D0-F30E-6422-0E5C9F7E121B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CCB6ACA4-BAF8-70F6-E1B0-87AB2FDD03D1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F1A6EE61-2655-885D-FE42-9608CADF944A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D5AB0FE2-7023-FBEC-B73D-E8B3A6FC4B69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79DC5E10-C494-CECA-5375-5C45ECE5D3ED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FDF80322-2608-F3E0-56FA-5A4FB91DE1F0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1AF5897F-6ED0-D0D8-DCC2-C3905953477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2ED50AF-DA5B-92AC-9CAE-85949262B4D1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6FDC3107-8CE3-4CB3-EACB-EDEE869AC287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72C13647-F22A-81D8-200F-C13E1195D359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2E5479B7-0409-6A96-D4A5-E87C91260B8D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28BDB1B4-7144-0E3A-A6D0-9A278DA4C16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F445C3F-610F-CBD4-32B5-AFF57055EA0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73D30AEC-75D9-E2A8-DD99-79D69FAEB72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9D8EAF47-6F04-1A21-BB7F-EB52C9E75C7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7795F28F-9C08-D642-84A4-79412A451EB0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665CE42-F39F-9365-C95C-36B8C68D506A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8A72660D-F697-0816-9D86-85BD733FC807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6332A9E5-A9BD-5DD9-64A9-46E3E47858A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A69B3CFB-4332-D7F0-D21F-C1A2CFA3533A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D6F5218-4F15-5896-C49B-33988A6029F8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2DD92892-AD63-97A7-6054-03881D845A71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4D6D462F-3834-2B73-51B8-5E306995D2F1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8C1B9B9-0731-3CC1-E047-1411B75706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7" name="그룹 96">
            <a:extLst>
              <a:ext uri="{FF2B5EF4-FFF2-40B4-BE49-F238E27FC236}">
                <a16:creationId xmlns:a16="http://schemas.microsoft.com/office/drawing/2014/main" id="{9F6385D6-6A05-F548-A5A0-B095DCEE63A9}"/>
              </a:ext>
            </a:extLst>
          </p:cNvPr>
          <p:cNvGrpSpPr/>
          <p:nvPr/>
        </p:nvGrpSpPr>
        <p:grpSpPr>
          <a:xfrm>
            <a:off x="1700744" y="3172542"/>
            <a:ext cx="1558708" cy="1202978"/>
            <a:chOff x="7670009" y="1193508"/>
            <a:chExt cx="1558708" cy="1202978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26C4731E-91FC-DBE2-9AC1-529DC002B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6FC2981E-4004-A6AB-545E-B1464B413FDD}"/>
                </a:ext>
              </a:extLst>
            </p:cNvPr>
            <p:cNvSpPr txBox="1"/>
            <p:nvPr/>
          </p:nvSpPr>
          <p:spPr>
            <a:xfrm>
              <a:off x="7670009" y="2144486"/>
              <a:ext cx="1558708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25D94CA4-03FE-BFC2-CD96-EBA6B29667D7}"/>
              </a:ext>
            </a:extLst>
          </p:cNvPr>
          <p:cNvGrpSpPr/>
          <p:nvPr/>
        </p:nvGrpSpPr>
        <p:grpSpPr>
          <a:xfrm>
            <a:off x="2807518" y="4471400"/>
            <a:ext cx="1812481" cy="2034991"/>
            <a:chOff x="4074510" y="2332845"/>
            <a:chExt cx="1812481" cy="2403165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A8ACF9F6-2E47-5427-9DC8-7FB66719C11A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5365C358-180E-EBA7-BD8E-BBD7DC4DE04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C7DB2157-FD86-6BDE-DC42-F3C1D07CAD4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79AA5FA7-07DE-9B1C-CD6A-7C986982808D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0BF10EC8-C7A0-13A7-DD75-3D7D80C7765F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BBC1EB49-5C86-E0F4-1F1E-12FB0F9A3F92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467D6E5C-588D-F092-0186-E2110EFD751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09770F3F-381B-5850-9A80-D3B06B9A5C8E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03F3CAEC-BCC6-5FC7-A276-B0936A6A4216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835A698E-BE04-840B-6DAB-F0F71876C8E8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D4125A72-28D8-5A00-D43C-691436238158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4A61389-821E-68A9-5B79-4880B15E85F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D6335F25-E6F7-54DA-D3A3-ED0669F75F2C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4F950C29-F569-7B05-11D6-6BE5E72DD46C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3DDBD5A2-0D2F-AF1A-E134-913C5E946ABB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F7F0C720-29C7-3384-3A67-5353615771AC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3699A812-82CD-27D4-3295-82F244194CE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5EB13633-9242-770C-290C-3ABAF52346C6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10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4F04849-9245-3B52-47B6-29FCBA8B0409}"/>
                  </a:ext>
                </a:extLst>
              </p:cNvPr>
              <p:cNvSpPr txBox="1"/>
              <p:nvPr/>
            </p:nvSpPr>
            <p:spPr>
              <a:xfrm>
                <a:off x="4831525" y="3458288"/>
                <a:ext cx="2984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dirty="0"/>
                  <a:t>︙</a:t>
                </a:r>
                <a:endParaRPr lang="ko-KR" altLang="en-US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11A75D9-DE5E-7754-180D-F468DE39053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가능한 조립 후보</a:t>
              </a:r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1511E736-2A0B-95DD-C978-C70F6BE344F6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9846EFFC-CD1A-9106-0648-397E47693410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633456C1-13DE-D3FD-89D4-2327A07133CC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ADA862A9-CDFE-3B02-AD8E-1D10BC487B3E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89AE689B-3023-A825-5DE5-578323884EB2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5096DC0E-8251-644B-15C1-19DA9996BC90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5875DD6-C5A3-6CCE-E1DF-61DAA4AC10BA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B5690501-70DB-7046-B6FD-D7FC810F60D6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1703A501-9EC8-1D65-F6B7-42705E692EE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FF2AC3E5-72F3-1F7C-33B4-A06C3383B670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B0BEF053-7B74-C4EE-D583-D61DDA83EE5A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E7E7B286-E396-9EAD-F999-9994EF6B799D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3A23B39B-E8F0-AC0A-0790-C53E20BFA99F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BEB20236-CAC2-BE24-50F5-69A225704EBB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3EDEB60-5650-2D85-CA5A-EBA4FC4D95EA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0EF8E8CF-3C3A-5CB6-BC06-DFB5D047A138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9ED511A0-B56B-E824-ADD0-E8255723879C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3AC1AFF-16A6-611A-52FD-7C700D734429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E7A580C-9DFB-7489-436A-772EED79AF7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DFA492CD-5161-2117-9A61-7081811CA4BF}"/>
              </a:ext>
            </a:extLst>
          </p:cNvPr>
          <p:cNvGrpSpPr/>
          <p:nvPr/>
        </p:nvGrpSpPr>
        <p:grpSpPr>
          <a:xfrm>
            <a:off x="6184707" y="5017591"/>
            <a:ext cx="683092" cy="506546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EDFB6548-2DAB-5165-D48B-16A3A5FE3371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3E2B0DA8-D668-B610-3F1D-84E689A7AE1F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5F82466-C86D-BFEB-973D-6B65552295B7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601F208C-F429-3251-0E1E-DED2101B350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3CA41501-E4E1-4E9B-DCAB-2546D3B782EA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10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9C275A06-1CB1-8BE0-C5D0-448437FC7A7D}"/>
              </a:ext>
            </a:extLst>
          </p:cNvPr>
          <p:cNvGrpSpPr/>
          <p:nvPr/>
        </p:nvGrpSpPr>
        <p:grpSpPr>
          <a:xfrm>
            <a:off x="129581" y="4873102"/>
            <a:ext cx="1812481" cy="1175316"/>
            <a:chOff x="8410242" y="1013492"/>
            <a:chExt cx="1812481" cy="1387956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ECF2D5FC-27E9-5061-2122-4C09605DC812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9CACF6BE-1A21-6003-215D-6EB82602B8D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095C77F4-76F7-6CDB-C2F0-53A6417ED245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DD466A2C-E07C-14E2-2C29-AF5C62E82326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8C4A36B7-940D-FC7A-A76B-C2FDCD88CBF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F8D233CC-4899-602A-C64C-CE6ECFE17C33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E98750D-02A6-AC46-FF24-4F39EF7741B6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0FA35C0A-A24C-B6EF-5CCB-5A168F46C69C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2492C03C-291F-E89D-6CE0-A9A3FBC1A04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9E31A7D7-AA89-EDB8-D076-DEB607B476AF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F07E50D3-5EE7-84DC-7EFD-9C9A47A9639D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0397FEDB-D6E1-1869-D91C-9C20EB4BEE8B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7354C211-291F-BCA5-A51F-BB03B59565ED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E6684E93-FD5C-AFC2-7C3E-AD00C799A8B1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EDE7A3F3-05B9-4E2A-240C-3ACCFCED5009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18F5D61D-2873-CA2D-FD7A-91F89001875A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F86557BC-137F-F1DE-8BED-517708E196C3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E0C022B-5ACC-6E79-5FA3-370A1743D7F2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C5808A-CD0B-42F8-1DAC-D7BFC9BFA477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01B8E781-9902-EACF-3A5F-69BCAB42D5DB}"/>
                </a:ext>
              </a:extLst>
            </p:cNvPr>
            <p:cNvSpPr txBox="1"/>
            <p:nvPr/>
          </p:nvSpPr>
          <p:spPr>
            <a:xfrm>
              <a:off x="8410242" y="2110680"/>
              <a:ext cx="1812481" cy="2907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현재 부품 상태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35596C22-D512-7DE0-E89E-4CCEAD5F812D}"/>
              </a:ext>
            </a:extLst>
          </p:cNvPr>
          <p:cNvGraphicFramePr>
            <a:graphicFrameLocks noGrp="1"/>
          </p:cNvGraphicFramePr>
          <p:nvPr/>
        </p:nvGraphicFramePr>
        <p:xfrm>
          <a:off x="5891356" y="287666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905576D3-CF6A-7C18-616F-16737B4FE6D8}"/>
              </a:ext>
            </a:extLst>
          </p:cNvPr>
          <p:cNvGrpSpPr/>
          <p:nvPr/>
        </p:nvGrpSpPr>
        <p:grpSpPr>
          <a:xfrm>
            <a:off x="6446982" y="3205194"/>
            <a:ext cx="607244" cy="395067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652ABFB-C24E-35AB-089C-FA660652733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6D30FF14-17E5-7E08-A933-DD1FEC8ACF2D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EE352358-EE18-7E30-511C-AE97408BCBF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6B23BBD7-4F9B-8103-3C44-3314B827251C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6F5E7058-0269-31D8-F89C-161ABF3FE7A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BF2EA021-A45C-3F97-DF14-3A5F6C495674}"/>
              </a:ext>
            </a:extLst>
          </p:cNvPr>
          <p:cNvGrpSpPr/>
          <p:nvPr/>
        </p:nvGrpSpPr>
        <p:grpSpPr>
          <a:xfrm>
            <a:off x="6446982" y="3705272"/>
            <a:ext cx="607244" cy="237420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BFC05464-0BF6-A575-E1FF-239B624A688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21FCB8BE-984E-7154-2F61-E0A14A7CF0B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6C37F166-8141-7B41-22F1-89C7D3E0AD7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7072C044-D6DF-3590-8C43-7CFC496C6F05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28A7B9D8-2736-F634-54F4-194CA41301DA}"/>
              </a:ext>
            </a:extLst>
          </p:cNvPr>
          <p:cNvSpPr/>
          <p:nvPr/>
        </p:nvSpPr>
        <p:spPr>
          <a:xfrm>
            <a:off x="2038585" y="4931883"/>
            <a:ext cx="883027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추출 코드</a:t>
            </a:r>
          </a:p>
        </p:txBody>
      </p:sp>
      <p:grpSp>
        <p:nvGrpSpPr>
          <p:cNvPr id="147" name="그룹 146">
            <a:extLst>
              <a:ext uri="{FF2B5EF4-FFF2-40B4-BE49-F238E27FC236}">
                <a16:creationId xmlns:a16="http://schemas.microsoft.com/office/drawing/2014/main" id="{751E9725-5438-A540-4878-05F5360CC6A2}"/>
              </a:ext>
            </a:extLst>
          </p:cNvPr>
          <p:cNvGrpSpPr/>
          <p:nvPr/>
        </p:nvGrpSpPr>
        <p:grpSpPr>
          <a:xfrm>
            <a:off x="8591998" y="309479"/>
            <a:ext cx="2112516" cy="958137"/>
            <a:chOff x="7994089" y="945795"/>
            <a:chExt cx="2112516" cy="1131485"/>
          </a:xfrm>
        </p:grpSpPr>
        <p:grpSp>
          <p:nvGrpSpPr>
            <p:cNvPr id="146" name="그룹 145">
              <a:extLst>
                <a:ext uri="{FF2B5EF4-FFF2-40B4-BE49-F238E27FC236}">
                  <a16:creationId xmlns:a16="http://schemas.microsoft.com/office/drawing/2014/main" id="{44FFD401-09E6-567E-DEB9-96E293EA5BFE}"/>
                </a:ext>
              </a:extLst>
            </p:cNvPr>
            <p:cNvGrpSpPr/>
            <p:nvPr/>
          </p:nvGrpSpPr>
          <p:grpSpPr>
            <a:xfrm>
              <a:off x="7994089" y="945795"/>
              <a:ext cx="2112516" cy="765256"/>
              <a:chOff x="7994089" y="945795"/>
              <a:chExt cx="2112516" cy="765256"/>
            </a:xfrm>
          </p:grpSpPr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91F6422A-2A92-28CF-6B77-ED1341B4EC38}"/>
                  </a:ext>
                </a:extLst>
              </p:cNvPr>
              <p:cNvSpPr/>
              <p:nvPr/>
            </p:nvSpPr>
            <p:spPr>
              <a:xfrm>
                <a:off x="8838382" y="1222133"/>
                <a:ext cx="250078" cy="215074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32" name="직선 연결선 131">
                <a:extLst>
                  <a:ext uri="{FF2B5EF4-FFF2-40B4-BE49-F238E27FC236}">
                    <a16:creationId xmlns:a16="http://schemas.microsoft.com/office/drawing/2014/main" id="{9521F6EA-29B7-71EF-68A6-6A03C0869B0E}"/>
                  </a:ext>
                </a:extLst>
              </p:cNvPr>
              <p:cNvCxnSpPr>
                <a:cxnSpLocks/>
                <a:stCxn id="140" idx="2"/>
                <a:endCxn id="131" idx="6"/>
              </p:cNvCxnSpPr>
              <p:nvPr/>
            </p:nvCxnSpPr>
            <p:spPr>
              <a:xfrm flipH="1">
                <a:off x="9088460" y="1329670"/>
                <a:ext cx="84517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3" name="타원 132">
                <a:extLst>
                  <a:ext uri="{FF2B5EF4-FFF2-40B4-BE49-F238E27FC236}">
                    <a16:creationId xmlns:a16="http://schemas.microsoft.com/office/drawing/2014/main" id="{45E42EA1-47E7-C483-72BE-8B3D36732DEC}"/>
                  </a:ext>
                </a:extLst>
              </p:cNvPr>
              <p:cNvSpPr/>
              <p:nvPr/>
            </p:nvSpPr>
            <p:spPr>
              <a:xfrm>
                <a:off x="7994089" y="945795"/>
                <a:ext cx="276289" cy="21234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4" name="직선 연결선 133">
                <a:extLst>
                  <a:ext uri="{FF2B5EF4-FFF2-40B4-BE49-F238E27FC236}">
                    <a16:creationId xmlns:a16="http://schemas.microsoft.com/office/drawing/2014/main" id="{CFA47421-500E-08BD-E05A-B3F7B055E3DA}"/>
                  </a:ext>
                </a:extLst>
              </p:cNvPr>
              <p:cNvCxnSpPr>
                <a:cxnSpLocks/>
                <a:stCxn id="137" idx="1"/>
                <a:endCxn id="133" idx="6"/>
              </p:cNvCxnSpPr>
              <p:nvPr/>
            </p:nvCxnSpPr>
            <p:spPr>
              <a:xfrm flipH="1" flipV="1">
                <a:off x="8270378" y="1051968"/>
                <a:ext cx="60300" cy="7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5" name="타원 134">
                <a:extLst>
                  <a:ext uri="{FF2B5EF4-FFF2-40B4-BE49-F238E27FC236}">
                    <a16:creationId xmlns:a16="http://schemas.microsoft.com/office/drawing/2014/main" id="{BD4A43A2-71B9-D5E5-1973-9BC632D1623A}"/>
                  </a:ext>
                </a:extLst>
              </p:cNvPr>
              <p:cNvSpPr/>
              <p:nvPr/>
            </p:nvSpPr>
            <p:spPr>
              <a:xfrm>
                <a:off x="8464462" y="1523217"/>
                <a:ext cx="250078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6" name="직선 연결선 135">
                <a:extLst>
                  <a:ext uri="{FF2B5EF4-FFF2-40B4-BE49-F238E27FC236}">
                    <a16:creationId xmlns:a16="http://schemas.microsoft.com/office/drawing/2014/main" id="{6A7EFCEB-4364-50E8-54AF-06DFFB8B29B5}"/>
                  </a:ext>
                </a:extLst>
              </p:cNvPr>
              <p:cNvCxnSpPr>
                <a:cxnSpLocks/>
                <a:stCxn id="141" idx="6"/>
                <a:endCxn id="135" idx="2"/>
              </p:cNvCxnSpPr>
              <p:nvPr/>
            </p:nvCxnSpPr>
            <p:spPr>
              <a:xfrm>
                <a:off x="8436886" y="1617134"/>
                <a:ext cx="2757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FE2AA3B4-5F06-707A-D8A6-4AA8DEE47F2D}"/>
                  </a:ext>
                </a:extLst>
              </p:cNvPr>
              <p:cNvSpPr/>
              <p:nvPr/>
            </p:nvSpPr>
            <p:spPr>
              <a:xfrm>
                <a:off x="8330679" y="1003301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38" name="사각형: 둥근 모서리 137">
                <a:extLst>
                  <a:ext uri="{FF2B5EF4-FFF2-40B4-BE49-F238E27FC236}">
                    <a16:creationId xmlns:a16="http://schemas.microsoft.com/office/drawing/2014/main" id="{0032F818-849D-117F-BB64-7FB99F42DE10}"/>
                  </a:ext>
                </a:extLst>
              </p:cNvPr>
              <p:cNvSpPr/>
              <p:nvPr/>
            </p:nvSpPr>
            <p:spPr>
              <a:xfrm>
                <a:off x="8330679" y="1280927"/>
                <a:ext cx="389868" cy="9748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39" name="직선 연결선 138">
                <a:extLst>
                  <a:ext uri="{FF2B5EF4-FFF2-40B4-BE49-F238E27FC236}">
                    <a16:creationId xmlns:a16="http://schemas.microsoft.com/office/drawing/2014/main" id="{A4B8335F-2A62-36B5-1C29-8FC3EEB07C0B}"/>
                  </a:ext>
                </a:extLst>
              </p:cNvPr>
              <p:cNvCxnSpPr>
                <a:cxnSpLocks/>
                <a:stCxn id="138" idx="3"/>
                <a:endCxn id="131" idx="2"/>
              </p:cNvCxnSpPr>
              <p:nvPr/>
            </p:nvCxnSpPr>
            <p:spPr>
              <a:xfrm>
                <a:off x="8720547" y="1329670"/>
                <a:ext cx="117836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40" name="타원 139">
                <a:extLst>
                  <a:ext uri="{FF2B5EF4-FFF2-40B4-BE49-F238E27FC236}">
                    <a16:creationId xmlns:a16="http://schemas.microsoft.com/office/drawing/2014/main" id="{8EB51ECF-2D67-32D8-5AB4-98C9DB044C2F}"/>
                  </a:ext>
                </a:extLst>
              </p:cNvPr>
              <p:cNvSpPr/>
              <p:nvPr/>
            </p:nvSpPr>
            <p:spPr>
              <a:xfrm>
                <a:off x="9172979" y="1259830"/>
                <a:ext cx="401083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1" name="타원 140">
                <a:extLst>
                  <a:ext uri="{FF2B5EF4-FFF2-40B4-BE49-F238E27FC236}">
                    <a16:creationId xmlns:a16="http://schemas.microsoft.com/office/drawing/2014/main" id="{1156A96E-E738-6C88-7734-79A431B40971}"/>
                  </a:ext>
                </a:extLst>
              </p:cNvPr>
              <p:cNvSpPr/>
              <p:nvPr/>
            </p:nvSpPr>
            <p:spPr>
              <a:xfrm>
                <a:off x="7996730" y="1547294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2" name="타원 141">
                <a:extLst>
                  <a:ext uri="{FF2B5EF4-FFF2-40B4-BE49-F238E27FC236}">
                    <a16:creationId xmlns:a16="http://schemas.microsoft.com/office/drawing/2014/main" id="{11A35BD1-33AF-EFF1-F965-432D0975C2C1}"/>
                  </a:ext>
                </a:extLst>
              </p:cNvPr>
              <p:cNvSpPr/>
              <p:nvPr/>
            </p:nvSpPr>
            <p:spPr>
              <a:xfrm>
                <a:off x="9740876" y="1222450"/>
                <a:ext cx="291301" cy="187834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43" name="타원 142">
                <a:extLst>
                  <a:ext uri="{FF2B5EF4-FFF2-40B4-BE49-F238E27FC236}">
                    <a16:creationId xmlns:a16="http://schemas.microsoft.com/office/drawing/2014/main" id="{D4CD3A17-7952-BFBB-DEB5-C904B5A5437D}"/>
                  </a:ext>
                </a:extLst>
              </p:cNvPr>
              <p:cNvSpPr/>
              <p:nvPr/>
            </p:nvSpPr>
            <p:spPr>
              <a:xfrm>
                <a:off x="9666449" y="1012929"/>
                <a:ext cx="440156" cy="13968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44" name="직선 연결선 143">
                <a:extLst>
                  <a:ext uri="{FF2B5EF4-FFF2-40B4-BE49-F238E27FC236}">
                    <a16:creationId xmlns:a16="http://schemas.microsoft.com/office/drawing/2014/main" id="{90B38C28-FE9C-8748-A35A-0539E19B2086}"/>
                  </a:ext>
                </a:extLst>
              </p:cNvPr>
              <p:cNvCxnSpPr>
                <a:cxnSpLocks/>
                <a:stCxn id="143" idx="4"/>
                <a:endCxn id="142" idx="0"/>
              </p:cNvCxnSpPr>
              <p:nvPr/>
            </p:nvCxnSpPr>
            <p:spPr>
              <a:xfrm>
                <a:off x="9886527" y="1152610"/>
                <a:ext cx="0" cy="6984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45" name="직선 연결선 144">
                <a:extLst>
                  <a:ext uri="{FF2B5EF4-FFF2-40B4-BE49-F238E27FC236}">
                    <a16:creationId xmlns:a16="http://schemas.microsoft.com/office/drawing/2014/main" id="{8CF2B922-9920-186C-B448-7D3867965556}"/>
                  </a:ext>
                </a:extLst>
              </p:cNvPr>
              <p:cNvCxnSpPr>
                <a:cxnSpLocks/>
                <a:stCxn id="137" idx="2"/>
                <a:endCxn id="138" idx="0"/>
              </p:cNvCxnSpPr>
              <p:nvPr/>
            </p:nvCxnSpPr>
            <p:spPr>
              <a:xfrm>
                <a:off x="8525612" y="1100789"/>
                <a:ext cx="0" cy="180138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5E3F4D61-373D-E8DC-EAE1-D28AF93730B9}"/>
                </a:ext>
              </a:extLst>
            </p:cNvPr>
            <p:cNvSpPr txBox="1"/>
            <p:nvPr/>
          </p:nvSpPr>
          <p:spPr>
            <a:xfrm>
              <a:off x="8144107" y="1825280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업데이트 부품 상태</a:t>
              </a:r>
            </a:p>
          </p:txBody>
        </p:sp>
      </p:grp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A0469285-1A52-1287-D4DB-F9C72DB4EC1E}"/>
              </a:ext>
            </a:extLst>
          </p:cNvPr>
          <p:cNvGrpSpPr/>
          <p:nvPr/>
        </p:nvGrpSpPr>
        <p:grpSpPr>
          <a:xfrm>
            <a:off x="179460" y="2835100"/>
            <a:ext cx="2511098" cy="454241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1CCB92EB-82EE-76FE-E425-E749F7AC5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9E50B7A0-0F39-33CF-4181-628F18044F66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/>
                <a:t>Planning </a:t>
              </a:r>
              <a:r>
                <a:rPr lang="ko-KR" altLang="en-US" sz="14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00E5899F-D6D7-FA82-4179-AE4D42E7584C}"/>
              </a:ext>
            </a:extLst>
          </p:cNvPr>
          <p:cNvSpPr/>
          <p:nvPr/>
        </p:nvSpPr>
        <p:spPr>
          <a:xfrm>
            <a:off x="1737346" y="517549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9CD5795D-433C-7085-3FC7-03A5E0DF23D2}"/>
              </a:ext>
            </a:extLst>
          </p:cNvPr>
          <p:cNvSpPr/>
          <p:nvPr/>
        </p:nvSpPr>
        <p:spPr>
          <a:xfrm>
            <a:off x="2991810" y="513377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AD748078-F646-6F6B-3550-18ED8A4E4814}"/>
              </a:ext>
            </a:extLst>
          </p:cNvPr>
          <p:cNvSpPr/>
          <p:nvPr/>
        </p:nvSpPr>
        <p:spPr>
          <a:xfrm>
            <a:off x="4562172" y="4887142"/>
            <a:ext cx="1269792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후보</a:t>
            </a:r>
            <a:endParaRPr lang="en-US" altLang="ko-KR" sz="1200" dirty="0"/>
          </a:p>
          <a:p>
            <a:pPr algn="ctr"/>
            <a:r>
              <a:rPr lang="ko-KR" altLang="en-US" sz="12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D7D419C-F272-6685-284A-2A9AF843E80D}"/>
              </a:ext>
            </a:extLst>
          </p:cNvPr>
          <p:cNvGrpSpPr/>
          <p:nvPr/>
        </p:nvGrpSpPr>
        <p:grpSpPr>
          <a:xfrm>
            <a:off x="9387728" y="3172542"/>
            <a:ext cx="1877163" cy="2742491"/>
            <a:chOff x="9206023" y="2632635"/>
            <a:chExt cx="1877163" cy="2742491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1D0069B5-A1CC-7F8B-040E-ADD25FCDB472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b="1" dirty="0"/>
                <a:t>상태</a:t>
              </a:r>
              <a:endParaRPr lang="en-US" altLang="ko-KR" sz="1200" b="1" dirty="0"/>
            </a:p>
            <a:p>
              <a:pPr algn="ctr"/>
              <a:r>
                <a:rPr lang="ko-KR" altLang="en-US" sz="120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C3889175-3471-8B89-87B7-4A20FB8E2ACD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3488"/>
              <a:chOff x="2509044" y="1152607"/>
              <a:chExt cx="1877163" cy="1326752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28245056-2B93-4B91-F70E-9DA4276CBF3F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6EA4DA51-CA36-CC42-3051-380C475F7BD0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3D194307-1B25-C9CB-6102-0A4C7A71F96C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093796F-2102-3542-1AE2-F2B0610DA339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139B15E4-594B-AB4B-1514-0C6B87AE7C3E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E90AC188-6064-7168-9270-86BA0AAA0D0C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A4845CF4-2EA2-F594-D2CF-EF63A722D372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1222A8F7-3F4E-D7CE-CCAF-1ADA6A26E155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4174C5E2-CD28-41EC-40AB-9375C43F062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4091FF2B-73B7-9FA1-A8E1-29958DD3D3C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966D42B0-7735-0353-F35F-A9A792ED8D5E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1B11B949-BAAB-1FE7-533A-4EA1F81851D2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B84165DE-8955-4119-D080-82C89AAFF908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0A0721A6-D2B1-64DA-5CC2-FCF54C577C35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D40144C4-AC58-575E-E695-2A92D64793AF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7D18DF54-E053-DA63-5221-72D23AAB3008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CC9716F9-8ADA-6184-B4C4-3615ED1591D2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5802793D-1B8C-9322-2FD6-91A748E084C2}"/>
                  </a:ext>
                </a:extLst>
              </p:cNvPr>
              <p:cNvSpPr txBox="1"/>
              <p:nvPr/>
            </p:nvSpPr>
            <p:spPr>
              <a:xfrm>
                <a:off x="2541385" y="2227359"/>
                <a:ext cx="1812481" cy="2520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DB657E1B-66EC-98FB-9F46-935EDD33DAF0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90967"/>
              <a:chOff x="7890699" y="945795"/>
              <a:chExt cx="2319300" cy="1170254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EF14DAF1-F9C4-082D-22A5-DB081CFA0996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1F3F989F-936E-4CFF-C754-13993297D731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10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4B74D2A9-5D19-1C4E-5F5E-F7E0D9621F35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2F41CC8C-E490-8619-1CA1-1FD0CCED6C69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6C77977B-61BF-A9E1-A089-FDA4EFC1CDE5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7803A1DA-1C15-B30C-658D-F74813F22003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AE8259EE-5A3F-5D7B-D04F-C3425462EB5B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58C78A9E-9921-00B3-7E61-F30C8093FA80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099B1020-F736-DED9-6036-0227E9E4D7F6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591E8EE7-1777-1411-F3AD-3BBC8D574EA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877B8EAD-76C9-A52C-7FCE-0D8A27E2D854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B75A8DD9-4DF5-4422-1EEF-CBE29C9A1E2A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9904AA02-C0AC-289A-8150-309AE3AC4647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F72586E6-2A1C-8AEE-6124-B3B9BEF1F13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0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62409F6B-B9C7-54D6-C32D-6897ECCD77A2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1E9A506-C56E-BF30-6957-0B246B97333B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36694863-AC38-24D6-D6A4-111B8909DFB7}"/>
                  </a:ext>
                </a:extLst>
              </p:cNvPr>
              <p:cNvSpPr txBox="1"/>
              <p:nvPr/>
            </p:nvSpPr>
            <p:spPr>
              <a:xfrm>
                <a:off x="7890699" y="1825281"/>
                <a:ext cx="2319300" cy="2907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0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DEEBDAD-E732-0A38-CB72-65E8B55DBC62}"/>
              </a:ext>
            </a:extLst>
          </p:cNvPr>
          <p:cNvSpPr/>
          <p:nvPr/>
        </p:nvSpPr>
        <p:spPr>
          <a:xfrm>
            <a:off x="42630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C475E81E-00EE-5951-96C7-C030C7BE8DBB}"/>
              </a:ext>
            </a:extLst>
          </p:cNvPr>
          <p:cNvSpPr/>
          <p:nvPr/>
        </p:nvSpPr>
        <p:spPr>
          <a:xfrm>
            <a:off x="5910894" y="5128786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806C235-AA13-A8BA-8F71-B0A9B37F02A0}"/>
              </a:ext>
            </a:extLst>
          </p:cNvPr>
          <p:cNvSpPr txBox="1"/>
          <p:nvPr/>
        </p:nvSpPr>
        <p:spPr>
          <a:xfrm>
            <a:off x="5786792" y="5619699"/>
            <a:ext cx="144379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DCB1D00D-C4C8-E0D9-B0E4-9913292CD604}"/>
              </a:ext>
            </a:extLst>
          </p:cNvPr>
          <p:cNvSpPr/>
          <p:nvPr/>
        </p:nvSpPr>
        <p:spPr>
          <a:xfrm>
            <a:off x="7000380" y="5119022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0E573F4-2E46-89B1-2C18-EB2AD9014178}"/>
              </a:ext>
            </a:extLst>
          </p:cNvPr>
          <p:cNvSpPr/>
          <p:nvPr/>
        </p:nvSpPr>
        <p:spPr>
          <a:xfrm>
            <a:off x="7284233" y="4879530"/>
            <a:ext cx="1589808" cy="767445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조립 </a:t>
            </a:r>
            <a:r>
              <a:rPr lang="ko-KR" altLang="en-US" sz="1200" dirty="0" err="1"/>
              <a:t>조립</a:t>
            </a:r>
            <a:r>
              <a:rPr lang="ko-KR" altLang="en-US" sz="1200" dirty="0"/>
              <a:t> 적용 </a:t>
            </a:r>
            <a:endParaRPr lang="en-US" altLang="ko-KR" sz="1200" dirty="0"/>
          </a:p>
          <a:p>
            <a:pPr algn="ctr"/>
            <a:r>
              <a:rPr lang="ko-KR" altLang="en-US" sz="1200" dirty="0"/>
              <a:t>및 </a:t>
            </a:r>
            <a:endParaRPr lang="en-US" altLang="ko-KR" sz="1200" dirty="0"/>
          </a:p>
          <a:p>
            <a:pPr algn="ctr"/>
            <a:r>
              <a:rPr lang="ko-KR" altLang="en-US" sz="12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A5AA8492-FC13-D6E1-D87A-964FE274B62E}"/>
              </a:ext>
            </a:extLst>
          </p:cNvPr>
          <p:cNvSpPr/>
          <p:nvPr/>
        </p:nvSpPr>
        <p:spPr>
          <a:xfrm>
            <a:off x="8996686" y="5105749"/>
            <a:ext cx="220162" cy="315005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2A71AC5D-8471-865F-832B-0860022DAD67}"/>
              </a:ext>
            </a:extLst>
          </p:cNvPr>
          <p:cNvSpPr/>
          <p:nvPr/>
        </p:nvSpPr>
        <p:spPr>
          <a:xfrm>
            <a:off x="6384243" y="4632546"/>
            <a:ext cx="284018" cy="283575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939E4FC8-266B-CA8A-E354-8F615A9D4206}"/>
              </a:ext>
            </a:extLst>
          </p:cNvPr>
          <p:cNvSpPr/>
          <p:nvPr/>
        </p:nvSpPr>
        <p:spPr>
          <a:xfrm>
            <a:off x="11342011" y="4830299"/>
            <a:ext cx="1963743" cy="1035621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/>
              <a:t>현재 상태가 목표 상태에 도달했는가</a:t>
            </a:r>
            <a:r>
              <a:rPr lang="en-US" altLang="ko-KR" sz="1100" dirty="0"/>
              <a:t>?</a:t>
            </a:r>
            <a:endParaRPr lang="ko-KR" altLang="en-US" sz="11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98B0EDF0-1787-CAAD-12F1-7BA9AF97FA2B}"/>
              </a:ext>
            </a:extLst>
          </p:cNvPr>
          <p:cNvSpPr/>
          <p:nvPr/>
        </p:nvSpPr>
        <p:spPr>
          <a:xfrm>
            <a:off x="13510426" y="5059261"/>
            <a:ext cx="957943" cy="60385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Yes</a:t>
            </a:r>
            <a:endParaRPr lang="ko-KR" altLang="en-US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016F8E94-F7C1-DB85-44B5-4478F39310B0}"/>
              </a:ext>
            </a:extLst>
          </p:cNvPr>
          <p:cNvSpPr/>
          <p:nvPr/>
        </p:nvSpPr>
        <p:spPr>
          <a:xfrm>
            <a:off x="11823139" y="6172553"/>
            <a:ext cx="1001486" cy="463322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No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337F692A-7004-C2E7-7E80-9E5B35839A06}"/>
              </a:ext>
            </a:extLst>
          </p:cNvPr>
          <p:cNvSpPr/>
          <p:nvPr/>
        </p:nvSpPr>
        <p:spPr>
          <a:xfrm>
            <a:off x="11274556" y="6796565"/>
            <a:ext cx="2098651" cy="5774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69ADDED7-9567-1A8B-4668-085CD8411387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1035822" y="6048419"/>
            <a:ext cx="10238734" cy="1036855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ACC34E5-5B22-76CB-A637-3C60FAB1274E}"/>
              </a:ext>
            </a:extLst>
          </p:cNvPr>
          <p:cNvGraphicFramePr>
            <a:graphicFrameLocks noGrp="1"/>
          </p:cNvGraphicFramePr>
          <p:nvPr/>
        </p:nvGraphicFramePr>
        <p:xfrm>
          <a:off x="14759738" y="4632546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A7D9BA7-B30C-EDA3-4392-D84A1FDC754B}"/>
              </a:ext>
            </a:extLst>
          </p:cNvPr>
          <p:cNvGrpSpPr/>
          <p:nvPr/>
        </p:nvGrpSpPr>
        <p:grpSpPr>
          <a:xfrm>
            <a:off x="15315364" y="4961072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79691091-ECC3-B176-BAAB-7A0512EED4F3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40C30CDE-1CB6-02FF-79C5-E2BD2D353BA4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BDD80B85-62B2-CFF1-530F-C0D0A6BCE94C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460A57A-811C-215B-F32E-225EB600AA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AC0CA46D-85EE-A258-C22E-5B267F1106DE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03846617-D9A1-7D14-0A9B-DBB8E78CA227}"/>
              </a:ext>
            </a:extLst>
          </p:cNvPr>
          <p:cNvGrpSpPr/>
          <p:nvPr/>
        </p:nvGrpSpPr>
        <p:grpSpPr>
          <a:xfrm>
            <a:off x="15315364" y="5461150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4BD6C0FA-48E5-0E3D-8129-E1FFF03F4314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7116BC1D-C730-6243-ABB6-3CC91D904C44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DE0E27A0-BEE6-FC1C-A4DD-168D7B8BE4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984D16DF-B875-89B0-D0EE-783DF523763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1B7E9E68-D800-FA51-4751-9DE84A995A88}"/>
              </a:ext>
            </a:extLst>
          </p:cNvPr>
          <p:cNvSpPr txBox="1"/>
          <p:nvPr/>
        </p:nvSpPr>
        <p:spPr>
          <a:xfrm>
            <a:off x="14488393" y="6154476"/>
            <a:ext cx="181248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기록된 조립 순서 반환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43BADDB-724D-B660-D6AF-17775C7084D3}"/>
              </a:ext>
            </a:extLst>
          </p:cNvPr>
          <p:cNvSpPr txBox="1"/>
          <p:nvPr/>
        </p:nvSpPr>
        <p:spPr>
          <a:xfrm>
            <a:off x="5637869" y="4359122"/>
            <a:ext cx="17416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19F109B8-3E85-3BF1-C515-0312F0864520}"/>
              </a:ext>
            </a:extLst>
          </p:cNvPr>
          <p:cNvSpPr/>
          <p:nvPr/>
        </p:nvSpPr>
        <p:spPr>
          <a:xfrm>
            <a:off x="2018545" y="4375520"/>
            <a:ext cx="883027" cy="45477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</p:spTree>
    <p:extLst>
      <p:ext uri="{BB962C8B-B14F-4D97-AF65-F5344CB8AC3E}">
        <p14:creationId xmlns:p14="http://schemas.microsoft.com/office/powerpoint/2010/main" val="1815110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77DC2F-6735-D620-18B8-F17B95470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B0751181-2AB2-FEBB-D8A9-02AF9FB67D58}"/>
              </a:ext>
            </a:extLst>
          </p:cNvPr>
          <p:cNvSpPr/>
          <p:nvPr/>
        </p:nvSpPr>
        <p:spPr>
          <a:xfrm>
            <a:off x="124721" y="2723832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0F04A6C4-9B9E-789B-896F-2D83170DD8C2}"/>
              </a:ext>
            </a:extLst>
          </p:cNvPr>
          <p:cNvGrpSpPr/>
          <p:nvPr/>
        </p:nvGrpSpPr>
        <p:grpSpPr>
          <a:xfrm>
            <a:off x="1271190" y="3059235"/>
            <a:ext cx="1133874" cy="741791"/>
            <a:chOff x="7670009" y="1193508"/>
            <a:chExt cx="1558708" cy="992387"/>
          </a:xfrm>
        </p:grpSpPr>
        <p:pic>
          <p:nvPicPr>
            <p:cNvPr id="58" name="그래픽 57" descr="데이터베이스 단색으로 채워진">
              <a:extLst>
                <a:ext uri="{FF2B5EF4-FFF2-40B4-BE49-F238E27FC236}">
                  <a16:creationId xmlns:a16="http://schemas.microsoft.com/office/drawing/2014/main" id="{CDC185D8-D3E3-2A26-2DF9-31ECD9AD8A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4CA47153-4552-7587-2E1A-60244648D7A2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125" name="그룹 124">
            <a:extLst>
              <a:ext uri="{FF2B5EF4-FFF2-40B4-BE49-F238E27FC236}">
                <a16:creationId xmlns:a16="http://schemas.microsoft.com/office/drawing/2014/main" id="{0EFAD535-98D9-5A9B-3E1A-5DE64697159A}"/>
              </a:ext>
            </a:extLst>
          </p:cNvPr>
          <p:cNvGrpSpPr/>
          <p:nvPr/>
        </p:nvGrpSpPr>
        <p:grpSpPr>
          <a:xfrm>
            <a:off x="2076307" y="4030108"/>
            <a:ext cx="1318479" cy="1498113"/>
            <a:chOff x="4074510" y="2332845"/>
            <a:chExt cx="1812481" cy="2366820"/>
          </a:xfrm>
        </p:grpSpPr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D1CD4B72-B736-6414-1E44-623002C7A338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15518237-F857-C17D-A331-8551B2C81F86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67" name="그룹 66">
                <a:extLst>
                  <a:ext uri="{FF2B5EF4-FFF2-40B4-BE49-F238E27FC236}">
                    <a16:creationId xmlns:a16="http://schemas.microsoft.com/office/drawing/2014/main" id="{6B97C36C-733B-9871-DB88-49E7D66032BB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75" name="사각형: 둥근 모서리 74">
                  <a:extLst>
                    <a:ext uri="{FF2B5EF4-FFF2-40B4-BE49-F238E27FC236}">
                      <a16:creationId xmlns:a16="http://schemas.microsoft.com/office/drawing/2014/main" id="{B6878D23-479E-F9A6-10D7-96375AE3608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6" name="그룹 75">
                  <a:extLst>
                    <a:ext uri="{FF2B5EF4-FFF2-40B4-BE49-F238E27FC236}">
                      <a16:creationId xmlns:a16="http://schemas.microsoft.com/office/drawing/2014/main" id="{B9EDB5E6-0F87-1A99-F202-2628F97096B0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77" name="사각형: 둥근 모서리 76">
                    <a:extLst>
                      <a:ext uri="{FF2B5EF4-FFF2-40B4-BE49-F238E27FC236}">
                        <a16:creationId xmlns:a16="http://schemas.microsoft.com/office/drawing/2014/main" id="{4503CF16-6378-B52E-EBC8-5B3BD19952CC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8" name="사각형: 둥근 모서리 77">
                    <a:extLst>
                      <a:ext uri="{FF2B5EF4-FFF2-40B4-BE49-F238E27FC236}">
                        <a16:creationId xmlns:a16="http://schemas.microsoft.com/office/drawing/2014/main" id="{A83A5CE8-AE72-C409-A8F5-30F02379C4BD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68" name="그룹 67">
                <a:extLst>
                  <a:ext uri="{FF2B5EF4-FFF2-40B4-BE49-F238E27FC236}">
                    <a16:creationId xmlns:a16="http://schemas.microsoft.com/office/drawing/2014/main" id="{6ACBDF0C-394B-D7BD-AAD1-924C0E04CCC7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70" name="사각형: 둥근 모서리 69">
                  <a:extLst>
                    <a:ext uri="{FF2B5EF4-FFF2-40B4-BE49-F238E27FC236}">
                      <a16:creationId xmlns:a16="http://schemas.microsoft.com/office/drawing/2014/main" id="{60BEB8A3-0405-38F4-A835-CDE4AAFE3A75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71" name="그룹 70">
                  <a:extLst>
                    <a:ext uri="{FF2B5EF4-FFF2-40B4-BE49-F238E27FC236}">
                      <a16:creationId xmlns:a16="http://schemas.microsoft.com/office/drawing/2014/main" id="{11351132-CECB-AF47-D6BC-CE3B759AD0DA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72" name="타원 71">
                    <a:extLst>
                      <a:ext uri="{FF2B5EF4-FFF2-40B4-BE49-F238E27FC236}">
                        <a16:creationId xmlns:a16="http://schemas.microsoft.com/office/drawing/2014/main" id="{7B8F5B2A-F39F-0C8A-8D24-5DA008A4BA59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3" name="타원 72">
                    <a:extLst>
                      <a:ext uri="{FF2B5EF4-FFF2-40B4-BE49-F238E27FC236}">
                        <a16:creationId xmlns:a16="http://schemas.microsoft.com/office/drawing/2014/main" id="{F1AF1F90-0821-6A02-3FBD-E5EB16D4ED84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74" name="타원 73">
                    <a:extLst>
                      <a:ext uri="{FF2B5EF4-FFF2-40B4-BE49-F238E27FC236}">
                        <a16:creationId xmlns:a16="http://schemas.microsoft.com/office/drawing/2014/main" id="{B98B206D-9E6F-3F32-C951-C05C49C43F07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87" name="그룹 86">
                <a:extLst>
                  <a:ext uri="{FF2B5EF4-FFF2-40B4-BE49-F238E27FC236}">
                    <a16:creationId xmlns:a16="http://schemas.microsoft.com/office/drawing/2014/main" id="{34287A2C-F02B-CB40-8D6E-4547E1AF9569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82" name="사각형: 둥근 모서리 81">
                  <a:extLst>
                    <a:ext uri="{FF2B5EF4-FFF2-40B4-BE49-F238E27FC236}">
                      <a16:creationId xmlns:a16="http://schemas.microsoft.com/office/drawing/2014/main" id="{59B34B5B-74B8-626B-2A7D-F921D3D234F7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83" name="그룹 82">
                  <a:extLst>
                    <a:ext uri="{FF2B5EF4-FFF2-40B4-BE49-F238E27FC236}">
                      <a16:creationId xmlns:a16="http://schemas.microsoft.com/office/drawing/2014/main" id="{4A5CFD36-10DA-E077-9D32-3D2A28A6C25B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84" name="타원 83">
                    <a:extLst>
                      <a:ext uri="{FF2B5EF4-FFF2-40B4-BE49-F238E27FC236}">
                        <a16:creationId xmlns:a16="http://schemas.microsoft.com/office/drawing/2014/main" id="{4CC338DF-2ABC-A53A-D108-0734C528FDC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85" name="타원 84">
                    <a:extLst>
                      <a:ext uri="{FF2B5EF4-FFF2-40B4-BE49-F238E27FC236}">
                        <a16:creationId xmlns:a16="http://schemas.microsoft.com/office/drawing/2014/main" id="{DBFE29A9-5338-E55D-9C4A-A4476B23CECC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DAA16A6A-C879-BC35-815E-D509992DC9C5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01C98CC1-4BDF-986A-DCA4-6DD994C6A051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BE37A48F-58CA-16EC-F11B-A1A0FB8EA84D}"/>
              </a:ext>
            </a:extLst>
          </p:cNvPr>
          <p:cNvGrpSpPr/>
          <p:nvPr/>
        </p:nvGrpSpPr>
        <p:grpSpPr>
          <a:xfrm>
            <a:off x="4533025" y="4438376"/>
            <a:ext cx="496912" cy="378634"/>
            <a:chOff x="8523851" y="2626812"/>
            <a:chExt cx="1080000" cy="1620000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7C090C9C-BF17-1703-9E2D-491436DE7D4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120" name="그룹 119">
              <a:extLst>
                <a:ext uri="{FF2B5EF4-FFF2-40B4-BE49-F238E27FC236}">
                  <a16:creationId xmlns:a16="http://schemas.microsoft.com/office/drawing/2014/main" id="{0C9C2982-09BD-D3A8-0F96-B466377AF2B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93A6B3DA-6038-8B7B-063B-2C1122633B7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45A6ECF3-954A-689F-5069-B85616DBD29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60D3B89B-6454-504B-4321-65C623240F81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174" name="그룹 173">
            <a:extLst>
              <a:ext uri="{FF2B5EF4-FFF2-40B4-BE49-F238E27FC236}">
                <a16:creationId xmlns:a16="http://schemas.microsoft.com/office/drawing/2014/main" id="{E53CC9DA-5216-80ED-E3E0-FE1D9588723E}"/>
              </a:ext>
            </a:extLst>
          </p:cNvPr>
          <p:cNvGrpSpPr/>
          <p:nvPr/>
        </p:nvGrpSpPr>
        <p:grpSpPr>
          <a:xfrm>
            <a:off x="128256" y="4330373"/>
            <a:ext cx="1318479" cy="855521"/>
            <a:chOff x="8410242" y="1013492"/>
            <a:chExt cx="1812481" cy="1351610"/>
          </a:xfrm>
        </p:grpSpPr>
        <p:grpSp>
          <p:nvGrpSpPr>
            <p:cNvPr id="173" name="그룹 172">
              <a:extLst>
                <a:ext uri="{FF2B5EF4-FFF2-40B4-BE49-F238E27FC236}">
                  <a16:creationId xmlns:a16="http://schemas.microsoft.com/office/drawing/2014/main" id="{78C258FA-8338-88BF-E67F-4C643DAEE343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171" name="그룹 170">
                <a:extLst>
                  <a:ext uri="{FF2B5EF4-FFF2-40B4-BE49-F238E27FC236}">
                    <a16:creationId xmlns:a16="http://schemas.microsoft.com/office/drawing/2014/main" id="{F9FA1B53-F16B-9C92-09C9-D5E0E24E7349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154" name="타원 153">
                  <a:extLst>
                    <a:ext uri="{FF2B5EF4-FFF2-40B4-BE49-F238E27FC236}">
                      <a16:creationId xmlns:a16="http://schemas.microsoft.com/office/drawing/2014/main" id="{3CFE29E8-69C7-F097-5FF9-5EC14AB77FDF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5" name="직선 연결선 154">
                  <a:extLst>
                    <a:ext uri="{FF2B5EF4-FFF2-40B4-BE49-F238E27FC236}">
                      <a16:creationId xmlns:a16="http://schemas.microsoft.com/office/drawing/2014/main" id="{B3CE10C0-BFBF-5B8E-AD8E-5FB903DB51C9}"/>
                    </a:ext>
                  </a:extLst>
                </p:cNvPr>
                <p:cNvCxnSpPr>
                  <a:cxnSpLocks/>
                  <a:stCxn id="158" idx="1"/>
                  <a:endCxn id="154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8" name="사각형: 둥근 모서리 157">
                  <a:extLst>
                    <a:ext uri="{FF2B5EF4-FFF2-40B4-BE49-F238E27FC236}">
                      <a16:creationId xmlns:a16="http://schemas.microsoft.com/office/drawing/2014/main" id="{DAA9032A-9E1F-9EBE-1282-73442C19D0A1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69" name="그룹 168">
                <a:extLst>
                  <a:ext uri="{FF2B5EF4-FFF2-40B4-BE49-F238E27FC236}">
                    <a16:creationId xmlns:a16="http://schemas.microsoft.com/office/drawing/2014/main" id="{D3A8887A-2A65-E5EA-36F8-659310445BCE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152" name="타원 151">
                  <a:extLst>
                    <a:ext uri="{FF2B5EF4-FFF2-40B4-BE49-F238E27FC236}">
                      <a16:creationId xmlns:a16="http://schemas.microsoft.com/office/drawing/2014/main" id="{3B3DF9EA-842F-1E63-FA4C-5A254A7F7804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53" name="직선 연결선 152">
                  <a:extLst>
                    <a:ext uri="{FF2B5EF4-FFF2-40B4-BE49-F238E27FC236}">
                      <a16:creationId xmlns:a16="http://schemas.microsoft.com/office/drawing/2014/main" id="{240F65FC-4D11-C747-9844-473EDE4D335F}"/>
                    </a:ext>
                  </a:extLst>
                </p:cNvPr>
                <p:cNvCxnSpPr>
                  <a:cxnSpLocks/>
                  <a:stCxn id="161" idx="2"/>
                  <a:endCxn id="152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59" name="사각형: 둥근 모서리 158">
                  <a:extLst>
                    <a:ext uri="{FF2B5EF4-FFF2-40B4-BE49-F238E27FC236}">
                      <a16:creationId xmlns:a16="http://schemas.microsoft.com/office/drawing/2014/main" id="{E4065347-7977-52E5-E0B3-314ED89BBE5D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0" name="직선 연결선 159">
                  <a:extLst>
                    <a:ext uri="{FF2B5EF4-FFF2-40B4-BE49-F238E27FC236}">
                      <a16:creationId xmlns:a16="http://schemas.microsoft.com/office/drawing/2014/main" id="{E8B322E7-F416-772B-2CD8-EA14CFAE3A5D}"/>
                    </a:ext>
                  </a:extLst>
                </p:cNvPr>
                <p:cNvCxnSpPr>
                  <a:cxnSpLocks/>
                  <a:stCxn id="159" idx="3"/>
                  <a:endCxn id="152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타원 160">
                  <a:extLst>
                    <a:ext uri="{FF2B5EF4-FFF2-40B4-BE49-F238E27FC236}">
                      <a16:creationId xmlns:a16="http://schemas.microsoft.com/office/drawing/2014/main" id="{A77CAACE-E9F0-68B9-5561-358DCE4469EA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0" name="그룹 169">
                <a:extLst>
                  <a:ext uri="{FF2B5EF4-FFF2-40B4-BE49-F238E27FC236}">
                    <a16:creationId xmlns:a16="http://schemas.microsoft.com/office/drawing/2014/main" id="{9B57818E-4982-C917-2A79-AF8E7C00E691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156" name="타원 155">
                  <a:extLst>
                    <a:ext uri="{FF2B5EF4-FFF2-40B4-BE49-F238E27FC236}">
                      <a16:creationId xmlns:a16="http://schemas.microsoft.com/office/drawing/2014/main" id="{8AE47145-1507-7B3D-F066-C3AD1F76EA75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57" name="직선 연결선 156">
                  <a:extLst>
                    <a:ext uri="{FF2B5EF4-FFF2-40B4-BE49-F238E27FC236}">
                      <a16:creationId xmlns:a16="http://schemas.microsoft.com/office/drawing/2014/main" id="{1F98D2D9-9379-31F8-3546-6B823BA97CF2}"/>
                    </a:ext>
                  </a:extLst>
                </p:cNvPr>
                <p:cNvCxnSpPr>
                  <a:cxnSpLocks/>
                  <a:stCxn id="162" idx="6"/>
                  <a:endCxn id="156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62" name="타원 161">
                  <a:extLst>
                    <a:ext uri="{FF2B5EF4-FFF2-40B4-BE49-F238E27FC236}">
                      <a16:creationId xmlns:a16="http://schemas.microsoft.com/office/drawing/2014/main" id="{95FA5A2A-ABC7-52A1-B3EB-701866D395E6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172" name="그룹 171">
                <a:extLst>
                  <a:ext uri="{FF2B5EF4-FFF2-40B4-BE49-F238E27FC236}">
                    <a16:creationId xmlns:a16="http://schemas.microsoft.com/office/drawing/2014/main" id="{CEBC7D79-0B9F-D8A9-49B0-A244B8F6BBB9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163" name="타원 162">
                  <a:extLst>
                    <a:ext uri="{FF2B5EF4-FFF2-40B4-BE49-F238E27FC236}">
                      <a16:creationId xmlns:a16="http://schemas.microsoft.com/office/drawing/2014/main" id="{0D71DCEF-4871-D7D3-35B5-9F5BB265D550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164" name="타원 163">
                  <a:extLst>
                    <a:ext uri="{FF2B5EF4-FFF2-40B4-BE49-F238E27FC236}">
                      <a16:creationId xmlns:a16="http://schemas.microsoft.com/office/drawing/2014/main" id="{17EAC16D-2146-6E40-9F5B-EDCB01B1EB14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65" name="직선 연결선 164">
                  <a:extLst>
                    <a:ext uri="{FF2B5EF4-FFF2-40B4-BE49-F238E27FC236}">
                      <a16:creationId xmlns:a16="http://schemas.microsoft.com/office/drawing/2014/main" id="{7AB7A947-57A0-E22F-9218-11D735B071E8}"/>
                    </a:ext>
                  </a:extLst>
                </p:cNvPr>
                <p:cNvCxnSpPr>
                  <a:cxnSpLocks/>
                  <a:stCxn id="164" idx="4"/>
                  <a:endCxn id="163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8BF1DD05-772D-4125-93E1-2F5E697017F3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187" name="사각형: 둥근 모서리 186">
            <a:extLst>
              <a:ext uri="{FF2B5EF4-FFF2-40B4-BE49-F238E27FC236}">
                <a16:creationId xmlns:a16="http://schemas.microsoft.com/office/drawing/2014/main" id="{DAA0049F-73D1-72D2-190D-D3FC3BC116DA}"/>
              </a:ext>
            </a:extLst>
          </p:cNvPr>
          <p:cNvSpPr/>
          <p:nvPr/>
        </p:nvSpPr>
        <p:spPr>
          <a:xfrm>
            <a:off x="1516951" y="4374311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15DDE180-D617-C792-9C34-64E3DCE294A4}"/>
              </a:ext>
            </a:extLst>
          </p:cNvPr>
          <p:cNvGrpSpPr/>
          <p:nvPr/>
        </p:nvGrpSpPr>
        <p:grpSpPr>
          <a:xfrm>
            <a:off x="164541" y="2807004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CFA328D6-46B1-7AF7-6801-51B0EE87A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E9020313-A615-67BD-38E2-726E7B68907D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11" name="화살표: 오른쪽 210">
            <a:extLst>
              <a:ext uri="{FF2B5EF4-FFF2-40B4-BE49-F238E27FC236}">
                <a16:creationId xmlns:a16="http://schemas.microsoft.com/office/drawing/2014/main" id="{3931EBB1-2ED3-EAAA-2B93-8339CD801597}"/>
              </a:ext>
            </a:extLst>
          </p:cNvPr>
          <p:cNvSpPr/>
          <p:nvPr/>
        </p:nvSpPr>
        <p:spPr>
          <a:xfrm>
            <a:off x="1297816" y="455640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2" name="화살표: 오른쪽 211">
            <a:extLst>
              <a:ext uri="{FF2B5EF4-FFF2-40B4-BE49-F238E27FC236}">
                <a16:creationId xmlns:a16="http://schemas.microsoft.com/office/drawing/2014/main" id="{1B6932BA-40BC-F256-11DE-D5115A013C83}"/>
              </a:ext>
            </a:extLst>
          </p:cNvPr>
          <p:cNvSpPr/>
          <p:nvPr/>
        </p:nvSpPr>
        <p:spPr>
          <a:xfrm>
            <a:off x="2210369" y="452522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2EE6C1C0-3DC5-25C3-AFA4-BAA4EC5C0CB6}"/>
              </a:ext>
            </a:extLst>
          </p:cNvPr>
          <p:cNvSpPr/>
          <p:nvPr/>
        </p:nvSpPr>
        <p:spPr>
          <a:xfrm>
            <a:off x="3352721" y="4340868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E4102D0C-FD42-B0DA-3482-4CB0518550A0}"/>
              </a:ext>
            </a:extLst>
          </p:cNvPr>
          <p:cNvGrpSpPr/>
          <p:nvPr/>
        </p:nvGrpSpPr>
        <p:grpSpPr>
          <a:xfrm>
            <a:off x="6733796" y="3059235"/>
            <a:ext cx="1625057" cy="2064519"/>
            <a:chOff x="9028349" y="2632635"/>
            <a:chExt cx="2233926" cy="2761965"/>
          </a:xfrm>
        </p:grpSpPr>
        <p:sp>
          <p:nvSpPr>
            <p:cNvPr id="148" name="화살표: 위쪽/아래쪽 147">
              <a:extLst>
                <a:ext uri="{FF2B5EF4-FFF2-40B4-BE49-F238E27FC236}">
                  <a16:creationId xmlns:a16="http://schemas.microsoft.com/office/drawing/2014/main" id="{5182921D-B939-BC95-6AC5-1C5123ABD15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EBDF3252-0D03-0849-3075-5F1B068B062A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190" name="그룹 189">
                <a:extLst>
                  <a:ext uri="{FF2B5EF4-FFF2-40B4-BE49-F238E27FC236}">
                    <a16:creationId xmlns:a16="http://schemas.microsoft.com/office/drawing/2014/main" id="{12B7A31C-A9DF-A858-933C-887063B1856B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192" name="직선 연결선 191">
                  <a:extLst>
                    <a:ext uri="{FF2B5EF4-FFF2-40B4-BE49-F238E27FC236}">
                      <a16:creationId xmlns:a16="http://schemas.microsoft.com/office/drawing/2014/main" id="{2359C8FB-0B77-2CD0-C82D-B60F0E32C857}"/>
                    </a:ext>
                  </a:extLst>
                </p:cNvPr>
                <p:cNvCxnSpPr>
                  <a:cxnSpLocks/>
                  <a:stCxn id="203" idx="4"/>
                  <a:endCxn id="205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93" name="타원 192">
                  <a:extLst>
                    <a:ext uri="{FF2B5EF4-FFF2-40B4-BE49-F238E27FC236}">
                      <a16:creationId xmlns:a16="http://schemas.microsoft.com/office/drawing/2014/main" id="{13701B0C-9AC9-B12A-AD55-A413BF618AF3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194" name="직선 연결선 193">
                  <a:extLst>
                    <a:ext uri="{FF2B5EF4-FFF2-40B4-BE49-F238E27FC236}">
                      <a16:creationId xmlns:a16="http://schemas.microsoft.com/office/drawing/2014/main" id="{DD14F115-7EE1-3411-7DD1-890C43C5E268}"/>
                    </a:ext>
                  </a:extLst>
                </p:cNvPr>
                <p:cNvCxnSpPr>
                  <a:cxnSpLocks/>
                  <a:stCxn id="202" idx="2"/>
                  <a:endCxn id="193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5" name="타원 194">
                  <a:extLst>
                    <a:ext uri="{FF2B5EF4-FFF2-40B4-BE49-F238E27FC236}">
                      <a16:creationId xmlns:a16="http://schemas.microsoft.com/office/drawing/2014/main" id="{302EC9D4-A9DF-4B60-3B02-A688C1B413E5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6" name="직선 연결선 195">
                  <a:extLst>
                    <a:ext uri="{FF2B5EF4-FFF2-40B4-BE49-F238E27FC236}">
                      <a16:creationId xmlns:a16="http://schemas.microsoft.com/office/drawing/2014/main" id="{96C0A6C8-392E-105B-3C91-7DF3F1EFE66D}"/>
                    </a:ext>
                  </a:extLst>
                </p:cNvPr>
                <p:cNvCxnSpPr>
                  <a:cxnSpLocks/>
                  <a:stCxn id="199" idx="1"/>
                  <a:endCxn id="195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7" name="타원 196">
                  <a:extLst>
                    <a:ext uri="{FF2B5EF4-FFF2-40B4-BE49-F238E27FC236}">
                      <a16:creationId xmlns:a16="http://schemas.microsoft.com/office/drawing/2014/main" id="{24ABA87B-A816-8518-43FF-B0126B61CE0C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198" name="직선 연결선 197">
                  <a:extLst>
                    <a:ext uri="{FF2B5EF4-FFF2-40B4-BE49-F238E27FC236}">
                      <a16:creationId xmlns:a16="http://schemas.microsoft.com/office/drawing/2014/main" id="{BABF1AB7-E0C5-5B06-DB2A-2062A8A16426}"/>
                    </a:ext>
                  </a:extLst>
                </p:cNvPr>
                <p:cNvCxnSpPr>
                  <a:cxnSpLocks/>
                  <a:stCxn id="203" idx="6"/>
                  <a:endCxn id="197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199" name="사각형: 둥근 모서리 198">
                  <a:extLst>
                    <a:ext uri="{FF2B5EF4-FFF2-40B4-BE49-F238E27FC236}">
                      <a16:creationId xmlns:a16="http://schemas.microsoft.com/office/drawing/2014/main" id="{69870FCF-7500-A0CE-D8FB-1D7BF7B079DD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0" name="사각형: 둥근 모서리 199">
                  <a:extLst>
                    <a:ext uri="{FF2B5EF4-FFF2-40B4-BE49-F238E27FC236}">
                      <a16:creationId xmlns:a16="http://schemas.microsoft.com/office/drawing/2014/main" id="{1438856F-1867-A07F-FB17-D8B551E75295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1" name="직선 연결선 200">
                  <a:extLst>
                    <a:ext uri="{FF2B5EF4-FFF2-40B4-BE49-F238E27FC236}">
                      <a16:creationId xmlns:a16="http://schemas.microsoft.com/office/drawing/2014/main" id="{3BB0FFA8-F06B-F4F3-43F8-1591307D0CF4}"/>
                    </a:ext>
                  </a:extLst>
                </p:cNvPr>
                <p:cNvCxnSpPr>
                  <a:cxnSpLocks/>
                  <a:stCxn id="200" idx="3"/>
                  <a:endCxn id="193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02" name="타원 201">
                  <a:extLst>
                    <a:ext uri="{FF2B5EF4-FFF2-40B4-BE49-F238E27FC236}">
                      <a16:creationId xmlns:a16="http://schemas.microsoft.com/office/drawing/2014/main" id="{DF6664D7-15AF-3870-B384-433C7FCA5DBB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3" name="타원 202">
                  <a:extLst>
                    <a:ext uri="{FF2B5EF4-FFF2-40B4-BE49-F238E27FC236}">
                      <a16:creationId xmlns:a16="http://schemas.microsoft.com/office/drawing/2014/main" id="{24DB450B-8606-FC61-DBC8-23F4B5D0E2BD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4" name="타원 203">
                  <a:extLst>
                    <a:ext uri="{FF2B5EF4-FFF2-40B4-BE49-F238E27FC236}">
                      <a16:creationId xmlns:a16="http://schemas.microsoft.com/office/drawing/2014/main" id="{5775A552-44BD-94BD-B369-19F6FB8D230D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205" name="타원 204">
                  <a:extLst>
                    <a:ext uri="{FF2B5EF4-FFF2-40B4-BE49-F238E27FC236}">
                      <a16:creationId xmlns:a16="http://schemas.microsoft.com/office/drawing/2014/main" id="{E9FEAE6D-F1A2-539C-A868-AB0D562F322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206" name="직선 연결선 205">
                  <a:extLst>
                    <a:ext uri="{FF2B5EF4-FFF2-40B4-BE49-F238E27FC236}">
                      <a16:creationId xmlns:a16="http://schemas.microsoft.com/office/drawing/2014/main" id="{D252B3B4-B434-9370-D8BF-B98FDAAC76FE}"/>
                    </a:ext>
                  </a:extLst>
                </p:cNvPr>
                <p:cNvCxnSpPr>
                  <a:cxnSpLocks/>
                  <a:stCxn id="205" idx="4"/>
                  <a:endCxn id="204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07" name="직선 연결선 206">
                  <a:extLst>
                    <a:ext uri="{FF2B5EF4-FFF2-40B4-BE49-F238E27FC236}">
                      <a16:creationId xmlns:a16="http://schemas.microsoft.com/office/drawing/2014/main" id="{FC080FF2-4D48-E33D-D26B-D5E11C470201}"/>
                    </a:ext>
                  </a:extLst>
                </p:cNvPr>
                <p:cNvCxnSpPr>
                  <a:cxnSpLocks/>
                  <a:stCxn id="199" idx="2"/>
                  <a:endCxn id="200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186DCF2C-B27E-FE7E-D004-0974D9EF08D5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E6132F5-6B20-0E1D-BD1F-BB6F6D111F4A}"/>
                </a:ext>
              </a:extLst>
            </p:cNvPr>
            <p:cNvGrpSpPr/>
            <p:nvPr/>
          </p:nvGrpSpPr>
          <p:grpSpPr>
            <a:xfrm>
              <a:off x="9028349" y="4384159"/>
              <a:ext cx="2233926" cy="1010441"/>
              <a:chOff x="7648155" y="945795"/>
              <a:chExt cx="2804390" cy="1193252"/>
            </a:xfrm>
          </p:grpSpPr>
          <p:grpSp>
            <p:nvGrpSpPr>
              <p:cNvPr id="47" name="그룹 46">
                <a:extLst>
                  <a:ext uri="{FF2B5EF4-FFF2-40B4-BE49-F238E27FC236}">
                    <a16:creationId xmlns:a16="http://schemas.microsoft.com/office/drawing/2014/main" id="{A5DFE7C5-AA8D-7FD7-D713-25B34B8F2B2F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DFC7026D-E6EA-B4F3-E643-E3368CE23C1D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C7776518-9112-1D51-FD5A-F67FC25AC287}"/>
                    </a:ext>
                  </a:extLst>
                </p:cNvPr>
                <p:cNvCxnSpPr>
                  <a:cxnSpLocks/>
                  <a:stCxn id="62" idx="2"/>
                  <a:endCxn id="49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A1DE4C7E-4C9F-EB63-2669-D64725F2B6D1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FDD7A136-B334-7B00-B07E-9A8CFD8B733D}"/>
                    </a:ext>
                  </a:extLst>
                </p:cNvPr>
                <p:cNvCxnSpPr>
                  <a:cxnSpLocks/>
                  <a:stCxn id="57" idx="1"/>
                  <a:endCxn id="51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5" name="타원 54">
                  <a:extLst>
                    <a:ext uri="{FF2B5EF4-FFF2-40B4-BE49-F238E27FC236}">
                      <a16:creationId xmlns:a16="http://schemas.microsoft.com/office/drawing/2014/main" id="{2C9FE4A1-E4E4-BB4C-CAB7-368353870B08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6" name="직선 연결선 55">
                  <a:extLst>
                    <a:ext uri="{FF2B5EF4-FFF2-40B4-BE49-F238E27FC236}">
                      <a16:creationId xmlns:a16="http://schemas.microsoft.com/office/drawing/2014/main" id="{96EED35F-B2EE-0E37-034F-000BE34D71A2}"/>
                    </a:ext>
                  </a:extLst>
                </p:cNvPr>
                <p:cNvCxnSpPr>
                  <a:cxnSpLocks/>
                  <a:stCxn id="63" idx="6"/>
                  <a:endCxn id="55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7" name="사각형: 둥근 모서리 56">
                  <a:extLst>
                    <a:ext uri="{FF2B5EF4-FFF2-40B4-BE49-F238E27FC236}">
                      <a16:creationId xmlns:a16="http://schemas.microsoft.com/office/drawing/2014/main" id="{C3714E67-87F0-4226-0D2C-E6F47CDC8449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59" name="사각형: 둥근 모서리 58">
                  <a:extLst>
                    <a:ext uri="{FF2B5EF4-FFF2-40B4-BE49-F238E27FC236}">
                      <a16:creationId xmlns:a16="http://schemas.microsoft.com/office/drawing/2014/main" id="{7968D600-AA54-F002-7160-3E94A88ADE6A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61" name="직선 연결선 60">
                  <a:extLst>
                    <a:ext uri="{FF2B5EF4-FFF2-40B4-BE49-F238E27FC236}">
                      <a16:creationId xmlns:a16="http://schemas.microsoft.com/office/drawing/2014/main" id="{ACA463E5-6C7C-F15C-90D3-41E2F3FA2324}"/>
                    </a:ext>
                  </a:extLst>
                </p:cNvPr>
                <p:cNvCxnSpPr>
                  <a:cxnSpLocks/>
                  <a:stCxn id="59" idx="3"/>
                  <a:endCxn id="49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2" name="타원 61">
                  <a:extLst>
                    <a:ext uri="{FF2B5EF4-FFF2-40B4-BE49-F238E27FC236}">
                      <a16:creationId xmlns:a16="http://schemas.microsoft.com/office/drawing/2014/main" id="{97492E62-E81B-5426-0B43-7D25BF932798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3" name="타원 62">
                  <a:extLst>
                    <a:ext uri="{FF2B5EF4-FFF2-40B4-BE49-F238E27FC236}">
                      <a16:creationId xmlns:a16="http://schemas.microsoft.com/office/drawing/2014/main" id="{270DD6F5-E7CC-7C79-CABE-CB63AE0E3F99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5" name="타원 64">
                  <a:extLst>
                    <a:ext uri="{FF2B5EF4-FFF2-40B4-BE49-F238E27FC236}">
                      <a16:creationId xmlns:a16="http://schemas.microsoft.com/office/drawing/2014/main" id="{6BB6D3B2-1ABA-194A-9061-D6AB34BA1305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E3C6654F-E767-F00A-2A82-FCCD5A37D0AA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767CBD7A-EB36-951D-924B-5AC3BE6A34F4}"/>
                    </a:ext>
                  </a:extLst>
                </p:cNvPr>
                <p:cNvCxnSpPr>
                  <a:cxnSpLocks/>
                  <a:stCxn id="69" idx="4"/>
                  <a:endCxn id="65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478B01AF-AD2E-E9DD-6F95-519D51C499D9}"/>
                    </a:ext>
                  </a:extLst>
                </p:cNvPr>
                <p:cNvCxnSpPr>
                  <a:cxnSpLocks/>
                  <a:stCxn id="57" idx="2"/>
                  <a:endCxn id="59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12FAF11A-19B5-C77A-AEC1-A6296894BCBB}"/>
                  </a:ext>
                </a:extLst>
              </p:cNvPr>
              <p:cNvSpPr txBox="1"/>
              <p:nvPr/>
            </p:nvSpPr>
            <p:spPr>
              <a:xfrm>
                <a:off x="7648155" y="1798674"/>
                <a:ext cx="2804390" cy="3403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81" name="화살표: 오른쪽 80">
            <a:extLst>
              <a:ext uri="{FF2B5EF4-FFF2-40B4-BE49-F238E27FC236}">
                <a16:creationId xmlns:a16="http://schemas.microsoft.com/office/drawing/2014/main" id="{E7371592-ED15-20F5-066F-1E9ADAAEDE42}"/>
              </a:ext>
            </a:extLst>
          </p:cNvPr>
          <p:cNvSpPr/>
          <p:nvPr/>
        </p:nvSpPr>
        <p:spPr>
          <a:xfrm>
            <a:off x="3135148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6" name="화살표: 오른쪽 85">
            <a:extLst>
              <a:ext uri="{FF2B5EF4-FFF2-40B4-BE49-F238E27FC236}">
                <a16:creationId xmlns:a16="http://schemas.microsoft.com/office/drawing/2014/main" id="{0B8F1329-5CD4-FE19-9882-7F772F194083}"/>
              </a:ext>
            </a:extLst>
          </p:cNvPr>
          <p:cNvSpPr/>
          <p:nvPr/>
        </p:nvSpPr>
        <p:spPr>
          <a:xfrm>
            <a:off x="4333841" y="452149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14EDDA-3EF3-91A6-89C6-62536BF32F9F}"/>
              </a:ext>
            </a:extLst>
          </p:cNvPr>
          <p:cNvSpPr txBox="1"/>
          <p:nvPr/>
        </p:nvSpPr>
        <p:spPr>
          <a:xfrm>
            <a:off x="4243564" y="4888441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6CA0BE36-9C15-CF8E-9F82-B2DFCA5C8561}"/>
              </a:ext>
            </a:extLst>
          </p:cNvPr>
          <p:cNvSpPr/>
          <p:nvPr/>
        </p:nvSpPr>
        <p:spPr>
          <a:xfrm>
            <a:off x="5126382" y="4514194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4945DB37-BC21-1802-665D-E72B5435D403}"/>
              </a:ext>
            </a:extLst>
          </p:cNvPr>
          <p:cNvSpPr/>
          <p:nvPr/>
        </p:nvSpPr>
        <p:spPr>
          <a:xfrm>
            <a:off x="5332869" y="4335178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04502B96-A6C2-BE9A-3E58-61B21922F344}"/>
              </a:ext>
            </a:extLst>
          </p:cNvPr>
          <p:cNvSpPr/>
          <p:nvPr/>
        </p:nvSpPr>
        <p:spPr>
          <a:xfrm>
            <a:off x="6578584" y="4504272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39" name="화살표: 위쪽 38">
            <a:extLst>
              <a:ext uri="{FF2B5EF4-FFF2-40B4-BE49-F238E27FC236}">
                <a16:creationId xmlns:a16="http://schemas.microsoft.com/office/drawing/2014/main" id="{6A767382-F10C-421A-D195-E3A3454A8056}"/>
              </a:ext>
            </a:extLst>
          </p:cNvPr>
          <p:cNvSpPr/>
          <p:nvPr/>
        </p:nvSpPr>
        <p:spPr>
          <a:xfrm>
            <a:off x="4671826" y="4150562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DF17A07E-7178-6ADC-655E-202932C438F0}"/>
              </a:ext>
            </a:extLst>
          </p:cNvPr>
          <p:cNvSpPr/>
          <p:nvPr/>
        </p:nvSpPr>
        <p:spPr>
          <a:xfrm>
            <a:off x="8284678" y="4298378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D86C364A-A108-4219-30F8-FE62941EAFC0}"/>
              </a:ext>
            </a:extLst>
          </p:cNvPr>
          <p:cNvSpPr/>
          <p:nvPr/>
        </p:nvSpPr>
        <p:spPr>
          <a:xfrm>
            <a:off x="9862079" y="4469523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43" name="화살표: 아래쪽 42">
            <a:extLst>
              <a:ext uri="{FF2B5EF4-FFF2-40B4-BE49-F238E27FC236}">
                <a16:creationId xmlns:a16="http://schemas.microsoft.com/office/drawing/2014/main" id="{E84B421E-45EF-4956-0E65-C2D08C1AF113}"/>
              </a:ext>
            </a:extLst>
          </p:cNvPr>
          <p:cNvSpPr/>
          <p:nvPr/>
        </p:nvSpPr>
        <p:spPr>
          <a:xfrm>
            <a:off x="8634672" y="5301689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CFDA937-59A5-EBF0-0FE7-50D37CE80C3A}"/>
              </a:ext>
            </a:extLst>
          </p:cNvPr>
          <p:cNvSpPr/>
          <p:nvPr/>
        </p:nvSpPr>
        <p:spPr>
          <a:xfrm>
            <a:off x="8235608" y="5768126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89" name="연결선: 꺾임 88">
            <a:extLst>
              <a:ext uri="{FF2B5EF4-FFF2-40B4-BE49-F238E27FC236}">
                <a16:creationId xmlns:a16="http://schemas.microsoft.com/office/drawing/2014/main" id="{1FEF2709-9625-BB09-C61E-E492B8C2A674}"/>
              </a:ext>
            </a:extLst>
          </p:cNvPr>
          <p:cNvCxnSpPr>
            <a:stCxn id="44" idx="1"/>
            <a:endCxn id="151" idx="2"/>
          </p:cNvCxnSpPr>
          <p:nvPr/>
        </p:nvCxnSpPr>
        <p:spPr>
          <a:xfrm rot="10800000">
            <a:off x="787496" y="5185895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F9352B4-45FA-A5EF-178F-E62220425ED0}"/>
              </a:ext>
            </a:extLst>
          </p:cNvPr>
          <p:cNvSpPr txBox="1"/>
          <p:nvPr/>
        </p:nvSpPr>
        <p:spPr>
          <a:xfrm>
            <a:off x="4080851" y="3946182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88" name="화살표: 아래쪽 187">
            <a:extLst>
              <a:ext uri="{FF2B5EF4-FFF2-40B4-BE49-F238E27FC236}">
                <a16:creationId xmlns:a16="http://schemas.microsoft.com/office/drawing/2014/main" id="{EED746C9-014E-F55B-B05F-F10EDB143794}"/>
              </a:ext>
            </a:extLst>
          </p:cNvPr>
          <p:cNvSpPr/>
          <p:nvPr/>
        </p:nvSpPr>
        <p:spPr>
          <a:xfrm>
            <a:off x="1502373" y="3958439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84E57E-0109-2BA1-AF56-AA8D0791E49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ko-KR" altLang="en-US" sz="2400" b="1" dirty="0">
                <a:latin typeface="+mj-ea"/>
                <a:ea typeface="+mj-ea"/>
              </a:rPr>
              <a:t> 오버 뷰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E5F85050-D0D2-620F-458F-EC6EAEDE67D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430BA8A6-0774-92F3-7C8D-5BF552F5D9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62398014-2312-E050-0723-A5660DC99687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C16C520-0ACD-28D7-A466-6F68A0BCC376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02AE20F6-4F4E-7C9A-A08F-3468B896AA7E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CFD961D1-EC85-DF83-F60F-EBC6F221ED9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0D946618-B715-13ED-E134-B4464DDCBCC3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F567FB3F-EBA1-C333-11A7-8BA4AC045310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90AF7202-16C0-B8E6-6811-9B20D1CEBE80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870B402A-FAA9-6C8A-F8E0-B1BD08EF5E67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2B6835B7-6E83-6C3D-ACC1-B5AD026D1A2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C16985A8-EB69-13E0-B568-F56042BE9DB8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166506A8-12EB-5E6E-78AD-E353E0CBF4A4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399D972F-F9B3-5A79-4301-DCEDED425241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5961474B-955F-5670-84F3-4E7BECCCD3FA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AA375FD5-9333-A44A-42D3-4DB43BCE4668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EE1F8C6B-9EF6-E11F-3F64-E4B122FF55C3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3FFD674-8BAA-2BC2-2E85-0B7A0F390843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4045E5EF-125F-BA7B-5044-524607E419B0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B544665F-7BF5-4690-B912-6CB73F75D3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626186EE-BBDC-C398-19F4-DEEC225E75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321CDB03-3BD5-6B51-8905-B5B5B13FAB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5ABF6FFA-B184-1CC4-7B1B-006A638CCD8D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A8B9DDE4-4A0D-60DE-FC78-B5A600DC6AEF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AC242343-4DC1-7695-8B8F-FE721C30263E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301DFC76-D0A8-8237-35F8-5734C8E514D2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8CA25D46-06F2-1BFA-36E4-068B3A443259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701B0AC2-1C57-647F-7BCC-85EDB72F984E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B9C7BB99-BF37-F070-20A9-9C9AAAF7EBCB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F1C4D335-823A-9953-87CB-98CB40C0DBA5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347F1682-93B3-F225-D167-657AC93E00EC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B97039AD-1275-4D7E-E8CB-A3122CA3E6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B762C9C2-3677-958C-EE00-6BF52A06231A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4A24EF31-BD9B-0F74-BE3D-19A218CCF3E7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AFA68568-E005-67C6-EB4F-8E9E2C0F8218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C10F9103-FBF0-17DD-3AEB-35934E0F3DE4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9F75A673-B005-F69A-A61A-FAF771EAD154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215D67D7-C288-B2F0-12EE-4939072420D8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3483E9AE-469A-3356-9CFC-254D898CE017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9956AECC-A0D3-D2D2-2EA2-504A716445DA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C0307EBD-863F-F69C-341E-B4807B811AC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51D43906-A785-65F1-F98C-C26B3D6142A7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B8F1E4-7A64-8175-28EE-76295C2CDF02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A0AE979D-CA90-1CD3-43B7-9C1D7BD5B4C1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15C02461-4568-FB64-271C-D8966C8A29F7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C61536CA-81D7-2E9B-A318-23B4C2345896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A83B7243-7E29-2274-0BBD-ABA5B11940F5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6A41CE5D-60EA-7A8F-F717-4B4051A5E290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810E8859-F5C9-3CF1-86C9-5D4A0D90B402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FE949D77-E97A-1DDA-14C3-8524CFC66436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60F6D601-4A47-521C-E7F7-8D9EBB7C03C2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175" name="표 174">
            <a:extLst>
              <a:ext uri="{FF2B5EF4-FFF2-40B4-BE49-F238E27FC236}">
                <a16:creationId xmlns:a16="http://schemas.microsoft.com/office/drawing/2014/main" id="{96DF3854-2C1E-1244-03B0-5E3257AC312A}"/>
              </a:ext>
            </a:extLst>
          </p:cNvPr>
          <p:cNvGraphicFramePr>
            <a:graphicFrameLocks noGrp="1"/>
          </p:cNvGraphicFramePr>
          <p:nvPr/>
        </p:nvGraphicFramePr>
        <p:xfrm>
          <a:off x="4176691" y="2778839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BAEF3805-9827-C8C8-C0E3-0B4924E3F1E2}"/>
              </a:ext>
            </a:extLst>
          </p:cNvPr>
          <p:cNvGraphicFramePr>
            <a:graphicFrameLocks noGrp="1"/>
          </p:cNvGraphicFramePr>
          <p:nvPr/>
        </p:nvGraphicFramePr>
        <p:xfrm>
          <a:off x="10825842" y="4026138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39E975AC-ECF1-0BE5-5177-8E0642ECBDD7}"/>
              </a:ext>
            </a:extLst>
          </p:cNvPr>
          <p:cNvGrpSpPr/>
          <p:nvPr/>
        </p:nvGrpSpPr>
        <p:grpSpPr>
          <a:xfrm>
            <a:off x="11381468" y="4354664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B3C31A60-BC73-2188-21AA-B2017AECDEB0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FB228530-912A-27F8-7EB0-555DCF1442A8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C2CB90E7-DDA4-5BF9-6DE3-76A9425CFC2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708903FB-4AFD-E375-38D4-E8712C17A1F6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BF7E3827-DCC0-517E-2E6B-37F9B54CC13B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CDBAF44B-EEEB-5787-15B3-4F0DF1F8E600}"/>
              </a:ext>
            </a:extLst>
          </p:cNvPr>
          <p:cNvGrpSpPr/>
          <p:nvPr/>
        </p:nvGrpSpPr>
        <p:grpSpPr>
          <a:xfrm>
            <a:off x="11381468" y="4854742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2363FF1D-B36A-E51C-D664-4022D787EA15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47C94700-DE47-7B59-E284-F7F6CBC6A1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C46867EC-B0BD-32BD-E370-25AFB808EFB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E1857EE9-5FB4-1ACB-7351-EAE7DFB1FA1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8367FA55-0610-CABF-EC28-C88A23261646}"/>
              </a:ext>
            </a:extLst>
          </p:cNvPr>
          <p:cNvSpPr txBox="1"/>
          <p:nvPr/>
        </p:nvSpPr>
        <p:spPr>
          <a:xfrm>
            <a:off x="10554497" y="5548068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grpSp>
        <p:nvGrpSpPr>
          <p:cNvPr id="176" name="그룹 175">
            <a:extLst>
              <a:ext uri="{FF2B5EF4-FFF2-40B4-BE49-F238E27FC236}">
                <a16:creationId xmlns:a16="http://schemas.microsoft.com/office/drawing/2014/main" id="{1A9D5DB1-1425-C173-9BFC-1D7DCEE18BAA}"/>
              </a:ext>
            </a:extLst>
          </p:cNvPr>
          <p:cNvGrpSpPr/>
          <p:nvPr/>
        </p:nvGrpSpPr>
        <p:grpSpPr>
          <a:xfrm>
            <a:off x="4764501" y="3040120"/>
            <a:ext cx="441736" cy="295305"/>
            <a:chOff x="8523851" y="2626812"/>
            <a:chExt cx="1080000" cy="1620000"/>
          </a:xfrm>
        </p:grpSpPr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8151F728-4650-5502-1D51-1BDBBFAFDA59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78" name="그룹 177">
              <a:extLst>
                <a:ext uri="{FF2B5EF4-FFF2-40B4-BE49-F238E27FC236}">
                  <a16:creationId xmlns:a16="http://schemas.microsoft.com/office/drawing/2014/main" id="{7DAEFD58-7F42-FF34-24AE-4D20A0D215C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79" name="타원 178">
                <a:extLst>
                  <a:ext uri="{FF2B5EF4-FFF2-40B4-BE49-F238E27FC236}">
                    <a16:creationId xmlns:a16="http://schemas.microsoft.com/office/drawing/2014/main" id="{6F552C9C-8D3C-5FB1-539C-1292554E8798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0" name="타원 179">
                <a:extLst>
                  <a:ext uri="{FF2B5EF4-FFF2-40B4-BE49-F238E27FC236}">
                    <a16:creationId xmlns:a16="http://schemas.microsoft.com/office/drawing/2014/main" id="{951B9D16-FC9A-4856-77E3-D25952FBCC7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1" name="타원 180">
                <a:extLst>
                  <a:ext uri="{FF2B5EF4-FFF2-40B4-BE49-F238E27FC236}">
                    <a16:creationId xmlns:a16="http://schemas.microsoft.com/office/drawing/2014/main" id="{7A1C9907-487E-0CEC-24F7-8485C4BCBC4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82" name="그룹 181">
            <a:extLst>
              <a:ext uri="{FF2B5EF4-FFF2-40B4-BE49-F238E27FC236}">
                <a16:creationId xmlns:a16="http://schemas.microsoft.com/office/drawing/2014/main" id="{75C8B27F-6AC0-66BF-744F-CA444600B1E6}"/>
              </a:ext>
            </a:extLst>
          </p:cNvPr>
          <p:cNvGrpSpPr/>
          <p:nvPr/>
        </p:nvGrpSpPr>
        <p:grpSpPr>
          <a:xfrm>
            <a:off x="4764501" y="3432969"/>
            <a:ext cx="441736" cy="177467"/>
            <a:chOff x="8523851" y="1625702"/>
            <a:chExt cx="1080000" cy="900000"/>
          </a:xfrm>
        </p:grpSpPr>
        <p:sp>
          <p:nvSpPr>
            <p:cNvPr id="183" name="사각형: 둥근 모서리 182">
              <a:extLst>
                <a:ext uri="{FF2B5EF4-FFF2-40B4-BE49-F238E27FC236}">
                  <a16:creationId xmlns:a16="http://schemas.microsoft.com/office/drawing/2014/main" id="{C882473E-DBC8-A9EA-1FFC-A730EB2C8ED0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84" name="그룹 183">
              <a:extLst>
                <a:ext uri="{FF2B5EF4-FFF2-40B4-BE49-F238E27FC236}">
                  <a16:creationId xmlns:a16="http://schemas.microsoft.com/office/drawing/2014/main" id="{43F4A2B9-1147-03C6-2186-B96DD9F1ED2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85" name="사각형: 둥근 모서리 184">
                <a:extLst>
                  <a:ext uri="{FF2B5EF4-FFF2-40B4-BE49-F238E27FC236}">
                    <a16:creationId xmlns:a16="http://schemas.microsoft.com/office/drawing/2014/main" id="{42162398-DD52-00F2-F71A-78D18396075C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86" name="사각형: 둥근 모서리 185">
                <a:extLst>
                  <a:ext uri="{FF2B5EF4-FFF2-40B4-BE49-F238E27FC236}">
                    <a16:creationId xmlns:a16="http://schemas.microsoft.com/office/drawing/2014/main" id="{623719F0-CB02-7B37-1022-365EE61A5D3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378107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5D057-6E98-BD3B-F146-AE9D296C7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D18B9B87-85C2-4FB1-4389-54AA0300AD9B}"/>
              </a:ext>
            </a:extLst>
          </p:cNvPr>
          <p:cNvSpPr/>
          <p:nvPr/>
        </p:nvSpPr>
        <p:spPr>
          <a:xfrm>
            <a:off x="758775" y="2885353"/>
            <a:ext cx="4805495" cy="225765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210" name="그룹 209">
            <a:extLst>
              <a:ext uri="{FF2B5EF4-FFF2-40B4-BE49-F238E27FC236}">
                <a16:creationId xmlns:a16="http://schemas.microsoft.com/office/drawing/2014/main" id="{88F33089-39FC-32F7-60A7-E2A2DD655182}"/>
              </a:ext>
            </a:extLst>
          </p:cNvPr>
          <p:cNvGrpSpPr/>
          <p:nvPr/>
        </p:nvGrpSpPr>
        <p:grpSpPr>
          <a:xfrm>
            <a:off x="772321" y="2911488"/>
            <a:ext cx="1826685" cy="339537"/>
            <a:chOff x="821719" y="2725968"/>
            <a:chExt cx="2511098" cy="454241"/>
          </a:xfrm>
        </p:grpSpPr>
        <p:pic>
          <p:nvPicPr>
            <p:cNvPr id="208" name="그래픽 207" descr="모스 코드 단색으로 채워진">
              <a:extLst>
                <a:ext uri="{FF2B5EF4-FFF2-40B4-BE49-F238E27FC236}">
                  <a16:creationId xmlns:a16="http://schemas.microsoft.com/office/drawing/2014/main" id="{A7214541-EB68-1EC4-9D53-797DDA93F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A4520930-0DEF-1C66-4019-3882C6973057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62038FD-5DE0-5105-0BC5-32262D3C2642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</a:t>
            </a:r>
            <a:r>
              <a:rPr kumimoji="1" lang="ko-KR" altLang="en-US" sz="2400" b="1" dirty="0">
                <a:latin typeface="+mj-ea"/>
                <a:ea typeface="+mj-ea"/>
              </a:rPr>
              <a:t>조립 공법서 자동생성 시스템</a:t>
            </a: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A1896C76-B50E-5C90-69CC-757A3FF7C10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55D37FC0-C318-1099-CFC9-79A89E468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84CEBEFA-E320-AFA5-A506-F6D02D4202C4}"/>
              </a:ext>
            </a:extLst>
          </p:cNvPr>
          <p:cNvGrpSpPr/>
          <p:nvPr/>
        </p:nvGrpSpPr>
        <p:grpSpPr>
          <a:xfrm>
            <a:off x="567997" y="1152609"/>
            <a:ext cx="1734024" cy="1326750"/>
            <a:chOff x="567997" y="1152609"/>
            <a:chExt cx="1734024" cy="1326750"/>
          </a:xfrm>
        </p:grpSpPr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6550B767-F768-9628-07AA-76532201E75B}"/>
                </a:ext>
              </a:extLst>
            </p:cNvPr>
            <p:cNvGrpSpPr/>
            <p:nvPr/>
          </p:nvGrpSpPr>
          <p:grpSpPr>
            <a:xfrm>
              <a:off x="696016" y="1152609"/>
              <a:ext cx="1477987" cy="957071"/>
              <a:chOff x="1299418" y="1152609"/>
              <a:chExt cx="1544859" cy="1004487"/>
            </a:xfrm>
          </p:grpSpPr>
          <p:grpSp>
            <p:nvGrpSpPr>
              <p:cNvPr id="6" name="그룹 5">
                <a:extLst>
                  <a:ext uri="{FF2B5EF4-FFF2-40B4-BE49-F238E27FC236}">
                    <a16:creationId xmlns:a16="http://schemas.microsoft.com/office/drawing/2014/main" id="{1C128F97-6497-AC22-AC18-22A9EB7B4044}"/>
                  </a:ext>
                </a:extLst>
              </p:cNvPr>
              <p:cNvGrpSpPr/>
              <p:nvPr/>
            </p:nvGrpSpPr>
            <p:grpSpPr>
              <a:xfrm>
                <a:off x="1299418" y="1152609"/>
                <a:ext cx="1544859" cy="265485"/>
                <a:chOff x="6736302" y="1760258"/>
                <a:chExt cx="5226969" cy="969351"/>
              </a:xfrm>
            </p:grpSpPr>
            <p:sp>
              <p:nvSpPr>
                <p:cNvPr id="7" name="타원 6">
                  <a:extLst>
                    <a:ext uri="{FF2B5EF4-FFF2-40B4-BE49-F238E27FC236}">
                      <a16:creationId xmlns:a16="http://schemas.microsoft.com/office/drawing/2014/main" id="{55ECAD0B-5E66-0572-ABA8-BB8965FF58C8}"/>
                    </a:ext>
                  </a:extLst>
                </p:cNvPr>
                <p:cNvSpPr/>
                <p:nvPr/>
              </p:nvSpPr>
              <p:spPr>
                <a:xfrm>
                  <a:off x="8860446" y="2062192"/>
                  <a:ext cx="1505785" cy="530042"/>
                </a:xfrm>
                <a:prstGeom prst="ellipse">
                  <a:avLst/>
                </a:prstGeom>
                <a:solidFill>
                  <a:srgbClr val="FFC000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8" name="타원 7">
                  <a:extLst>
                    <a:ext uri="{FF2B5EF4-FFF2-40B4-BE49-F238E27FC236}">
                      <a16:creationId xmlns:a16="http://schemas.microsoft.com/office/drawing/2014/main" id="{E7D3C689-19AE-7F89-3190-B1242F908F58}"/>
                    </a:ext>
                  </a:extLst>
                </p:cNvPr>
                <p:cNvSpPr/>
                <p:nvPr/>
              </p:nvSpPr>
              <p:spPr>
                <a:xfrm>
                  <a:off x="10573205" y="2100664"/>
                  <a:ext cx="1390066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248C64B6-0136-8F19-82A1-83328280A804}"/>
                    </a:ext>
                  </a:extLst>
                </p:cNvPr>
                <p:cNvCxnSpPr>
                  <a:cxnSpLocks/>
                  <a:endCxn id="7" idx="2"/>
                </p:cNvCxnSpPr>
                <p:nvPr/>
              </p:nvCxnSpPr>
              <p:spPr>
                <a:xfrm flipV="1">
                  <a:off x="8642340" y="2327213"/>
                  <a:ext cx="218106" cy="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0" name="직선 연결선 9">
                  <a:extLst>
                    <a:ext uri="{FF2B5EF4-FFF2-40B4-BE49-F238E27FC236}">
                      <a16:creationId xmlns:a16="http://schemas.microsoft.com/office/drawing/2014/main" id="{DE8B35E9-E6DD-C64F-44CF-DA720B26638D}"/>
                    </a:ext>
                  </a:extLst>
                </p:cNvPr>
                <p:cNvCxnSpPr>
                  <a:cxnSpLocks/>
                  <a:stCxn id="8" idx="2"/>
                  <a:endCxn id="7" idx="6"/>
                </p:cNvCxnSpPr>
                <p:nvPr/>
              </p:nvCxnSpPr>
              <p:spPr>
                <a:xfrm flipH="1">
                  <a:off x="10366230" y="2324121"/>
                  <a:ext cx="206975" cy="3093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grpSp>
              <p:nvGrpSpPr>
                <p:cNvPr id="11" name="그룹 10">
                  <a:extLst>
                    <a:ext uri="{FF2B5EF4-FFF2-40B4-BE49-F238E27FC236}">
                      <a16:creationId xmlns:a16="http://schemas.microsoft.com/office/drawing/2014/main" id="{FBF6FE6F-6DE6-3778-C1C7-064F4DB8DFCD}"/>
                    </a:ext>
                  </a:extLst>
                </p:cNvPr>
                <p:cNvGrpSpPr/>
                <p:nvPr/>
              </p:nvGrpSpPr>
              <p:grpSpPr>
                <a:xfrm>
                  <a:off x="6736302" y="1760258"/>
                  <a:ext cx="1906038" cy="969351"/>
                  <a:chOff x="6399204" y="1325911"/>
                  <a:chExt cx="2157076" cy="1451500"/>
                </a:xfrm>
              </p:grpSpPr>
              <p:sp>
                <p:nvSpPr>
                  <p:cNvPr id="12" name="사각형: 둥근 모서리 11">
                    <a:extLst>
                      <a:ext uri="{FF2B5EF4-FFF2-40B4-BE49-F238E27FC236}">
                        <a16:creationId xmlns:a16="http://schemas.microsoft.com/office/drawing/2014/main" id="{0F05BAF8-4AE5-E037-AF9D-9D5455EBED3B}"/>
                      </a:ext>
                    </a:extLst>
                  </p:cNvPr>
                  <p:cNvSpPr/>
                  <p:nvPr/>
                </p:nvSpPr>
                <p:spPr>
                  <a:xfrm>
                    <a:off x="6399204" y="1572343"/>
                    <a:ext cx="2157076" cy="1205068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3" name="타원 12">
                    <a:extLst>
                      <a:ext uri="{FF2B5EF4-FFF2-40B4-BE49-F238E27FC236}">
                        <a16:creationId xmlns:a16="http://schemas.microsoft.com/office/drawing/2014/main" id="{53B2EDE1-76D9-25B0-5B36-3CE3E2F0CF05}"/>
                      </a:ext>
                    </a:extLst>
                  </p:cNvPr>
                  <p:cNvSpPr/>
                  <p:nvPr/>
                </p:nvSpPr>
                <p:spPr>
                  <a:xfrm>
                    <a:off x="6637025" y="1325911"/>
                    <a:ext cx="1704107" cy="524164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4" name="타원 13">
                    <a:extLst>
                      <a:ext uri="{FF2B5EF4-FFF2-40B4-BE49-F238E27FC236}">
                        <a16:creationId xmlns:a16="http://schemas.microsoft.com/office/drawing/2014/main" id="{9E24641C-2216-9AC5-AE07-6A0D833CC99C}"/>
                      </a:ext>
                    </a:extLst>
                  </p:cNvPr>
                  <p:cNvSpPr/>
                  <p:nvPr/>
                </p:nvSpPr>
                <p:spPr>
                  <a:xfrm>
                    <a:off x="6529506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5" name="타원 14">
                    <a:extLst>
                      <a:ext uri="{FF2B5EF4-FFF2-40B4-BE49-F238E27FC236}">
                        <a16:creationId xmlns:a16="http://schemas.microsoft.com/office/drawing/2014/main" id="{451043CB-02C4-64EE-1FD4-29860FC8A38F}"/>
                      </a:ext>
                    </a:extLst>
                  </p:cNvPr>
                  <p:cNvSpPr/>
                  <p:nvPr/>
                </p:nvSpPr>
                <p:spPr>
                  <a:xfrm>
                    <a:off x="7514250" y="2000693"/>
                    <a:ext cx="890695" cy="635613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</p:grpSp>
          <p:grpSp>
            <p:nvGrpSpPr>
              <p:cNvPr id="16" name="그룹 15">
                <a:extLst>
                  <a:ext uri="{FF2B5EF4-FFF2-40B4-BE49-F238E27FC236}">
                    <a16:creationId xmlns:a16="http://schemas.microsoft.com/office/drawing/2014/main" id="{3BC2AA5E-13CA-1C6B-3D79-F9F01996ED81}"/>
                  </a:ext>
                </a:extLst>
              </p:cNvPr>
              <p:cNvGrpSpPr/>
              <p:nvPr/>
            </p:nvGrpSpPr>
            <p:grpSpPr>
              <a:xfrm>
                <a:off x="1534393" y="1557538"/>
                <a:ext cx="1104463" cy="599558"/>
                <a:chOff x="7075904" y="3613607"/>
                <a:chExt cx="4835651" cy="2832789"/>
              </a:xfrm>
            </p:grpSpPr>
            <p:sp>
              <p:nvSpPr>
                <p:cNvPr id="17" name="타원 16">
                  <a:extLst>
                    <a:ext uri="{FF2B5EF4-FFF2-40B4-BE49-F238E27FC236}">
                      <a16:creationId xmlns:a16="http://schemas.microsoft.com/office/drawing/2014/main" id="{E95D59C4-DC3B-964A-A181-DA7771318CDE}"/>
                    </a:ext>
                  </a:extLst>
                </p:cNvPr>
                <p:cNvSpPr/>
                <p:nvPr/>
              </p:nvSpPr>
              <p:spPr>
                <a:xfrm>
                  <a:off x="8860446" y="5411163"/>
                  <a:ext cx="1505785" cy="530042"/>
                </a:xfrm>
                <a:prstGeom prst="ellipse">
                  <a:avLst/>
                </a:prstGeom>
                <a:solidFill>
                  <a:schemeClr val="accent1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8" name="그룹 17">
                  <a:extLst>
                    <a:ext uri="{FF2B5EF4-FFF2-40B4-BE49-F238E27FC236}">
                      <a16:creationId xmlns:a16="http://schemas.microsoft.com/office/drawing/2014/main" id="{4A2A84FA-6622-BA1C-117A-631DF16C14C8}"/>
                    </a:ext>
                  </a:extLst>
                </p:cNvPr>
                <p:cNvGrpSpPr/>
                <p:nvPr/>
              </p:nvGrpSpPr>
              <p:grpSpPr>
                <a:xfrm>
                  <a:off x="7075904" y="3613607"/>
                  <a:ext cx="2459138" cy="1497799"/>
                  <a:chOff x="6879404" y="4238877"/>
                  <a:chExt cx="2459138" cy="1497799"/>
                </a:xfrm>
              </p:grpSpPr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D7919FE4-F838-4A25-618F-2CBD8D39015C}"/>
                      </a:ext>
                    </a:extLst>
                  </p:cNvPr>
                  <p:cNvSpPr/>
                  <p:nvPr/>
                </p:nvSpPr>
                <p:spPr>
                  <a:xfrm>
                    <a:off x="6879404" y="4399477"/>
                    <a:ext cx="2459138" cy="1337199"/>
                  </a:xfrm>
                  <a:prstGeom prst="roundRect">
                    <a:avLst/>
                  </a:prstGeom>
                  <a:solidFill>
                    <a:schemeClr val="accent6">
                      <a:alpha val="50000"/>
                    </a:schemeClr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>
                      <a:latin typeface="+mj-ea"/>
                      <a:ea typeface="+mj-ea"/>
                    </a:endParaRPr>
                  </a:p>
                </p:txBody>
              </p:sp>
              <p:grpSp>
                <p:nvGrpSpPr>
                  <p:cNvPr id="27" name="그룹 26">
                    <a:extLst>
                      <a:ext uri="{FF2B5EF4-FFF2-40B4-BE49-F238E27FC236}">
                        <a16:creationId xmlns:a16="http://schemas.microsoft.com/office/drawing/2014/main" id="{00C2A7EE-62B0-02C1-B3DC-3FFA10F8D7F1}"/>
                      </a:ext>
                    </a:extLst>
                  </p:cNvPr>
                  <p:cNvGrpSpPr/>
                  <p:nvPr/>
                </p:nvGrpSpPr>
                <p:grpSpPr>
                  <a:xfrm>
                    <a:off x="7040432" y="4685541"/>
                    <a:ext cx="2137083" cy="945573"/>
                    <a:chOff x="7027954" y="4685541"/>
                    <a:chExt cx="2137083" cy="945573"/>
                  </a:xfrm>
                </p:grpSpPr>
                <p:sp>
                  <p:nvSpPr>
                    <p:cNvPr id="29" name="타원 28">
                      <a:extLst>
                        <a:ext uri="{FF2B5EF4-FFF2-40B4-BE49-F238E27FC236}">
                          <a16:creationId xmlns:a16="http://schemas.microsoft.com/office/drawing/2014/main" id="{550A0043-54C5-EC0C-C9CA-ED954F7DE6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2795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0" name="타원 29">
                      <a:extLst>
                        <a:ext uri="{FF2B5EF4-FFF2-40B4-BE49-F238E27FC236}">
                          <a16:creationId xmlns:a16="http://schemas.microsoft.com/office/drawing/2014/main" id="{24901EF6-3004-68E9-0603-82ECAFC6B1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150594" y="4685541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  <p:sp>
                  <p:nvSpPr>
                    <p:cNvPr id="31" name="타원 30">
                      <a:extLst>
                        <a:ext uri="{FF2B5EF4-FFF2-40B4-BE49-F238E27FC236}">
                          <a16:creationId xmlns:a16="http://schemas.microsoft.com/office/drawing/2014/main" id="{115EA161-595D-9621-9EFB-827CD44F09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89274" y="5206634"/>
                      <a:ext cx="1014443" cy="424480"/>
                    </a:xfrm>
                    <a:prstGeom prst="ellipse">
                      <a:avLst/>
                    </a:prstGeom>
                    <a:solidFill>
                      <a:schemeClr val="accent6"/>
                    </a:solidFill>
                    <a:ln>
                      <a:noFill/>
                    </a:ln>
                  </p:spPr>
                  <p:style>
                    <a:lnRef idx="0">
                      <a:scrgbClr r="0" g="0" b="0"/>
                    </a:lnRef>
                    <a:fillRef idx="0">
                      <a:scrgbClr r="0" g="0" b="0"/>
                    </a:fillRef>
                    <a:effectRef idx="0">
                      <a:scrgbClr r="0" g="0" b="0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>
                      <a:defPPr lvl="0">
                        <a:defRPr lang="en-US"/>
                      </a:defPPr>
                      <a:lvl1pPr marL="0" lvl="0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lvl="1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lvl="2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lvl="3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lvl="4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lvl="5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lvl="6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lvl="7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lvl="8" algn="l" defTabSz="457200" rtl="0" eaLnBrk="1" latinLnBrk="0" hangingPunct="1">
                        <a:defRPr sz="1800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 algn="ctr"/>
                      <a:endParaRPr lang="ko-KR" altLang="en-US" sz="1000" dirty="0">
                        <a:latin typeface="+mj-ea"/>
                        <a:ea typeface="+mj-ea"/>
                      </a:endParaRPr>
                    </a:p>
                  </p:txBody>
                </p:sp>
              </p:grpSp>
              <p:sp>
                <p:nvSpPr>
                  <p:cNvPr id="28" name="타원 27">
                    <a:extLst>
                      <a:ext uri="{FF2B5EF4-FFF2-40B4-BE49-F238E27FC236}">
                        <a16:creationId xmlns:a16="http://schemas.microsoft.com/office/drawing/2014/main" id="{D29F1423-685B-D6E8-46BA-E09D04A6A9CE}"/>
                      </a:ext>
                    </a:extLst>
                  </p:cNvPr>
                  <p:cNvSpPr/>
                  <p:nvPr/>
                </p:nvSpPr>
                <p:spPr>
                  <a:xfrm>
                    <a:off x="7356081" y="4238877"/>
                    <a:ext cx="1505785" cy="350051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endParaRPr lang="ko-KR" altLang="en-US" sz="1000" dirty="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9" name="타원 18">
                  <a:extLst>
                    <a:ext uri="{FF2B5EF4-FFF2-40B4-BE49-F238E27FC236}">
                      <a16:creationId xmlns:a16="http://schemas.microsoft.com/office/drawing/2014/main" id="{4AE9450B-6198-8CC3-5284-4BCB48F0CDE8}"/>
                    </a:ext>
                  </a:extLst>
                </p:cNvPr>
                <p:cNvSpPr/>
                <p:nvPr/>
              </p:nvSpPr>
              <p:spPr>
                <a:xfrm>
                  <a:off x="10342428" y="4651123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0" name="타원 19">
                  <a:extLst>
                    <a:ext uri="{FF2B5EF4-FFF2-40B4-BE49-F238E27FC236}">
                      <a16:creationId xmlns:a16="http://schemas.microsoft.com/office/drawing/2014/main" id="{7B4F0C1E-8D78-46EF-37A8-5D1A199E3500}"/>
                    </a:ext>
                  </a:extLst>
                </p:cNvPr>
                <p:cNvSpPr/>
                <p:nvPr/>
              </p:nvSpPr>
              <p:spPr>
                <a:xfrm>
                  <a:off x="10435994" y="5990700"/>
                  <a:ext cx="1475561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BBA24F1D-D545-009D-FD72-6744DE54F56D}"/>
                    </a:ext>
                  </a:extLst>
                </p:cNvPr>
                <p:cNvSpPr/>
                <p:nvPr/>
              </p:nvSpPr>
              <p:spPr>
                <a:xfrm>
                  <a:off x="7425192" y="5999483"/>
                  <a:ext cx="1536214" cy="4469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000" dirty="0">
                    <a:latin typeface="+mj-ea"/>
                    <a:ea typeface="+mj-ea"/>
                  </a:endParaRP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EEC6174-A582-EC25-AB4D-AAF123082DF0}"/>
                    </a:ext>
                  </a:extLst>
                </p:cNvPr>
                <p:cNvCxnSpPr>
                  <a:cxnSpLocks/>
                  <a:endCxn id="17" idx="1"/>
                </p:cNvCxnSpPr>
                <p:nvPr/>
              </p:nvCxnSpPr>
              <p:spPr>
                <a:xfrm>
                  <a:off x="8305473" y="5111406"/>
                  <a:ext cx="775490" cy="37738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88CC3718-E58D-2859-F3CE-812646E53C0B}"/>
                    </a:ext>
                  </a:extLst>
                </p:cNvPr>
                <p:cNvCxnSpPr>
                  <a:cxnSpLocks/>
                  <a:stCxn id="17" idx="7"/>
                  <a:endCxn id="19" idx="3"/>
                </p:cNvCxnSpPr>
                <p:nvPr/>
              </p:nvCxnSpPr>
              <p:spPr>
                <a:xfrm flipV="1">
                  <a:off x="10145714" y="5032587"/>
                  <a:ext cx="412805" cy="45619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18906D97-CAAA-41E0-62A8-87CF78F2FCA6}"/>
                    </a:ext>
                  </a:extLst>
                </p:cNvPr>
                <p:cNvCxnSpPr>
                  <a:cxnSpLocks/>
                  <a:stCxn id="20" idx="1"/>
                  <a:endCxn id="17" idx="5"/>
                </p:cNvCxnSpPr>
                <p:nvPr/>
              </p:nvCxnSpPr>
              <p:spPr>
                <a:xfrm flipH="1" flipV="1">
                  <a:off x="10145714" y="5863583"/>
                  <a:ext cx="506370" cy="19256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8BC2CE4A-7A7C-912C-91F8-7A49ED584463}"/>
                    </a:ext>
                  </a:extLst>
                </p:cNvPr>
                <p:cNvCxnSpPr>
                  <a:cxnSpLocks/>
                  <a:stCxn id="21" idx="7"/>
                  <a:endCxn id="17" idx="3"/>
                </p:cNvCxnSpPr>
                <p:nvPr/>
              </p:nvCxnSpPr>
              <p:spPr>
                <a:xfrm flipV="1">
                  <a:off x="8736432" y="5863583"/>
                  <a:ext cx="344530" cy="20135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E2FD3A7E-7E48-7D09-E1EE-4C3F70AEB836}"/>
                </a:ext>
              </a:extLst>
            </p:cNvPr>
            <p:cNvSpPr txBox="1"/>
            <p:nvPr/>
          </p:nvSpPr>
          <p:spPr>
            <a:xfrm>
              <a:off x="567997" y="2227359"/>
              <a:ext cx="1734024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초기 부품 상태 입력</a:t>
              </a:r>
            </a:p>
          </p:txBody>
        </p:sp>
      </p:grpSp>
      <p:pic>
        <p:nvPicPr>
          <p:cNvPr id="54" name="그래픽 53" descr="CMD 터미널 윤곽선">
            <a:extLst>
              <a:ext uri="{FF2B5EF4-FFF2-40B4-BE49-F238E27FC236}">
                <a16:creationId xmlns:a16="http://schemas.microsoft.com/office/drawing/2014/main" id="{000E27A2-D53E-2D87-1E98-7FC53F9986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797" y="896513"/>
            <a:ext cx="457200" cy="457200"/>
          </a:xfrm>
          <a:prstGeom prst="rect">
            <a:avLst/>
          </a:prstGeom>
        </p:spPr>
      </p:pic>
      <p:grpSp>
        <p:nvGrpSpPr>
          <p:cNvPr id="98" name="그룹 97">
            <a:extLst>
              <a:ext uri="{FF2B5EF4-FFF2-40B4-BE49-F238E27FC236}">
                <a16:creationId xmlns:a16="http://schemas.microsoft.com/office/drawing/2014/main" id="{05B8CD56-93F9-B55F-4FA6-F2DBA28BF7B3}"/>
              </a:ext>
            </a:extLst>
          </p:cNvPr>
          <p:cNvGrpSpPr/>
          <p:nvPr/>
        </p:nvGrpSpPr>
        <p:grpSpPr>
          <a:xfrm>
            <a:off x="2427718" y="1177547"/>
            <a:ext cx="1877163" cy="1326752"/>
            <a:chOff x="2509044" y="1152607"/>
            <a:chExt cx="1877163" cy="1326752"/>
          </a:xfrm>
        </p:grpSpPr>
        <p:grpSp>
          <p:nvGrpSpPr>
            <p:cNvPr id="99" name="그룹 98">
              <a:extLst>
                <a:ext uri="{FF2B5EF4-FFF2-40B4-BE49-F238E27FC236}">
                  <a16:creationId xmlns:a16="http://schemas.microsoft.com/office/drawing/2014/main" id="{7422784E-F5B2-9349-BC72-D9A7FAFB1FE5}"/>
                </a:ext>
              </a:extLst>
            </p:cNvPr>
            <p:cNvGrpSpPr/>
            <p:nvPr/>
          </p:nvGrpSpPr>
          <p:grpSpPr>
            <a:xfrm>
              <a:off x="2509044" y="1152607"/>
              <a:ext cx="1877163" cy="955301"/>
              <a:chOff x="2567856" y="1152608"/>
              <a:chExt cx="1577232" cy="802664"/>
            </a:xfrm>
          </p:grpSpPr>
          <p:cxnSp>
            <p:nvCxnSpPr>
              <p:cNvPr id="101" name="직선 연결선 100">
                <a:extLst>
                  <a:ext uri="{FF2B5EF4-FFF2-40B4-BE49-F238E27FC236}">
                    <a16:creationId xmlns:a16="http://schemas.microsoft.com/office/drawing/2014/main" id="{5E3A08DB-BB93-D920-4DFB-32F0A86FEC55}"/>
                  </a:ext>
                </a:extLst>
              </p:cNvPr>
              <p:cNvCxnSpPr>
                <a:cxnSpLocks/>
                <a:stCxn id="112" idx="4"/>
                <a:endCxn id="114" idx="0"/>
              </p:cNvCxnSpPr>
              <p:nvPr/>
            </p:nvCxnSpPr>
            <p:spPr>
              <a:xfrm>
                <a:off x="3726883" y="1298996"/>
                <a:ext cx="0" cy="322411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2" name="타원 101">
                <a:extLst>
                  <a:ext uri="{FF2B5EF4-FFF2-40B4-BE49-F238E27FC236}">
                    <a16:creationId xmlns:a16="http://schemas.microsoft.com/office/drawing/2014/main" id="{5B1F3230-18BD-7430-0473-550A656AAD41}"/>
                  </a:ext>
                </a:extLst>
              </p:cNvPr>
              <p:cNvSpPr/>
              <p:nvPr/>
            </p:nvSpPr>
            <p:spPr>
              <a:xfrm>
                <a:off x="3277249" y="1384793"/>
                <a:ext cx="210121" cy="180710"/>
              </a:xfrm>
              <a:prstGeom prst="ellipse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altLang="ko-KR" sz="1000" dirty="0"/>
              </a:p>
            </p:txBody>
          </p:sp>
          <p:cxnSp>
            <p:nvCxnSpPr>
              <p:cNvPr id="103" name="직선 연결선 102">
                <a:extLst>
                  <a:ext uri="{FF2B5EF4-FFF2-40B4-BE49-F238E27FC236}">
                    <a16:creationId xmlns:a16="http://schemas.microsoft.com/office/drawing/2014/main" id="{A6C4CFCA-1814-4517-E140-3EDBA7C4494A}"/>
                  </a:ext>
                </a:extLst>
              </p:cNvPr>
              <p:cNvCxnSpPr>
                <a:cxnSpLocks/>
                <a:stCxn id="111" idx="2"/>
                <a:endCxn id="102" idx="6"/>
              </p:cNvCxnSpPr>
              <p:nvPr/>
            </p:nvCxnSpPr>
            <p:spPr>
              <a:xfrm flipH="1">
                <a:off x="3487370" y="1475148"/>
                <a:ext cx="7101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4" name="타원 103">
                <a:extLst>
                  <a:ext uri="{FF2B5EF4-FFF2-40B4-BE49-F238E27FC236}">
                    <a16:creationId xmlns:a16="http://schemas.microsoft.com/office/drawing/2014/main" id="{7D666D21-0227-BC25-FBC6-8D844E9864B3}"/>
                  </a:ext>
                </a:extLst>
              </p:cNvPr>
              <p:cNvSpPr/>
              <p:nvPr/>
            </p:nvSpPr>
            <p:spPr>
              <a:xfrm>
                <a:off x="2567856" y="1152608"/>
                <a:ext cx="232144" cy="178418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5" name="직선 연결선 104">
                <a:extLst>
                  <a:ext uri="{FF2B5EF4-FFF2-40B4-BE49-F238E27FC236}">
                    <a16:creationId xmlns:a16="http://schemas.microsoft.com/office/drawing/2014/main" id="{C0D04547-AD05-C2BB-AECA-001B0E250F5B}"/>
                  </a:ext>
                </a:extLst>
              </p:cNvPr>
              <p:cNvCxnSpPr>
                <a:cxnSpLocks/>
                <a:stCxn id="108" idx="1"/>
                <a:endCxn id="104" idx="6"/>
              </p:cNvCxnSpPr>
              <p:nvPr/>
            </p:nvCxnSpPr>
            <p:spPr>
              <a:xfrm flipH="1" flipV="1">
                <a:off x="2800000" y="1241817"/>
                <a:ext cx="50665" cy="6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6" name="타원 105">
                <a:extLst>
                  <a:ext uri="{FF2B5EF4-FFF2-40B4-BE49-F238E27FC236}">
                    <a16:creationId xmlns:a16="http://schemas.microsoft.com/office/drawing/2014/main" id="{CC52E787-7A77-1223-C9A6-F53EEF2E851B}"/>
                  </a:ext>
                </a:extLst>
              </p:cNvPr>
              <p:cNvSpPr/>
              <p:nvPr/>
            </p:nvSpPr>
            <p:spPr>
              <a:xfrm>
                <a:off x="3934967" y="1161403"/>
                <a:ext cx="210121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07" name="직선 연결선 106">
                <a:extLst>
                  <a:ext uri="{FF2B5EF4-FFF2-40B4-BE49-F238E27FC236}">
                    <a16:creationId xmlns:a16="http://schemas.microsoft.com/office/drawing/2014/main" id="{B4621D2B-BE35-EEA2-5447-55F2DEE807F5}"/>
                  </a:ext>
                </a:extLst>
              </p:cNvPr>
              <p:cNvCxnSpPr>
                <a:cxnSpLocks/>
                <a:stCxn id="112" idx="6"/>
                <a:endCxn id="106" idx="2"/>
              </p:cNvCxnSpPr>
              <p:nvPr/>
            </p:nvCxnSpPr>
            <p:spPr>
              <a:xfrm>
                <a:off x="3911797" y="1240314"/>
                <a:ext cx="23170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08" name="사각형: 둥근 모서리 107">
                <a:extLst>
                  <a:ext uri="{FF2B5EF4-FFF2-40B4-BE49-F238E27FC236}">
                    <a16:creationId xmlns:a16="http://schemas.microsoft.com/office/drawing/2014/main" id="{D6634A9C-D2E7-D422-AAED-7761BF8B9F41}"/>
                  </a:ext>
                </a:extLst>
              </p:cNvPr>
              <p:cNvSpPr/>
              <p:nvPr/>
            </p:nvSpPr>
            <p:spPr>
              <a:xfrm>
                <a:off x="2850666" y="1200926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8F7340E-173A-FF0F-F2DE-F0B7875A1FB5}"/>
                  </a:ext>
                </a:extLst>
              </p:cNvPr>
              <p:cNvSpPr/>
              <p:nvPr/>
            </p:nvSpPr>
            <p:spPr>
              <a:xfrm>
                <a:off x="2850666" y="1434193"/>
                <a:ext cx="327575" cy="81911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0" name="직선 연결선 109">
                <a:extLst>
                  <a:ext uri="{FF2B5EF4-FFF2-40B4-BE49-F238E27FC236}">
                    <a16:creationId xmlns:a16="http://schemas.microsoft.com/office/drawing/2014/main" id="{2312D35A-1AEC-6F8F-C597-79F2323B5970}"/>
                  </a:ext>
                </a:extLst>
              </p:cNvPr>
              <p:cNvCxnSpPr>
                <a:cxnSpLocks/>
                <a:stCxn id="109" idx="3"/>
                <a:endCxn id="102" idx="2"/>
              </p:cNvCxnSpPr>
              <p:nvPr/>
            </p:nvCxnSpPr>
            <p:spPr>
              <a:xfrm>
                <a:off x="3178241" y="1475148"/>
                <a:ext cx="99008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459C34A9-B9F8-8695-9005-F32DBA31310D}"/>
                  </a:ext>
                </a:extLst>
              </p:cNvPr>
              <p:cNvSpPr/>
              <p:nvPr/>
            </p:nvSpPr>
            <p:spPr>
              <a:xfrm>
                <a:off x="3558384" y="1416467"/>
                <a:ext cx="33699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13728195-CE40-04AE-8743-72BCBB4008A8}"/>
                  </a:ext>
                </a:extLst>
              </p:cNvPr>
              <p:cNvSpPr/>
              <p:nvPr/>
            </p:nvSpPr>
            <p:spPr>
              <a:xfrm>
                <a:off x="3541969" y="1181633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1B7EDFFD-D3AE-4474-18FF-44498B4082C6}"/>
                  </a:ext>
                </a:extLst>
              </p:cNvPr>
              <p:cNvSpPr/>
              <p:nvPr/>
            </p:nvSpPr>
            <p:spPr>
              <a:xfrm>
                <a:off x="3604504" y="1797450"/>
                <a:ext cx="244757" cy="157822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CBF21A9-1371-8073-92AB-C4225C2EDB32}"/>
                  </a:ext>
                </a:extLst>
              </p:cNvPr>
              <p:cNvSpPr/>
              <p:nvPr/>
            </p:nvSpPr>
            <p:spPr>
              <a:xfrm>
                <a:off x="3541969" y="1621406"/>
                <a:ext cx="369828" cy="117362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 dirty="0"/>
              </a:p>
            </p:txBody>
          </p:sp>
          <p:cxnSp>
            <p:nvCxnSpPr>
              <p:cNvPr id="115" name="직선 연결선 114">
                <a:extLst>
                  <a:ext uri="{FF2B5EF4-FFF2-40B4-BE49-F238E27FC236}">
                    <a16:creationId xmlns:a16="http://schemas.microsoft.com/office/drawing/2014/main" id="{B0783B79-1EDC-2BED-703D-2587E95C772E}"/>
                  </a:ext>
                </a:extLst>
              </p:cNvPr>
              <p:cNvCxnSpPr>
                <a:cxnSpLocks/>
                <a:stCxn id="114" idx="4"/>
                <a:endCxn id="113" idx="0"/>
              </p:cNvCxnSpPr>
              <p:nvPr/>
            </p:nvCxnSpPr>
            <p:spPr>
              <a:xfrm>
                <a:off x="3726883" y="1738769"/>
                <a:ext cx="0" cy="586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6" name="직선 연결선 115">
                <a:extLst>
                  <a:ext uri="{FF2B5EF4-FFF2-40B4-BE49-F238E27FC236}">
                    <a16:creationId xmlns:a16="http://schemas.microsoft.com/office/drawing/2014/main" id="{DECA9560-AB39-4840-DB29-6A0F1DF48F37}"/>
                  </a:ext>
                </a:extLst>
              </p:cNvPr>
              <p:cNvCxnSpPr>
                <a:cxnSpLocks/>
                <a:stCxn id="108" idx="2"/>
                <a:endCxn id="109" idx="0"/>
              </p:cNvCxnSpPr>
              <p:nvPr/>
            </p:nvCxnSpPr>
            <p:spPr>
              <a:xfrm>
                <a:off x="3014453" y="1282837"/>
                <a:ext cx="0" cy="151356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7C053213-9E2B-B82E-6484-08247C606C0B}"/>
                </a:ext>
              </a:extLst>
            </p:cNvPr>
            <p:cNvSpPr txBox="1"/>
            <p:nvPr/>
          </p:nvSpPr>
          <p:spPr>
            <a:xfrm>
              <a:off x="2541385" y="2227359"/>
              <a:ext cx="1812481" cy="252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000" dirty="0"/>
                <a:t>목표 조립 상태 입력</a:t>
              </a:r>
            </a:p>
          </p:txBody>
        </p:sp>
      </p:grp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079432C1-87B1-26B0-D648-4D63FE6F2020}"/>
              </a:ext>
            </a:extLst>
          </p:cNvPr>
          <p:cNvGraphicFramePr>
            <a:graphicFrameLocks noGrp="1"/>
          </p:cNvGraphicFramePr>
          <p:nvPr/>
        </p:nvGraphicFramePr>
        <p:xfrm>
          <a:off x="6212774" y="3426183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92" name="그룹 91">
            <a:extLst>
              <a:ext uri="{FF2B5EF4-FFF2-40B4-BE49-F238E27FC236}">
                <a16:creationId xmlns:a16="http://schemas.microsoft.com/office/drawing/2014/main" id="{62B749C9-E72E-4EF6-D5AB-A9DF0AC337EB}"/>
              </a:ext>
            </a:extLst>
          </p:cNvPr>
          <p:cNvGrpSpPr/>
          <p:nvPr/>
        </p:nvGrpSpPr>
        <p:grpSpPr>
          <a:xfrm>
            <a:off x="6768400" y="3754709"/>
            <a:ext cx="607244" cy="395067"/>
            <a:chOff x="8523851" y="2626812"/>
            <a:chExt cx="1080000" cy="1620000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592D2A94-2E5E-33CE-0859-463E5115E72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94" name="그룹 93">
              <a:extLst>
                <a:ext uri="{FF2B5EF4-FFF2-40B4-BE49-F238E27FC236}">
                  <a16:creationId xmlns:a16="http://schemas.microsoft.com/office/drawing/2014/main" id="{27734275-551F-80D1-805D-C59842F003A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696C21B6-1F6D-EC3D-7060-57B71D910C76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10F10D99-FA4D-365F-1F93-0928C9133504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D1E57C30-DA97-F76F-1A44-504256A20A6F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52162E88-EA58-96EA-30C3-E5885491828F}"/>
              </a:ext>
            </a:extLst>
          </p:cNvPr>
          <p:cNvGrpSpPr/>
          <p:nvPr/>
        </p:nvGrpSpPr>
        <p:grpSpPr>
          <a:xfrm>
            <a:off x="6768400" y="4254787"/>
            <a:ext cx="607244" cy="237420"/>
            <a:chOff x="8523851" y="1625702"/>
            <a:chExt cx="1080000" cy="90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32F4A7B5-E87E-E63D-EB3B-F1FA5A91641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0" name="그룹 129">
              <a:extLst>
                <a:ext uri="{FF2B5EF4-FFF2-40B4-BE49-F238E27FC236}">
                  <a16:creationId xmlns:a16="http://schemas.microsoft.com/office/drawing/2014/main" id="{00D2085D-384D-D368-3434-A237BEA781D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15790A80-E03A-BEB4-A1D6-BE870DE4C33B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50" name="사각형: 둥근 모서리 149">
                <a:extLst>
                  <a:ext uri="{FF2B5EF4-FFF2-40B4-BE49-F238E27FC236}">
                    <a16:creationId xmlns:a16="http://schemas.microsoft.com/office/drawing/2014/main" id="{444AC586-6846-3941-5BB8-8FD03B071516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2EEAD974-5A69-2A5E-45A2-F551ECC417C0}"/>
              </a:ext>
            </a:extLst>
          </p:cNvPr>
          <p:cNvSpPr txBox="1"/>
          <p:nvPr/>
        </p:nvSpPr>
        <p:spPr>
          <a:xfrm>
            <a:off x="5941429" y="4948113"/>
            <a:ext cx="18124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기록된 조립 순서 반환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312499D-5182-5AF7-5A69-FBF407C5D0FC}"/>
              </a:ext>
            </a:extLst>
          </p:cNvPr>
          <p:cNvSpPr/>
          <p:nvPr/>
        </p:nvSpPr>
        <p:spPr>
          <a:xfrm>
            <a:off x="8190467" y="3627671"/>
            <a:ext cx="1119662" cy="1044210"/>
          </a:xfrm>
          <a:prstGeom prst="roundRect">
            <a:avLst>
              <a:gd name="adj" fmla="val 9591"/>
            </a:avLst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2377A673-CFE0-1DA8-BB59-0D5D8B6A5C22}"/>
              </a:ext>
            </a:extLst>
          </p:cNvPr>
          <p:cNvGrpSpPr/>
          <p:nvPr/>
        </p:nvGrpSpPr>
        <p:grpSpPr>
          <a:xfrm>
            <a:off x="9969398" y="3304299"/>
            <a:ext cx="1694578" cy="1828684"/>
            <a:chOff x="9546077" y="3179194"/>
            <a:chExt cx="2381250" cy="246912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0F722756-8DE3-78F5-DBBF-0C9F188811A0}"/>
                </a:ext>
              </a:extLst>
            </p:cNvPr>
            <p:cNvSpPr/>
            <p:nvPr/>
          </p:nvSpPr>
          <p:spPr>
            <a:xfrm>
              <a:off x="9546077" y="3376336"/>
              <a:ext cx="2381250" cy="1888878"/>
            </a:xfrm>
            <a:prstGeom prst="roundRect">
              <a:avLst/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/>
            </a:p>
          </p:txBody>
        </p:sp>
        <p:sp>
          <p:nvSpPr>
            <p:cNvPr id="131" name="사각형: 둥근 모서리 130">
              <a:extLst>
                <a:ext uri="{FF2B5EF4-FFF2-40B4-BE49-F238E27FC236}">
                  <a16:creationId xmlns:a16="http://schemas.microsoft.com/office/drawing/2014/main" id="{AB6F44B0-299A-D905-A137-C9434C7A4314}"/>
                </a:ext>
              </a:extLst>
            </p:cNvPr>
            <p:cNvSpPr/>
            <p:nvPr/>
          </p:nvSpPr>
          <p:spPr>
            <a:xfrm>
              <a:off x="9575807" y="3179194"/>
              <a:ext cx="1537277" cy="307974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/>
                <a:t>공법서 형태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63F75FA6-C284-ED87-6B8D-B6D1846F9804}"/>
                </a:ext>
              </a:extLst>
            </p:cNvPr>
            <p:cNvSpPr txBox="1"/>
            <p:nvPr/>
          </p:nvSpPr>
          <p:spPr>
            <a:xfrm>
              <a:off x="9546077" y="3560101"/>
              <a:ext cx="1962432" cy="208822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>
              <a:spAutoFit/>
            </a:bodyPr>
            <a:lstStyle/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도어 </a:t>
              </a:r>
              <a:r>
                <a:rPr lang="ko-KR" altLang="en-US" sz="1050" dirty="0" err="1"/>
                <a:t>체커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{nut type C,</a:t>
              </a:r>
              <a:r>
                <a:rPr lang="ko-KR" altLang="en-US" sz="1050" dirty="0"/>
                <a:t> </a:t>
              </a:r>
              <a:r>
                <a:rPr lang="ko-KR" altLang="en-US" sz="1050" dirty="0" err="1"/>
                <a:t>가조립</a:t>
              </a:r>
              <a:r>
                <a:rPr lang="ko-KR" altLang="en-US" sz="1050" dirty="0"/>
                <a:t> </a:t>
              </a:r>
              <a:r>
                <a:rPr lang="en-US" altLang="ko-KR" sz="1050" dirty="0"/>
                <a:t>1}, 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{nut type C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공구</a:t>
              </a:r>
              <a:r>
                <a:rPr lang="en-US" altLang="ko-KR" sz="1050" dirty="0"/>
                <a:t>, </a:t>
              </a:r>
              <a:r>
                <a:rPr lang="ko-KR" altLang="en-US" sz="1050" dirty="0"/>
                <a:t>잡음</a:t>
              </a:r>
              <a:r>
                <a:rPr lang="en-US" altLang="ko-KR" sz="1050" dirty="0"/>
                <a:t>/</a:t>
              </a:r>
              <a:r>
                <a:rPr lang="ko-KR" altLang="en-US" sz="1050" dirty="0"/>
                <a:t>쥠</a:t>
              </a:r>
              <a:r>
                <a:rPr lang="en-US" altLang="ko-KR" sz="1050" dirty="0"/>
                <a:t>}</a:t>
              </a:r>
            </a:p>
            <a:p>
              <a:r>
                <a:rPr lang="en-US" altLang="ko-KR" sz="1050" dirty="0"/>
                <a:t>{</a:t>
              </a:r>
              <a:r>
                <a:rPr lang="ko-KR" altLang="en-US" sz="1050" dirty="0"/>
                <a:t>볼트</a:t>
              </a:r>
              <a:r>
                <a:rPr lang="en-US" altLang="ko-KR" sz="1050" dirty="0"/>
                <a:t> type D </a:t>
              </a:r>
              <a:r>
                <a:rPr lang="ko-KR" altLang="en-US" sz="1050" dirty="0"/>
                <a:t>체결 </a:t>
              </a:r>
              <a:r>
                <a:rPr lang="en-US" altLang="ko-KR" sz="1050" dirty="0"/>
                <a:t>1}</a:t>
              </a:r>
            </a:p>
            <a:p>
              <a:endParaRPr lang="en-US" altLang="ko-KR" sz="1050" dirty="0"/>
            </a:p>
            <a:p>
              <a:endParaRPr lang="ko-KR" altLang="en-US" sz="1050" dirty="0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58D2C430-9660-289D-E723-1A9BF6111FDC}"/>
              </a:ext>
            </a:extLst>
          </p:cNvPr>
          <p:cNvGrpSpPr/>
          <p:nvPr/>
        </p:nvGrpSpPr>
        <p:grpSpPr>
          <a:xfrm>
            <a:off x="561533" y="5389463"/>
            <a:ext cx="1529700" cy="1219719"/>
            <a:chOff x="7670009" y="1193508"/>
            <a:chExt cx="1558708" cy="1156227"/>
          </a:xfrm>
        </p:grpSpPr>
        <p:pic>
          <p:nvPicPr>
            <p:cNvPr id="138" name="그래픽 137" descr="데이터베이스 단색으로 채워진">
              <a:extLst>
                <a:ext uri="{FF2B5EF4-FFF2-40B4-BE49-F238E27FC236}">
                  <a16:creationId xmlns:a16="http://schemas.microsoft.com/office/drawing/2014/main" id="{9ED135F8-0942-17FD-400D-F049F4E86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9451B72A-69A9-EF76-BBA3-6C8D857EBE9A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379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000" dirty="0"/>
                <a:t>Assembly Group Database</a:t>
              </a:r>
              <a:endParaRPr lang="ko-KR" altLang="en-US" sz="1000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6EF7C197-A2A0-3902-0FAF-5936FACBAA48}"/>
              </a:ext>
            </a:extLst>
          </p:cNvPr>
          <p:cNvSpPr/>
          <p:nvPr/>
        </p:nvSpPr>
        <p:spPr>
          <a:xfrm>
            <a:off x="830340" y="3524643"/>
            <a:ext cx="1108392" cy="1232932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가능 후보 확인 시스템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3C24A3EA-4F47-38FA-8F1E-BA275DE93E5E}"/>
              </a:ext>
            </a:extLst>
          </p:cNvPr>
          <p:cNvSpPr/>
          <p:nvPr/>
        </p:nvSpPr>
        <p:spPr>
          <a:xfrm>
            <a:off x="2079447" y="3523605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조립 후보 평가 및 </a:t>
            </a:r>
            <a:br>
              <a:rPr lang="en-US" altLang="ko-KR" sz="1000" dirty="0"/>
            </a:br>
            <a:r>
              <a:rPr lang="ko-KR" altLang="en-US" sz="1000" dirty="0"/>
              <a:t>조립 상태 예측 시스템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799FA0D0-9435-5DC7-6E3B-5273BDA39EA9}"/>
              </a:ext>
            </a:extLst>
          </p:cNvPr>
          <p:cNvSpPr/>
          <p:nvPr/>
        </p:nvSpPr>
        <p:spPr>
          <a:xfrm>
            <a:off x="3756376" y="3518747"/>
            <a:ext cx="1536214" cy="1242061"/>
          </a:xfrm>
          <a:prstGeom prst="roundRect">
            <a:avLst>
              <a:gd name="adj" fmla="val 12042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가능 </a:t>
            </a:r>
            <a:r>
              <a:rPr lang="en-US" altLang="ko-KR" sz="1000" dirty="0"/>
              <a:t>Plan </a:t>
            </a:r>
            <a:r>
              <a:rPr lang="ko-KR" altLang="en-US" sz="1000" dirty="0"/>
              <a:t>탐색 시스템</a:t>
            </a:r>
            <a:endParaRPr lang="en-US" altLang="ko-KR" sz="1000" dirty="0"/>
          </a:p>
          <a:p>
            <a:pPr algn="ctr"/>
            <a:r>
              <a:rPr lang="en-US" altLang="ko-KR" sz="1000" dirty="0"/>
              <a:t>(Search Algorithm)</a:t>
            </a:r>
            <a:endParaRPr lang="ko-KR" altLang="en-US" sz="1000" dirty="0"/>
          </a:p>
        </p:txBody>
      </p:sp>
      <p:sp>
        <p:nvSpPr>
          <p:cNvPr id="144" name="화살표: 위쪽 143">
            <a:extLst>
              <a:ext uri="{FF2B5EF4-FFF2-40B4-BE49-F238E27FC236}">
                <a16:creationId xmlns:a16="http://schemas.microsoft.com/office/drawing/2014/main" id="{9847BB6F-31CD-9880-FE02-14730B6BC9D8}"/>
              </a:ext>
            </a:extLst>
          </p:cNvPr>
          <p:cNvSpPr/>
          <p:nvPr/>
        </p:nvSpPr>
        <p:spPr>
          <a:xfrm>
            <a:off x="965493" y="4671881"/>
            <a:ext cx="752053" cy="615309"/>
          </a:xfrm>
          <a:prstGeom prst="upArrow">
            <a:avLst>
              <a:gd name="adj1" fmla="val 79357"/>
              <a:gd name="adj2" fmla="val 38804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sp>
        <p:nvSpPr>
          <p:cNvPr id="145" name="화살표: 오른쪽 144">
            <a:extLst>
              <a:ext uri="{FF2B5EF4-FFF2-40B4-BE49-F238E27FC236}">
                <a16:creationId xmlns:a16="http://schemas.microsoft.com/office/drawing/2014/main" id="{326CDDEF-216C-6E74-9CF5-CEA1F72F2354}"/>
              </a:ext>
            </a:extLst>
          </p:cNvPr>
          <p:cNvSpPr/>
          <p:nvPr/>
        </p:nvSpPr>
        <p:spPr>
          <a:xfrm>
            <a:off x="5694172" y="3803404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화살표: 아래쪽 146">
            <a:extLst>
              <a:ext uri="{FF2B5EF4-FFF2-40B4-BE49-F238E27FC236}">
                <a16:creationId xmlns:a16="http://schemas.microsoft.com/office/drawing/2014/main" id="{FCD425F6-513C-9C22-3455-7627EBE2D48B}"/>
              </a:ext>
            </a:extLst>
          </p:cNvPr>
          <p:cNvSpPr/>
          <p:nvPr/>
        </p:nvSpPr>
        <p:spPr>
          <a:xfrm>
            <a:off x="1265807" y="2511974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화살표: 아래쪽 165">
            <a:extLst>
              <a:ext uri="{FF2B5EF4-FFF2-40B4-BE49-F238E27FC236}">
                <a16:creationId xmlns:a16="http://schemas.microsoft.com/office/drawing/2014/main" id="{78AD9533-E213-DAA3-2E08-792E1D99D6E4}"/>
              </a:ext>
            </a:extLst>
          </p:cNvPr>
          <p:cNvSpPr/>
          <p:nvPr/>
        </p:nvSpPr>
        <p:spPr>
          <a:xfrm>
            <a:off x="3161523" y="2515792"/>
            <a:ext cx="471054" cy="24428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화살표: 오른쪽 212">
            <a:extLst>
              <a:ext uri="{FF2B5EF4-FFF2-40B4-BE49-F238E27FC236}">
                <a16:creationId xmlns:a16="http://schemas.microsoft.com/office/drawing/2014/main" id="{F53E512E-7BCA-1256-A310-A46FFCB454A0}"/>
              </a:ext>
            </a:extLst>
          </p:cNvPr>
          <p:cNvSpPr/>
          <p:nvPr/>
        </p:nvSpPr>
        <p:spPr>
          <a:xfrm>
            <a:off x="768458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4" name="화살표: 오른쪽 213">
            <a:extLst>
              <a:ext uri="{FF2B5EF4-FFF2-40B4-BE49-F238E27FC236}">
                <a16:creationId xmlns:a16="http://schemas.microsoft.com/office/drawing/2014/main" id="{66BF4715-FBAB-52B2-9A1E-E45C9D407F22}"/>
              </a:ext>
            </a:extLst>
          </p:cNvPr>
          <p:cNvSpPr/>
          <p:nvPr/>
        </p:nvSpPr>
        <p:spPr>
          <a:xfrm>
            <a:off x="9467162" y="3797866"/>
            <a:ext cx="345202" cy="627746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558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462358E-BCF0-77AD-5EEF-85F52D2DBEA4}"/>
              </a:ext>
            </a:extLst>
          </p:cNvPr>
          <p:cNvSpPr/>
          <p:nvPr/>
        </p:nvSpPr>
        <p:spPr>
          <a:xfrm>
            <a:off x="133958" y="1790959"/>
            <a:ext cx="10579793" cy="3558766"/>
          </a:xfrm>
          <a:prstGeom prst="roundRect">
            <a:avLst>
              <a:gd name="adj" fmla="val 5207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0566675B-8650-6714-F652-A8617059F3E0}"/>
              </a:ext>
            </a:extLst>
          </p:cNvPr>
          <p:cNvGrpSpPr/>
          <p:nvPr/>
        </p:nvGrpSpPr>
        <p:grpSpPr>
          <a:xfrm>
            <a:off x="1280427" y="2126362"/>
            <a:ext cx="1133874" cy="741791"/>
            <a:chOff x="7670009" y="1193508"/>
            <a:chExt cx="1558708" cy="992387"/>
          </a:xfrm>
        </p:grpSpPr>
        <p:pic>
          <p:nvPicPr>
            <p:cNvPr id="4" name="그래픽 3" descr="데이터베이스 단색으로 채워진">
              <a:extLst>
                <a:ext uri="{FF2B5EF4-FFF2-40B4-BE49-F238E27FC236}">
                  <a16:creationId xmlns:a16="http://schemas.microsoft.com/office/drawing/2014/main" id="{E7DF306F-8A45-CA4E-BFFB-E2B8CFE3B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992163" y="1193508"/>
              <a:ext cx="914400" cy="9144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53C734-6AC6-23EF-0A47-6C14A07A48B4}"/>
                </a:ext>
              </a:extLst>
            </p:cNvPr>
            <p:cNvSpPr txBox="1"/>
            <p:nvPr/>
          </p:nvSpPr>
          <p:spPr>
            <a:xfrm>
              <a:off x="7670009" y="1970452"/>
              <a:ext cx="1558708" cy="215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800" dirty="0"/>
                <a:t>Assembly Group Database</a:t>
              </a:r>
              <a:endParaRPr lang="ko-KR" altLang="en-US" sz="800" dirty="0"/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7A6933-6550-2082-2DA8-BCBBFB699582}"/>
              </a:ext>
            </a:extLst>
          </p:cNvPr>
          <p:cNvGrpSpPr/>
          <p:nvPr/>
        </p:nvGrpSpPr>
        <p:grpSpPr>
          <a:xfrm>
            <a:off x="2085544" y="3097235"/>
            <a:ext cx="1318479" cy="1498113"/>
            <a:chOff x="4074510" y="2332845"/>
            <a:chExt cx="1812481" cy="2366820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88FC1ACF-B7BC-806C-CB56-096C22253B32}"/>
                </a:ext>
              </a:extLst>
            </p:cNvPr>
            <p:cNvGrpSpPr/>
            <p:nvPr/>
          </p:nvGrpSpPr>
          <p:grpSpPr>
            <a:xfrm>
              <a:off x="4532805" y="2332845"/>
              <a:ext cx="895890" cy="2003589"/>
              <a:chOff x="4532805" y="2332845"/>
              <a:chExt cx="895890" cy="2003589"/>
            </a:xfrm>
          </p:grpSpPr>
          <p:sp>
            <p:nvSpPr>
              <p:cNvPr id="9" name="사각형: 둥근 모서리 8">
                <a:extLst>
                  <a:ext uri="{FF2B5EF4-FFF2-40B4-BE49-F238E27FC236}">
                    <a16:creationId xmlns:a16="http://schemas.microsoft.com/office/drawing/2014/main" id="{BC5624B1-A5B0-E092-522E-EAA5EA811A6C}"/>
                  </a:ext>
                </a:extLst>
              </p:cNvPr>
              <p:cNvSpPr/>
              <p:nvPr/>
            </p:nvSpPr>
            <p:spPr>
              <a:xfrm>
                <a:off x="4532805" y="2332845"/>
                <a:ext cx="895890" cy="2003589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 dirty="0"/>
              </a:p>
            </p:txBody>
          </p:sp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99C85BA2-E423-EC0F-8E1D-B7459F243CC3}"/>
                  </a:ext>
                </a:extLst>
              </p:cNvPr>
              <p:cNvGrpSpPr/>
              <p:nvPr/>
            </p:nvGrpSpPr>
            <p:grpSpPr>
              <a:xfrm>
                <a:off x="4639204" y="2399277"/>
                <a:ext cx="683092" cy="332328"/>
                <a:chOff x="8523851" y="1625702"/>
                <a:chExt cx="1080000" cy="900000"/>
              </a:xfrm>
            </p:grpSpPr>
            <p:sp>
              <p:nvSpPr>
                <p:cNvPr id="23" name="사각형: 둥근 모서리 22">
                  <a:extLst>
                    <a:ext uri="{FF2B5EF4-FFF2-40B4-BE49-F238E27FC236}">
                      <a16:creationId xmlns:a16="http://schemas.microsoft.com/office/drawing/2014/main" id="{DE13639A-6FB1-C64C-BB00-527DF0FF3BE3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24" name="그룹 23">
                  <a:extLst>
                    <a:ext uri="{FF2B5EF4-FFF2-40B4-BE49-F238E27FC236}">
                      <a16:creationId xmlns:a16="http://schemas.microsoft.com/office/drawing/2014/main" id="{41D2AA44-7C2A-411F-9C24-3E32592728A1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5" name="사각형: 둥근 모서리 24">
                    <a:extLst>
                      <a:ext uri="{FF2B5EF4-FFF2-40B4-BE49-F238E27FC236}">
                        <a16:creationId xmlns:a16="http://schemas.microsoft.com/office/drawing/2014/main" id="{61A8D46A-EA52-4B79-FC51-B9C256361F75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6" name="사각형: 둥근 모서리 25">
                    <a:extLst>
                      <a:ext uri="{FF2B5EF4-FFF2-40B4-BE49-F238E27FC236}">
                        <a16:creationId xmlns:a16="http://schemas.microsoft.com/office/drawing/2014/main" id="{A38C486E-CD1A-7D8E-276C-C9FCBF20043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1" name="그룹 10">
                <a:extLst>
                  <a:ext uri="{FF2B5EF4-FFF2-40B4-BE49-F238E27FC236}">
                    <a16:creationId xmlns:a16="http://schemas.microsoft.com/office/drawing/2014/main" id="{928E8F6D-F09B-4620-CABA-7ADEA380C74C}"/>
                  </a:ext>
                </a:extLst>
              </p:cNvPr>
              <p:cNvGrpSpPr/>
              <p:nvPr/>
            </p:nvGrpSpPr>
            <p:grpSpPr>
              <a:xfrm>
                <a:off x="4639204" y="2785993"/>
                <a:ext cx="683092" cy="598191"/>
                <a:chOff x="8523851" y="2626812"/>
                <a:chExt cx="1080000" cy="1620000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EA8657B9-BA1C-77D1-5430-0FD826BFA902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/>
                </a:p>
              </p:txBody>
            </p:sp>
            <p:grpSp>
              <p:nvGrpSpPr>
                <p:cNvPr id="19" name="그룹 18">
                  <a:extLst>
                    <a:ext uri="{FF2B5EF4-FFF2-40B4-BE49-F238E27FC236}">
                      <a16:creationId xmlns:a16="http://schemas.microsoft.com/office/drawing/2014/main" id="{3A39CA5C-86A2-A629-4B53-3F336E66CB7E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20" name="타원 19">
                    <a:extLst>
                      <a:ext uri="{FF2B5EF4-FFF2-40B4-BE49-F238E27FC236}">
                        <a16:creationId xmlns:a16="http://schemas.microsoft.com/office/drawing/2014/main" id="{58909528-1522-68BB-5C68-5DEAA6F13581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1" name="타원 20">
                    <a:extLst>
                      <a:ext uri="{FF2B5EF4-FFF2-40B4-BE49-F238E27FC236}">
                        <a16:creationId xmlns:a16="http://schemas.microsoft.com/office/drawing/2014/main" id="{0DBE0C06-1F62-D9F4-FEAC-48107702F33B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22" name="타원 21">
                    <a:extLst>
                      <a:ext uri="{FF2B5EF4-FFF2-40B4-BE49-F238E27FC236}">
                        <a16:creationId xmlns:a16="http://schemas.microsoft.com/office/drawing/2014/main" id="{F0E14992-E366-C79F-69BC-A0401FA99EE0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9B10AA52-D30B-509D-7A98-67B77584EB1F}"/>
                  </a:ext>
                </a:extLst>
              </p:cNvPr>
              <p:cNvGrpSpPr/>
              <p:nvPr/>
            </p:nvGrpSpPr>
            <p:grpSpPr>
              <a:xfrm>
                <a:off x="4639204" y="3847245"/>
                <a:ext cx="683092" cy="416958"/>
                <a:chOff x="3578076" y="4376498"/>
                <a:chExt cx="683092" cy="416958"/>
              </a:xfrm>
            </p:grpSpPr>
            <p:sp>
              <p:nvSpPr>
                <p:cNvPr id="14" name="사각형: 둥근 모서리 13">
                  <a:extLst>
                    <a:ext uri="{FF2B5EF4-FFF2-40B4-BE49-F238E27FC236}">
                      <a16:creationId xmlns:a16="http://schemas.microsoft.com/office/drawing/2014/main" id="{EAA2F810-039E-3331-0C74-E6799EB60B54}"/>
                    </a:ext>
                  </a:extLst>
                </p:cNvPr>
                <p:cNvSpPr/>
                <p:nvPr/>
              </p:nvSpPr>
              <p:spPr>
                <a:xfrm>
                  <a:off x="3578076" y="4376498"/>
                  <a:ext cx="683092" cy="41695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400" dirty="0"/>
                </a:p>
              </p:txBody>
            </p:sp>
            <p:grpSp>
              <p:nvGrpSpPr>
                <p:cNvPr id="15" name="그룹 14">
                  <a:extLst>
                    <a:ext uri="{FF2B5EF4-FFF2-40B4-BE49-F238E27FC236}">
                      <a16:creationId xmlns:a16="http://schemas.microsoft.com/office/drawing/2014/main" id="{487D3E8B-4B19-1287-2755-F24CA9BB3D37}"/>
                    </a:ext>
                  </a:extLst>
                </p:cNvPr>
                <p:cNvGrpSpPr/>
                <p:nvPr/>
              </p:nvGrpSpPr>
              <p:grpSpPr>
                <a:xfrm>
                  <a:off x="3669155" y="4426801"/>
                  <a:ext cx="500934" cy="316352"/>
                  <a:chOff x="7300044" y="3055963"/>
                  <a:chExt cx="792000" cy="856734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42D9EF54-B712-A2CE-ED8A-465BF9AD5CB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B81A491D-D3D9-3700-DBE9-2E80F73A282F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endParaRPr lang="ko-KR" altLang="en-US" sz="800" dirty="0"/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14CDD8E-5F68-3AF5-6D53-93EA9DE6B27D}"/>
                  </a:ext>
                </a:extLst>
              </p:cNvPr>
              <p:cNvSpPr txBox="1"/>
              <p:nvPr/>
            </p:nvSpPr>
            <p:spPr>
              <a:xfrm>
                <a:off x="4831525" y="3458289"/>
                <a:ext cx="298450" cy="363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/>
                  <a:t>︙</a:t>
                </a:r>
                <a:endParaRPr lang="ko-KR" altLang="en-US" sz="1400" dirty="0"/>
              </a:p>
            </p:txBody>
          </p: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38125CC-F3EF-57B1-93C7-027E0D1C4774}"/>
                </a:ext>
              </a:extLst>
            </p:cNvPr>
            <p:cNvSpPr txBox="1"/>
            <p:nvPr/>
          </p:nvSpPr>
          <p:spPr>
            <a:xfrm>
              <a:off x="4074510" y="4445242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가능한 조립 후보</a:t>
              </a: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39C9A51-967F-8346-A981-5871A81A36F8}"/>
              </a:ext>
            </a:extLst>
          </p:cNvPr>
          <p:cNvGrpSpPr/>
          <p:nvPr/>
        </p:nvGrpSpPr>
        <p:grpSpPr>
          <a:xfrm>
            <a:off x="4542262" y="3505503"/>
            <a:ext cx="496912" cy="378634"/>
            <a:chOff x="8523851" y="2626812"/>
            <a:chExt cx="1080000" cy="162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4832D5B2-40DF-C474-FB77-2FD0C9C47135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2F859336-3C90-C2C2-B7B6-FE04DF7C2C99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5618D676-CCC3-6E25-BFE5-255A34137CB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1" name="타원 30">
                <a:extLst>
                  <a:ext uri="{FF2B5EF4-FFF2-40B4-BE49-F238E27FC236}">
                    <a16:creationId xmlns:a16="http://schemas.microsoft.com/office/drawing/2014/main" id="{08849202-ED4A-D3BD-92FB-3BA85EF50A43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81D16A1-D70E-AD1C-C1E8-39CD2833C7B4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800" dirty="0"/>
              </a:p>
            </p:txBody>
          </p:sp>
        </p:grp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E281A8BB-0C75-9B8D-1239-A7546EA6D004}"/>
              </a:ext>
            </a:extLst>
          </p:cNvPr>
          <p:cNvGrpSpPr/>
          <p:nvPr/>
        </p:nvGrpSpPr>
        <p:grpSpPr>
          <a:xfrm>
            <a:off x="137493" y="3397500"/>
            <a:ext cx="1318479" cy="855521"/>
            <a:chOff x="8410242" y="1013492"/>
            <a:chExt cx="1812481" cy="1351610"/>
          </a:xfrm>
        </p:grpSpPr>
        <p:grpSp>
          <p:nvGrpSpPr>
            <p:cNvPr id="34" name="그룹 33">
              <a:extLst>
                <a:ext uri="{FF2B5EF4-FFF2-40B4-BE49-F238E27FC236}">
                  <a16:creationId xmlns:a16="http://schemas.microsoft.com/office/drawing/2014/main" id="{E7500A26-06AF-1EC7-B228-26789D05A9ED}"/>
                </a:ext>
              </a:extLst>
            </p:cNvPr>
            <p:cNvGrpSpPr/>
            <p:nvPr/>
          </p:nvGrpSpPr>
          <p:grpSpPr>
            <a:xfrm>
              <a:off x="8694791" y="1013492"/>
              <a:ext cx="1243383" cy="1053229"/>
              <a:chOff x="8694791" y="1013492"/>
              <a:chExt cx="1243383" cy="1053229"/>
            </a:xfrm>
          </p:grpSpPr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38E087AA-C01E-2AB2-9942-AD76003B2E17}"/>
                  </a:ext>
                </a:extLst>
              </p:cNvPr>
              <p:cNvGrpSpPr/>
              <p:nvPr/>
            </p:nvGrpSpPr>
            <p:grpSpPr>
              <a:xfrm>
                <a:off x="8704642" y="1247035"/>
                <a:ext cx="726458" cy="212347"/>
                <a:chOff x="8564173" y="1247238"/>
                <a:chExt cx="726458" cy="212347"/>
              </a:xfrm>
            </p:grpSpPr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78645A55-23F7-E952-D788-0069EEE704BE}"/>
                    </a:ext>
                  </a:extLst>
                </p:cNvPr>
                <p:cNvSpPr/>
                <p:nvPr/>
              </p:nvSpPr>
              <p:spPr>
                <a:xfrm>
                  <a:off x="8564173" y="1247238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18C4D49C-5574-A70E-1E32-3AFE3E8265ED}"/>
                    </a:ext>
                  </a:extLst>
                </p:cNvPr>
                <p:cNvCxnSpPr>
                  <a:cxnSpLocks/>
                  <a:stCxn id="53" idx="1"/>
                  <a:endCxn id="51" idx="6"/>
                </p:cNvCxnSpPr>
                <p:nvPr/>
              </p:nvCxnSpPr>
              <p:spPr>
                <a:xfrm flipH="1" flipV="1">
                  <a:off x="8840462" y="1353411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3" name="사각형: 둥근 모서리 52">
                  <a:extLst>
                    <a:ext uri="{FF2B5EF4-FFF2-40B4-BE49-F238E27FC236}">
                      <a16:creationId xmlns:a16="http://schemas.microsoft.com/office/drawing/2014/main" id="{626BB0CC-B566-A1B3-BC20-3C127C7CE867}"/>
                    </a:ext>
                  </a:extLst>
                </p:cNvPr>
                <p:cNvSpPr/>
                <p:nvPr/>
              </p:nvSpPr>
              <p:spPr>
                <a:xfrm>
                  <a:off x="8900763" y="1304744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01B99F08-F579-7528-F775-7F49AB0E1DF8}"/>
                  </a:ext>
                </a:extLst>
              </p:cNvPr>
              <p:cNvGrpSpPr/>
              <p:nvPr/>
            </p:nvGrpSpPr>
            <p:grpSpPr>
              <a:xfrm>
                <a:off x="8694791" y="1522367"/>
                <a:ext cx="1243383" cy="215074"/>
                <a:chOff x="9226196" y="1629409"/>
                <a:chExt cx="1243383" cy="215074"/>
              </a:xfrm>
            </p:grpSpPr>
            <p:sp>
              <p:nvSpPr>
                <p:cNvPr id="46" name="타원 45">
                  <a:extLst>
                    <a:ext uri="{FF2B5EF4-FFF2-40B4-BE49-F238E27FC236}">
                      <a16:creationId xmlns:a16="http://schemas.microsoft.com/office/drawing/2014/main" id="{4EBCD913-C5CF-606D-4E95-8E90E0731BBE}"/>
                    </a:ext>
                  </a:extLst>
                </p:cNvPr>
                <p:cNvSpPr/>
                <p:nvPr/>
              </p:nvSpPr>
              <p:spPr>
                <a:xfrm>
                  <a:off x="9733899" y="1629409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A78D0E5E-1791-BFBA-B388-E2E49BF6D84D}"/>
                    </a:ext>
                  </a:extLst>
                </p:cNvPr>
                <p:cNvCxnSpPr>
                  <a:cxnSpLocks/>
                  <a:stCxn id="50" idx="2"/>
                  <a:endCxn id="46" idx="6"/>
                </p:cNvCxnSpPr>
                <p:nvPr/>
              </p:nvCxnSpPr>
              <p:spPr>
                <a:xfrm flipH="1">
                  <a:off x="9983977" y="1736946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사각형: 둥근 모서리 47">
                  <a:extLst>
                    <a:ext uri="{FF2B5EF4-FFF2-40B4-BE49-F238E27FC236}">
                      <a16:creationId xmlns:a16="http://schemas.microsoft.com/office/drawing/2014/main" id="{6101DA37-5F52-2304-DF67-168CDD176D9B}"/>
                    </a:ext>
                  </a:extLst>
                </p:cNvPr>
                <p:cNvSpPr/>
                <p:nvPr/>
              </p:nvSpPr>
              <p:spPr>
                <a:xfrm>
                  <a:off x="9226196" y="1688203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9F58B3C-37EB-1290-A519-1D3D3F9476ED}"/>
                    </a:ext>
                  </a:extLst>
                </p:cNvPr>
                <p:cNvCxnSpPr>
                  <a:cxnSpLocks/>
                  <a:stCxn id="48" idx="3"/>
                  <a:endCxn id="46" idx="2"/>
                </p:cNvCxnSpPr>
                <p:nvPr/>
              </p:nvCxnSpPr>
              <p:spPr>
                <a:xfrm>
                  <a:off x="9616064" y="1736946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58C58766-7977-9545-6097-ADE9AD2CD746}"/>
                    </a:ext>
                  </a:extLst>
                </p:cNvPr>
                <p:cNvSpPr/>
                <p:nvPr/>
              </p:nvSpPr>
              <p:spPr>
                <a:xfrm>
                  <a:off x="10068496" y="1667106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8" name="그룹 37">
                <a:extLst>
                  <a:ext uri="{FF2B5EF4-FFF2-40B4-BE49-F238E27FC236}">
                    <a16:creationId xmlns:a16="http://schemas.microsoft.com/office/drawing/2014/main" id="{2AB61622-13A0-FB2A-507E-CD9E7A22CE82}"/>
                  </a:ext>
                </a:extLst>
              </p:cNvPr>
              <p:cNvGrpSpPr/>
              <p:nvPr/>
            </p:nvGrpSpPr>
            <p:grpSpPr>
              <a:xfrm>
                <a:off x="8957578" y="1878887"/>
                <a:ext cx="717810" cy="187834"/>
                <a:chOff x="8335994" y="1641923"/>
                <a:chExt cx="717810" cy="187834"/>
              </a:xfrm>
            </p:grpSpPr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416921A-3081-9316-CA43-6C083C623BFE}"/>
                    </a:ext>
                  </a:extLst>
                </p:cNvPr>
                <p:cNvSpPr/>
                <p:nvPr/>
              </p:nvSpPr>
              <p:spPr>
                <a:xfrm>
                  <a:off x="8803726" y="1641923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D3AED381-9D7E-3859-19FD-D81E9FB8331D}"/>
                    </a:ext>
                  </a:extLst>
                </p:cNvPr>
                <p:cNvCxnSpPr>
                  <a:cxnSpLocks/>
                  <a:stCxn id="45" idx="6"/>
                  <a:endCxn id="43" idx="2"/>
                </p:cNvCxnSpPr>
                <p:nvPr/>
              </p:nvCxnSpPr>
              <p:spPr>
                <a:xfrm>
                  <a:off x="8776150" y="1735840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타원 44">
                  <a:extLst>
                    <a:ext uri="{FF2B5EF4-FFF2-40B4-BE49-F238E27FC236}">
                      <a16:creationId xmlns:a16="http://schemas.microsoft.com/office/drawing/2014/main" id="{B7C7D52C-AD61-D957-FB35-0C26BCDB039C}"/>
                    </a:ext>
                  </a:extLst>
                </p:cNvPr>
                <p:cNvSpPr/>
                <p:nvPr/>
              </p:nvSpPr>
              <p:spPr>
                <a:xfrm>
                  <a:off x="8335994" y="166600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</p:grpSp>
          <p:grpSp>
            <p:nvGrpSpPr>
              <p:cNvPr id="39" name="그룹 38">
                <a:extLst>
                  <a:ext uri="{FF2B5EF4-FFF2-40B4-BE49-F238E27FC236}">
                    <a16:creationId xmlns:a16="http://schemas.microsoft.com/office/drawing/2014/main" id="{0AF155C8-0277-7E72-0DCE-CAE92D554044}"/>
                  </a:ext>
                </a:extLst>
              </p:cNvPr>
              <p:cNvGrpSpPr/>
              <p:nvPr/>
            </p:nvGrpSpPr>
            <p:grpSpPr>
              <a:xfrm>
                <a:off x="9488676" y="1013492"/>
                <a:ext cx="440156" cy="397355"/>
                <a:chOff x="9638860" y="1107950"/>
                <a:chExt cx="440156" cy="397355"/>
              </a:xfrm>
            </p:grpSpPr>
            <p:sp>
              <p:nvSpPr>
                <p:cNvPr id="40" name="타원 39">
                  <a:extLst>
                    <a:ext uri="{FF2B5EF4-FFF2-40B4-BE49-F238E27FC236}">
                      <a16:creationId xmlns:a16="http://schemas.microsoft.com/office/drawing/2014/main" id="{2D19E5C4-2019-8A27-8A3B-6988C30358DC}"/>
                    </a:ext>
                  </a:extLst>
                </p:cNvPr>
                <p:cNvSpPr/>
                <p:nvPr/>
              </p:nvSpPr>
              <p:spPr>
                <a:xfrm>
                  <a:off x="9713287" y="1317471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56D941A-749A-9E87-5D68-32A5A9EB3BE8}"/>
                    </a:ext>
                  </a:extLst>
                </p:cNvPr>
                <p:cNvSpPr/>
                <p:nvPr/>
              </p:nvSpPr>
              <p:spPr>
                <a:xfrm>
                  <a:off x="9638860" y="1107950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770FBFF5-8EA6-595A-BD96-B8F9D6B2C2BE}"/>
                    </a:ext>
                  </a:extLst>
                </p:cNvPr>
                <p:cNvCxnSpPr>
                  <a:cxnSpLocks/>
                  <a:stCxn id="41" idx="4"/>
                  <a:endCxn id="40" idx="0"/>
                </p:cNvCxnSpPr>
                <p:nvPr/>
              </p:nvCxnSpPr>
              <p:spPr>
                <a:xfrm>
                  <a:off x="9858938" y="1247631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335CE95-5134-3C02-5A62-65E79135BB02}"/>
                </a:ext>
              </a:extLst>
            </p:cNvPr>
            <p:cNvSpPr txBox="1"/>
            <p:nvPr/>
          </p:nvSpPr>
          <p:spPr>
            <a:xfrm>
              <a:off x="8410242" y="2110679"/>
              <a:ext cx="1812481" cy="2544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800" dirty="0"/>
                <a:t>현재 부품 상태</a:t>
              </a:r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2C397E4C-E932-8835-826D-7F6C0F1FED04}"/>
              </a:ext>
            </a:extLst>
          </p:cNvPr>
          <p:cNvSpPr/>
          <p:nvPr/>
        </p:nvSpPr>
        <p:spPr>
          <a:xfrm>
            <a:off x="1526188" y="3441438"/>
            <a:ext cx="64235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/>
              <a:t>조립 후보</a:t>
            </a:r>
            <a:endParaRPr lang="en-US" altLang="ko-KR" sz="700" dirty="0"/>
          </a:p>
          <a:p>
            <a:pPr algn="ctr"/>
            <a:r>
              <a:rPr lang="ko-KR" altLang="en-US" sz="700" dirty="0"/>
              <a:t>추출 코드</a:t>
            </a:r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DD85EE1-E225-104B-89BF-ACDEB51351EF}"/>
              </a:ext>
            </a:extLst>
          </p:cNvPr>
          <p:cNvGrpSpPr/>
          <p:nvPr/>
        </p:nvGrpSpPr>
        <p:grpSpPr>
          <a:xfrm>
            <a:off x="173778" y="1874131"/>
            <a:ext cx="1826685" cy="339537"/>
            <a:chOff x="821719" y="2725968"/>
            <a:chExt cx="2511098" cy="454241"/>
          </a:xfrm>
        </p:grpSpPr>
        <p:pic>
          <p:nvPicPr>
            <p:cNvPr id="56" name="그래픽 55" descr="모스 코드 단색으로 채워진">
              <a:extLst>
                <a:ext uri="{FF2B5EF4-FFF2-40B4-BE49-F238E27FC236}">
                  <a16:creationId xmlns:a16="http://schemas.microsoft.com/office/drawing/2014/main" id="{95B44685-BBF1-571F-4184-E46287545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1719" y="2725968"/>
              <a:ext cx="536423" cy="454241"/>
            </a:xfrm>
            <a:prstGeom prst="rect">
              <a:avLst/>
            </a:prstGeom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994DFC0-F580-EBE9-F6CD-B2FF3C788C6B}"/>
                </a:ext>
              </a:extLst>
            </p:cNvPr>
            <p:cNvSpPr txBox="1"/>
            <p:nvPr/>
          </p:nvSpPr>
          <p:spPr>
            <a:xfrm>
              <a:off x="1327874" y="2799200"/>
              <a:ext cx="200494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b="1" dirty="0"/>
                <a:t>Planning </a:t>
              </a:r>
              <a:r>
                <a:rPr lang="ko-KR" altLang="en-US" sz="1100" b="1" dirty="0"/>
                <a:t>알고리즘</a:t>
              </a:r>
            </a:p>
          </p:txBody>
        </p:sp>
      </p:grpSp>
      <p:sp>
        <p:nvSpPr>
          <p:cNvPr id="58" name="화살표: 오른쪽 57">
            <a:extLst>
              <a:ext uri="{FF2B5EF4-FFF2-40B4-BE49-F238E27FC236}">
                <a16:creationId xmlns:a16="http://schemas.microsoft.com/office/drawing/2014/main" id="{81D04CBC-E0E2-573E-9025-205FA123BA03}"/>
              </a:ext>
            </a:extLst>
          </p:cNvPr>
          <p:cNvSpPr/>
          <p:nvPr/>
        </p:nvSpPr>
        <p:spPr>
          <a:xfrm>
            <a:off x="1307053" y="362353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9" name="화살표: 오른쪽 58">
            <a:extLst>
              <a:ext uri="{FF2B5EF4-FFF2-40B4-BE49-F238E27FC236}">
                <a16:creationId xmlns:a16="http://schemas.microsoft.com/office/drawing/2014/main" id="{4CA1E51E-FC9C-4B44-571A-77FE52C97896}"/>
              </a:ext>
            </a:extLst>
          </p:cNvPr>
          <p:cNvSpPr/>
          <p:nvPr/>
        </p:nvSpPr>
        <p:spPr>
          <a:xfrm>
            <a:off x="2219606" y="359235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AC4626E9-B23D-D3B0-33A5-9DF16E5E1117}"/>
              </a:ext>
            </a:extLst>
          </p:cNvPr>
          <p:cNvSpPr/>
          <p:nvPr/>
        </p:nvSpPr>
        <p:spPr>
          <a:xfrm>
            <a:off x="3361958" y="3407995"/>
            <a:ext cx="923703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후보</a:t>
            </a:r>
            <a:endParaRPr lang="en-US" altLang="ko-KR" sz="800" dirty="0"/>
          </a:p>
          <a:p>
            <a:pPr algn="ctr"/>
            <a:r>
              <a:rPr lang="ko-KR" altLang="en-US" sz="800" dirty="0"/>
              <a:t>선택 알고리즘</a:t>
            </a:r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EE32BBF4-B369-B6A7-2B7B-D93D4FB3A04A}"/>
              </a:ext>
            </a:extLst>
          </p:cNvPr>
          <p:cNvGrpSpPr/>
          <p:nvPr/>
        </p:nvGrpSpPr>
        <p:grpSpPr>
          <a:xfrm>
            <a:off x="6872282" y="2126362"/>
            <a:ext cx="1365532" cy="2026955"/>
            <a:chOff x="9206023" y="2632635"/>
            <a:chExt cx="1877163" cy="2711712"/>
          </a:xfrm>
        </p:grpSpPr>
        <p:sp>
          <p:nvSpPr>
            <p:cNvPr id="62" name="화살표: 위쪽/아래쪽 61">
              <a:extLst>
                <a:ext uri="{FF2B5EF4-FFF2-40B4-BE49-F238E27FC236}">
                  <a16:creationId xmlns:a16="http://schemas.microsoft.com/office/drawing/2014/main" id="{E44163AB-9E53-A92A-7B97-78BAE5BD2F3B}"/>
                </a:ext>
              </a:extLst>
            </p:cNvPr>
            <p:cNvSpPr/>
            <p:nvPr/>
          </p:nvSpPr>
          <p:spPr>
            <a:xfrm>
              <a:off x="9576801" y="3805000"/>
              <a:ext cx="1137021" cy="493967"/>
            </a:xfrm>
            <a:prstGeom prst="upDownArrow">
              <a:avLst>
                <a:gd name="adj1" fmla="val 63892"/>
                <a:gd name="adj2" fmla="val 20337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b="1" dirty="0"/>
                <a:t>상태</a:t>
              </a:r>
              <a:endParaRPr lang="en-US" altLang="ko-KR" sz="1050" b="1" dirty="0"/>
            </a:p>
            <a:p>
              <a:pPr algn="ctr"/>
              <a:r>
                <a:rPr lang="ko-KR" altLang="en-US" sz="1050" b="1" dirty="0"/>
                <a:t>비교</a:t>
              </a:r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5663A010-994A-C296-E77B-B8B02D6A4162}"/>
                </a:ext>
              </a:extLst>
            </p:cNvPr>
            <p:cNvGrpSpPr/>
            <p:nvPr/>
          </p:nvGrpSpPr>
          <p:grpSpPr>
            <a:xfrm>
              <a:off x="9206023" y="2632635"/>
              <a:ext cx="1877163" cy="1125539"/>
              <a:chOff x="2509044" y="1152607"/>
              <a:chExt cx="1877163" cy="1329174"/>
            </a:xfrm>
          </p:grpSpPr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828D766B-9AA2-F113-ED8E-B42A5F2484A8}"/>
                  </a:ext>
                </a:extLst>
              </p:cNvPr>
              <p:cNvGrpSpPr/>
              <p:nvPr/>
            </p:nvGrpSpPr>
            <p:grpSpPr>
              <a:xfrm>
                <a:off x="2509044" y="1152607"/>
                <a:ext cx="1877163" cy="955301"/>
                <a:chOff x="2567856" y="1152608"/>
                <a:chExt cx="1577232" cy="802664"/>
              </a:xfrm>
            </p:grpSpPr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07409FF-9FC7-4E5F-962E-FBC8FBA9A57C}"/>
                    </a:ext>
                  </a:extLst>
                </p:cNvPr>
                <p:cNvCxnSpPr>
                  <a:cxnSpLocks/>
                  <a:stCxn id="95" idx="4"/>
                  <a:endCxn id="97" idx="0"/>
                </p:cNvCxnSpPr>
                <p:nvPr/>
              </p:nvCxnSpPr>
              <p:spPr>
                <a:xfrm>
                  <a:off x="3726883" y="1298996"/>
                  <a:ext cx="0" cy="322411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5821662B-4697-CB59-82EA-3FEE001CF9EE}"/>
                    </a:ext>
                  </a:extLst>
                </p:cNvPr>
                <p:cNvSpPr/>
                <p:nvPr/>
              </p:nvSpPr>
              <p:spPr>
                <a:xfrm>
                  <a:off x="3277249" y="1384793"/>
                  <a:ext cx="210121" cy="18071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138907B3-45E9-5ADB-1E5F-3AF4B8115357}"/>
                    </a:ext>
                  </a:extLst>
                </p:cNvPr>
                <p:cNvCxnSpPr>
                  <a:cxnSpLocks/>
                  <a:stCxn id="94" idx="2"/>
                  <a:endCxn id="85" idx="6"/>
                </p:cNvCxnSpPr>
                <p:nvPr/>
              </p:nvCxnSpPr>
              <p:spPr>
                <a:xfrm flipH="1">
                  <a:off x="3487370" y="1475148"/>
                  <a:ext cx="71013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7" name="타원 86">
                  <a:extLst>
                    <a:ext uri="{FF2B5EF4-FFF2-40B4-BE49-F238E27FC236}">
                      <a16:creationId xmlns:a16="http://schemas.microsoft.com/office/drawing/2014/main" id="{A248F652-B2F8-AAA1-E048-252A1F96100A}"/>
                    </a:ext>
                  </a:extLst>
                </p:cNvPr>
                <p:cNvSpPr/>
                <p:nvPr/>
              </p:nvSpPr>
              <p:spPr>
                <a:xfrm>
                  <a:off x="2567856" y="1152608"/>
                  <a:ext cx="232144" cy="178418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8" name="직선 연결선 87">
                  <a:extLst>
                    <a:ext uri="{FF2B5EF4-FFF2-40B4-BE49-F238E27FC236}">
                      <a16:creationId xmlns:a16="http://schemas.microsoft.com/office/drawing/2014/main" id="{3B62B1D9-B0A4-5362-0BFB-F14F68EC00FC}"/>
                    </a:ext>
                  </a:extLst>
                </p:cNvPr>
                <p:cNvCxnSpPr>
                  <a:cxnSpLocks/>
                  <a:stCxn id="91" idx="1"/>
                  <a:endCxn id="87" idx="6"/>
                </p:cNvCxnSpPr>
                <p:nvPr/>
              </p:nvCxnSpPr>
              <p:spPr>
                <a:xfrm flipH="1" flipV="1">
                  <a:off x="2800000" y="1241817"/>
                  <a:ext cx="50665" cy="6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89" name="타원 88">
                  <a:extLst>
                    <a:ext uri="{FF2B5EF4-FFF2-40B4-BE49-F238E27FC236}">
                      <a16:creationId xmlns:a16="http://schemas.microsoft.com/office/drawing/2014/main" id="{A1510D6A-B01F-3777-5CC0-C807EE36CFFB}"/>
                    </a:ext>
                  </a:extLst>
                </p:cNvPr>
                <p:cNvSpPr/>
                <p:nvPr/>
              </p:nvSpPr>
              <p:spPr>
                <a:xfrm>
                  <a:off x="3934967" y="1161403"/>
                  <a:ext cx="210121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0" name="직선 연결선 89">
                  <a:extLst>
                    <a:ext uri="{FF2B5EF4-FFF2-40B4-BE49-F238E27FC236}">
                      <a16:creationId xmlns:a16="http://schemas.microsoft.com/office/drawing/2014/main" id="{6F0591A5-EC88-6F10-193A-DBC4445A61CB}"/>
                    </a:ext>
                  </a:extLst>
                </p:cNvPr>
                <p:cNvCxnSpPr>
                  <a:cxnSpLocks/>
                  <a:stCxn id="95" idx="6"/>
                  <a:endCxn id="89" idx="2"/>
                </p:cNvCxnSpPr>
                <p:nvPr/>
              </p:nvCxnSpPr>
              <p:spPr>
                <a:xfrm>
                  <a:off x="3911797" y="1240314"/>
                  <a:ext cx="23170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1" name="사각형: 둥근 모서리 90">
                  <a:extLst>
                    <a:ext uri="{FF2B5EF4-FFF2-40B4-BE49-F238E27FC236}">
                      <a16:creationId xmlns:a16="http://schemas.microsoft.com/office/drawing/2014/main" id="{8D699CBA-EB0E-C409-206E-92F068629183}"/>
                    </a:ext>
                  </a:extLst>
                </p:cNvPr>
                <p:cNvSpPr/>
                <p:nvPr/>
              </p:nvSpPr>
              <p:spPr>
                <a:xfrm>
                  <a:off x="2850666" y="1200926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2" name="사각형: 둥근 모서리 91">
                  <a:extLst>
                    <a:ext uri="{FF2B5EF4-FFF2-40B4-BE49-F238E27FC236}">
                      <a16:creationId xmlns:a16="http://schemas.microsoft.com/office/drawing/2014/main" id="{90A17047-CE0A-81E4-2913-46E47703BF2E}"/>
                    </a:ext>
                  </a:extLst>
                </p:cNvPr>
                <p:cNvSpPr/>
                <p:nvPr/>
              </p:nvSpPr>
              <p:spPr>
                <a:xfrm>
                  <a:off x="2850666" y="1434193"/>
                  <a:ext cx="327575" cy="81911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3" name="직선 연결선 92">
                  <a:extLst>
                    <a:ext uri="{FF2B5EF4-FFF2-40B4-BE49-F238E27FC236}">
                      <a16:creationId xmlns:a16="http://schemas.microsoft.com/office/drawing/2014/main" id="{9149D8A2-3C38-31F7-A71B-7DC19B63C910}"/>
                    </a:ext>
                  </a:extLst>
                </p:cNvPr>
                <p:cNvCxnSpPr>
                  <a:cxnSpLocks/>
                  <a:stCxn id="92" idx="3"/>
                  <a:endCxn id="85" idx="2"/>
                </p:cNvCxnSpPr>
                <p:nvPr/>
              </p:nvCxnSpPr>
              <p:spPr>
                <a:xfrm>
                  <a:off x="3178241" y="1475148"/>
                  <a:ext cx="99008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4" name="타원 93">
                  <a:extLst>
                    <a:ext uri="{FF2B5EF4-FFF2-40B4-BE49-F238E27FC236}">
                      <a16:creationId xmlns:a16="http://schemas.microsoft.com/office/drawing/2014/main" id="{8CE8E3D0-0199-5FC6-372C-DC589053EDC4}"/>
                    </a:ext>
                  </a:extLst>
                </p:cNvPr>
                <p:cNvSpPr/>
                <p:nvPr/>
              </p:nvSpPr>
              <p:spPr>
                <a:xfrm>
                  <a:off x="3558384" y="1416467"/>
                  <a:ext cx="33699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5" name="타원 94">
                  <a:extLst>
                    <a:ext uri="{FF2B5EF4-FFF2-40B4-BE49-F238E27FC236}">
                      <a16:creationId xmlns:a16="http://schemas.microsoft.com/office/drawing/2014/main" id="{229CD1D2-1EE6-B4B3-1E20-96BE9DEA80CB}"/>
                    </a:ext>
                  </a:extLst>
                </p:cNvPr>
                <p:cNvSpPr/>
                <p:nvPr/>
              </p:nvSpPr>
              <p:spPr>
                <a:xfrm>
                  <a:off x="3541969" y="1181633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6" name="타원 95">
                  <a:extLst>
                    <a:ext uri="{FF2B5EF4-FFF2-40B4-BE49-F238E27FC236}">
                      <a16:creationId xmlns:a16="http://schemas.microsoft.com/office/drawing/2014/main" id="{3C34B8FD-4CD2-A226-FB79-E98ED0EA5ADB}"/>
                    </a:ext>
                  </a:extLst>
                </p:cNvPr>
                <p:cNvSpPr/>
                <p:nvPr/>
              </p:nvSpPr>
              <p:spPr>
                <a:xfrm>
                  <a:off x="3604504" y="1797450"/>
                  <a:ext cx="244757" cy="157822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97" name="타원 96">
                  <a:extLst>
                    <a:ext uri="{FF2B5EF4-FFF2-40B4-BE49-F238E27FC236}">
                      <a16:creationId xmlns:a16="http://schemas.microsoft.com/office/drawing/2014/main" id="{5856BDB6-D172-FB0A-24C5-C0FACA9E70F2}"/>
                    </a:ext>
                  </a:extLst>
                </p:cNvPr>
                <p:cNvSpPr/>
                <p:nvPr/>
              </p:nvSpPr>
              <p:spPr>
                <a:xfrm>
                  <a:off x="3541969" y="1621406"/>
                  <a:ext cx="369828" cy="117362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98" name="직선 연결선 97">
                  <a:extLst>
                    <a:ext uri="{FF2B5EF4-FFF2-40B4-BE49-F238E27FC236}">
                      <a16:creationId xmlns:a16="http://schemas.microsoft.com/office/drawing/2014/main" id="{3C2DF8F0-5F15-4286-F01A-8D009FCC84DE}"/>
                    </a:ext>
                  </a:extLst>
                </p:cNvPr>
                <p:cNvCxnSpPr>
                  <a:cxnSpLocks/>
                  <a:stCxn id="97" idx="4"/>
                  <a:endCxn id="96" idx="0"/>
                </p:cNvCxnSpPr>
                <p:nvPr/>
              </p:nvCxnSpPr>
              <p:spPr>
                <a:xfrm>
                  <a:off x="3726883" y="1738769"/>
                  <a:ext cx="0" cy="5868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직선 연결선 98">
                  <a:extLst>
                    <a:ext uri="{FF2B5EF4-FFF2-40B4-BE49-F238E27FC236}">
                      <a16:creationId xmlns:a16="http://schemas.microsoft.com/office/drawing/2014/main" id="{33ECF03B-D8FA-AE28-2406-C754687E57AA}"/>
                    </a:ext>
                  </a:extLst>
                </p:cNvPr>
                <p:cNvCxnSpPr>
                  <a:cxnSpLocks/>
                  <a:stCxn id="91" idx="2"/>
                  <a:endCxn id="92" idx="0"/>
                </p:cNvCxnSpPr>
                <p:nvPr/>
              </p:nvCxnSpPr>
              <p:spPr>
                <a:xfrm>
                  <a:off x="3014453" y="1282837"/>
                  <a:ext cx="0" cy="151356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4B3E5623-7832-06C8-168C-1EE8825BE903}"/>
                  </a:ext>
                </a:extLst>
              </p:cNvPr>
              <p:cNvSpPr txBox="1"/>
              <p:nvPr/>
            </p:nvSpPr>
            <p:spPr>
              <a:xfrm>
                <a:off x="2541385" y="2227358"/>
                <a:ext cx="1812481" cy="2544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목표 조립 상태 입력</a:t>
                </a:r>
              </a:p>
            </p:txBody>
          </p:sp>
        </p:grp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2B10F44-BAD7-9539-3D2A-553DB4329677}"/>
                </a:ext>
              </a:extLst>
            </p:cNvPr>
            <p:cNvGrpSpPr/>
            <p:nvPr/>
          </p:nvGrpSpPr>
          <p:grpSpPr>
            <a:xfrm>
              <a:off x="9221555" y="4384159"/>
              <a:ext cx="1847512" cy="960188"/>
              <a:chOff x="7890699" y="945795"/>
              <a:chExt cx="2319300" cy="1133907"/>
            </a:xfrm>
          </p:grpSpPr>
          <p:grpSp>
            <p:nvGrpSpPr>
              <p:cNvPr id="65" name="그룹 64">
                <a:extLst>
                  <a:ext uri="{FF2B5EF4-FFF2-40B4-BE49-F238E27FC236}">
                    <a16:creationId xmlns:a16="http://schemas.microsoft.com/office/drawing/2014/main" id="{2DA78283-A27C-EFD0-200C-9F8560ECD2B1}"/>
                  </a:ext>
                </a:extLst>
              </p:cNvPr>
              <p:cNvGrpSpPr/>
              <p:nvPr/>
            </p:nvGrpSpPr>
            <p:grpSpPr>
              <a:xfrm>
                <a:off x="7994089" y="945795"/>
                <a:ext cx="2112516" cy="765256"/>
                <a:chOff x="7994089" y="945795"/>
                <a:chExt cx="2112516" cy="765256"/>
              </a:xfrm>
            </p:grpSpPr>
            <p:sp>
              <p:nvSpPr>
                <p:cNvPr id="67" name="타원 66">
                  <a:extLst>
                    <a:ext uri="{FF2B5EF4-FFF2-40B4-BE49-F238E27FC236}">
                      <a16:creationId xmlns:a16="http://schemas.microsoft.com/office/drawing/2014/main" id="{1067AAB2-0C16-5B15-6B5D-D6F5FC6C6ADC}"/>
                    </a:ext>
                  </a:extLst>
                </p:cNvPr>
                <p:cNvSpPr/>
                <p:nvPr/>
              </p:nvSpPr>
              <p:spPr>
                <a:xfrm>
                  <a:off x="8838382" y="1222133"/>
                  <a:ext cx="250078" cy="21507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altLang="ko-KR" sz="800" dirty="0"/>
                </a:p>
              </p:txBody>
            </p:sp>
            <p:cxnSp>
              <p:nvCxnSpPr>
                <p:cNvPr id="68" name="직선 연결선 67">
                  <a:extLst>
                    <a:ext uri="{FF2B5EF4-FFF2-40B4-BE49-F238E27FC236}">
                      <a16:creationId xmlns:a16="http://schemas.microsoft.com/office/drawing/2014/main" id="{14ED5254-4E65-E6B5-16C9-26F46A42C67C}"/>
                    </a:ext>
                  </a:extLst>
                </p:cNvPr>
                <p:cNvCxnSpPr>
                  <a:cxnSpLocks/>
                  <a:stCxn id="76" idx="2"/>
                  <a:endCxn id="67" idx="6"/>
                </p:cNvCxnSpPr>
                <p:nvPr/>
              </p:nvCxnSpPr>
              <p:spPr>
                <a:xfrm flipH="1">
                  <a:off x="9088460" y="1329670"/>
                  <a:ext cx="84517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9" name="타원 68">
                  <a:extLst>
                    <a:ext uri="{FF2B5EF4-FFF2-40B4-BE49-F238E27FC236}">
                      <a16:creationId xmlns:a16="http://schemas.microsoft.com/office/drawing/2014/main" id="{5DB3262A-0DA8-E6BF-64A3-BE2580C79B47}"/>
                    </a:ext>
                  </a:extLst>
                </p:cNvPr>
                <p:cNvSpPr/>
                <p:nvPr/>
              </p:nvSpPr>
              <p:spPr>
                <a:xfrm>
                  <a:off x="7994089" y="945795"/>
                  <a:ext cx="276289" cy="2123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0" name="직선 연결선 69">
                  <a:extLst>
                    <a:ext uri="{FF2B5EF4-FFF2-40B4-BE49-F238E27FC236}">
                      <a16:creationId xmlns:a16="http://schemas.microsoft.com/office/drawing/2014/main" id="{92688E32-CC24-0763-6E03-C1B6278FEB68}"/>
                    </a:ext>
                  </a:extLst>
                </p:cNvPr>
                <p:cNvCxnSpPr>
                  <a:cxnSpLocks/>
                  <a:stCxn id="73" idx="1"/>
                  <a:endCxn id="69" idx="6"/>
                </p:cNvCxnSpPr>
                <p:nvPr/>
              </p:nvCxnSpPr>
              <p:spPr>
                <a:xfrm flipH="1" flipV="1">
                  <a:off x="8270378" y="1051968"/>
                  <a:ext cx="60300" cy="76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1" name="타원 70">
                  <a:extLst>
                    <a:ext uri="{FF2B5EF4-FFF2-40B4-BE49-F238E27FC236}">
                      <a16:creationId xmlns:a16="http://schemas.microsoft.com/office/drawing/2014/main" id="{F36DAFAA-664C-680C-4B0D-40B95DB69239}"/>
                    </a:ext>
                  </a:extLst>
                </p:cNvPr>
                <p:cNvSpPr/>
                <p:nvPr/>
              </p:nvSpPr>
              <p:spPr>
                <a:xfrm>
                  <a:off x="8464462" y="1523217"/>
                  <a:ext cx="250078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2" name="직선 연결선 71">
                  <a:extLst>
                    <a:ext uri="{FF2B5EF4-FFF2-40B4-BE49-F238E27FC236}">
                      <a16:creationId xmlns:a16="http://schemas.microsoft.com/office/drawing/2014/main" id="{B1E5B3A0-1300-23F4-EAAC-C9BBA56ABEDB}"/>
                    </a:ext>
                  </a:extLst>
                </p:cNvPr>
                <p:cNvCxnSpPr>
                  <a:cxnSpLocks/>
                  <a:stCxn id="77" idx="6"/>
                  <a:endCxn id="71" idx="2"/>
                </p:cNvCxnSpPr>
                <p:nvPr/>
              </p:nvCxnSpPr>
              <p:spPr>
                <a:xfrm>
                  <a:off x="8436886" y="1617134"/>
                  <a:ext cx="2757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3" name="사각형: 둥근 모서리 72">
                  <a:extLst>
                    <a:ext uri="{FF2B5EF4-FFF2-40B4-BE49-F238E27FC236}">
                      <a16:creationId xmlns:a16="http://schemas.microsoft.com/office/drawing/2014/main" id="{9454F68D-A338-4005-22C2-66A26250F13E}"/>
                    </a:ext>
                  </a:extLst>
                </p:cNvPr>
                <p:cNvSpPr/>
                <p:nvPr/>
              </p:nvSpPr>
              <p:spPr>
                <a:xfrm>
                  <a:off x="8330679" y="1003301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4" name="사각형: 둥근 모서리 73">
                  <a:extLst>
                    <a:ext uri="{FF2B5EF4-FFF2-40B4-BE49-F238E27FC236}">
                      <a16:creationId xmlns:a16="http://schemas.microsoft.com/office/drawing/2014/main" id="{7921CB42-0EC6-2A40-2BDF-44484A999145}"/>
                    </a:ext>
                  </a:extLst>
                </p:cNvPr>
                <p:cNvSpPr/>
                <p:nvPr/>
              </p:nvSpPr>
              <p:spPr>
                <a:xfrm>
                  <a:off x="8330679" y="1280927"/>
                  <a:ext cx="389868" cy="97487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6BB4E44D-0560-3C1A-ED30-5D77EE353E1E}"/>
                    </a:ext>
                  </a:extLst>
                </p:cNvPr>
                <p:cNvCxnSpPr>
                  <a:cxnSpLocks/>
                  <a:stCxn id="74" idx="3"/>
                  <a:endCxn id="67" idx="2"/>
                </p:cNvCxnSpPr>
                <p:nvPr/>
              </p:nvCxnSpPr>
              <p:spPr>
                <a:xfrm>
                  <a:off x="8720547" y="1329670"/>
                  <a:ext cx="117836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76" name="타원 75">
                  <a:extLst>
                    <a:ext uri="{FF2B5EF4-FFF2-40B4-BE49-F238E27FC236}">
                      <a16:creationId xmlns:a16="http://schemas.microsoft.com/office/drawing/2014/main" id="{185AACFA-6289-5F22-BBA8-42C8F17891FA}"/>
                    </a:ext>
                  </a:extLst>
                </p:cNvPr>
                <p:cNvSpPr/>
                <p:nvPr/>
              </p:nvSpPr>
              <p:spPr>
                <a:xfrm>
                  <a:off x="9172979" y="1259830"/>
                  <a:ext cx="401083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7" name="타원 76">
                  <a:extLst>
                    <a:ext uri="{FF2B5EF4-FFF2-40B4-BE49-F238E27FC236}">
                      <a16:creationId xmlns:a16="http://schemas.microsoft.com/office/drawing/2014/main" id="{65CE25B3-80B3-45A0-9892-26455566F2EE}"/>
                    </a:ext>
                  </a:extLst>
                </p:cNvPr>
                <p:cNvSpPr/>
                <p:nvPr/>
              </p:nvSpPr>
              <p:spPr>
                <a:xfrm>
                  <a:off x="7996730" y="1547294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8" name="타원 77">
                  <a:extLst>
                    <a:ext uri="{FF2B5EF4-FFF2-40B4-BE49-F238E27FC236}">
                      <a16:creationId xmlns:a16="http://schemas.microsoft.com/office/drawing/2014/main" id="{E2F3574F-5BB0-CB63-0CFC-9D0CCBD69ECD}"/>
                    </a:ext>
                  </a:extLst>
                </p:cNvPr>
                <p:cNvSpPr/>
                <p:nvPr/>
              </p:nvSpPr>
              <p:spPr>
                <a:xfrm>
                  <a:off x="9740876" y="1222450"/>
                  <a:ext cx="291301" cy="187834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sp>
              <p:nvSpPr>
                <p:cNvPr id="79" name="타원 78">
                  <a:extLst>
                    <a:ext uri="{FF2B5EF4-FFF2-40B4-BE49-F238E27FC236}">
                      <a16:creationId xmlns:a16="http://schemas.microsoft.com/office/drawing/2014/main" id="{4392107E-9C88-5805-E5C7-BC07769D236E}"/>
                    </a:ext>
                  </a:extLst>
                </p:cNvPr>
                <p:cNvSpPr/>
                <p:nvPr/>
              </p:nvSpPr>
              <p:spPr>
                <a:xfrm>
                  <a:off x="9666449" y="1012929"/>
                  <a:ext cx="440156" cy="1396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800" dirty="0"/>
                </a:p>
              </p:txBody>
            </p: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78BC0693-9E1C-4E26-7C7C-95197A924E79}"/>
                    </a:ext>
                  </a:extLst>
                </p:cNvPr>
                <p:cNvCxnSpPr>
                  <a:cxnSpLocks/>
                  <a:stCxn id="79" idx="4"/>
                  <a:endCxn id="78" idx="0"/>
                </p:cNvCxnSpPr>
                <p:nvPr/>
              </p:nvCxnSpPr>
              <p:spPr>
                <a:xfrm>
                  <a:off x="9886527" y="1152610"/>
                  <a:ext cx="0" cy="6984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252F1F5A-71F8-BFE5-A05E-16293A323915}"/>
                    </a:ext>
                  </a:extLst>
                </p:cNvPr>
                <p:cNvCxnSpPr>
                  <a:cxnSpLocks/>
                  <a:stCxn id="73" idx="2"/>
                  <a:endCxn id="74" idx="0"/>
                </p:cNvCxnSpPr>
                <p:nvPr/>
              </p:nvCxnSpPr>
              <p:spPr>
                <a:xfrm>
                  <a:off x="8525612" y="1100789"/>
                  <a:ext cx="0" cy="180138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78DF958-BFDB-498D-3724-32856A642CDA}"/>
                  </a:ext>
                </a:extLst>
              </p:cNvPr>
              <p:cNvSpPr txBox="1"/>
              <p:nvPr/>
            </p:nvSpPr>
            <p:spPr>
              <a:xfrm>
                <a:off x="7890699" y="1825280"/>
                <a:ext cx="2319300" cy="2544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800" dirty="0"/>
                  <a:t>생성된 업데이트 부품 상태</a:t>
                </a:r>
              </a:p>
            </p:txBody>
          </p:sp>
        </p:grpSp>
      </p:grpSp>
      <p:sp>
        <p:nvSpPr>
          <p:cNvPr id="100" name="화살표: 오른쪽 99">
            <a:extLst>
              <a:ext uri="{FF2B5EF4-FFF2-40B4-BE49-F238E27FC236}">
                <a16:creationId xmlns:a16="http://schemas.microsoft.com/office/drawing/2014/main" id="{A28268D4-A342-9801-7910-649D9F2AB915}"/>
              </a:ext>
            </a:extLst>
          </p:cNvPr>
          <p:cNvSpPr/>
          <p:nvPr/>
        </p:nvSpPr>
        <p:spPr>
          <a:xfrm>
            <a:off x="3144385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1" name="화살표: 오른쪽 100">
            <a:extLst>
              <a:ext uri="{FF2B5EF4-FFF2-40B4-BE49-F238E27FC236}">
                <a16:creationId xmlns:a16="http://schemas.microsoft.com/office/drawing/2014/main" id="{EBECC21D-89FC-123E-5C8B-DFF3832A5CAD}"/>
              </a:ext>
            </a:extLst>
          </p:cNvPr>
          <p:cNvSpPr/>
          <p:nvPr/>
        </p:nvSpPr>
        <p:spPr>
          <a:xfrm>
            <a:off x="4343078" y="358861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0692582-B2F6-AA53-E7A7-9A3CE0E6D430}"/>
              </a:ext>
            </a:extLst>
          </p:cNvPr>
          <p:cNvSpPr txBox="1"/>
          <p:nvPr/>
        </p:nvSpPr>
        <p:spPr>
          <a:xfrm>
            <a:off x="4252801" y="3955568"/>
            <a:ext cx="1050277" cy="1610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</a:t>
            </a:r>
          </a:p>
        </p:txBody>
      </p:sp>
      <p:sp>
        <p:nvSpPr>
          <p:cNvPr id="103" name="화살표: 오른쪽 102">
            <a:extLst>
              <a:ext uri="{FF2B5EF4-FFF2-40B4-BE49-F238E27FC236}">
                <a16:creationId xmlns:a16="http://schemas.microsoft.com/office/drawing/2014/main" id="{362AAB3C-4C9D-E967-7C0B-07146155F76C}"/>
              </a:ext>
            </a:extLst>
          </p:cNvPr>
          <p:cNvSpPr/>
          <p:nvPr/>
        </p:nvSpPr>
        <p:spPr>
          <a:xfrm>
            <a:off x="5135619" y="3581321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654E913D-813F-8DDC-41E0-7B7E75887788}"/>
              </a:ext>
            </a:extLst>
          </p:cNvPr>
          <p:cNvSpPr/>
          <p:nvPr/>
        </p:nvSpPr>
        <p:spPr>
          <a:xfrm>
            <a:off x="5342106" y="3402305"/>
            <a:ext cx="1156498" cy="573651"/>
          </a:xfrm>
          <a:prstGeom prst="roundRect">
            <a:avLst>
              <a:gd name="adj" fmla="val 12042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조립 </a:t>
            </a:r>
            <a:r>
              <a:rPr lang="ko-KR" altLang="en-US" sz="800" dirty="0" err="1"/>
              <a:t>조립</a:t>
            </a:r>
            <a:r>
              <a:rPr lang="ko-KR" altLang="en-US" sz="800" dirty="0"/>
              <a:t> 적용 </a:t>
            </a:r>
            <a:endParaRPr lang="en-US" altLang="ko-KR" sz="800" dirty="0"/>
          </a:p>
          <a:p>
            <a:pPr algn="ctr"/>
            <a:r>
              <a:rPr lang="ko-KR" altLang="en-US" sz="800" dirty="0"/>
              <a:t>및 </a:t>
            </a:r>
            <a:endParaRPr lang="en-US" altLang="ko-KR" sz="800" dirty="0"/>
          </a:p>
          <a:p>
            <a:pPr algn="ctr"/>
            <a:r>
              <a:rPr lang="ko-KR" altLang="en-US" sz="800" dirty="0"/>
              <a:t>현재 상태 업데이트</a:t>
            </a:r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FBF8DA40-B77F-9EF6-DF6E-A8DEC7A64B31}"/>
              </a:ext>
            </a:extLst>
          </p:cNvPr>
          <p:cNvSpPr/>
          <p:nvPr/>
        </p:nvSpPr>
        <p:spPr>
          <a:xfrm>
            <a:off x="6587821" y="3571399"/>
            <a:ext cx="160156" cy="235460"/>
          </a:xfrm>
          <a:prstGeom prst="rightArrow">
            <a:avLst/>
          </a:prstGeom>
          <a:ln>
            <a:noFill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6" name="화살표: 위쪽 105">
            <a:extLst>
              <a:ext uri="{FF2B5EF4-FFF2-40B4-BE49-F238E27FC236}">
                <a16:creationId xmlns:a16="http://schemas.microsoft.com/office/drawing/2014/main" id="{DE28EAAD-BC1E-8BDF-6FB8-F91C18ABBD4D}"/>
              </a:ext>
            </a:extLst>
          </p:cNvPr>
          <p:cNvSpPr/>
          <p:nvPr/>
        </p:nvSpPr>
        <p:spPr>
          <a:xfrm>
            <a:off x="4681063" y="3217689"/>
            <a:ext cx="206607" cy="211967"/>
          </a:xfrm>
          <a:prstGeom prst="upArrow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7" name="순서도: 판단 106">
            <a:extLst>
              <a:ext uri="{FF2B5EF4-FFF2-40B4-BE49-F238E27FC236}">
                <a16:creationId xmlns:a16="http://schemas.microsoft.com/office/drawing/2014/main" id="{A19A5816-A46F-FD1D-3E6D-7A89456FAA5C}"/>
              </a:ext>
            </a:extLst>
          </p:cNvPr>
          <p:cNvSpPr/>
          <p:nvPr/>
        </p:nvSpPr>
        <p:spPr>
          <a:xfrm>
            <a:off x="8293915" y="3365505"/>
            <a:ext cx="1428514" cy="774108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현재 상태가 목표 상태에 도달했는가</a:t>
            </a:r>
            <a:r>
              <a:rPr lang="en-US" altLang="ko-KR" sz="800" dirty="0"/>
              <a:t>?</a:t>
            </a:r>
            <a:endParaRPr lang="ko-KR" altLang="en-US" sz="800" dirty="0"/>
          </a:p>
        </p:txBody>
      </p:sp>
      <p:sp>
        <p:nvSpPr>
          <p:cNvPr id="108" name="화살표: 오른쪽 107">
            <a:extLst>
              <a:ext uri="{FF2B5EF4-FFF2-40B4-BE49-F238E27FC236}">
                <a16:creationId xmlns:a16="http://schemas.microsoft.com/office/drawing/2014/main" id="{4465D0CD-EE11-47D3-4997-4E9AC8AF7378}"/>
              </a:ext>
            </a:extLst>
          </p:cNvPr>
          <p:cNvSpPr/>
          <p:nvPr/>
        </p:nvSpPr>
        <p:spPr>
          <a:xfrm>
            <a:off x="9871316" y="3536650"/>
            <a:ext cx="696850" cy="45136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Yes</a:t>
            </a:r>
            <a:endParaRPr lang="ko-KR" altLang="en-US" sz="1100" dirty="0"/>
          </a:p>
        </p:txBody>
      </p:sp>
      <p:sp>
        <p:nvSpPr>
          <p:cNvPr id="109" name="화살표: 아래쪽 108">
            <a:extLst>
              <a:ext uri="{FF2B5EF4-FFF2-40B4-BE49-F238E27FC236}">
                <a16:creationId xmlns:a16="http://schemas.microsoft.com/office/drawing/2014/main" id="{BE1B4199-DECC-7713-7551-4A80E30A0CCA}"/>
              </a:ext>
            </a:extLst>
          </p:cNvPr>
          <p:cNvSpPr/>
          <p:nvPr/>
        </p:nvSpPr>
        <p:spPr>
          <a:xfrm>
            <a:off x="8643909" y="4368816"/>
            <a:ext cx="728526" cy="346325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No</a:t>
            </a:r>
            <a:endParaRPr lang="ko-KR" altLang="en-US" sz="1100" dirty="0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72314A76-D59B-F4EA-907E-5C82875C349D}"/>
              </a:ext>
            </a:extLst>
          </p:cNvPr>
          <p:cNvSpPr/>
          <p:nvPr/>
        </p:nvSpPr>
        <p:spPr>
          <a:xfrm>
            <a:off x="8244845" y="4835253"/>
            <a:ext cx="1526652" cy="43160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/>
              <a:t>업데이트된 상태를 기준으로 알고리즘 다시 반복</a:t>
            </a:r>
          </a:p>
        </p:txBody>
      </p:sp>
      <p:cxnSp>
        <p:nvCxnSpPr>
          <p:cNvPr id="111" name="연결선: 꺾임 110">
            <a:extLst>
              <a:ext uri="{FF2B5EF4-FFF2-40B4-BE49-F238E27FC236}">
                <a16:creationId xmlns:a16="http://schemas.microsoft.com/office/drawing/2014/main" id="{FBB44D6C-5E55-0536-C1F0-AD63B08C95A2}"/>
              </a:ext>
            </a:extLst>
          </p:cNvPr>
          <p:cNvCxnSpPr>
            <a:stCxn id="110" idx="1"/>
            <a:endCxn id="35" idx="2"/>
          </p:cNvCxnSpPr>
          <p:nvPr/>
        </p:nvCxnSpPr>
        <p:spPr>
          <a:xfrm rot="10800000">
            <a:off x="796733" y="4253022"/>
            <a:ext cx="7448111" cy="798036"/>
          </a:xfrm>
          <a:prstGeom prst="bentConnector2">
            <a:avLst/>
          </a:prstGeom>
          <a:ln w="28575">
            <a:solidFill>
              <a:schemeClr val="accent6">
                <a:lumMod val="50000"/>
              </a:schemeClr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121DCC0E-9550-CC93-8A1B-48339DBAC91B}"/>
              </a:ext>
            </a:extLst>
          </p:cNvPr>
          <p:cNvSpPr txBox="1"/>
          <p:nvPr/>
        </p:nvSpPr>
        <p:spPr>
          <a:xfrm>
            <a:off x="4090088" y="3013309"/>
            <a:ext cx="13757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/>
              <a:t>선택된 조립의 순서를 기록</a:t>
            </a:r>
          </a:p>
        </p:txBody>
      </p:sp>
      <p:sp>
        <p:nvSpPr>
          <p:cNvPr id="113" name="화살표: 아래쪽 112">
            <a:extLst>
              <a:ext uri="{FF2B5EF4-FFF2-40B4-BE49-F238E27FC236}">
                <a16:creationId xmlns:a16="http://schemas.microsoft.com/office/drawing/2014/main" id="{15728898-2E79-8F0B-ABBA-DE5295F54155}"/>
              </a:ext>
            </a:extLst>
          </p:cNvPr>
          <p:cNvSpPr/>
          <p:nvPr/>
        </p:nvSpPr>
        <p:spPr>
          <a:xfrm>
            <a:off x="1511610" y="3025566"/>
            <a:ext cx="642353" cy="339939"/>
          </a:xfrm>
          <a:prstGeom prst="downArrow">
            <a:avLst>
              <a:gd name="adj1" fmla="val 78046"/>
              <a:gd name="adj2" fmla="val 26961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ysClr val="windowText" lastClr="000000"/>
                </a:solidFill>
              </a:rPr>
              <a:t>데이터 참조</a:t>
            </a:r>
          </a:p>
        </p:txBody>
      </p:sp>
      <p:graphicFrame>
        <p:nvGraphicFramePr>
          <p:cNvPr id="114" name="표 113">
            <a:extLst>
              <a:ext uri="{FF2B5EF4-FFF2-40B4-BE49-F238E27FC236}">
                <a16:creationId xmlns:a16="http://schemas.microsoft.com/office/drawing/2014/main" id="{5CAC275B-E838-F5B7-2A39-0E43CCE7EB56}"/>
              </a:ext>
            </a:extLst>
          </p:cNvPr>
          <p:cNvGraphicFramePr>
            <a:graphicFrameLocks noGrp="1"/>
          </p:cNvGraphicFramePr>
          <p:nvPr/>
        </p:nvGraphicFramePr>
        <p:xfrm>
          <a:off x="4185928" y="1845966"/>
          <a:ext cx="1175620" cy="1138205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1161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764004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214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39362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25796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2651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496FE9-3ECA-C0C6-A362-1736522DDEC9}"/>
              </a:ext>
            </a:extLst>
          </p:cNvPr>
          <p:cNvGrpSpPr/>
          <p:nvPr/>
        </p:nvGrpSpPr>
        <p:grpSpPr>
          <a:xfrm>
            <a:off x="4773738" y="2107247"/>
            <a:ext cx="441736" cy="295305"/>
            <a:chOff x="8523851" y="2626812"/>
            <a:chExt cx="1080000" cy="1620000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0B2A0AE0-613F-5F09-07BD-34EE016A7AF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17" name="그룹 116">
              <a:extLst>
                <a:ext uri="{FF2B5EF4-FFF2-40B4-BE49-F238E27FC236}">
                  <a16:creationId xmlns:a16="http://schemas.microsoft.com/office/drawing/2014/main" id="{47235CD0-5C68-4F52-7FDE-7D43E626F6F6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805D5186-BBB8-D1D8-231D-BBA6C391CB9F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CED64668-E982-DEF8-BA97-80E5199BD767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1E168B21-8352-CF7C-DBCB-B8EF6EC0557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C7758C4D-669D-DA72-DCEB-AFD0F5897E56}"/>
              </a:ext>
            </a:extLst>
          </p:cNvPr>
          <p:cNvGrpSpPr/>
          <p:nvPr/>
        </p:nvGrpSpPr>
        <p:grpSpPr>
          <a:xfrm>
            <a:off x="4773738" y="2500096"/>
            <a:ext cx="441736" cy="177467"/>
            <a:chOff x="8523851" y="1625702"/>
            <a:chExt cx="1080000" cy="900000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8CBA2E9-EACC-ED3A-0849-BAB427509FA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3" name="그룹 122">
              <a:extLst>
                <a:ext uri="{FF2B5EF4-FFF2-40B4-BE49-F238E27FC236}">
                  <a16:creationId xmlns:a16="http://schemas.microsoft.com/office/drawing/2014/main" id="{B18D63D7-4AD7-F526-8DB7-8A182BC4C5A9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24" name="사각형: 둥근 모서리 123">
                <a:extLst>
                  <a:ext uri="{FF2B5EF4-FFF2-40B4-BE49-F238E27FC236}">
                    <a16:creationId xmlns:a16="http://schemas.microsoft.com/office/drawing/2014/main" id="{0A7E6604-5EAB-1C53-84BA-5869A90EF878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25" name="사각형: 둥근 모서리 124">
                <a:extLst>
                  <a:ext uri="{FF2B5EF4-FFF2-40B4-BE49-F238E27FC236}">
                    <a16:creationId xmlns:a16="http://schemas.microsoft.com/office/drawing/2014/main" id="{0B54486A-58DA-64E0-BD7F-A4DA11ED6E0B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aphicFrame>
        <p:nvGraphicFramePr>
          <p:cNvPr id="126" name="표 125">
            <a:extLst>
              <a:ext uri="{FF2B5EF4-FFF2-40B4-BE49-F238E27FC236}">
                <a16:creationId xmlns:a16="http://schemas.microsoft.com/office/drawing/2014/main" id="{F09F086E-1B10-CF42-7F90-F9E426B1B31E}"/>
              </a:ext>
            </a:extLst>
          </p:cNvPr>
          <p:cNvGraphicFramePr>
            <a:graphicFrameLocks noGrp="1"/>
          </p:cNvGraphicFramePr>
          <p:nvPr/>
        </p:nvGraphicFramePr>
        <p:xfrm>
          <a:off x="10787994" y="3093265"/>
          <a:ext cx="1269793" cy="1427187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444588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825205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594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dirty="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50090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3452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216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/>
                        <a:t>3</a:t>
                      </a:r>
                      <a:endParaRPr lang="ko-KR" altLang="en-US" sz="10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⁝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1C7CF019-9899-6C82-714D-7BBE51BF4421}"/>
              </a:ext>
            </a:extLst>
          </p:cNvPr>
          <p:cNvGrpSpPr/>
          <p:nvPr/>
        </p:nvGrpSpPr>
        <p:grpSpPr>
          <a:xfrm>
            <a:off x="11343620" y="3421791"/>
            <a:ext cx="607244" cy="395067"/>
            <a:chOff x="8523851" y="2626812"/>
            <a:chExt cx="1080000" cy="1620000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5D540C68-14F3-DC3E-43E6-77B985650D42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29" name="그룹 128">
              <a:extLst>
                <a:ext uri="{FF2B5EF4-FFF2-40B4-BE49-F238E27FC236}">
                  <a16:creationId xmlns:a16="http://schemas.microsoft.com/office/drawing/2014/main" id="{0DF85BE7-5899-2498-29F5-605B1E8F877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130" name="타원 129">
                <a:extLst>
                  <a:ext uri="{FF2B5EF4-FFF2-40B4-BE49-F238E27FC236}">
                    <a16:creationId xmlns:a16="http://schemas.microsoft.com/office/drawing/2014/main" id="{4BB05D11-4654-FF65-31F1-1BF25DDF905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1" name="타원 130">
                <a:extLst>
                  <a:ext uri="{FF2B5EF4-FFF2-40B4-BE49-F238E27FC236}">
                    <a16:creationId xmlns:a16="http://schemas.microsoft.com/office/drawing/2014/main" id="{5F0698C4-32A1-FC34-9FFC-ED0507297B8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2" name="타원 131">
                <a:extLst>
                  <a:ext uri="{FF2B5EF4-FFF2-40B4-BE49-F238E27FC236}">
                    <a16:creationId xmlns:a16="http://schemas.microsoft.com/office/drawing/2014/main" id="{B8639157-BFD2-70A4-248A-EC814B649EE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grpSp>
        <p:nvGrpSpPr>
          <p:cNvPr id="133" name="그룹 132">
            <a:extLst>
              <a:ext uri="{FF2B5EF4-FFF2-40B4-BE49-F238E27FC236}">
                <a16:creationId xmlns:a16="http://schemas.microsoft.com/office/drawing/2014/main" id="{30962481-D77D-48BB-8660-D88992ECD52E}"/>
              </a:ext>
            </a:extLst>
          </p:cNvPr>
          <p:cNvGrpSpPr/>
          <p:nvPr/>
        </p:nvGrpSpPr>
        <p:grpSpPr>
          <a:xfrm>
            <a:off x="11343620" y="3921869"/>
            <a:ext cx="607244" cy="237420"/>
            <a:chOff x="8523851" y="1625702"/>
            <a:chExt cx="1080000" cy="900000"/>
          </a:xfrm>
        </p:grpSpPr>
        <p:sp>
          <p:nvSpPr>
            <p:cNvPr id="134" name="사각형: 둥근 모서리 133">
              <a:extLst>
                <a:ext uri="{FF2B5EF4-FFF2-40B4-BE49-F238E27FC236}">
                  <a16:creationId xmlns:a16="http://schemas.microsoft.com/office/drawing/2014/main" id="{2CA30760-7B23-8182-9077-BA59B4534D5F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600"/>
            </a:p>
          </p:txBody>
        </p:sp>
        <p:grpSp>
          <p:nvGrpSpPr>
            <p:cNvPr id="135" name="그룹 134">
              <a:extLst>
                <a:ext uri="{FF2B5EF4-FFF2-40B4-BE49-F238E27FC236}">
                  <a16:creationId xmlns:a16="http://schemas.microsoft.com/office/drawing/2014/main" id="{8B33E1F6-A9BC-8402-625C-F38FB2D8790C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6" name="사각형: 둥근 모서리 135">
                <a:extLst>
                  <a:ext uri="{FF2B5EF4-FFF2-40B4-BE49-F238E27FC236}">
                    <a16:creationId xmlns:a16="http://schemas.microsoft.com/office/drawing/2014/main" id="{412DDCFD-8B8F-2502-1F02-CFB990C367AE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  <p:sp>
            <p:nvSpPr>
              <p:cNvPr id="137" name="사각형: 둥근 모서리 136">
                <a:extLst>
                  <a:ext uri="{FF2B5EF4-FFF2-40B4-BE49-F238E27FC236}">
                    <a16:creationId xmlns:a16="http://schemas.microsoft.com/office/drawing/2014/main" id="{C856E8D7-CF5F-FC80-AA4A-8E434C18359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ko-KR" altLang="en-US" sz="600" dirty="0"/>
              </a:p>
            </p:txBody>
          </p:sp>
        </p:grpSp>
      </p:grpSp>
      <p:sp>
        <p:nvSpPr>
          <p:cNvPr id="138" name="TextBox 137">
            <a:extLst>
              <a:ext uri="{FF2B5EF4-FFF2-40B4-BE49-F238E27FC236}">
                <a16:creationId xmlns:a16="http://schemas.microsoft.com/office/drawing/2014/main" id="{7A7B8668-E56F-4F7A-FBE4-3E1BF1C459B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아키텍쳐</a:t>
            </a:r>
            <a:r>
              <a:rPr kumimoji="1" lang="en-US" altLang="ko-KR" sz="2400" b="1" dirty="0">
                <a:latin typeface="+mj-ea"/>
                <a:ea typeface="+mj-ea"/>
              </a:rPr>
              <a:t>: 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456999C-6917-6F2B-8D36-46DA04B421F3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">
            <a:extLst>
              <a:ext uri="{FF2B5EF4-FFF2-40B4-BE49-F238E27FC236}">
                <a16:creationId xmlns:a16="http://schemas.microsoft.com/office/drawing/2014/main" id="{B7938AEE-D07A-D156-FBE2-0E4718C71A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110460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00A033E-105F-C5C0-B4DC-32F662FC6A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BCAD56B-C24E-94DF-AB63-2AB8D4329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9406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75C96-AE01-076B-D1B7-36B8F180A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E851F09-D72B-B82B-5C48-CE8F0A0FAA83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85D53A3-FD64-007C-2C7D-DB231814F6E8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7CAC72EB-264E-0294-0A95-8E7EBF4BB938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6CF9C55A-795D-D5A2-0143-804021E370B6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9B337296-BD13-4F29-D4C3-D3EC21B2131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266A896-74B7-D372-BB1A-9E661E67EE6D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8F2A56-173C-75D0-10BF-77AA7261FFD9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2724D235-5A42-35E2-C847-7C5EF13E77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11D43B-5011-9BAA-E804-83D28A7C7992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0A48B9-4F78-A39D-7DC5-193E209BAD0E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C13876-2E5A-8D1C-A395-053AA41354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4339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907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 dirty="0"/>
                <a:t>Type D : I</a:t>
              </a:r>
              <a:endParaRPr lang="ko-KR" altLang="en-US" sz="9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2085170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1492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매칭 알고리즘은 부품이 가진 </a:t>
            </a:r>
            <a:r>
              <a:rPr lang="en-US" altLang="ko-KR" sz="1200" dirty="0" err="1">
                <a:latin typeface="+mj-ea"/>
              </a:rPr>
              <a:t>AssemblyType</a:t>
            </a:r>
            <a:r>
              <a:rPr lang="ko-KR" altLang="en-US" sz="1200" dirty="0">
                <a:latin typeface="+mj-ea"/>
              </a:rPr>
              <a:t>을 보고</a:t>
            </a:r>
            <a:r>
              <a:rPr lang="en-US" altLang="ko-KR" sz="1200" dirty="0">
                <a:latin typeface="+mj-ea"/>
              </a:rPr>
              <a:t>, </a:t>
            </a:r>
            <a:r>
              <a:rPr lang="ko-KR" altLang="en-US" sz="1200" b="1" dirty="0">
                <a:latin typeface="+mj-ea"/>
              </a:rPr>
              <a:t>부품 간 </a:t>
            </a:r>
            <a:r>
              <a:rPr lang="ko-KR" altLang="en-US" sz="1200" b="1" dirty="0">
                <a:latin typeface="+mj-ea"/>
                <a:ea typeface="+mj-ea"/>
              </a:rPr>
              <a:t>조립가능 여부를 확인</a:t>
            </a:r>
            <a:r>
              <a:rPr lang="ko-KR" altLang="en-US" sz="1200" dirty="0">
                <a:latin typeface="+mj-ea"/>
                <a:ea typeface="+mj-ea"/>
              </a:rPr>
              <a:t>하는 중요한 시스템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알고리즘을 활용하면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조립하여 만들 수 있는 모든 공법의 경우의 수를 소프트웨어로 재현할 수 있다</a:t>
            </a:r>
            <a:r>
              <a:rPr lang="en-US" altLang="ko-KR" sz="1200" dirty="0">
                <a:latin typeface="+mj-ea"/>
                <a:ea typeface="+mj-ea"/>
              </a:rPr>
              <a:t>. 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이는 </a:t>
            </a:r>
            <a:r>
              <a:rPr lang="ko-KR" altLang="en-US" sz="1200" dirty="0">
                <a:latin typeface="+mj-ea"/>
              </a:rPr>
              <a:t>현실의 </a:t>
            </a:r>
            <a:r>
              <a:rPr lang="ko-KR" altLang="en-US" sz="1200" b="1" dirty="0">
                <a:latin typeface="+mj-ea"/>
                <a:ea typeface="+mj-ea"/>
              </a:rPr>
              <a:t>조립 시스템에 대한 일종의 소프트웨어 모델링</a:t>
            </a:r>
            <a:r>
              <a:rPr lang="ko-KR" altLang="en-US" sz="1200" dirty="0">
                <a:latin typeface="+mj-ea"/>
                <a:ea typeface="+mj-ea"/>
              </a:rPr>
              <a:t>과 같아서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en-US" altLang="ko-KR" sz="1200" dirty="0">
                <a:latin typeface="+mj-ea"/>
              </a:rPr>
              <a:t>Planning</a:t>
            </a:r>
            <a:r>
              <a:rPr lang="ko-KR" altLang="en-US" sz="1200" dirty="0">
                <a:latin typeface="+mj-ea"/>
              </a:rPr>
              <a:t>이론의 필수요소인 </a:t>
            </a:r>
            <a:r>
              <a:rPr lang="en-US" altLang="ko-KR" sz="1200" b="1" dirty="0">
                <a:latin typeface="+mj-ea"/>
                <a:ea typeface="+mj-ea"/>
              </a:rPr>
              <a:t>State Transition model(</a:t>
            </a:r>
            <a:r>
              <a:rPr lang="ko-KR" altLang="en-US" sz="1200" b="1" dirty="0">
                <a:latin typeface="+mj-ea"/>
                <a:ea typeface="+mj-ea"/>
              </a:rPr>
              <a:t>상태전이모델</a:t>
            </a:r>
            <a:r>
              <a:rPr lang="en-US" altLang="ko-KR" sz="1200" b="1" dirty="0">
                <a:latin typeface="+mj-ea"/>
                <a:ea typeface="+mj-ea"/>
              </a:rPr>
              <a:t>)</a:t>
            </a:r>
            <a:r>
              <a:rPr lang="ko-KR" altLang="en-US" sz="1200" dirty="0">
                <a:latin typeface="+mj-ea"/>
                <a:ea typeface="+mj-ea"/>
              </a:rPr>
              <a:t>으로 사용 될 수 있다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6E14FF6-F4A8-CCCD-D187-73D333B51CCA}"/>
              </a:ext>
            </a:extLst>
          </p:cNvPr>
          <p:cNvGrpSpPr/>
          <p:nvPr/>
        </p:nvGrpSpPr>
        <p:grpSpPr>
          <a:xfrm>
            <a:off x="766302" y="3285367"/>
            <a:ext cx="1697018" cy="3051416"/>
            <a:chOff x="837034" y="2619140"/>
            <a:chExt cx="1697018" cy="3051416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E75651B-D4AD-AFD3-82E7-200615DB52E5}"/>
                </a:ext>
              </a:extLst>
            </p:cNvPr>
            <p:cNvSpPr/>
            <p:nvPr/>
          </p:nvSpPr>
          <p:spPr>
            <a:xfrm>
              <a:off x="837034" y="5344664"/>
              <a:ext cx="1697018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 dirty="0">
                  <a:solidFill>
                    <a:schemeClr val="bg2">
                      <a:lumMod val="25000"/>
                    </a:schemeClr>
                  </a:solidFill>
                </a:rPr>
                <a:t>매칭 타입 리스트</a:t>
              </a:r>
              <a:endParaRPr lang="ko-KR" altLang="en-US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41E678CA-CE3A-CF85-4A9E-33DEFF5B2A4B}"/>
                </a:ext>
              </a:extLst>
            </p:cNvPr>
            <p:cNvSpPr/>
            <p:nvPr/>
          </p:nvSpPr>
          <p:spPr>
            <a:xfrm>
              <a:off x="1063424" y="2619140"/>
              <a:ext cx="1244239" cy="2389787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D2CBEEB-5BD2-79E2-58D6-87310C0E0FB7}"/>
                </a:ext>
              </a:extLst>
            </p:cNvPr>
            <p:cNvSpPr/>
            <p:nvPr/>
          </p:nvSpPr>
          <p:spPr>
            <a:xfrm>
              <a:off x="1225499" y="3238921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F </a:t>
              </a:r>
              <a:endParaRPr lang="ko-KR" altLang="en-US" sz="1000"/>
            </a:p>
          </p:txBody>
        </p:sp>
        <p:sp>
          <p:nvSpPr>
            <p:cNvPr id="8" name="사각형: 둥근 모서리 7">
              <a:extLst>
                <a:ext uri="{FF2B5EF4-FFF2-40B4-BE49-F238E27FC236}">
                  <a16:creationId xmlns:a16="http://schemas.microsoft.com/office/drawing/2014/main" id="{5B542FDC-2ACA-DB3D-F749-E8044D5EDE6D}"/>
                </a:ext>
              </a:extLst>
            </p:cNvPr>
            <p:cNvSpPr/>
            <p:nvPr/>
          </p:nvSpPr>
          <p:spPr>
            <a:xfrm>
              <a:off x="1225499" y="3634034"/>
              <a:ext cx="920089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C : M </a:t>
              </a:r>
              <a:endParaRPr lang="ko-KR" altLang="en-US" sz="1000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644ECF3D-75CE-4954-D8E6-98CBD2CB2A39}"/>
                </a:ext>
              </a:extLst>
            </p:cNvPr>
            <p:cNvSpPr/>
            <p:nvPr/>
          </p:nvSpPr>
          <p:spPr>
            <a:xfrm>
              <a:off x="1225499" y="4029147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I</a:t>
              </a:r>
              <a:endParaRPr lang="ko-KR" altLang="en-US" sz="1000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8673C6AC-71E4-A9A6-8FDF-6620F7D3AB5A}"/>
                </a:ext>
              </a:extLst>
            </p:cNvPr>
            <p:cNvSpPr/>
            <p:nvPr/>
          </p:nvSpPr>
          <p:spPr>
            <a:xfrm>
              <a:off x="1225499" y="2735808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/>
                <a:t>Type D : F</a:t>
              </a:r>
              <a:endParaRPr lang="ko-KR" altLang="en-US" sz="100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E983AEE7-B403-24AE-B620-2A4E8F149761}"/>
                </a:ext>
              </a:extLst>
            </p:cNvPr>
            <p:cNvSpPr/>
            <p:nvPr/>
          </p:nvSpPr>
          <p:spPr>
            <a:xfrm>
              <a:off x="1225499" y="4532259"/>
              <a:ext cx="920089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000" dirty="0"/>
                <a:t>Type D : M</a:t>
              </a:r>
              <a:endParaRPr lang="ko-KR" altLang="en-US" sz="1000" dirty="0"/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900DE83A-6127-604C-0D0B-D32076B74166}"/>
              </a:ext>
            </a:extLst>
          </p:cNvPr>
          <p:cNvGrpSpPr/>
          <p:nvPr/>
        </p:nvGrpSpPr>
        <p:grpSpPr>
          <a:xfrm>
            <a:off x="9456602" y="2922676"/>
            <a:ext cx="2219190" cy="3414107"/>
            <a:chOff x="9364249" y="2404173"/>
            <a:chExt cx="2219190" cy="3414107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DBC4ED45-3661-0C52-75DC-92D0DF48175A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D8F1FE1D-FD8B-EFE6-0AFA-7BA6F693D24F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25" name="사각형: 둥근 모서리 24">
                <a:extLst>
                  <a:ext uri="{FF2B5EF4-FFF2-40B4-BE49-F238E27FC236}">
                    <a16:creationId xmlns:a16="http://schemas.microsoft.com/office/drawing/2014/main" id="{7DF8B435-7BFE-8A03-E0F1-A1F55A233D40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57AF445A-16C8-AF69-C598-1E6566E6C428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27" name="사각형: 둥근 모서리 26">
                  <a:extLst>
                    <a:ext uri="{FF2B5EF4-FFF2-40B4-BE49-F238E27FC236}">
                      <a16:creationId xmlns:a16="http://schemas.microsoft.com/office/drawing/2014/main" id="{C907AA9B-13B1-FD25-E428-87209D438EE0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28" name="사각형: 둥근 모서리 27">
                  <a:extLst>
                    <a:ext uri="{FF2B5EF4-FFF2-40B4-BE49-F238E27FC236}">
                      <a16:creationId xmlns:a16="http://schemas.microsoft.com/office/drawing/2014/main" id="{156E26AC-0108-DCA8-F543-A829F772E24A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01A494A-654F-57CD-51EC-622EC0D50E7C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14C44BC6-57AB-67EE-7F80-FF3892EE839E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1" name="그룹 30">
                <a:extLst>
                  <a:ext uri="{FF2B5EF4-FFF2-40B4-BE49-F238E27FC236}">
                    <a16:creationId xmlns:a16="http://schemas.microsoft.com/office/drawing/2014/main" id="{5DBD7739-69E5-2291-C908-B84BDA153531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A6FFF1F1-6B2F-B76A-E162-FBF179BEFA6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3" name="타원 32">
                  <a:extLst>
                    <a:ext uri="{FF2B5EF4-FFF2-40B4-BE49-F238E27FC236}">
                      <a16:creationId xmlns:a16="http://schemas.microsoft.com/office/drawing/2014/main" id="{4AB48DD3-A20E-30DF-9327-05F18F11309D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E405A1C9-8409-D4C5-9E8B-B04B1E56D6A2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97856C54-D699-0F1E-215A-A178482CDA30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7B82F1EB-773A-EAF7-F992-0643190EA724}"/>
              </a:ext>
            </a:extLst>
          </p:cNvPr>
          <p:cNvSpPr/>
          <p:nvPr/>
        </p:nvSpPr>
        <p:spPr>
          <a:xfrm>
            <a:off x="3197654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3F6C6686-A3F9-6910-9369-3D6FC47D6210}"/>
              </a:ext>
            </a:extLst>
          </p:cNvPr>
          <p:cNvSpPr/>
          <p:nvPr/>
        </p:nvSpPr>
        <p:spPr>
          <a:xfrm>
            <a:off x="5111453" y="6348966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매칭 알고리즘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4" name="화살표: 오른쪽 43">
            <a:extLst>
              <a:ext uri="{FF2B5EF4-FFF2-40B4-BE49-F238E27FC236}">
                <a16:creationId xmlns:a16="http://schemas.microsoft.com/office/drawing/2014/main" id="{C53F89AF-A99B-7B05-1094-1807B5AB11B5}"/>
              </a:ext>
            </a:extLst>
          </p:cNvPr>
          <p:cNvSpPr/>
          <p:nvPr/>
        </p:nvSpPr>
        <p:spPr>
          <a:xfrm>
            <a:off x="8258719" y="3936013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FB17BB8-FB15-F44B-FC07-173343EAD8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3796" y="2505528"/>
            <a:ext cx="2612332" cy="359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990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생성하는 경우의 수 중에서 목적</a:t>
            </a:r>
            <a:r>
              <a:rPr lang="en-US" altLang="ko-KR" sz="1400" dirty="0">
                <a:latin typeface="+mj-ea"/>
              </a:rPr>
              <a:t>(</a:t>
            </a:r>
            <a:r>
              <a:rPr lang="ko-KR" altLang="en-US" sz="1400" dirty="0">
                <a:latin typeface="+mj-ea"/>
              </a:rPr>
              <a:t>목표상태</a:t>
            </a:r>
            <a:r>
              <a:rPr lang="en-US" altLang="ko-KR" sz="1400" dirty="0">
                <a:latin typeface="+mj-ea"/>
              </a:rPr>
              <a:t>, </a:t>
            </a:r>
            <a:r>
              <a:rPr lang="ko-KR" altLang="en-US" sz="1400" dirty="0" err="1">
                <a:latin typeface="+mj-ea"/>
              </a:rPr>
              <a:t>비용최소화</a:t>
            </a:r>
            <a:r>
              <a:rPr lang="en-US" altLang="ko-KR" sz="1400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맞는 조립 순서</a:t>
            </a:r>
            <a:r>
              <a:rPr lang="en-US" altLang="ko-KR" sz="1400" dirty="0">
                <a:latin typeface="+mj-ea"/>
              </a:rPr>
              <a:t>(Action Sequence)</a:t>
            </a:r>
            <a:r>
              <a:rPr lang="ko-KR" altLang="en-US" sz="1400" dirty="0">
                <a:latin typeface="+mj-ea"/>
              </a:rPr>
              <a:t>를 생성하는 것이 목표이다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알고리즘이 가능한 경우의 수를 제안만 하는 반면</a:t>
            </a:r>
            <a:r>
              <a:rPr lang="en-US" altLang="ko-KR" sz="1400" dirty="0">
                <a:latin typeface="+mj-ea"/>
              </a:rPr>
              <a:t>, Planning</a:t>
            </a:r>
            <a:r>
              <a:rPr lang="ko-KR" altLang="en-US" sz="1400" dirty="0">
                <a:latin typeface="+mj-ea"/>
              </a:rPr>
              <a:t> 알고리즘은 가능한 경우의 중 어떤 조립 순서가 적절한지에 대해 </a:t>
            </a:r>
            <a:r>
              <a:rPr lang="ko-KR" altLang="en-US" sz="1400" b="1" dirty="0">
                <a:latin typeface="+mj-ea"/>
              </a:rPr>
              <a:t>목적</a:t>
            </a:r>
            <a:r>
              <a:rPr lang="en-US" altLang="ko-KR" sz="1400" b="1" dirty="0">
                <a:latin typeface="+mj-ea"/>
              </a:rPr>
              <a:t>(</a:t>
            </a:r>
            <a:r>
              <a:rPr lang="ko-KR" altLang="en-US" sz="1400" b="1" dirty="0">
                <a:latin typeface="+mj-ea"/>
              </a:rPr>
              <a:t>목표상태</a:t>
            </a:r>
            <a:r>
              <a:rPr lang="en-US" altLang="ko-KR" sz="1400" b="1" dirty="0">
                <a:latin typeface="+mj-ea"/>
              </a:rPr>
              <a:t>, </a:t>
            </a:r>
            <a:r>
              <a:rPr lang="ko-KR" altLang="en-US" sz="1400" b="1" dirty="0" err="1">
                <a:latin typeface="+mj-ea"/>
              </a:rPr>
              <a:t>비용최소화</a:t>
            </a:r>
            <a:r>
              <a:rPr lang="en-US" altLang="ko-KR" sz="1400" b="1" dirty="0">
                <a:latin typeface="+mj-ea"/>
              </a:rPr>
              <a:t>)</a:t>
            </a:r>
            <a:r>
              <a:rPr lang="ko-KR" altLang="en-US" sz="1400" dirty="0">
                <a:latin typeface="+mj-ea"/>
              </a:rPr>
              <a:t>에 알맞은 결과를 도출하려는 </a:t>
            </a:r>
            <a:r>
              <a:rPr lang="ko-KR" altLang="en-US" sz="1400" b="1" dirty="0">
                <a:latin typeface="+mj-ea"/>
              </a:rPr>
              <a:t>판단</a:t>
            </a:r>
            <a:r>
              <a:rPr lang="ko-KR" altLang="en-US" sz="1400" dirty="0">
                <a:latin typeface="+mj-ea"/>
              </a:rPr>
              <a:t>과 </a:t>
            </a:r>
            <a:r>
              <a:rPr lang="ko-KR" altLang="en-US" sz="1400" b="1" dirty="0">
                <a:latin typeface="+mj-ea"/>
              </a:rPr>
              <a:t>선택</a:t>
            </a:r>
            <a:r>
              <a:rPr lang="ko-KR" altLang="en-US" sz="1400" dirty="0">
                <a:latin typeface="+mj-ea"/>
              </a:rPr>
              <a:t>이 함께 포함된다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u="sng" dirty="0">
                <a:latin typeface="+mj-ea"/>
                <a:ea typeface="+mj-ea"/>
              </a:rPr>
              <a:t>(※</a:t>
            </a:r>
            <a:r>
              <a:rPr lang="ko-KR" altLang="en-US" sz="1200" u="sng" dirty="0">
                <a:latin typeface="+mj-ea"/>
                <a:ea typeface="+mj-ea"/>
              </a:rPr>
              <a:t>현재 예제 코드는 단순화된 임시버전으로</a:t>
            </a:r>
            <a:r>
              <a:rPr lang="en-US" altLang="ko-KR" sz="1200" u="sng" dirty="0">
                <a:latin typeface="+mj-ea"/>
                <a:ea typeface="+mj-ea"/>
              </a:rPr>
              <a:t>, </a:t>
            </a:r>
            <a:r>
              <a:rPr lang="en-US" altLang="ko-KR" sz="1200" u="sng" dirty="0">
                <a:latin typeface="+mj-ea"/>
              </a:rPr>
              <a:t>Action Sequence(</a:t>
            </a:r>
            <a:r>
              <a:rPr lang="ko-KR" altLang="en-US" sz="1200" u="sng" dirty="0">
                <a:latin typeface="+mj-ea"/>
              </a:rPr>
              <a:t>조립 순서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결정 과정에서</a:t>
            </a:r>
            <a:r>
              <a:rPr lang="en-US" altLang="ko-KR" sz="1200" u="sng" dirty="0">
                <a:latin typeface="+mj-ea"/>
              </a:rPr>
              <a:t> </a:t>
            </a:r>
            <a:r>
              <a:rPr lang="ko-KR" altLang="en-US" sz="1200" u="sng" dirty="0">
                <a:latin typeface="+mj-ea"/>
              </a:rPr>
              <a:t>목적</a:t>
            </a:r>
            <a:r>
              <a:rPr lang="en-US" altLang="ko-KR" sz="1200" u="sng" dirty="0">
                <a:latin typeface="+mj-ea"/>
              </a:rPr>
              <a:t>(</a:t>
            </a:r>
            <a:r>
              <a:rPr lang="ko-KR" altLang="en-US" sz="1200" u="sng" dirty="0">
                <a:latin typeface="+mj-ea"/>
              </a:rPr>
              <a:t>목표상태</a:t>
            </a:r>
            <a:r>
              <a:rPr lang="en-US" altLang="ko-KR" sz="1200" u="sng" dirty="0">
                <a:latin typeface="+mj-ea"/>
              </a:rPr>
              <a:t>, </a:t>
            </a:r>
            <a:r>
              <a:rPr lang="ko-KR" altLang="en-US" sz="1200" u="sng" dirty="0" err="1">
                <a:latin typeface="+mj-ea"/>
              </a:rPr>
              <a:t>비용최소화</a:t>
            </a:r>
            <a:r>
              <a:rPr lang="en-US" altLang="ko-KR" sz="1200" u="sng" dirty="0">
                <a:latin typeface="+mj-ea"/>
              </a:rPr>
              <a:t>)</a:t>
            </a:r>
            <a:r>
              <a:rPr lang="ko-KR" altLang="en-US" sz="1200" u="sng" dirty="0">
                <a:latin typeface="+mj-ea"/>
              </a:rPr>
              <a:t>을 고려하지 않는다</a:t>
            </a:r>
            <a:r>
              <a:rPr lang="en-US" altLang="ko-KR" sz="1200" u="sng" dirty="0">
                <a:latin typeface="+mj-ea"/>
              </a:rPr>
              <a:t>.)</a:t>
            </a:r>
            <a:endParaRPr lang="en-US" altLang="ko-KR" sz="1200" u="sng" dirty="0">
              <a:latin typeface="+mj-ea"/>
              <a:ea typeface="+mj-ea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B99566D-A309-BC15-5BFD-17EE977BABCC}"/>
              </a:ext>
            </a:extLst>
          </p:cNvPr>
          <p:cNvGrpSpPr/>
          <p:nvPr/>
        </p:nvGrpSpPr>
        <p:grpSpPr>
          <a:xfrm>
            <a:off x="992052" y="3049096"/>
            <a:ext cx="2219190" cy="3414107"/>
            <a:chOff x="9364249" y="2404173"/>
            <a:chExt cx="2219190" cy="3414107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CCF4A1C4-3C20-672C-28A7-F02D7D3D21F7}"/>
                </a:ext>
              </a:extLst>
            </p:cNvPr>
            <p:cNvSpPr/>
            <p:nvPr/>
          </p:nvSpPr>
          <p:spPr>
            <a:xfrm>
              <a:off x="9651082" y="2404173"/>
              <a:ext cx="1645523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1CF8F6F5-10BF-C8F6-22EA-B17C6B28A7E2}"/>
                </a:ext>
              </a:extLst>
            </p:cNvPr>
            <p:cNvGrpSpPr/>
            <p:nvPr/>
          </p:nvGrpSpPr>
          <p:grpSpPr>
            <a:xfrm>
              <a:off x="9846510" y="2584082"/>
              <a:ext cx="1254667" cy="900000"/>
              <a:chOff x="8523851" y="1625702"/>
              <a:chExt cx="1080000" cy="900000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3ADAB943-89FD-A867-DF4C-EDCB79015318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7" name="그룹 16">
                <a:extLst>
                  <a:ext uri="{FF2B5EF4-FFF2-40B4-BE49-F238E27FC236}">
                    <a16:creationId xmlns:a16="http://schemas.microsoft.com/office/drawing/2014/main" id="{4598C128-4B94-A1D6-3AD5-B670408EE247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18" name="사각형: 둥근 모서리 17">
                  <a:extLst>
                    <a:ext uri="{FF2B5EF4-FFF2-40B4-BE49-F238E27FC236}">
                      <a16:creationId xmlns:a16="http://schemas.microsoft.com/office/drawing/2014/main" id="{5F4DF4EE-4FAF-D4B0-1831-D6E57FD81F4D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19" name="사각형: 둥근 모서리 18">
                  <a:extLst>
                    <a:ext uri="{FF2B5EF4-FFF2-40B4-BE49-F238E27FC236}">
                      <a16:creationId xmlns:a16="http://schemas.microsoft.com/office/drawing/2014/main" id="{3578C2DA-78E5-409B-ED1E-0897C7A4B0DD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3B919CA4-2F09-9E90-27E2-F58EBA79953A}"/>
                </a:ext>
              </a:extLst>
            </p:cNvPr>
            <p:cNvGrpSpPr/>
            <p:nvPr/>
          </p:nvGrpSpPr>
          <p:grpSpPr>
            <a:xfrm>
              <a:off x="9846510" y="3631372"/>
              <a:ext cx="1254667" cy="1620000"/>
              <a:chOff x="8523851" y="2626812"/>
              <a:chExt cx="1080000" cy="1620000"/>
            </a:xfrm>
          </p:grpSpPr>
          <p:sp>
            <p:nvSpPr>
              <p:cNvPr id="11" name="사각형: 둥근 모서리 10">
                <a:extLst>
                  <a:ext uri="{FF2B5EF4-FFF2-40B4-BE49-F238E27FC236}">
                    <a16:creationId xmlns:a16="http://schemas.microsoft.com/office/drawing/2014/main" id="{CB362DDD-9A7E-E220-F911-1D232F9871CC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12" name="그룹 11">
                <a:extLst>
                  <a:ext uri="{FF2B5EF4-FFF2-40B4-BE49-F238E27FC236}">
                    <a16:creationId xmlns:a16="http://schemas.microsoft.com/office/drawing/2014/main" id="{F7FD5DE7-0DDF-23C4-8469-83921F76CE96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13" name="타원 12">
                  <a:extLst>
                    <a:ext uri="{FF2B5EF4-FFF2-40B4-BE49-F238E27FC236}">
                      <a16:creationId xmlns:a16="http://schemas.microsoft.com/office/drawing/2014/main" id="{3AC9B71E-A444-3829-CC0F-BB240ED6FBE5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14" name="타원 13">
                  <a:extLst>
                    <a:ext uri="{FF2B5EF4-FFF2-40B4-BE49-F238E27FC236}">
                      <a16:creationId xmlns:a16="http://schemas.microsoft.com/office/drawing/2014/main" id="{A772E544-2D22-3966-CCF3-DFC3017880AE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D16B8476-7C15-7C27-A756-F78133BC82BB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C9682304-DEFF-667D-3B36-485DB2AE0833}"/>
                </a:ext>
              </a:extLst>
            </p:cNvPr>
            <p:cNvSpPr/>
            <p:nvPr/>
          </p:nvSpPr>
          <p:spPr>
            <a:xfrm>
              <a:off x="9364249" y="5492388"/>
              <a:ext cx="2219190" cy="325892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400">
                  <a:solidFill>
                    <a:schemeClr val="bg2">
                      <a:lumMod val="25000"/>
                    </a:schemeClr>
                  </a:solidFill>
                </a:rPr>
                <a:t>매칭 완료 리스트</a:t>
              </a:r>
              <a:endParaRPr lang="ko-KR" altLang="en-US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F9A5358C-2A0E-AAE8-A5A4-E9867C6A3CEF}"/>
              </a:ext>
            </a:extLst>
          </p:cNvPr>
          <p:cNvGraphicFramePr>
            <a:graphicFrameLocks noGrp="1"/>
          </p:cNvGraphicFramePr>
          <p:nvPr/>
        </p:nvGraphicFramePr>
        <p:xfrm>
          <a:off x="9390685" y="3355449"/>
          <a:ext cx="1916695" cy="2472039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561875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35482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27140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9879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2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36648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⁝</a:t>
                      </a:r>
                      <a:endParaRPr lang="ko-KR" alt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21" name="그룹 20">
            <a:extLst>
              <a:ext uri="{FF2B5EF4-FFF2-40B4-BE49-F238E27FC236}">
                <a16:creationId xmlns:a16="http://schemas.microsoft.com/office/drawing/2014/main" id="{7618654F-9F79-0086-420C-502611A5E00B}"/>
              </a:ext>
            </a:extLst>
          </p:cNvPr>
          <p:cNvGrpSpPr/>
          <p:nvPr/>
        </p:nvGrpSpPr>
        <p:grpSpPr>
          <a:xfrm>
            <a:off x="10104425" y="3739743"/>
            <a:ext cx="1009919" cy="822672"/>
            <a:chOff x="8523851" y="2626812"/>
            <a:chExt cx="1080000" cy="1620000"/>
          </a:xfrm>
        </p:grpSpPr>
        <p:sp>
          <p:nvSpPr>
            <p:cNvPr id="22" name="사각형: 둥근 모서리 21">
              <a:extLst>
                <a:ext uri="{FF2B5EF4-FFF2-40B4-BE49-F238E27FC236}">
                  <a16:creationId xmlns:a16="http://schemas.microsoft.com/office/drawing/2014/main" id="{38B9E20D-9D87-140A-4E47-26B4BAC580DA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64436A4F-DFCC-E7B3-28F9-CBE8B491A58E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5EC2A3D8-0555-690C-6FA0-F6CCB5966DD4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I</a:t>
                </a:r>
                <a:endParaRPr lang="ko-KR" altLang="en-US" sz="800"/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EBC7586D-5A19-AC08-40D5-A820005B65E2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F</a:t>
                </a:r>
                <a:endParaRPr lang="ko-KR" altLang="en-US" sz="800"/>
              </a:p>
            </p:txBody>
          </p:sp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921B80DF-A157-1677-789A-4B7EDE6FFE29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D : M</a:t>
                </a:r>
                <a:endParaRPr lang="ko-KR" altLang="en-US" sz="800"/>
              </a:p>
            </p:txBody>
          </p:sp>
        </p:grp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588A9C8E-441C-8170-D060-398F2DFE2C16}"/>
              </a:ext>
            </a:extLst>
          </p:cNvPr>
          <p:cNvGrpSpPr/>
          <p:nvPr/>
        </p:nvGrpSpPr>
        <p:grpSpPr>
          <a:xfrm>
            <a:off x="10104425" y="4728496"/>
            <a:ext cx="1009919" cy="630910"/>
            <a:chOff x="8523851" y="1625702"/>
            <a:chExt cx="1080000" cy="900000"/>
          </a:xfrm>
        </p:grpSpPr>
        <p:sp>
          <p:nvSpPr>
            <p:cNvPr id="28" name="사각형: 둥근 모서리 27">
              <a:extLst>
                <a:ext uri="{FF2B5EF4-FFF2-40B4-BE49-F238E27FC236}">
                  <a16:creationId xmlns:a16="http://schemas.microsoft.com/office/drawing/2014/main" id="{09836134-E157-2AE6-0032-2B9984BC7C8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800"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6FD4749-C439-209B-6336-09A054EA424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09F03909-D1F1-E154-BAF9-0795463727E9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/>
                  <a:t>Type C : F </a:t>
                </a:r>
                <a:endParaRPr lang="ko-KR" altLang="en-US" sz="800"/>
              </a:p>
            </p:txBody>
          </p:sp>
          <p:sp>
            <p:nvSpPr>
              <p:cNvPr id="31" name="사각형: 둥근 모서리 30">
                <a:extLst>
                  <a:ext uri="{FF2B5EF4-FFF2-40B4-BE49-F238E27FC236}">
                    <a16:creationId xmlns:a16="http://schemas.microsoft.com/office/drawing/2014/main" id="{F7FAEA9C-472D-1B5E-7F7F-092C7E2B0312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800" dirty="0"/>
                  <a:t>Type C : M </a:t>
                </a:r>
                <a:endParaRPr lang="ko-KR" altLang="en-US" sz="800" dirty="0"/>
              </a:p>
            </p:txBody>
          </p:sp>
        </p:grp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A771620-417D-670C-194D-3AF11AB4698F}"/>
              </a:ext>
            </a:extLst>
          </p:cNvPr>
          <p:cNvSpPr/>
          <p:nvPr/>
        </p:nvSpPr>
        <p:spPr>
          <a:xfrm>
            <a:off x="8829914" y="6137311"/>
            <a:ext cx="3038236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조립순서가 고려된 </a:t>
            </a:r>
            <a:r>
              <a:rPr lang="en-US" altLang="ko-KR" sz="1400" dirty="0">
                <a:solidFill>
                  <a:schemeClr val="bg2">
                    <a:lumMod val="25000"/>
                  </a:schemeClr>
                </a:solidFill>
              </a:rPr>
              <a:t>Planning </a:t>
            </a:r>
            <a:r>
              <a:rPr lang="ko-KR" altLang="en-US" sz="1400" dirty="0">
                <a:solidFill>
                  <a:schemeClr val="bg2">
                    <a:lumMod val="25000"/>
                  </a:schemeClr>
                </a:solidFill>
              </a:rPr>
              <a:t>결과</a:t>
            </a:r>
            <a:endParaRPr lang="ko-KR" altLang="en-US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33" name="화살표: 오른쪽 32">
            <a:extLst>
              <a:ext uri="{FF2B5EF4-FFF2-40B4-BE49-F238E27FC236}">
                <a16:creationId xmlns:a16="http://schemas.microsoft.com/office/drawing/2014/main" id="{F7E3A964-3F9F-D15C-A986-910FF21EE814}"/>
              </a:ext>
            </a:extLst>
          </p:cNvPr>
          <p:cNvSpPr/>
          <p:nvPr/>
        </p:nvSpPr>
        <p:spPr>
          <a:xfrm>
            <a:off x="3483099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화살표: 오른쪽 33">
            <a:extLst>
              <a:ext uri="{FF2B5EF4-FFF2-40B4-BE49-F238E27FC236}">
                <a16:creationId xmlns:a16="http://schemas.microsoft.com/office/drawing/2014/main" id="{223B22CE-CAEF-0099-022F-D4143DFC262F}"/>
              </a:ext>
            </a:extLst>
          </p:cNvPr>
          <p:cNvSpPr/>
          <p:nvPr/>
        </p:nvSpPr>
        <p:spPr>
          <a:xfrm>
            <a:off x="8366364" y="4109045"/>
            <a:ext cx="463550" cy="906739"/>
          </a:xfrm>
          <a:prstGeom prst="rightArrow">
            <a:avLst>
              <a:gd name="adj1" fmla="val 50000"/>
              <a:gd name="adj2" fmla="val 47260"/>
            </a:avLst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534FE3C-D7E7-2C4A-D3A5-F85D2B5BD4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7533" y="2956743"/>
            <a:ext cx="3412016" cy="372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967D-706E-3A0A-FDEC-549CD42A8C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A13A151-0464-0D52-F611-E956820F3506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C6DBFF0A-DB8E-AFE4-40F5-82F025DEE911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CC13D9A5-3772-62E6-FE5B-BADDF2BC50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878CC75-B6FA-5396-7ECB-D1C3DD6E0C2E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1CC345-9176-E815-D371-169FA4921D01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64C56A63-BB38-ED86-9E67-2BDF6C98A1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9C71BA-7F15-2C56-0EEB-1070A06BE5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4132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7CF3F-8C6F-D10D-C068-646D67E64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0D2B7D8-099C-8444-9D18-EBD804D0C248}"/>
              </a:ext>
            </a:extLst>
          </p:cNvPr>
          <p:cNvSpPr/>
          <p:nvPr/>
        </p:nvSpPr>
        <p:spPr>
          <a:xfrm>
            <a:off x="7086600" y="4886325"/>
            <a:ext cx="1162050" cy="62194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CAC6B26F-E948-FBCA-FEB3-ED9FE801D07B}"/>
              </a:ext>
            </a:extLst>
          </p:cNvPr>
          <p:cNvGrpSpPr/>
          <p:nvPr/>
        </p:nvGrpSpPr>
        <p:grpSpPr>
          <a:xfrm>
            <a:off x="209550" y="1254231"/>
            <a:ext cx="11844703" cy="3517793"/>
            <a:chOff x="209550" y="1254231"/>
            <a:chExt cx="11844703" cy="3517793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A9E90ABF-57BF-E578-3C7E-BE1AE4E93341}"/>
                </a:ext>
              </a:extLst>
            </p:cNvPr>
            <p:cNvSpPr>
              <a:spLocks/>
            </p:cNvSpPr>
            <p:nvPr/>
          </p:nvSpPr>
          <p:spPr>
            <a:xfrm>
              <a:off x="209550" y="1254231"/>
              <a:ext cx="11844703" cy="2711045"/>
            </a:xfrm>
            <a:prstGeom prst="roundRect">
              <a:avLst>
                <a:gd name="adj" fmla="val 6514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이등변 삼각형 5">
              <a:extLst>
                <a:ext uri="{FF2B5EF4-FFF2-40B4-BE49-F238E27FC236}">
                  <a16:creationId xmlns:a16="http://schemas.microsoft.com/office/drawing/2014/main" id="{E00F6F42-45BB-6B92-5E34-B7C92B704BBC}"/>
                </a:ext>
              </a:extLst>
            </p:cNvPr>
            <p:cNvSpPr/>
            <p:nvPr/>
          </p:nvSpPr>
          <p:spPr>
            <a:xfrm flipH="1" flipV="1">
              <a:off x="7553326" y="3914773"/>
              <a:ext cx="981074" cy="857251"/>
            </a:xfrm>
            <a:prstGeom prst="triangle">
              <a:avLst>
                <a:gd name="adj" fmla="val 74435"/>
              </a:avLst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CFF556D1-6089-FDA8-FB4D-3D1B59590A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13947" y="1321160"/>
            <a:ext cx="11764106" cy="25266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EFE356E-03EB-29B2-FACE-4F069BF2C7B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알고리즘 상세</a:t>
            </a: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A0584E0F-EA13-F57D-9F2B-4B73D11AC3F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">
            <a:extLst>
              <a:ext uri="{FF2B5EF4-FFF2-40B4-BE49-F238E27FC236}">
                <a16:creationId xmlns:a16="http://schemas.microsoft.com/office/drawing/2014/main" id="{318F199E-BC3B-355F-65A6-EACC22923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B5540F-CCF0-0BDE-4534-ADDB892D3B65}"/>
              </a:ext>
            </a:extLst>
          </p:cNvPr>
          <p:cNvSpPr txBox="1"/>
          <p:nvPr/>
        </p:nvSpPr>
        <p:spPr>
          <a:xfrm>
            <a:off x="350982" y="728663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 err="1">
                <a:latin typeface="+mj-ea"/>
                <a:ea typeface="+mj-ea"/>
              </a:rPr>
              <a:t>조립부</a:t>
            </a:r>
            <a:r>
              <a:rPr lang="ko-KR" altLang="en-US" sz="1800" dirty="0">
                <a:latin typeface="+mj-ea"/>
                <a:ea typeface="+mj-ea"/>
              </a:rPr>
              <a:t> 매칭</a:t>
            </a:r>
            <a:r>
              <a:rPr lang="en-US" altLang="ko-KR" sz="1800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54262C-8A86-F290-25FA-E55811052DF0}"/>
              </a:ext>
            </a:extLst>
          </p:cNvPr>
          <p:cNvSpPr txBox="1"/>
          <p:nvPr/>
        </p:nvSpPr>
        <p:spPr>
          <a:xfrm>
            <a:off x="441569" y="396527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순서도</a:t>
            </a:r>
            <a:endParaRPr lang="en-US" altLang="ko-KR" dirty="0">
              <a:latin typeface="+mj-ea"/>
            </a:endParaRPr>
          </a:p>
        </p:txBody>
      </p:sp>
      <p:pic>
        <p:nvPicPr>
          <p:cNvPr id="22" name="그림 2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5BC501-F4F4-76A1-EDEA-2B29FD11D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8454" y="4338228"/>
            <a:ext cx="9230174" cy="239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02692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  <a:r>
              <a:rPr kumimoji="0"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알고리즘 작동 설명 자료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/>
              <a:t>{</a:t>
            </a:r>
            <a:r>
              <a:rPr lang="ko-KR" altLang="en-US" sz="1400" dirty="0"/>
              <a:t>도어 </a:t>
            </a:r>
            <a:r>
              <a:rPr lang="ko-KR" altLang="en-US" sz="1400" dirty="0" err="1"/>
              <a:t>체커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{nut type C,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가조립</a:t>
            </a:r>
            <a:r>
              <a:rPr lang="ko-KR" altLang="en-US" sz="1400" dirty="0"/>
              <a:t> </a:t>
            </a:r>
            <a:r>
              <a:rPr lang="en-US" altLang="ko-KR" sz="1400" dirty="0"/>
              <a:t>1}, 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{nut type C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공구</a:t>
            </a:r>
            <a:r>
              <a:rPr lang="en-US" altLang="ko-KR" sz="1400" dirty="0"/>
              <a:t>, </a:t>
            </a:r>
            <a:r>
              <a:rPr lang="ko-KR" altLang="en-US" sz="1400" dirty="0"/>
              <a:t>잡음</a:t>
            </a:r>
            <a:r>
              <a:rPr lang="en-US" altLang="ko-KR" sz="1400" dirty="0"/>
              <a:t>/</a:t>
            </a:r>
            <a:r>
              <a:rPr lang="ko-KR" altLang="en-US" sz="1400" dirty="0"/>
              <a:t>쥠</a:t>
            </a:r>
            <a:r>
              <a:rPr lang="en-US" altLang="ko-KR" sz="1400" dirty="0"/>
              <a:t>}</a:t>
            </a:r>
          </a:p>
          <a:p>
            <a:r>
              <a:rPr lang="en-US" altLang="ko-KR" sz="1400" dirty="0"/>
              <a:t>{</a:t>
            </a:r>
            <a:r>
              <a:rPr lang="ko-KR" altLang="en-US" sz="1400" dirty="0"/>
              <a:t>볼트</a:t>
            </a:r>
            <a:r>
              <a:rPr lang="en-US" altLang="ko-KR" sz="1400" dirty="0"/>
              <a:t> type D </a:t>
            </a:r>
            <a:r>
              <a:rPr lang="ko-KR" altLang="en-US" sz="1400" dirty="0"/>
              <a:t>체결 </a:t>
            </a:r>
            <a:r>
              <a:rPr lang="en-US" altLang="ko-KR" sz="1400" dirty="0"/>
              <a:t>1}</a:t>
            </a:r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/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ea typeface="맑은 고딕"/>
              </a:rPr>
              <a:t>어댑터</a:t>
            </a:r>
            <a:endParaRPr lang="en-US" altLang="ko-KR" dirty="0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맑은 고딕"/>
                <a:ea typeface="맑은 고딕"/>
              </a:rPr>
              <a:t>	</a:t>
            </a:r>
            <a:r>
              <a:rPr lang="ko-KR" altLang="en-US" sz="1400" dirty="0"/>
              <a:t>타입 매칭 결과를 </a:t>
            </a:r>
            <a:r>
              <a:rPr lang="en-US" altLang="ko-KR" sz="1400" dirty="0"/>
              <a:t>Planning</a:t>
            </a:r>
            <a:r>
              <a:rPr lang="ko-KR" altLang="en-US" sz="1400" dirty="0"/>
              <a:t>결과 순서대로 공법서 형태로 바꿔 줌</a:t>
            </a:r>
            <a:endParaRPr lang="en-US" altLang="ko-KR" sz="1400" dirty="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Rule checker, Knowledge base</a:t>
            </a:r>
            <a:r>
              <a:rPr lang="ko-KR" altLang="en-US" sz="1400" dirty="0"/>
              <a:t>를 활용해 변환 모듈을 개발</a:t>
            </a:r>
            <a:r>
              <a:rPr lang="en-US" altLang="ko-KR" sz="1400" dirty="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/>
              <a:t>	</a:t>
            </a:r>
            <a:r>
              <a:rPr lang="ko-KR" altLang="en-US" sz="1400" dirty="0"/>
              <a:t>충분한 데이터가 쌓이면 신규 </a:t>
            </a:r>
            <a:r>
              <a:rPr lang="en-US" altLang="ko-KR" sz="1400" dirty="0"/>
              <a:t>type</a:t>
            </a:r>
            <a:r>
              <a:rPr lang="ko-KR" altLang="en-US" sz="1400" dirty="0"/>
              <a:t> 매칭에 대한 변환도 </a:t>
            </a:r>
            <a:r>
              <a:rPr lang="en-US" altLang="ko-KR" sz="1400" dirty="0"/>
              <a:t>LLM</a:t>
            </a:r>
            <a:r>
              <a:rPr lang="ko-KR" altLang="en-US" sz="1400" dirty="0"/>
              <a:t>을 이용해 추천 가능</a:t>
            </a:r>
            <a:endParaRPr lang="en-US" altLang="ko-KR" sz="1400" dirty="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1527</TotalTime>
  <Words>4193</Words>
  <Application>Microsoft Office PowerPoint</Application>
  <PresentationFormat>와이드스크린</PresentationFormat>
  <Paragraphs>1264</Paragraphs>
  <Slides>54</Slides>
  <Notes>28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54</vt:i4>
      </vt:variant>
    </vt:vector>
  </HeadingPairs>
  <TitlesOfParts>
    <vt:vector size="64" baseType="lpstr">
      <vt:lpstr>Hyundai Sans Head Pro Medium</vt:lpstr>
      <vt:lpstr>Hyundai Sans Text Pro Medium</vt:lpstr>
      <vt:lpstr>Hyundai Sans Text Pro Regular</vt:lpstr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433</cp:revision>
  <dcterms:modified xsi:type="dcterms:W3CDTF">2025-11-24T02:16:42Z</dcterms:modified>
</cp:coreProperties>
</file>